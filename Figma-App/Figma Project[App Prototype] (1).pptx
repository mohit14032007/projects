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4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y="5143500" cx="9144000"/>
  <p:notesSz cx="6858000" cy="9144000"/>
  <p:embeddedFontLst>
    <p:embeddedFont>
      <p:font typeface="Lobster"/>
      <p:regular r:id="rId16"/>
    </p:embeddedFont>
    <p:embeddedFont>
      <p:font typeface="Lexend Medium"/>
      <p:regular r:id="rId17"/>
      <p:bold r:id="rId18"/>
    </p:embeddedFont>
    <p:embeddedFont>
      <p:font typeface="Gantari ExtraBold"/>
      <p:bold r:id="rId19"/>
      <p:boldItalic r:id="rId20"/>
    </p:embeddedFont>
    <p:embeddedFont>
      <p:font typeface="Lexend"/>
      <p:regular r:id="rId21"/>
      <p:bold r:id="rId22"/>
    </p:embeddedFont>
    <p:embeddedFont>
      <p:font typeface="Gantari"/>
      <p:regular r:id="rId23"/>
      <p:bold r:id="rId24"/>
      <p:italic r:id="rId25"/>
      <p:boldItalic r:id="rId26"/>
    </p:embeddedFont>
    <p:embeddedFont>
      <p:font typeface="Sorts Mill Goudy"/>
      <p:regular r:id="rId27"/>
      <p: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GantariExtraBold-boldItalic.fntdata"/><Relationship Id="rId22" Type="http://schemas.openxmlformats.org/officeDocument/2006/relationships/font" Target="fonts/Lexend-bold.fntdata"/><Relationship Id="rId21" Type="http://schemas.openxmlformats.org/officeDocument/2006/relationships/font" Target="fonts/Lexend-regular.fntdata"/><Relationship Id="rId24" Type="http://schemas.openxmlformats.org/officeDocument/2006/relationships/font" Target="fonts/Gantari-bold.fntdata"/><Relationship Id="rId23" Type="http://schemas.openxmlformats.org/officeDocument/2006/relationships/font" Target="fonts/Gantari-regular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Gantari-boldItalic.fntdata"/><Relationship Id="rId25" Type="http://schemas.openxmlformats.org/officeDocument/2006/relationships/font" Target="fonts/Gantari-italic.fntdata"/><Relationship Id="rId28" Type="http://schemas.openxmlformats.org/officeDocument/2006/relationships/font" Target="fonts/SortsMillGoudy-italic.fntdata"/><Relationship Id="rId27" Type="http://schemas.openxmlformats.org/officeDocument/2006/relationships/font" Target="fonts/SortsMillGoudy-regular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font" Target="fonts/LexendMedium-regular.fntdata"/><Relationship Id="rId16" Type="http://schemas.openxmlformats.org/officeDocument/2006/relationships/font" Target="fonts/Lobster-regular.fntdata"/><Relationship Id="rId19" Type="http://schemas.openxmlformats.org/officeDocument/2006/relationships/font" Target="fonts/GantariExtraBold-bold.fntdata"/><Relationship Id="rId18" Type="http://schemas.openxmlformats.org/officeDocument/2006/relationships/font" Target="fonts/LexendMedium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05" name="Shape 98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06" name="Google Shape;9806;p1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07" name="Google Shape;9807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17" name="Shape 9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18" name="Google Shape;9818;p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19" name="Google Shape;9819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36" name="Shape 98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7" name="Google Shape;9837;g319fe9c8129_2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38" name="Google Shape;9838;g319fe9c8129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56" name="Shape 98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57" name="Google Shape;9857;g319fe9c8129_2_3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58" name="Google Shape;9858;g319fe9c8129_2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76" name="Shape 98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77" name="Google Shape;9877;p1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78" name="Google Shape;9878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95" name="Shape 98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96" name="Google Shape;9896;p1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97" name="Google Shape;9897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14" name="Shape 99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15" name="Google Shape;9915;p1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16" name="Google Shape;9916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33" name="Shape 99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4" name="Google Shape;9934;p2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35" name="Google Shape;9935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53" name="Shape 99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54" name="Google Shape;9954;p2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55" name="Google Shape;9955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78" name="Shape 99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79" name="Google Shape;9979;p2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80" name="Google Shape;9980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98" name="Shape 99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99" name="Google Shape;9999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00" name="Google Shape;10000;p3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1"/>
        </a:solidFill>
      </p:bgPr>
    </p:bg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0" y="0"/>
            <a:ext cx="9144125" cy="5143391"/>
            <a:chOff x="0" y="0"/>
            <a:chExt cx="9144125" cy="5143391"/>
          </a:xfrm>
        </p:grpSpPr>
        <p:sp>
          <p:nvSpPr>
            <p:cNvPr id="10" name="Google Shape;10;p2"/>
            <p:cNvSpPr/>
            <p:nvPr/>
          </p:nvSpPr>
          <p:spPr>
            <a:xfrm>
              <a:off x="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" name="Google Shape;11;p2"/>
            <p:cNvSpPr/>
            <p:nvPr/>
          </p:nvSpPr>
          <p:spPr>
            <a:xfrm>
              <a:off x="38100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76201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114301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152402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190502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228603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266703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304804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342904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381005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419105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457206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495306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533407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571507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609608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647708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685809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723909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38100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76201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114301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152402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" name="Google Shape;35;p2"/>
            <p:cNvSpPr/>
            <p:nvPr/>
          </p:nvSpPr>
          <p:spPr>
            <a:xfrm>
              <a:off x="190502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" name="Google Shape;36;p2"/>
            <p:cNvSpPr/>
            <p:nvPr/>
          </p:nvSpPr>
          <p:spPr>
            <a:xfrm>
              <a:off x="228603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266703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" name="Google Shape;38;p2"/>
            <p:cNvSpPr/>
            <p:nvPr/>
          </p:nvSpPr>
          <p:spPr>
            <a:xfrm>
              <a:off x="304804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" name="Google Shape;39;p2"/>
            <p:cNvSpPr/>
            <p:nvPr/>
          </p:nvSpPr>
          <p:spPr>
            <a:xfrm>
              <a:off x="342904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" name="Google Shape;40;p2"/>
            <p:cNvSpPr/>
            <p:nvPr/>
          </p:nvSpPr>
          <p:spPr>
            <a:xfrm>
              <a:off x="381005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" name="Google Shape;41;p2"/>
            <p:cNvSpPr/>
            <p:nvPr/>
          </p:nvSpPr>
          <p:spPr>
            <a:xfrm>
              <a:off x="419105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457206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" name="Google Shape;43;p2"/>
            <p:cNvSpPr/>
            <p:nvPr/>
          </p:nvSpPr>
          <p:spPr>
            <a:xfrm>
              <a:off x="495306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533407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" name="Google Shape;45;p2"/>
            <p:cNvSpPr/>
            <p:nvPr/>
          </p:nvSpPr>
          <p:spPr>
            <a:xfrm>
              <a:off x="571507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" name="Google Shape;46;p2"/>
            <p:cNvSpPr/>
            <p:nvPr/>
          </p:nvSpPr>
          <p:spPr>
            <a:xfrm>
              <a:off x="609608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" name="Google Shape;47;p2"/>
            <p:cNvSpPr/>
            <p:nvPr/>
          </p:nvSpPr>
          <p:spPr>
            <a:xfrm>
              <a:off x="647708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" name="Google Shape;48;p2"/>
            <p:cNvSpPr/>
            <p:nvPr/>
          </p:nvSpPr>
          <p:spPr>
            <a:xfrm>
              <a:off x="685809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" name="Google Shape;49;p2"/>
            <p:cNvSpPr/>
            <p:nvPr/>
          </p:nvSpPr>
          <p:spPr>
            <a:xfrm>
              <a:off x="723909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" name="Google Shape;50;p2"/>
            <p:cNvSpPr/>
            <p:nvPr/>
          </p:nvSpPr>
          <p:spPr>
            <a:xfrm>
              <a:off x="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" name="Google Shape;51;p2"/>
            <p:cNvSpPr/>
            <p:nvPr/>
          </p:nvSpPr>
          <p:spPr>
            <a:xfrm>
              <a:off x="38100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" name="Google Shape;52;p2"/>
            <p:cNvSpPr/>
            <p:nvPr/>
          </p:nvSpPr>
          <p:spPr>
            <a:xfrm>
              <a:off x="76201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" name="Google Shape;53;p2"/>
            <p:cNvSpPr/>
            <p:nvPr/>
          </p:nvSpPr>
          <p:spPr>
            <a:xfrm>
              <a:off x="114301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" name="Google Shape;54;p2"/>
            <p:cNvSpPr/>
            <p:nvPr/>
          </p:nvSpPr>
          <p:spPr>
            <a:xfrm>
              <a:off x="152402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" name="Google Shape;55;p2"/>
            <p:cNvSpPr/>
            <p:nvPr/>
          </p:nvSpPr>
          <p:spPr>
            <a:xfrm>
              <a:off x="190502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" name="Google Shape;56;p2"/>
            <p:cNvSpPr/>
            <p:nvPr/>
          </p:nvSpPr>
          <p:spPr>
            <a:xfrm>
              <a:off x="228603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" name="Google Shape;57;p2"/>
            <p:cNvSpPr/>
            <p:nvPr/>
          </p:nvSpPr>
          <p:spPr>
            <a:xfrm>
              <a:off x="266703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" name="Google Shape;58;p2"/>
            <p:cNvSpPr/>
            <p:nvPr/>
          </p:nvSpPr>
          <p:spPr>
            <a:xfrm>
              <a:off x="304804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" name="Google Shape;59;p2"/>
            <p:cNvSpPr/>
            <p:nvPr/>
          </p:nvSpPr>
          <p:spPr>
            <a:xfrm>
              <a:off x="342904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" name="Google Shape;60;p2"/>
            <p:cNvSpPr/>
            <p:nvPr/>
          </p:nvSpPr>
          <p:spPr>
            <a:xfrm>
              <a:off x="381005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" name="Google Shape;61;p2"/>
            <p:cNvSpPr/>
            <p:nvPr/>
          </p:nvSpPr>
          <p:spPr>
            <a:xfrm>
              <a:off x="419105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" name="Google Shape;62;p2"/>
            <p:cNvSpPr/>
            <p:nvPr/>
          </p:nvSpPr>
          <p:spPr>
            <a:xfrm>
              <a:off x="457206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" name="Google Shape;63;p2"/>
            <p:cNvSpPr/>
            <p:nvPr/>
          </p:nvSpPr>
          <p:spPr>
            <a:xfrm>
              <a:off x="495306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" name="Google Shape;64;p2"/>
            <p:cNvSpPr/>
            <p:nvPr/>
          </p:nvSpPr>
          <p:spPr>
            <a:xfrm>
              <a:off x="533407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" name="Google Shape;65;p2"/>
            <p:cNvSpPr/>
            <p:nvPr/>
          </p:nvSpPr>
          <p:spPr>
            <a:xfrm>
              <a:off x="571507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" name="Google Shape;66;p2"/>
            <p:cNvSpPr/>
            <p:nvPr/>
          </p:nvSpPr>
          <p:spPr>
            <a:xfrm>
              <a:off x="609608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" name="Google Shape;67;p2"/>
            <p:cNvSpPr/>
            <p:nvPr/>
          </p:nvSpPr>
          <p:spPr>
            <a:xfrm>
              <a:off x="647708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" name="Google Shape;68;p2"/>
            <p:cNvSpPr/>
            <p:nvPr/>
          </p:nvSpPr>
          <p:spPr>
            <a:xfrm>
              <a:off x="685809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" name="Google Shape;69;p2"/>
            <p:cNvSpPr/>
            <p:nvPr/>
          </p:nvSpPr>
          <p:spPr>
            <a:xfrm>
              <a:off x="723909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" name="Google Shape;70;p2"/>
            <p:cNvSpPr/>
            <p:nvPr/>
          </p:nvSpPr>
          <p:spPr>
            <a:xfrm>
              <a:off x="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" name="Google Shape;71;p2"/>
            <p:cNvSpPr/>
            <p:nvPr/>
          </p:nvSpPr>
          <p:spPr>
            <a:xfrm>
              <a:off x="38100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" name="Google Shape;72;p2"/>
            <p:cNvSpPr/>
            <p:nvPr/>
          </p:nvSpPr>
          <p:spPr>
            <a:xfrm>
              <a:off x="76201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" name="Google Shape;73;p2"/>
            <p:cNvSpPr/>
            <p:nvPr/>
          </p:nvSpPr>
          <p:spPr>
            <a:xfrm>
              <a:off x="114301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" name="Google Shape;74;p2"/>
            <p:cNvSpPr/>
            <p:nvPr/>
          </p:nvSpPr>
          <p:spPr>
            <a:xfrm>
              <a:off x="152402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" name="Google Shape;75;p2"/>
            <p:cNvSpPr/>
            <p:nvPr/>
          </p:nvSpPr>
          <p:spPr>
            <a:xfrm>
              <a:off x="190502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" name="Google Shape;76;p2"/>
            <p:cNvSpPr/>
            <p:nvPr/>
          </p:nvSpPr>
          <p:spPr>
            <a:xfrm>
              <a:off x="228603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" name="Google Shape;77;p2"/>
            <p:cNvSpPr/>
            <p:nvPr/>
          </p:nvSpPr>
          <p:spPr>
            <a:xfrm>
              <a:off x="266703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" name="Google Shape;78;p2"/>
            <p:cNvSpPr/>
            <p:nvPr/>
          </p:nvSpPr>
          <p:spPr>
            <a:xfrm>
              <a:off x="304804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" name="Google Shape;79;p2"/>
            <p:cNvSpPr/>
            <p:nvPr/>
          </p:nvSpPr>
          <p:spPr>
            <a:xfrm>
              <a:off x="342904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" name="Google Shape;80;p2"/>
            <p:cNvSpPr/>
            <p:nvPr/>
          </p:nvSpPr>
          <p:spPr>
            <a:xfrm>
              <a:off x="381005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" name="Google Shape;81;p2"/>
            <p:cNvSpPr/>
            <p:nvPr/>
          </p:nvSpPr>
          <p:spPr>
            <a:xfrm>
              <a:off x="419105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" name="Google Shape;82;p2"/>
            <p:cNvSpPr/>
            <p:nvPr/>
          </p:nvSpPr>
          <p:spPr>
            <a:xfrm>
              <a:off x="457206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" name="Google Shape;83;p2"/>
            <p:cNvSpPr/>
            <p:nvPr/>
          </p:nvSpPr>
          <p:spPr>
            <a:xfrm>
              <a:off x="495306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" name="Google Shape;84;p2"/>
            <p:cNvSpPr/>
            <p:nvPr/>
          </p:nvSpPr>
          <p:spPr>
            <a:xfrm>
              <a:off x="533407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" name="Google Shape;85;p2"/>
            <p:cNvSpPr/>
            <p:nvPr/>
          </p:nvSpPr>
          <p:spPr>
            <a:xfrm>
              <a:off x="571507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" name="Google Shape;86;p2"/>
            <p:cNvSpPr/>
            <p:nvPr/>
          </p:nvSpPr>
          <p:spPr>
            <a:xfrm>
              <a:off x="609608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" name="Google Shape;87;p2"/>
            <p:cNvSpPr/>
            <p:nvPr/>
          </p:nvSpPr>
          <p:spPr>
            <a:xfrm>
              <a:off x="647708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" name="Google Shape;88;p2"/>
            <p:cNvSpPr/>
            <p:nvPr/>
          </p:nvSpPr>
          <p:spPr>
            <a:xfrm>
              <a:off x="685809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" name="Google Shape;89;p2"/>
            <p:cNvSpPr/>
            <p:nvPr/>
          </p:nvSpPr>
          <p:spPr>
            <a:xfrm>
              <a:off x="723909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" name="Google Shape;90;p2"/>
            <p:cNvSpPr/>
            <p:nvPr/>
          </p:nvSpPr>
          <p:spPr>
            <a:xfrm>
              <a:off x="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" name="Google Shape;91;p2"/>
            <p:cNvSpPr/>
            <p:nvPr/>
          </p:nvSpPr>
          <p:spPr>
            <a:xfrm>
              <a:off x="38100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" name="Google Shape;92;p2"/>
            <p:cNvSpPr/>
            <p:nvPr/>
          </p:nvSpPr>
          <p:spPr>
            <a:xfrm>
              <a:off x="76201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" name="Google Shape;93;p2"/>
            <p:cNvSpPr/>
            <p:nvPr/>
          </p:nvSpPr>
          <p:spPr>
            <a:xfrm>
              <a:off x="114301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" name="Google Shape;94;p2"/>
            <p:cNvSpPr/>
            <p:nvPr/>
          </p:nvSpPr>
          <p:spPr>
            <a:xfrm>
              <a:off x="152402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" name="Google Shape;95;p2"/>
            <p:cNvSpPr/>
            <p:nvPr/>
          </p:nvSpPr>
          <p:spPr>
            <a:xfrm>
              <a:off x="190502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" name="Google Shape;96;p2"/>
            <p:cNvSpPr/>
            <p:nvPr/>
          </p:nvSpPr>
          <p:spPr>
            <a:xfrm>
              <a:off x="228603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" name="Google Shape;97;p2"/>
            <p:cNvSpPr/>
            <p:nvPr/>
          </p:nvSpPr>
          <p:spPr>
            <a:xfrm>
              <a:off x="266703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" name="Google Shape;98;p2"/>
            <p:cNvSpPr/>
            <p:nvPr/>
          </p:nvSpPr>
          <p:spPr>
            <a:xfrm>
              <a:off x="304804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" name="Google Shape;99;p2"/>
            <p:cNvSpPr/>
            <p:nvPr/>
          </p:nvSpPr>
          <p:spPr>
            <a:xfrm>
              <a:off x="342904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" name="Google Shape;100;p2"/>
            <p:cNvSpPr/>
            <p:nvPr/>
          </p:nvSpPr>
          <p:spPr>
            <a:xfrm>
              <a:off x="381005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" name="Google Shape;101;p2"/>
            <p:cNvSpPr/>
            <p:nvPr/>
          </p:nvSpPr>
          <p:spPr>
            <a:xfrm>
              <a:off x="419105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" name="Google Shape;102;p2"/>
            <p:cNvSpPr/>
            <p:nvPr/>
          </p:nvSpPr>
          <p:spPr>
            <a:xfrm>
              <a:off x="457206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" name="Google Shape;103;p2"/>
            <p:cNvSpPr/>
            <p:nvPr/>
          </p:nvSpPr>
          <p:spPr>
            <a:xfrm>
              <a:off x="495306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" name="Google Shape;104;p2"/>
            <p:cNvSpPr/>
            <p:nvPr/>
          </p:nvSpPr>
          <p:spPr>
            <a:xfrm>
              <a:off x="533407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" name="Google Shape;105;p2"/>
            <p:cNvSpPr/>
            <p:nvPr/>
          </p:nvSpPr>
          <p:spPr>
            <a:xfrm>
              <a:off x="571507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" name="Google Shape;106;p2"/>
            <p:cNvSpPr/>
            <p:nvPr/>
          </p:nvSpPr>
          <p:spPr>
            <a:xfrm>
              <a:off x="609608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" name="Google Shape;107;p2"/>
            <p:cNvSpPr/>
            <p:nvPr/>
          </p:nvSpPr>
          <p:spPr>
            <a:xfrm>
              <a:off x="647708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" name="Google Shape;108;p2"/>
            <p:cNvSpPr/>
            <p:nvPr/>
          </p:nvSpPr>
          <p:spPr>
            <a:xfrm>
              <a:off x="685809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" name="Google Shape;109;p2"/>
            <p:cNvSpPr/>
            <p:nvPr/>
          </p:nvSpPr>
          <p:spPr>
            <a:xfrm>
              <a:off x="723909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" name="Google Shape;110;p2"/>
            <p:cNvSpPr/>
            <p:nvPr/>
          </p:nvSpPr>
          <p:spPr>
            <a:xfrm>
              <a:off x="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" name="Google Shape;111;p2"/>
            <p:cNvSpPr/>
            <p:nvPr/>
          </p:nvSpPr>
          <p:spPr>
            <a:xfrm>
              <a:off x="38100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" name="Google Shape;112;p2"/>
            <p:cNvSpPr/>
            <p:nvPr/>
          </p:nvSpPr>
          <p:spPr>
            <a:xfrm>
              <a:off x="76201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" name="Google Shape;113;p2"/>
            <p:cNvSpPr/>
            <p:nvPr/>
          </p:nvSpPr>
          <p:spPr>
            <a:xfrm>
              <a:off x="114301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" name="Google Shape;114;p2"/>
            <p:cNvSpPr/>
            <p:nvPr/>
          </p:nvSpPr>
          <p:spPr>
            <a:xfrm>
              <a:off x="152402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" name="Google Shape;115;p2"/>
            <p:cNvSpPr/>
            <p:nvPr/>
          </p:nvSpPr>
          <p:spPr>
            <a:xfrm>
              <a:off x="190502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" name="Google Shape;116;p2"/>
            <p:cNvSpPr/>
            <p:nvPr/>
          </p:nvSpPr>
          <p:spPr>
            <a:xfrm>
              <a:off x="228603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" name="Google Shape;117;p2"/>
            <p:cNvSpPr/>
            <p:nvPr/>
          </p:nvSpPr>
          <p:spPr>
            <a:xfrm>
              <a:off x="266703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" name="Google Shape;118;p2"/>
            <p:cNvSpPr/>
            <p:nvPr/>
          </p:nvSpPr>
          <p:spPr>
            <a:xfrm>
              <a:off x="304804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" name="Google Shape;119;p2"/>
            <p:cNvSpPr/>
            <p:nvPr/>
          </p:nvSpPr>
          <p:spPr>
            <a:xfrm>
              <a:off x="342904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" name="Google Shape;120;p2"/>
            <p:cNvSpPr/>
            <p:nvPr/>
          </p:nvSpPr>
          <p:spPr>
            <a:xfrm>
              <a:off x="381005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" name="Google Shape;121;p2"/>
            <p:cNvSpPr/>
            <p:nvPr/>
          </p:nvSpPr>
          <p:spPr>
            <a:xfrm>
              <a:off x="419105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" name="Google Shape;122;p2"/>
            <p:cNvSpPr/>
            <p:nvPr/>
          </p:nvSpPr>
          <p:spPr>
            <a:xfrm>
              <a:off x="457206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" name="Google Shape;123;p2"/>
            <p:cNvSpPr/>
            <p:nvPr/>
          </p:nvSpPr>
          <p:spPr>
            <a:xfrm>
              <a:off x="495306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" name="Google Shape;124;p2"/>
            <p:cNvSpPr/>
            <p:nvPr/>
          </p:nvSpPr>
          <p:spPr>
            <a:xfrm>
              <a:off x="533407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" name="Google Shape;125;p2"/>
            <p:cNvSpPr/>
            <p:nvPr/>
          </p:nvSpPr>
          <p:spPr>
            <a:xfrm>
              <a:off x="571507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" name="Google Shape;126;p2"/>
            <p:cNvSpPr/>
            <p:nvPr/>
          </p:nvSpPr>
          <p:spPr>
            <a:xfrm>
              <a:off x="609608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" name="Google Shape;127;p2"/>
            <p:cNvSpPr/>
            <p:nvPr/>
          </p:nvSpPr>
          <p:spPr>
            <a:xfrm>
              <a:off x="647708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" name="Google Shape;128;p2"/>
            <p:cNvSpPr/>
            <p:nvPr/>
          </p:nvSpPr>
          <p:spPr>
            <a:xfrm>
              <a:off x="685809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" name="Google Shape;129;p2"/>
            <p:cNvSpPr/>
            <p:nvPr/>
          </p:nvSpPr>
          <p:spPr>
            <a:xfrm>
              <a:off x="723909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" name="Google Shape;130;p2"/>
            <p:cNvSpPr/>
            <p:nvPr/>
          </p:nvSpPr>
          <p:spPr>
            <a:xfrm>
              <a:off x="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" name="Google Shape;131;p2"/>
            <p:cNvSpPr/>
            <p:nvPr/>
          </p:nvSpPr>
          <p:spPr>
            <a:xfrm>
              <a:off x="38100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" name="Google Shape;132;p2"/>
            <p:cNvSpPr/>
            <p:nvPr/>
          </p:nvSpPr>
          <p:spPr>
            <a:xfrm>
              <a:off x="76201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" name="Google Shape;133;p2"/>
            <p:cNvSpPr/>
            <p:nvPr/>
          </p:nvSpPr>
          <p:spPr>
            <a:xfrm>
              <a:off x="114301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" name="Google Shape;134;p2"/>
            <p:cNvSpPr/>
            <p:nvPr/>
          </p:nvSpPr>
          <p:spPr>
            <a:xfrm>
              <a:off x="152402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" name="Google Shape;135;p2"/>
            <p:cNvSpPr/>
            <p:nvPr/>
          </p:nvSpPr>
          <p:spPr>
            <a:xfrm>
              <a:off x="190502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" name="Google Shape;136;p2"/>
            <p:cNvSpPr/>
            <p:nvPr/>
          </p:nvSpPr>
          <p:spPr>
            <a:xfrm>
              <a:off x="228603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" name="Google Shape;137;p2"/>
            <p:cNvSpPr/>
            <p:nvPr/>
          </p:nvSpPr>
          <p:spPr>
            <a:xfrm>
              <a:off x="266703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" name="Google Shape;138;p2"/>
            <p:cNvSpPr/>
            <p:nvPr/>
          </p:nvSpPr>
          <p:spPr>
            <a:xfrm>
              <a:off x="304804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" name="Google Shape;139;p2"/>
            <p:cNvSpPr/>
            <p:nvPr/>
          </p:nvSpPr>
          <p:spPr>
            <a:xfrm>
              <a:off x="342904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" name="Google Shape;140;p2"/>
            <p:cNvSpPr/>
            <p:nvPr/>
          </p:nvSpPr>
          <p:spPr>
            <a:xfrm>
              <a:off x="381005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" name="Google Shape;141;p2"/>
            <p:cNvSpPr/>
            <p:nvPr/>
          </p:nvSpPr>
          <p:spPr>
            <a:xfrm>
              <a:off x="419105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" name="Google Shape;142;p2"/>
            <p:cNvSpPr/>
            <p:nvPr/>
          </p:nvSpPr>
          <p:spPr>
            <a:xfrm>
              <a:off x="457206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" name="Google Shape;143;p2"/>
            <p:cNvSpPr/>
            <p:nvPr/>
          </p:nvSpPr>
          <p:spPr>
            <a:xfrm>
              <a:off x="495306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" name="Google Shape;144;p2"/>
            <p:cNvSpPr/>
            <p:nvPr/>
          </p:nvSpPr>
          <p:spPr>
            <a:xfrm>
              <a:off x="533407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" name="Google Shape;145;p2"/>
            <p:cNvSpPr/>
            <p:nvPr/>
          </p:nvSpPr>
          <p:spPr>
            <a:xfrm>
              <a:off x="571507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" name="Google Shape;146;p2"/>
            <p:cNvSpPr/>
            <p:nvPr/>
          </p:nvSpPr>
          <p:spPr>
            <a:xfrm>
              <a:off x="609608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" name="Google Shape;147;p2"/>
            <p:cNvSpPr/>
            <p:nvPr/>
          </p:nvSpPr>
          <p:spPr>
            <a:xfrm>
              <a:off x="647708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" name="Google Shape;148;p2"/>
            <p:cNvSpPr/>
            <p:nvPr/>
          </p:nvSpPr>
          <p:spPr>
            <a:xfrm>
              <a:off x="685809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" name="Google Shape;149;p2"/>
            <p:cNvSpPr/>
            <p:nvPr/>
          </p:nvSpPr>
          <p:spPr>
            <a:xfrm>
              <a:off x="723909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" name="Google Shape;150;p2"/>
            <p:cNvSpPr/>
            <p:nvPr/>
          </p:nvSpPr>
          <p:spPr>
            <a:xfrm>
              <a:off x="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" name="Google Shape;151;p2"/>
            <p:cNvSpPr/>
            <p:nvPr/>
          </p:nvSpPr>
          <p:spPr>
            <a:xfrm>
              <a:off x="38100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" name="Google Shape;152;p2"/>
            <p:cNvSpPr/>
            <p:nvPr/>
          </p:nvSpPr>
          <p:spPr>
            <a:xfrm>
              <a:off x="76201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" name="Google Shape;153;p2"/>
            <p:cNvSpPr/>
            <p:nvPr/>
          </p:nvSpPr>
          <p:spPr>
            <a:xfrm>
              <a:off x="114301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" name="Google Shape;154;p2"/>
            <p:cNvSpPr/>
            <p:nvPr/>
          </p:nvSpPr>
          <p:spPr>
            <a:xfrm>
              <a:off x="152402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" name="Google Shape;155;p2"/>
            <p:cNvSpPr/>
            <p:nvPr/>
          </p:nvSpPr>
          <p:spPr>
            <a:xfrm>
              <a:off x="190502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" name="Google Shape;156;p2"/>
            <p:cNvSpPr/>
            <p:nvPr/>
          </p:nvSpPr>
          <p:spPr>
            <a:xfrm>
              <a:off x="228603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" name="Google Shape;157;p2"/>
            <p:cNvSpPr/>
            <p:nvPr/>
          </p:nvSpPr>
          <p:spPr>
            <a:xfrm>
              <a:off x="266703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" name="Google Shape;158;p2"/>
            <p:cNvSpPr/>
            <p:nvPr/>
          </p:nvSpPr>
          <p:spPr>
            <a:xfrm>
              <a:off x="304804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" name="Google Shape;159;p2"/>
            <p:cNvSpPr/>
            <p:nvPr/>
          </p:nvSpPr>
          <p:spPr>
            <a:xfrm>
              <a:off x="342904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" name="Google Shape;160;p2"/>
            <p:cNvSpPr/>
            <p:nvPr/>
          </p:nvSpPr>
          <p:spPr>
            <a:xfrm>
              <a:off x="381005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" name="Google Shape;161;p2"/>
            <p:cNvSpPr/>
            <p:nvPr/>
          </p:nvSpPr>
          <p:spPr>
            <a:xfrm>
              <a:off x="419105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" name="Google Shape;162;p2"/>
            <p:cNvSpPr/>
            <p:nvPr/>
          </p:nvSpPr>
          <p:spPr>
            <a:xfrm>
              <a:off x="457206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" name="Google Shape;163;p2"/>
            <p:cNvSpPr/>
            <p:nvPr/>
          </p:nvSpPr>
          <p:spPr>
            <a:xfrm>
              <a:off x="495306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" name="Google Shape;164;p2"/>
            <p:cNvSpPr/>
            <p:nvPr/>
          </p:nvSpPr>
          <p:spPr>
            <a:xfrm>
              <a:off x="533407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" name="Google Shape;165;p2"/>
            <p:cNvSpPr/>
            <p:nvPr/>
          </p:nvSpPr>
          <p:spPr>
            <a:xfrm>
              <a:off x="571507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" name="Google Shape;166;p2"/>
            <p:cNvSpPr/>
            <p:nvPr/>
          </p:nvSpPr>
          <p:spPr>
            <a:xfrm>
              <a:off x="609608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" name="Google Shape;167;p2"/>
            <p:cNvSpPr/>
            <p:nvPr/>
          </p:nvSpPr>
          <p:spPr>
            <a:xfrm>
              <a:off x="647708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" name="Google Shape;168;p2"/>
            <p:cNvSpPr/>
            <p:nvPr/>
          </p:nvSpPr>
          <p:spPr>
            <a:xfrm>
              <a:off x="685809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" name="Google Shape;169;p2"/>
            <p:cNvSpPr/>
            <p:nvPr/>
          </p:nvSpPr>
          <p:spPr>
            <a:xfrm>
              <a:off x="723909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" name="Google Shape;170;p2"/>
            <p:cNvSpPr/>
            <p:nvPr/>
          </p:nvSpPr>
          <p:spPr>
            <a:xfrm>
              <a:off x="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" name="Google Shape;171;p2"/>
            <p:cNvSpPr/>
            <p:nvPr/>
          </p:nvSpPr>
          <p:spPr>
            <a:xfrm>
              <a:off x="38100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" name="Google Shape;172;p2"/>
            <p:cNvSpPr/>
            <p:nvPr/>
          </p:nvSpPr>
          <p:spPr>
            <a:xfrm>
              <a:off x="76201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" name="Google Shape;173;p2"/>
            <p:cNvSpPr/>
            <p:nvPr/>
          </p:nvSpPr>
          <p:spPr>
            <a:xfrm>
              <a:off x="114301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" name="Google Shape;174;p2"/>
            <p:cNvSpPr/>
            <p:nvPr/>
          </p:nvSpPr>
          <p:spPr>
            <a:xfrm>
              <a:off x="152402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" name="Google Shape;175;p2"/>
            <p:cNvSpPr/>
            <p:nvPr/>
          </p:nvSpPr>
          <p:spPr>
            <a:xfrm>
              <a:off x="190502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" name="Google Shape;176;p2"/>
            <p:cNvSpPr/>
            <p:nvPr/>
          </p:nvSpPr>
          <p:spPr>
            <a:xfrm>
              <a:off x="228603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" name="Google Shape;177;p2"/>
            <p:cNvSpPr/>
            <p:nvPr/>
          </p:nvSpPr>
          <p:spPr>
            <a:xfrm>
              <a:off x="266703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" name="Google Shape;178;p2"/>
            <p:cNvSpPr/>
            <p:nvPr/>
          </p:nvSpPr>
          <p:spPr>
            <a:xfrm>
              <a:off x="304804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" name="Google Shape;179;p2"/>
            <p:cNvSpPr/>
            <p:nvPr/>
          </p:nvSpPr>
          <p:spPr>
            <a:xfrm>
              <a:off x="342904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" name="Google Shape;180;p2"/>
            <p:cNvSpPr/>
            <p:nvPr/>
          </p:nvSpPr>
          <p:spPr>
            <a:xfrm>
              <a:off x="381005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" name="Google Shape;181;p2"/>
            <p:cNvSpPr/>
            <p:nvPr/>
          </p:nvSpPr>
          <p:spPr>
            <a:xfrm>
              <a:off x="419105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" name="Google Shape;182;p2"/>
            <p:cNvSpPr/>
            <p:nvPr/>
          </p:nvSpPr>
          <p:spPr>
            <a:xfrm>
              <a:off x="457206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" name="Google Shape;183;p2"/>
            <p:cNvSpPr/>
            <p:nvPr/>
          </p:nvSpPr>
          <p:spPr>
            <a:xfrm>
              <a:off x="495306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" name="Google Shape;184;p2"/>
            <p:cNvSpPr/>
            <p:nvPr/>
          </p:nvSpPr>
          <p:spPr>
            <a:xfrm>
              <a:off x="533407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" name="Google Shape;185;p2"/>
            <p:cNvSpPr/>
            <p:nvPr/>
          </p:nvSpPr>
          <p:spPr>
            <a:xfrm>
              <a:off x="571507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" name="Google Shape;186;p2"/>
            <p:cNvSpPr/>
            <p:nvPr/>
          </p:nvSpPr>
          <p:spPr>
            <a:xfrm>
              <a:off x="609608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" name="Google Shape;187;p2"/>
            <p:cNvSpPr/>
            <p:nvPr/>
          </p:nvSpPr>
          <p:spPr>
            <a:xfrm>
              <a:off x="647708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" name="Google Shape;188;p2"/>
            <p:cNvSpPr/>
            <p:nvPr/>
          </p:nvSpPr>
          <p:spPr>
            <a:xfrm>
              <a:off x="685809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" name="Google Shape;189;p2"/>
            <p:cNvSpPr/>
            <p:nvPr/>
          </p:nvSpPr>
          <p:spPr>
            <a:xfrm>
              <a:off x="723909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" name="Google Shape;190;p2"/>
            <p:cNvSpPr/>
            <p:nvPr/>
          </p:nvSpPr>
          <p:spPr>
            <a:xfrm>
              <a:off x="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" name="Google Shape;191;p2"/>
            <p:cNvSpPr/>
            <p:nvPr/>
          </p:nvSpPr>
          <p:spPr>
            <a:xfrm>
              <a:off x="38100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" name="Google Shape;192;p2"/>
            <p:cNvSpPr/>
            <p:nvPr/>
          </p:nvSpPr>
          <p:spPr>
            <a:xfrm>
              <a:off x="76201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" name="Google Shape;193;p2"/>
            <p:cNvSpPr/>
            <p:nvPr/>
          </p:nvSpPr>
          <p:spPr>
            <a:xfrm>
              <a:off x="114301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" name="Google Shape;194;p2"/>
            <p:cNvSpPr/>
            <p:nvPr/>
          </p:nvSpPr>
          <p:spPr>
            <a:xfrm>
              <a:off x="152402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" name="Google Shape;195;p2"/>
            <p:cNvSpPr/>
            <p:nvPr/>
          </p:nvSpPr>
          <p:spPr>
            <a:xfrm>
              <a:off x="190502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" name="Google Shape;196;p2"/>
            <p:cNvSpPr/>
            <p:nvPr/>
          </p:nvSpPr>
          <p:spPr>
            <a:xfrm>
              <a:off x="228603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" name="Google Shape;197;p2"/>
            <p:cNvSpPr/>
            <p:nvPr/>
          </p:nvSpPr>
          <p:spPr>
            <a:xfrm>
              <a:off x="266703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" name="Google Shape;198;p2"/>
            <p:cNvSpPr/>
            <p:nvPr/>
          </p:nvSpPr>
          <p:spPr>
            <a:xfrm>
              <a:off x="304804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" name="Google Shape;199;p2"/>
            <p:cNvSpPr/>
            <p:nvPr/>
          </p:nvSpPr>
          <p:spPr>
            <a:xfrm>
              <a:off x="342904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" name="Google Shape;200;p2"/>
            <p:cNvSpPr/>
            <p:nvPr/>
          </p:nvSpPr>
          <p:spPr>
            <a:xfrm>
              <a:off x="381005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" name="Google Shape;201;p2"/>
            <p:cNvSpPr/>
            <p:nvPr/>
          </p:nvSpPr>
          <p:spPr>
            <a:xfrm>
              <a:off x="419105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" name="Google Shape;202;p2"/>
            <p:cNvSpPr/>
            <p:nvPr/>
          </p:nvSpPr>
          <p:spPr>
            <a:xfrm>
              <a:off x="457206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" name="Google Shape;203;p2"/>
            <p:cNvSpPr/>
            <p:nvPr/>
          </p:nvSpPr>
          <p:spPr>
            <a:xfrm>
              <a:off x="495306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" name="Google Shape;204;p2"/>
            <p:cNvSpPr/>
            <p:nvPr/>
          </p:nvSpPr>
          <p:spPr>
            <a:xfrm>
              <a:off x="533407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" name="Google Shape;205;p2"/>
            <p:cNvSpPr/>
            <p:nvPr/>
          </p:nvSpPr>
          <p:spPr>
            <a:xfrm>
              <a:off x="571507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" name="Google Shape;206;p2"/>
            <p:cNvSpPr/>
            <p:nvPr/>
          </p:nvSpPr>
          <p:spPr>
            <a:xfrm>
              <a:off x="609608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" name="Google Shape;207;p2"/>
            <p:cNvSpPr/>
            <p:nvPr/>
          </p:nvSpPr>
          <p:spPr>
            <a:xfrm>
              <a:off x="647708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" name="Google Shape;208;p2"/>
            <p:cNvSpPr/>
            <p:nvPr/>
          </p:nvSpPr>
          <p:spPr>
            <a:xfrm>
              <a:off x="685809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" name="Google Shape;209;p2"/>
            <p:cNvSpPr/>
            <p:nvPr/>
          </p:nvSpPr>
          <p:spPr>
            <a:xfrm>
              <a:off x="723909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" name="Google Shape;210;p2"/>
            <p:cNvSpPr/>
            <p:nvPr/>
          </p:nvSpPr>
          <p:spPr>
            <a:xfrm>
              <a:off x="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" name="Google Shape;211;p2"/>
            <p:cNvSpPr/>
            <p:nvPr/>
          </p:nvSpPr>
          <p:spPr>
            <a:xfrm>
              <a:off x="38100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" name="Google Shape;212;p2"/>
            <p:cNvSpPr/>
            <p:nvPr/>
          </p:nvSpPr>
          <p:spPr>
            <a:xfrm>
              <a:off x="76201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" name="Google Shape;213;p2"/>
            <p:cNvSpPr/>
            <p:nvPr/>
          </p:nvSpPr>
          <p:spPr>
            <a:xfrm>
              <a:off x="114301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" name="Google Shape;214;p2"/>
            <p:cNvSpPr/>
            <p:nvPr/>
          </p:nvSpPr>
          <p:spPr>
            <a:xfrm>
              <a:off x="152402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" name="Google Shape;215;p2"/>
            <p:cNvSpPr/>
            <p:nvPr/>
          </p:nvSpPr>
          <p:spPr>
            <a:xfrm>
              <a:off x="190502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" name="Google Shape;216;p2"/>
            <p:cNvSpPr/>
            <p:nvPr/>
          </p:nvSpPr>
          <p:spPr>
            <a:xfrm>
              <a:off x="228603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" name="Google Shape;217;p2"/>
            <p:cNvSpPr/>
            <p:nvPr/>
          </p:nvSpPr>
          <p:spPr>
            <a:xfrm>
              <a:off x="266703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" name="Google Shape;218;p2"/>
            <p:cNvSpPr/>
            <p:nvPr/>
          </p:nvSpPr>
          <p:spPr>
            <a:xfrm>
              <a:off x="304804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" name="Google Shape;219;p2"/>
            <p:cNvSpPr/>
            <p:nvPr/>
          </p:nvSpPr>
          <p:spPr>
            <a:xfrm>
              <a:off x="342904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" name="Google Shape;220;p2"/>
            <p:cNvSpPr/>
            <p:nvPr/>
          </p:nvSpPr>
          <p:spPr>
            <a:xfrm>
              <a:off x="381005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" name="Google Shape;221;p2"/>
            <p:cNvSpPr/>
            <p:nvPr/>
          </p:nvSpPr>
          <p:spPr>
            <a:xfrm>
              <a:off x="419105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" name="Google Shape;222;p2"/>
            <p:cNvSpPr/>
            <p:nvPr/>
          </p:nvSpPr>
          <p:spPr>
            <a:xfrm>
              <a:off x="457206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" name="Google Shape;223;p2"/>
            <p:cNvSpPr/>
            <p:nvPr/>
          </p:nvSpPr>
          <p:spPr>
            <a:xfrm>
              <a:off x="495306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" name="Google Shape;224;p2"/>
            <p:cNvSpPr/>
            <p:nvPr/>
          </p:nvSpPr>
          <p:spPr>
            <a:xfrm>
              <a:off x="533407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" name="Google Shape;225;p2"/>
            <p:cNvSpPr/>
            <p:nvPr/>
          </p:nvSpPr>
          <p:spPr>
            <a:xfrm>
              <a:off x="571507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6" name="Google Shape;226;p2"/>
            <p:cNvSpPr/>
            <p:nvPr/>
          </p:nvSpPr>
          <p:spPr>
            <a:xfrm>
              <a:off x="609608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" name="Google Shape;227;p2"/>
            <p:cNvSpPr/>
            <p:nvPr/>
          </p:nvSpPr>
          <p:spPr>
            <a:xfrm>
              <a:off x="647708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" name="Google Shape;228;p2"/>
            <p:cNvSpPr/>
            <p:nvPr/>
          </p:nvSpPr>
          <p:spPr>
            <a:xfrm>
              <a:off x="685809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" name="Google Shape;229;p2"/>
            <p:cNvSpPr/>
            <p:nvPr/>
          </p:nvSpPr>
          <p:spPr>
            <a:xfrm>
              <a:off x="723909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" name="Google Shape;230;p2"/>
            <p:cNvSpPr/>
            <p:nvPr/>
          </p:nvSpPr>
          <p:spPr>
            <a:xfrm>
              <a:off x="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" name="Google Shape;231;p2"/>
            <p:cNvSpPr/>
            <p:nvPr/>
          </p:nvSpPr>
          <p:spPr>
            <a:xfrm>
              <a:off x="38100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" name="Google Shape;232;p2"/>
            <p:cNvSpPr/>
            <p:nvPr/>
          </p:nvSpPr>
          <p:spPr>
            <a:xfrm>
              <a:off x="76201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" name="Google Shape;233;p2"/>
            <p:cNvSpPr/>
            <p:nvPr/>
          </p:nvSpPr>
          <p:spPr>
            <a:xfrm>
              <a:off x="114301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" name="Google Shape;234;p2"/>
            <p:cNvSpPr/>
            <p:nvPr/>
          </p:nvSpPr>
          <p:spPr>
            <a:xfrm>
              <a:off x="152402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" name="Google Shape;235;p2"/>
            <p:cNvSpPr/>
            <p:nvPr/>
          </p:nvSpPr>
          <p:spPr>
            <a:xfrm>
              <a:off x="190502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6" name="Google Shape;236;p2"/>
            <p:cNvSpPr/>
            <p:nvPr/>
          </p:nvSpPr>
          <p:spPr>
            <a:xfrm>
              <a:off x="228603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" name="Google Shape;237;p2"/>
            <p:cNvSpPr/>
            <p:nvPr/>
          </p:nvSpPr>
          <p:spPr>
            <a:xfrm>
              <a:off x="266703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" name="Google Shape;238;p2"/>
            <p:cNvSpPr/>
            <p:nvPr/>
          </p:nvSpPr>
          <p:spPr>
            <a:xfrm>
              <a:off x="304804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" name="Google Shape;239;p2"/>
            <p:cNvSpPr/>
            <p:nvPr/>
          </p:nvSpPr>
          <p:spPr>
            <a:xfrm>
              <a:off x="342904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" name="Google Shape;240;p2"/>
            <p:cNvSpPr/>
            <p:nvPr/>
          </p:nvSpPr>
          <p:spPr>
            <a:xfrm>
              <a:off x="381005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" name="Google Shape;241;p2"/>
            <p:cNvSpPr/>
            <p:nvPr/>
          </p:nvSpPr>
          <p:spPr>
            <a:xfrm>
              <a:off x="419105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" name="Google Shape;242;p2"/>
            <p:cNvSpPr/>
            <p:nvPr/>
          </p:nvSpPr>
          <p:spPr>
            <a:xfrm>
              <a:off x="457206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" name="Google Shape;243;p2"/>
            <p:cNvSpPr/>
            <p:nvPr/>
          </p:nvSpPr>
          <p:spPr>
            <a:xfrm>
              <a:off x="495306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" name="Google Shape;244;p2"/>
            <p:cNvSpPr/>
            <p:nvPr/>
          </p:nvSpPr>
          <p:spPr>
            <a:xfrm>
              <a:off x="533407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" name="Google Shape;245;p2"/>
            <p:cNvSpPr/>
            <p:nvPr/>
          </p:nvSpPr>
          <p:spPr>
            <a:xfrm>
              <a:off x="571507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6" name="Google Shape;246;p2"/>
            <p:cNvSpPr/>
            <p:nvPr/>
          </p:nvSpPr>
          <p:spPr>
            <a:xfrm>
              <a:off x="609608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7" name="Google Shape;247;p2"/>
            <p:cNvSpPr/>
            <p:nvPr/>
          </p:nvSpPr>
          <p:spPr>
            <a:xfrm>
              <a:off x="647708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8" name="Google Shape;248;p2"/>
            <p:cNvSpPr/>
            <p:nvPr/>
          </p:nvSpPr>
          <p:spPr>
            <a:xfrm>
              <a:off x="685809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9" name="Google Shape;249;p2"/>
            <p:cNvSpPr/>
            <p:nvPr/>
          </p:nvSpPr>
          <p:spPr>
            <a:xfrm>
              <a:off x="723909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0" name="Google Shape;250;p2"/>
            <p:cNvSpPr/>
            <p:nvPr/>
          </p:nvSpPr>
          <p:spPr>
            <a:xfrm>
              <a:off x="7620110" y="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1" name="Google Shape;251;p2"/>
            <p:cNvSpPr/>
            <p:nvPr/>
          </p:nvSpPr>
          <p:spPr>
            <a:xfrm>
              <a:off x="8001115" y="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2" name="Google Shape;252;p2"/>
            <p:cNvSpPr/>
            <p:nvPr/>
          </p:nvSpPr>
          <p:spPr>
            <a:xfrm>
              <a:off x="8382120" y="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3" name="Google Shape;253;p2"/>
            <p:cNvSpPr/>
            <p:nvPr/>
          </p:nvSpPr>
          <p:spPr>
            <a:xfrm>
              <a:off x="8763125" y="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4" name="Google Shape;254;p2"/>
            <p:cNvSpPr/>
            <p:nvPr/>
          </p:nvSpPr>
          <p:spPr>
            <a:xfrm>
              <a:off x="7620110" y="342894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5" name="Google Shape;255;p2"/>
            <p:cNvSpPr/>
            <p:nvPr/>
          </p:nvSpPr>
          <p:spPr>
            <a:xfrm>
              <a:off x="8001115" y="342894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6" name="Google Shape;256;p2"/>
            <p:cNvSpPr/>
            <p:nvPr/>
          </p:nvSpPr>
          <p:spPr>
            <a:xfrm>
              <a:off x="8382120" y="342894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" name="Google Shape;257;p2"/>
            <p:cNvSpPr/>
            <p:nvPr/>
          </p:nvSpPr>
          <p:spPr>
            <a:xfrm>
              <a:off x="8763125" y="342894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8" name="Google Shape;258;p2"/>
            <p:cNvSpPr/>
            <p:nvPr/>
          </p:nvSpPr>
          <p:spPr>
            <a:xfrm>
              <a:off x="7620110" y="685788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9" name="Google Shape;259;p2"/>
            <p:cNvSpPr/>
            <p:nvPr/>
          </p:nvSpPr>
          <p:spPr>
            <a:xfrm>
              <a:off x="8001115" y="685788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0" name="Google Shape;260;p2"/>
            <p:cNvSpPr/>
            <p:nvPr/>
          </p:nvSpPr>
          <p:spPr>
            <a:xfrm>
              <a:off x="8382120" y="685788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1" name="Google Shape;261;p2"/>
            <p:cNvSpPr/>
            <p:nvPr/>
          </p:nvSpPr>
          <p:spPr>
            <a:xfrm>
              <a:off x="8763125" y="685788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2" name="Google Shape;262;p2"/>
            <p:cNvSpPr/>
            <p:nvPr/>
          </p:nvSpPr>
          <p:spPr>
            <a:xfrm>
              <a:off x="7620110" y="1028682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3" name="Google Shape;263;p2"/>
            <p:cNvSpPr/>
            <p:nvPr/>
          </p:nvSpPr>
          <p:spPr>
            <a:xfrm>
              <a:off x="8001115" y="1028682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4" name="Google Shape;264;p2"/>
            <p:cNvSpPr/>
            <p:nvPr/>
          </p:nvSpPr>
          <p:spPr>
            <a:xfrm>
              <a:off x="8382120" y="1028682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5" name="Google Shape;265;p2"/>
            <p:cNvSpPr/>
            <p:nvPr/>
          </p:nvSpPr>
          <p:spPr>
            <a:xfrm>
              <a:off x="8763125" y="1028682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6" name="Google Shape;266;p2"/>
            <p:cNvSpPr/>
            <p:nvPr/>
          </p:nvSpPr>
          <p:spPr>
            <a:xfrm>
              <a:off x="7620110" y="1371576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7" name="Google Shape;267;p2"/>
            <p:cNvSpPr/>
            <p:nvPr/>
          </p:nvSpPr>
          <p:spPr>
            <a:xfrm>
              <a:off x="8001115" y="1371576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8" name="Google Shape;268;p2"/>
            <p:cNvSpPr/>
            <p:nvPr/>
          </p:nvSpPr>
          <p:spPr>
            <a:xfrm>
              <a:off x="8382120" y="1371576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9" name="Google Shape;269;p2"/>
            <p:cNvSpPr/>
            <p:nvPr/>
          </p:nvSpPr>
          <p:spPr>
            <a:xfrm>
              <a:off x="8763125" y="1371576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0" name="Google Shape;270;p2"/>
            <p:cNvSpPr/>
            <p:nvPr/>
          </p:nvSpPr>
          <p:spPr>
            <a:xfrm>
              <a:off x="7620110" y="171447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1" name="Google Shape;271;p2"/>
            <p:cNvSpPr/>
            <p:nvPr/>
          </p:nvSpPr>
          <p:spPr>
            <a:xfrm>
              <a:off x="8001115" y="171447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2" name="Google Shape;272;p2"/>
            <p:cNvSpPr/>
            <p:nvPr/>
          </p:nvSpPr>
          <p:spPr>
            <a:xfrm>
              <a:off x="8382120" y="171447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3" name="Google Shape;273;p2"/>
            <p:cNvSpPr/>
            <p:nvPr/>
          </p:nvSpPr>
          <p:spPr>
            <a:xfrm>
              <a:off x="8763125" y="171447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4" name="Google Shape;274;p2"/>
            <p:cNvSpPr/>
            <p:nvPr/>
          </p:nvSpPr>
          <p:spPr>
            <a:xfrm>
              <a:off x="7620110" y="205736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5" name="Google Shape;275;p2"/>
            <p:cNvSpPr/>
            <p:nvPr/>
          </p:nvSpPr>
          <p:spPr>
            <a:xfrm>
              <a:off x="8001115" y="205736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6" name="Google Shape;276;p2"/>
            <p:cNvSpPr/>
            <p:nvPr/>
          </p:nvSpPr>
          <p:spPr>
            <a:xfrm>
              <a:off x="8382120" y="205736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7" name="Google Shape;277;p2"/>
            <p:cNvSpPr/>
            <p:nvPr/>
          </p:nvSpPr>
          <p:spPr>
            <a:xfrm>
              <a:off x="8763125" y="205736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8" name="Google Shape;278;p2"/>
            <p:cNvSpPr/>
            <p:nvPr/>
          </p:nvSpPr>
          <p:spPr>
            <a:xfrm>
              <a:off x="7620110" y="2400259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9" name="Google Shape;279;p2"/>
            <p:cNvSpPr/>
            <p:nvPr/>
          </p:nvSpPr>
          <p:spPr>
            <a:xfrm>
              <a:off x="8001115" y="2400259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0" name="Google Shape;280;p2"/>
            <p:cNvSpPr/>
            <p:nvPr/>
          </p:nvSpPr>
          <p:spPr>
            <a:xfrm>
              <a:off x="8382120" y="2400259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1" name="Google Shape;281;p2"/>
            <p:cNvSpPr/>
            <p:nvPr/>
          </p:nvSpPr>
          <p:spPr>
            <a:xfrm>
              <a:off x="8763125" y="2400259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2" name="Google Shape;282;p2"/>
            <p:cNvSpPr/>
            <p:nvPr/>
          </p:nvSpPr>
          <p:spPr>
            <a:xfrm>
              <a:off x="7620110" y="274315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3" name="Google Shape;283;p2"/>
            <p:cNvSpPr/>
            <p:nvPr/>
          </p:nvSpPr>
          <p:spPr>
            <a:xfrm>
              <a:off x="8001115" y="274315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4" name="Google Shape;284;p2"/>
            <p:cNvSpPr/>
            <p:nvPr/>
          </p:nvSpPr>
          <p:spPr>
            <a:xfrm>
              <a:off x="8382120" y="274315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5" name="Google Shape;285;p2"/>
            <p:cNvSpPr/>
            <p:nvPr/>
          </p:nvSpPr>
          <p:spPr>
            <a:xfrm>
              <a:off x="8763125" y="274315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6" name="Google Shape;286;p2"/>
            <p:cNvSpPr/>
            <p:nvPr/>
          </p:nvSpPr>
          <p:spPr>
            <a:xfrm>
              <a:off x="7620110" y="308604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7" name="Google Shape;287;p2"/>
            <p:cNvSpPr/>
            <p:nvPr/>
          </p:nvSpPr>
          <p:spPr>
            <a:xfrm>
              <a:off x="8001115" y="308604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8" name="Google Shape;288;p2"/>
            <p:cNvSpPr/>
            <p:nvPr/>
          </p:nvSpPr>
          <p:spPr>
            <a:xfrm>
              <a:off x="8382120" y="308604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9" name="Google Shape;289;p2"/>
            <p:cNvSpPr/>
            <p:nvPr/>
          </p:nvSpPr>
          <p:spPr>
            <a:xfrm>
              <a:off x="8763125" y="308604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0" name="Google Shape;290;p2"/>
            <p:cNvSpPr/>
            <p:nvPr/>
          </p:nvSpPr>
          <p:spPr>
            <a:xfrm>
              <a:off x="7620110" y="342894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1" name="Google Shape;291;p2"/>
            <p:cNvSpPr/>
            <p:nvPr/>
          </p:nvSpPr>
          <p:spPr>
            <a:xfrm>
              <a:off x="8001115" y="342894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2" name="Google Shape;292;p2"/>
            <p:cNvSpPr/>
            <p:nvPr/>
          </p:nvSpPr>
          <p:spPr>
            <a:xfrm>
              <a:off x="8382120" y="342894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3" name="Google Shape;293;p2"/>
            <p:cNvSpPr/>
            <p:nvPr/>
          </p:nvSpPr>
          <p:spPr>
            <a:xfrm>
              <a:off x="8763125" y="342894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4" name="Google Shape;294;p2"/>
            <p:cNvSpPr/>
            <p:nvPr/>
          </p:nvSpPr>
          <p:spPr>
            <a:xfrm>
              <a:off x="7620110" y="377182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5" name="Google Shape;295;p2"/>
            <p:cNvSpPr/>
            <p:nvPr/>
          </p:nvSpPr>
          <p:spPr>
            <a:xfrm>
              <a:off x="8001115" y="377182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6" name="Google Shape;296;p2"/>
            <p:cNvSpPr/>
            <p:nvPr/>
          </p:nvSpPr>
          <p:spPr>
            <a:xfrm>
              <a:off x="8382120" y="377182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7" name="Google Shape;297;p2"/>
            <p:cNvSpPr/>
            <p:nvPr/>
          </p:nvSpPr>
          <p:spPr>
            <a:xfrm>
              <a:off x="8763125" y="377182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8" name="Google Shape;298;p2"/>
            <p:cNvSpPr/>
            <p:nvPr/>
          </p:nvSpPr>
          <p:spPr>
            <a:xfrm>
              <a:off x="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9" name="Google Shape;299;p2"/>
            <p:cNvSpPr/>
            <p:nvPr/>
          </p:nvSpPr>
          <p:spPr>
            <a:xfrm>
              <a:off x="38100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0" name="Google Shape;300;p2"/>
            <p:cNvSpPr/>
            <p:nvPr/>
          </p:nvSpPr>
          <p:spPr>
            <a:xfrm>
              <a:off x="76201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1" name="Google Shape;301;p2"/>
            <p:cNvSpPr/>
            <p:nvPr/>
          </p:nvSpPr>
          <p:spPr>
            <a:xfrm>
              <a:off x="114301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2" name="Google Shape;302;p2"/>
            <p:cNvSpPr/>
            <p:nvPr/>
          </p:nvSpPr>
          <p:spPr>
            <a:xfrm>
              <a:off x="152402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3" name="Google Shape;303;p2"/>
            <p:cNvSpPr/>
            <p:nvPr/>
          </p:nvSpPr>
          <p:spPr>
            <a:xfrm>
              <a:off x="190502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4" name="Google Shape;304;p2"/>
            <p:cNvSpPr/>
            <p:nvPr/>
          </p:nvSpPr>
          <p:spPr>
            <a:xfrm>
              <a:off x="228603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5" name="Google Shape;305;p2"/>
            <p:cNvSpPr/>
            <p:nvPr/>
          </p:nvSpPr>
          <p:spPr>
            <a:xfrm>
              <a:off x="266703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6" name="Google Shape;306;p2"/>
            <p:cNvSpPr/>
            <p:nvPr/>
          </p:nvSpPr>
          <p:spPr>
            <a:xfrm>
              <a:off x="304804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7" name="Google Shape;307;p2"/>
            <p:cNvSpPr/>
            <p:nvPr/>
          </p:nvSpPr>
          <p:spPr>
            <a:xfrm>
              <a:off x="342904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8" name="Google Shape;308;p2"/>
            <p:cNvSpPr/>
            <p:nvPr/>
          </p:nvSpPr>
          <p:spPr>
            <a:xfrm>
              <a:off x="381005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9" name="Google Shape;309;p2"/>
            <p:cNvSpPr/>
            <p:nvPr/>
          </p:nvSpPr>
          <p:spPr>
            <a:xfrm>
              <a:off x="419105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0" name="Google Shape;310;p2"/>
            <p:cNvSpPr/>
            <p:nvPr/>
          </p:nvSpPr>
          <p:spPr>
            <a:xfrm>
              <a:off x="457206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1" name="Google Shape;311;p2"/>
            <p:cNvSpPr/>
            <p:nvPr/>
          </p:nvSpPr>
          <p:spPr>
            <a:xfrm>
              <a:off x="495306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2" name="Google Shape;312;p2"/>
            <p:cNvSpPr/>
            <p:nvPr/>
          </p:nvSpPr>
          <p:spPr>
            <a:xfrm>
              <a:off x="533407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3" name="Google Shape;313;p2"/>
            <p:cNvSpPr/>
            <p:nvPr/>
          </p:nvSpPr>
          <p:spPr>
            <a:xfrm>
              <a:off x="571507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4" name="Google Shape;314;p2"/>
            <p:cNvSpPr/>
            <p:nvPr/>
          </p:nvSpPr>
          <p:spPr>
            <a:xfrm>
              <a:off x="609608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5" name="Google Shape;315;p2"/>
            <p:cNvSpPr/>
            <p:nvPr/>
          </p:nvSpPr>
          <p:spPr>
            <a:xfrm>
              <a:off x="647708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6" name="Google Shape;316;p2"/>
            <p:cNvSpPr/>
            <p:nvPr/>
          </p:nvSpPr>
          <p:spPr>
            <a:xfrm>
              <a:off x="685809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7" name="Google Shape;317;p2"/>
            <p:cNvSpPr/>
            <p:nvPr/>
          </p:nvSpPr>
          <p:spPr>
            <a:xfrm>
              <a:off x="723909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8" name="Google Shape;318;p2"/>
            <p:cNvSpPr/>
            <p:nvPr/>
          </p:nvSpPr>
          <p:spPr>
            <a:xfrm>
              <a:off x="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9" name="Google Shape;319;p2"/>
            <p:cNvSpPr/>
            <p:nvPr/>
          </p:nvSpPr>
          <p:spPr>
            <a:xfrm>
              <a:off x="38100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0" name="Google Shape;320;p2"/>
            <p:cNvSpPr/>
            <p:nvPr/>
          </p:nvSpPr>
          <p:spPr>
            <a:xfrm>
              <a:off x="76201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1" name="Google Shape;321;p2"/>
            <p:cNvSpPr/>
            <p:nvPr/>
          </p:nvSpPr>
          <p:spPr>
            <a:xfrm>
              <a:off x="114301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2" name="Google Shape;322;p2"/>
            <p:cNvSpPr/>
            <p:nvPr/>
          </p:nvSpPr>
          <p:spPr>
            <a:xfrm>
              <a:off x="152402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3" name="Google Shape;323;p2"/>
            <p:cNvSpPr/>
            <p:nvPr/>
          </p:nvSpPr>
          <p:spPr>
            <a:xfrm>
              <a:off x="190502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4" name="Google Shape;324;p2"/>
            <p:cNvSpPr/>
            <p:nvPr/>
          </p:nvSpPr>
          <p:spPr>
            <a:xfrm>
              <a:off x="228603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5" name="Google Shape;325;p2"/>
            <p:cNvSpPr/>
            <p:nvPr/>
          </p:nvSpPr>
          <p:spPr>
            <a:xfrm>
              <a:off x="266703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6" name="Google Shape;326;p2"/>
            <p:cNvSpPr/>
            <p:nvPr/>
          </p:nvSpPr>
          <p:spPr>
            <a:xfrm>
              <a:off x="304804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7" name="Google Shape;327;p2"/>
            <p:cNvSpPr/>
            <p:nvPr/>
          </p:nvSpPr>
          <p:spPr>
            <a:xfrm>
              <a:off x="342904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8" name="Google Shape;328;p2"/>
            <p:cNvSpPr/>
            <p:nvPr/>
          </p:nvSpPr>
          <p:spPr>
            <a:xfrm>
              <a:off x="381005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9" name="Google Shape;329;p2"/>
            <p:cNvSpPr/>
            <p:nvPr/>
          </p:nvSpPr>
          <p:spPr>
            <a:xfrm>
              <a:off x="419105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0" name="Google Shape;330;p2"/>
            <p:cNvSpPr/>
            <p:nvPr/>
          </p:nvSpPr>
          <p:spPr>
            <a:xfrm>
              <a:off x="457206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1" name="Google Shape;331;p2"/>
            <p:cNvSpPr/>
            <p:nvPr/>
          </p:nvSpPr>
          <p:spPr>
            <a:xfrm>
              <a:off x="495306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2" name="Google Shape;332;p2"/>
            <p:cNvSpPr/>
            <p:nvPr/>
          </p:nvSpPr>
          <p:spPr>
            <a:xfrm>
              <a:off x="533407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3" name="Google Shape;333;p2"/>
            <p:cNvSpPr/>
            <p:nvPr/>
          </p:nvSpPr>
          <p:spPr>
            <a:xfrm>
              <a:off x="571507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4" name="Google Shape;334;p2"/>
            <p:cNvSpPr/>
            <p:nvPr/>
          </p:nvSpPr>
          <p:spPr>
            <a:xfrm>
              <a:off x="609608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5" name="Google Shape;335;p2"/>
            <p:cNvSpPr/>
            <p:nvPr/>
          </p:nvSpPr>
          <p:spPr>
            <a:xfrm>
              <a:off x="647708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6" name="Google Shape;336;p2"/>
            <p:cNvSpPr/>
            <p:nvPr/>
          </p:nvSpPr>
          <p:spPr>
            <a:xfrm>
              <a:off x="685809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7" name="Google Shape;337;p2"/>
            <p:cNvSpPr/>
            <p:nvPr/>
          </p:nvSpPr>
          <p:spPr>
            <a:xfrm>
              <a:off x="723909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8" name="Google Shape;338;p2"/>
            <p:cNvSpPr/>
            <p:nvPr/>
          </p:nvSpPr>
          <p:spPr>
            <a:xfrm>
              <a:off x="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9" name="Google Shape;339;p2"/>
            <p:cNvSpPr/>
            <p:nvPr/>
          </p:nvSpPr>
          <p:spPr>
            <a:xfrm>
              <a:off x="38100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0" name="Google Shape;340;p2"/>
            <p:cNvSpPr/>
            <p:nvPr/>
          </p:nvSpPr>
          <p:spPr>
            <a:xfrm>
              <a:off x="76201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1" name="Google Shape;341;p2"/>
            <p:cNvSpPr/>
            <p:nvPr/>
          </p:nvSpPr>
          <p:spPr>
            <a:xfrm>
              <a:off x="114301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2" name="Google Shape;342;p2"/>
            <p:cNvSpPr/>
            <p:nvPr/>
          </p:nvSpPr>
          <p:spPr>
            <a:xfrm>
              <a:off x="152402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3" name="Google Shape;343;p2"/>
            <p:cNvSpPr/>
            <p:nvPr/>
          </p:nvSpPr>
          <p:spPr>
            <a:xfrm>
              <a:off x="190502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4" name="Google Shape;344;p2"/>
            <p:cNvSpPr/>
            <p:nvPr/>
          </p:nvSpPr>
          <p:spPr>
            <a:xfrm>
              <a:off x="228603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5" name="Google Shape;345;p2"/>
            <p:cNvSpPr/>
            <p:nvPr/>
          </p:nvSpPr>
          <p:spPr>
            <a:xfrm>
              <a:off x="266703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6" name="Google Shape;346;p2"/>
            <p:cNvSpPr/>
            <p:nvPr/>
          </p:nvSpPr>
          <p:spPr>
            <a:xfrm>
              <a:off x="304804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7" name="Google Shape;347;p2"/>
            <p:cNvSpPr/>
            <p:nvPr/>
          </p:nvSpPr>
          <p:spPr>
            <a:xfrm>
              <a:off x="342904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8" name="Google Shape;348;p2"/>
            <p:cNvSpPr/>
            <p:nvPr/>
          </p:nvSpPr>
          <p:spPr>
            <a:xfrm>
              <a:off x="381005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9" name="Google Shape;349;p2"/>
            <p:cNvSpPr/>
            <p:nvPr/>
          </p:nvSpPr>
          <p:spPr>
            <a:xfrm>
              <a:off x="419105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0" name="Google Shape;350;p2"/>
            <p:cNvSpPr/>
            <p:nvPr/>
          </p:nvSpPr>
          <p:spPr>
            <a:xfrm>
              <a:off x="457206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1" name="Google Shape;351;p2"/>
            <p:cNvSpPr/>
            <p:nvPr/>
          </p:nvSpPr>
          <p:spPr>
            <a:xfrm>
              <a:off x="495306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2" name="Google Shape;352;p2"/>
            <p:cNvSpPr/>
            <p:nvPr/>
          </p:nvSpPr>
          <p:spPr>
            <a:xfrm>
              <a:off x="533407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3" name="Google Shape;353;p2"/>
            <p:cNvSpPr/>
            <p:nvPr/>
          </p:nvSpPr>
          <p:spPr>
            <a:xfrm>
              <a:off x="571507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4" name="Google Shape;354;p2"/>
            <p:cNvSpPr/>
            <p:nvPr/>
          </p:nvSpPr>
          <p:spPr>
            <a:xfrm>
              <a:off x="609608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5" name="Google Shape;355;p2"/>
            <p:cNvSpPr/>
            <p:nvPr/>
          </p:nvSpPr>
          <p:spPr>
            <a:xfrm>
              <a:off x="647708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6" name="Google Shape;356;p2"/>
            <p:cNvSpPr/>
            <p:nvPr/>
          </p:nvSpPr>
          <p:spPr>
            <a:xfrm>
              <a:off x="685809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7" name="Google Shape;357;p2"/>
            <p:cNvSpPr/>
            <p:nvPr/>
          </p:nvSpPr>
          <p:spPr>
            <a:xfrm>
              <a:off x="723909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8" name="Google Shape;358;p2"/>
            <p:cNvSpPr/>
            <p:nvPr/>
          </p:nvSpPr>
          <p:spPr>
            <a:xfrm>
              <a:off x="7620110" y="411471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9" name="Google Shape;359;p2"/>
            <p:cNvSpPr/>
            <p:nvPr/>
          </p:nvSpPr>
          <p:spPr>
            <a:xfrm>
              <a:off x="8001115" y="411471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0" name="Google Shape;360;p2"/>
            <p:cNvSpPr/>
            <p:nvPr/>
          </p:nvSpPr>
          <p:spPr>
            <a:xfrm>
              <a:off x="8382120" y="411471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1" name="Google Shape;361;p2"/>
            <p:cNvSpPr/>
            <p:nvPr/>
          </p:nvSpPr>
          <p:spPr>
            <a:xfrm>
              <a:off x="8763125" y="411471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2" name="Google Shape;362;p2"/>
            <p:cNvSpPr/>
            <p:nvPr/>
          </p:nvSpPr>
          <p:spPr>
            <a:xfrm>
              <a:off x="7620110" y="445760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3" name="Google Shape;363;p2"/>
            <p:cNvSpPr/>
            <p:nvPr/>
          </p:nvSpPr>
          <p:spPr>
            <a:xfrm>
              <a:off x="8001115" y="445760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4" name="Google Shape;364;p2"/>
            <p:cNvSpPr/>
            <p:nvPr/>
          </p:nvSpPr>
          <p:spPr>
            <a:xfrm>
              <a:off x="8382120" y="445760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5" name="Google Shape;365;p2"/>
            <p:cNvSpPr/>
            <p:nvPr/>
          </p:nvSpPr>
          <p:spPr>
            <a:xfrm>
              <a:off x="8763125" y="445760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6" name="Google Shape;366;p2"/>
            <p:cNvSpPr/>
            <p:nvPr/>
          </p:nvSpPr>
          <p:spPr>
            <a:xfrm>
              <a:off x="7620110" y="480049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7" name="Google Shape;367;p2"/>
            <p:cNvSpPr/>
            <p:nvPr/>
          </p:nvSpPr>
          <p:spPr>
            <a:xfrm>
              <a:off x="8001115" y="480049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8" name="Google Shape;368;p2"/>
            <p:cNvSpPr/>
            <p:nvPr/>
          </p:nvSpPr>
          <p:spPr>
            <a:xfrm>
              <a:off x="8382120" y="480049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9" name="Google Shape;369;p2"/>
            <p:cNvSpPr/>
            <p:nvPr/>
          </p:nvSpPr>
          <p:spPr>
            <a:xfrm>
              <a:off x="8763125" y="480049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70" name="Google Shape;370;p2"/>
          <p:cNvSpPr/>
          <p:nvPr/>
        </p:nvSpPr>
        <p:spPr>
          <a:xfrm flipH="1">
            <a:off x="0" y="0"/>
            <a:ext cx="9144000" cy="5143500"/>
          </a:xfrm>
          <a:prstGeom prst="rtTriangle">
            <a:avLst/>
          </a:prstGeom>
          <a:solidFill>
            <a:srgbClr val="005051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71" name="Google Shape;371;p2"/>
          <p:cNvGrpSpPr/>
          <p:nvPr/>
        </p:nvGrpSpPr>
        <p:grpSpPr>
          <a:xfrm>
            <a:off x="553048" y="535000"/>
            <a:ext cx="8105852" cy="4302000"/>
            <a:chOff x="553048" y="535000"/>
            <a:chExt cx="8105852" cy="4302000"/>
          </a:xfrm>
        </p:grpSpPr>
        <p:sp>
          <p:nvSpPr>
            <p:cNvPr id="372" name="Google Shape;372;p2"/>
            <p:cNvSpPr/>
            <p:nvPr/>
          </p:nvSpPr>
          <p:spPr>
            <a:xfrm>
              <a:off x="942300" y="763600"/>
              <a:ext cx="7716600" cy="4073400"/>
            </a:xfrm>
            <a:prstGeom prst="roundRect">
              <a:avLst>
                <a:gd fmla="val 2480" name="adj"/>
              </a:avLst>
            </a:prstGeom>
            <a:solidFill>
              <a:srgbClr val="222828">
                <a:alpha val="2039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3" name="Google Shape;373;p2"/>
            <p:cNvSpPr/>
            <p:nvPr/>
          </p:nvSpPr>
          <p:spPr>
            <a:xfrm>
              <a:off x="712275" y="535000"/>
              <a:ext cx="7716600" cy="4073400"/>
            </a:xfrm>
            <a:prstGeom prst="roundRect">
              <a:avLst>
                <a:gd fmla="val 2480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4" name="Google Shape;374;p2"/>
            <p:cNvSpPr/>
            <p:nvPr/>
          </p:nvSpPr>
          <p:spPr>
            <a:xfrm>
              <a:off x="848698" y="898261"/>
              <a:ext cx="317374" cy="317436"/>
            </a:xfrm>
            <a:custGeom>
              <a:rect b="b" l="l" r="r" t="t"/>
              <a:pathLst>
                <a:path extrusionOk="0" h="15212" w="15209">
                  <a:moveTo>
                    <a:pt x="7604" y="0"/>
                  </a:moveTo>
                  <a:cubicBezTo>
                    <a:pt x="3404" y="0"/>
                    <a:pt x="0" y="3405"/>
                    <a:pt x="0" y="7605"/>
                  </a:cubicBezTo>
                  <a:cubicBezTo>
                    <a:pt x="0" y="11805"/>
                    <a:pt x="3404" y="15212"/>
                    <a:pt x="7604" y="15212"/>
                  </a:cubicBezTo>
                  <a:cubicBezTo>
                    <a:pt x="11804" y="15212"/>
                    <a:pt x="15209" y="11805"/>
                    <a:pt x="15209" y="7605"/>
                  </a:cubicBezTo>
                  <a:cubicBezTo>
                    <a:pt x="15209" y="3405"/>
                    <a:pt x="11804" y="0"/>
                    <a:pt x="760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5" name="Google Shape;375;p2"/>
            <p:cNvSpPr/>
            <p:nvPr/>
          </p:nvSpPr>
          <p:spPr>
            <a:xfrm>
              <a:off x="553048" y="931482"/>
              <a:ext cx="549400" cy="250994"/>
            </a:xfrm>
            <a:custGeom>
              <a:rect b="b" l="l" r="r" t="t"/>
              <a:pathLst>
                <a:path extrusionOk="0" h="12028" w="26328">
                  <a:moveTo>
                    <a:pt x="1493" y="0"/>
                  </a:moveTo>
                  <a:cubicBezTo>
                    <a:pt x="671" y="0"/>
                    <a:pt x="0" y="668"/>
                    <a:pt x="0" y="1494"/>
                  </a:cubicBezTo>
                  <a:cubicBezTo>
                    <a:pt x="0" y="2319"/>
                    <a:pt x="671" y="2990"/>
                    <a:pt x="1493" y="2990"/>
                  </a:cubicBezTo>
                  <a:lnTo>
                    <a:pt x="19596" y="2990"/>
                  </a:lnTo>
                  <a:cubicBezTo>
                    <a:pt x="21591" y="2990"/>
                    <a:pt x="23340" y="4081"/>
                    <a:pt x="23340" y="5330"/>
                  </a:cubicBezTo>
                  <a:lnTo>
                    <a:pt x="23340" y="6698"/>
                  </a:lnTo>
                  <a:cubicBezTo>
                    <a:pt x="23340" y="7944"/>
                    <a:pt x="21591" y="9038"/>
                    <a:pt x="19596" y="9038"/>
                  </a:cubicBezTo>
                  <a:lnTo>
                    <a:pt x="1493" y="9038"/>
                  </a:lnTo>
                  <a:cubicBezTo>
                    <a:pt x="671" y="9038"/>
                    <a:pt x="0" y="9706"/>
                    <a:pt x="0" y="10532"/>
                  </a:cubicBezTo>
                  <a:cubicBezTo>
                    <a:pt x="0" y="11357"/>
                    <a:pt x="671" y="12028"/>
                    <a:pt x="1493" y="12028"/>
                  </a:cubicBezTo>
                  <a:lnTo>
                    <a:pt x="19596" y="12028"/>
                  </a:lnTo>
                  <a:lnTo>
                    <a:pt x="19596" y="12025"/>
                  </a:lnTo>
                  <a:cubicBezTo>
                    <a:pt x="23370" y="12025"/>
                    <a:pt x="26327" y="9685"/>
                    <a:pt x="26327" y="6695"/>
                  </a:cubicBezTo>
                  <a:lnTo>
                    <a:pt x="26327" y="5327"/>
                  </a:lnTo>
                  <a:cubicBezTo>
                    <a:pt x="26327" y="2340"/>
                    <a:pt x="23370" y="0"/>
                    <a:pt x="19596" y="0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6" name="Google Shape;376;p2"/>
            <p:cNvSpPr/>
            <p:nvPr/>
          </p:nvSpPr>
          <p:spPr>
            <a:xfrm>
              <a:off x="848698" y="1332681"/>
              <a:ext cx="317374" cy="317457"/>
            </a:xfrm>
            <a:custGeom>
              <a:rect b="b" l="l" r="r" t="t"/>
              <a:pathLst>
                <a:path extrusionOk="0" h="15213" w="15209">
                  <a:moveTo>
                    <a:pt x="7604" y="1"/>
                  </a:moveTo>
                  <a:cubicBezTo>
                    <a:pt x="3404" y="1"/>
                    <a:pt x="0" y="3408"/>
                    <a:pt x="0" y="7608"/>
                  </a:cubicBezTo>
                  <a:cubicBezTo>
                    <a:pt x="0" y="11808"/>
                    <a:pt x="3404" y="15212"/>
                    <a:pt x="7604" y="15212"/>
                  </a:cubicBezTo>
                  <a:cubicBezTo>
                    <a:pt x="11804" y="15212"/>
                    <a:pt x="15209" y="11808"/>
                    <a:pt x="15209" y="7608"/>
                  </a:cubicBezTo>
                  <a:cubicBezTo>
                    <a:pt x="15209" y="3408"/>
                    <a:pt x="11804" y="1"/>
                    <a:pt x="760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7" name="Google Shape;377;p2"/>
            <p:cNvSpPr/>
            <p:nvPr/>
          </p:nvSpPr>
          <p:spPr>
            <a:xfrm>
              <a:off x="553048" y="1365902"/>
              <a:ext cx="549400" cy="251015"/>
            </a:xfrm>
            <a:custGeom>
              <a:rect b="b" l="l" r="r" t="t"/>
              <a:pathLst>
                <a:path extrusionOk="0" h="12029" w="26328">
                  <a:moveTo>
                    <a:pt x="1493" y="1"/>
                  </a:moveTo>
                  <a:cubicBezTo>
                    <a:pt x="671" y="1"/>
                    <a:pt x="0" y="671"/>
                    <a:pt x="0" y="1497"/>
                  </a:cubicBezTo>
                  <a:cubicBezTo>
                    <a:pt x="0" y="2320"/>
                    <a:pt x="671" y="2990"/>
                    <a:pt x="1493" y="2990"/>
                  </a:cubicBezTo>
                  <a:lnTo>
                    <a:pt x="19596" y="2990"/>
                  </a:lnTo>
                  <a:cubicBezTo>
                    <a:pt x="21591" y="2990"/>
                    <a:pt x="23340" y="4084"/>
                    <a:pt x="23340" y="5330"/>
                  </a:cubicBezTo>
                  <a:lnTo>
                    <a:pt x="23340" y="6699"/>
                  </a:lnTo>
                  <a:cubicBezTo>
                    <a:pt x="23340" y="7948"/>
                    <a:pt x="21591" y="9042"/>
                    <a:pt x="19596" y="9042"/>
                  </a:cubicBezTo>
                  <a:lnTo>
                    <a:pt x="1493" y="9042"/>
                  </a:lnTo>
                  <a:cubicBezTo>
                    <a:pt x="671" y="9042"/>
                    <a:pt x="0" y="9709"/>
                    <a:pt x="0" y="10535"/>
                  </a:cubicBezTo>
                  <a:cubicBezTo>
                    <a:pt x="0" y="11361"/>
                    <a:pt x="671" y="12028"/>
                    <a:pt x="1493" y="12028"/>
                  </a:cubicBezTo>
                  <a:lnTo>
                    <a:pt x="19596" y="12028"/>
                  </a:lnTo>
                  <a:cubicBezTo>
                    <a:pt x="23370" y="12028"/>
                    <a:pt x="26327" y="9688"/>
                    <a:pt x="26327" y="6699"/>
                  </a:cubicBezTo>
                  <a:lnTo>
                    <a:pt x="26327" y="5330"/>
                  </a:lnTo>
                  <a:cubicBezTo>
                    <a:pt x="26327" y="2344"/>
                    <a:pt x="23370" y="1"/>
                    <a:pt x="19596" y="1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8" name="Google Shape;378;p2"/>
            <p:cNvSpPr/>
            <p:nvPr/>
          </p:nvSpPr>
          <p:spPr>
            <a:xfrm>
              <a:off x="848698" y="1767184"/>
              <a:ext cx="317374" cy="317436"/>
            </a:xfrm>
            <a:custGeom>
              <a:rect b="b" l="l" r="r" t="t"/>
              <a:pathLst>
                <a:path extrusionOk="0" h="15212" w="15209">
                  <a:moveTo>
                    <a:pt x="7604" y="0"/>
                  </a:moveTo>
                  <a:cubicBezTo>
                    <a:pt x="3404" y="0"/>
                    <a:pt x="0" y="3404"/>
                    <a:pt x="0" y="7605"/>
                  </a:cubicBezTo>
                  <a:cubicBezTo>
                    <a:pt x="0" y="11805"/>
                    <a:pt x="3404" y="15212"/>
                    <a:pt x="7604" y="15212"/>
                  </a:cubicBezTo>
                  <a:cubicBezTo>
                    <a:pt x="11804" y="15212"/>
                    <a:pt x="15209" y="11805"/>
                    <a:pt x="15209" y="7605"/>
                  </a:cubicBezTo>
                  <a:cubicBezTo>
                    <a:pt x="15209" y="3404"/>
                    <a:pt x="11804" y="0"/>
                    <a:pt x="760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9" name="Google Shape;379;p2"/>
            <p:cNvSpPr/>
            <p:nvPr/>
          </p:nvSpPr>
          <p:spPr>
            <a:xfrm>
              <a:off x="553048" y="1800405"/>
              <a:ext cx="549400" cy="250994"/>
            </a:xfrm>
            <a:custGeom>
              <a:rect b="b" l="l" r="r" t="t"/>
              <a:pathLst>
                <a:path extrusionOk="0" h="12028" w="26328">
                  <a:moveTo>
                    <a:pt x="1493" y="0"/>
                  </a:moveTo>
                  <a:cubicBezTo>
                    <a:pt x="671" y="0"/>
                    <a:pt x="0" y="668"/>
                    <a:pt x="0" y="1493"/>
                  </a:cubicBezTo>
                  <a:cubicBezTo>
                    <a:pt x="0" y="2319"/>
                    <a:pt x="671" y="2990"/>
                    <a:pt x="1493" y="2990"/>
                  </a:cubicBezTo>
                  <a:lnTo>
                    <a:pt x="19596" y="2990"/>
                  </a:lnTo>
                  <a:cubicBezTo>
                    <a:pt x="21591" y="2990"/>
                    <a:pt x="23340" y="4081"/>
                    <a:pt x="23340" y="5330"/>
                  </a:cubicBezTo>
                  <a:lnTo>
                    <a:pt x="23340" y="6695"/>
                  </a:lnTo>
                  <a:cubicBezTo>
                    <a:pt x="23340" y="7944"/>
                    <a:pt x="21591" y="9038"/>
                    <a:pt x="19596" y="9038"/>
                  </a:cubicBezTo>
                  <a:lnTo>
                    <a:pt x="1493" y="9038"/>
                  </a:lnTo>
                  <a:cubicBezTo>
                    <a:pt x="671" y="9038"/>
                    <a:pt x="0" y="9706"/>
                    <a:pt x="0" y="10532"/>
                  </a:cubicBezTo>
                  <a:cubicBezTo>
                    <a:pt x="0" y="11357"/>
                    <a:pt x="671" y="12028"/>
                    <a:pt x="1493" y="12028"/>
                  </a:cubicBezTo>
                  <a:lnTo>
                    <a:pt x="19596" y="12028"/>
                  </a:lnTo>
                  <a:lnTo>
                    <a:pt x="19596" y="12025"/>
                  </a:lnTo>
                  <a:cubicBezTo>
                    <a:pt x="23370" y="12025"/>
                    <a:pt x="26327" y="9685"/>
                    <a:pt x="26327" y="6695"/>
                  </a:cubicBezTo>
                  <a:lnTo>
                    <a:pt x="26327" y="5327"/>
                  </a:lnTo>
                  <a:cubicBezTo>
                    <a:pt x="26327" y="2340"/>
                    <a:pt x="23370" y="0"/>
                    <a:pt x="19596" y="0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0" name="Google Shape;380;p2"/>
            <p:cNvSpPr/>
            <p:nvPr/>
          </p:nvSpPr>
          <p:spPr>
            <a:xfrm>
              <a:off x="848698" y="2201603"/>
              <a:ext cx="317374" cy="317457"/>
            </a:xfrm>
            <a:custGeom>
              <a:rect b="b" l="l" r="r" t="t"/>
              <a:pathLst>
                <a:path extrusionOk="0" h="15213" w="15209">
                  <a:moveTo>
                    <a:pt x="7604" y="1"/>
                  </a:moveTo>
                  <a:cubicBezTo>
                    <a:pt x="3404" y="1"/>
                    <a:pt x="0" y="3405"/>
                    <a:pt x="0" y="7608"/>
                  </a:cubicBezTo>
                  <a:cubicBezTo>
                    <a:pt x="0" y="11808"/>
                    <a:pt x="3404" y="15212"/>
                    <a:pt x="7604" y="15212"/>
                  </a:cubicBezTo>
                  <a:cubicBezTo>
                    <a:pt x="11804" y="15212"/>
                    <a:pt x="15209" y="11808"/>
                    <a:pt x="15209" y="7608"/>
                  </a:cubicBezTo>
                  <a:cubicBezTo>
                    <a:pt x="15209" y="3405"/>
                    <a:pt x="11804" y="1"/>
                    <a:pt x="760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1" name="Google Shape;381;p2"/>
            <p:cNvSpPr/>
            <p:nvPr/>
          </p:nvSpPr>
          <p:spPr>
            <a:xfrm>
              <a:off x="553048" y="2234824"/>
              <a:ext cx="549400" cy="251015"/>
            </a:xfrm>
            <a:custGeom>
              <a:rect b="b" l="l" r="r" t="t"/>
              <a:pathLst>
                <a:path extrusionOk="0" h="12029" w="26328">
                  <a:moveTo>
                    <a:pt x="1493" y="1"/>
                  </a:moveTo>
                  <a:cubicBezTo>
                    <a:pt x="671" y="1"/>
                    <a:pt x="0" y="668"/>
                    <a:pt x="0" y="1494"/>
                  </a:cubicBezTo>
                  <a:cubicBezTo>
                    <a:pt x="0" y="2320"/>
                    <a:pt x="671" y="2990"/>
                    <a:pt x="1493" y="2990"/>
                  </a:cubicBezTo>
                  <a:lnTo>
                    <a:pt x="19596" y="2990"/>
                  </a:lnTo>
                  <a:cubicBezTo>
                    <a:pt x="21591" y="2990"/>
                    <a:pt x="23340" y="4084"/>
                    <a:pt x="23340" y="5330"/>
                  </a:cubicBezTo>
                  <a:lnTo>
                    <a:pt x="23340" y="6699"/>
                  </a:lnTo>
                  <a:cubicBezTo>
                    <a:pt x="23340" y="7945"/>
                    <a:pt x="21591" y="9039"/>
                    <a:pt x="19596" y="9039"/>
                  </a:cubicBezTo>
                  <a:lnTo>
                    <a:pt x="1493" y="9039"/>
                  </a:lnTo>
                  <a:cubicBezTo>
                    <a:pt x="671" y="9039"/>
                    <a:pt x="0" y="9706"/>
                    <a:pt x="0" y="10532"/>
                  </a:cubicBezTo>
                  <a:cubicBezTo>
                    <a:pt x="0" y="11358"/>
                    <a:pt x="671" y="12028"/>
                    <a:pt x="1493" y="12028"/>
                  </a:cubicBezTo>
                  <a:lnTo>
                    <a:pt x="19596" y="12028"/>
                  </a:lnTo>
                  <a:lnTo>
                    <a:pt x="19596" y="12025"/>
                  </a:lnTo>
                  <a:cubicBezTo>
                    <a:pt x="23370" y="12025"/>
                    <a:pt x="26327" y="9685"/>
                    <a:pt x="26327" y="6699"/>
                  </a:cubicBezTo>
                  <a:lnTo>
                    <a:pt x="26327" y="5330"/>
                  </a:lnTo>
                  <a:cubicBezTo>
                    <a:pt x="26327" y="2341"/>
                    <a:pt x="23370" y="1"/>
                    <a:pt x="19596" y="1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2" name="Google Shape;382;p2"/>
            <p:cNvSpPr/>
            <p:nvPr/>
          </p:nvSpPr>
          <p:spPr>
            <a:xfrm>
              <a:off x="848698" y="2636106"/>
              <a:ext cx="317374" cy="317374"/>
            </a:xfrm>
            <a:custGeom>
              <a:rect b="b" l="l" r="r" t="t"/>
              <a:pathLst>
                <a:path extrusionOk="0" h="15209" w="15209">
                  <a:moveTo>
                    <a:pt x="7604" y="0"/>
                  </a:moveTo>
                  <a:cubicBezTo>
                    <a:pt x="3404" y="0"/>
                    <a:pt x="0" y="3404"/>
                    <a:pt x="0" y="7604"/>
                  </a:cubicBezTo>
                  <a:cubicBezTo>
                    <a:pt x="0" y="11805"/>
                    <a:pt x="3404" y="15209"/>
                    <a:pt x="7604" y="15209"/>
                  </a:cubicBezTo>
                  <a:cubicBezTo>
                    <a:pt x="11804" y="15209"/>
                    <a:pt x="15209" y="11805"/>
                    <a:pt x="15209" y="7604"/>
                  </a:cubicBezTo>
                  <a:cubicBezTo>
                    <a:pt x="15209" y="3404"/>
                    <a:pt x="11804" y="0"/>
                    <a:pt x="760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3" name="Google Shape;383;p2"/>
            <p:cNvSpPr/>
            <p:nvPr/>
          </p:nvSpPr>
          <p:spPr>
            <a:xfrm>
              <a:off x="553048" y="2669265"/>
              <a:ext cx="549400" cy="250994"/>
            </a:xfrm>
            <a:custGeom>
              <a:rect b="b" l="l" r="r" t="t"/>
              <a:pathLst>
                <a:path extrusionOk="0" h="12028" w="26328">
                  <a:moveTo>
                    <a:pt x="1493" y="0"/>
                  </a:moveTo>
                  <a:cubicBezTo>
                    <a:pt x="671" y="0"/>
                    <a:pt x="0" y="671"/>
                    <a:pt x="0" y="1496"/>
                  </a:cubicBezTo>
                  <a:cubicBezTo>
                    <a:pt x="0" y="2322"/>
                    <a:pt x="671" y="2990"/>
                    <a:pt x="1493" y="2990"/>
                  </a:cubicBezTo>
                  <a:lnTo>
                    <a:pt x="19596" y="2990"/>
                  </a:lnTo>
                  <a:cubicBezTo>
                    <a:pt x="21591" y="2990"/>
                    <a:pt x="23340" y="4084"/>
                    <a:pt x="23340" y="5330"/>
                  </a:cubicBezTo>
                  <a:lnTo>
                    <a:pt x="23340" y="6698"/>
                  </a:lnTo>
                  <a:cubicBezTo>
                    <a:pt x="23340" y="7947"/>
                    <a:pt x="21591" y="9041"/>
                    <a:pt x="19596" y="9041"/>
                  </a:cubicBezTo>
                  <a:lnTo>
                    <a:pt x="1493" y="9041"/>
                  </a:lnTo>
                  <a:cubicBezTo>
                    <a:pt x="671" y="9041"/>
                    <a:pt x="0" y="9709"/>
                    <a:pt x="0" y="10534"/>
                  </a:cubicBezTo>
                  <a:cubicBezTo>
                    <a:pt x="0" y="11360"/>
                    <a:pt x="671" y="12028"/>
                    <a:pt x="1493" y="12028"/>
                  </a:cubicBezTo>
                  <a:lnTo>
                    <a:pt x="19596" y="12028"/>
                  </a:lnTo>
                  <a:cubicBezTo>
                    <a:pt x="23370" y="12028"/>
                    <a:pt x="26327" y="9688"/>
                    <a:pt x="26327" y="6698"/>
                  </a:cubicBezTo>
                  <a:lnTo>
                    <a:pt x="26327" y="5330"/>
                  </a:lnTo>
                  <a:cubicBezTo>
                    <a:pt x="26327" y="2343"/>
                    <a:pt x="23370" y="0"/>
                    <a:pt x="19596" y="0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4" name="Google Shape;384;p2"/>
            <p:cNvSpPr/>
            <p:nvPr/>
          </p:nvSpPr>
          <p:spPr>
            <a:xfrm>
              <a:off x="848698" y="3070526"/>
              <a:ext cx="317374" cy="317457"/>
            </a:xfrm>
            <a:custGeom>
              <a:rect b="b" l="l" r="r" t="t"/>
              <a:pathLst>
                <a:path extrusionOk="0" h="15213" w="15209">
                  <a:moveTo>
                    <a:pt x="7604" y="1"/>
                  </a:moveTo>
                  <a:cubicBezTo>
                    <a:pt x="3404" y="1"/>
                    <a:pt x="0" y="3405"/>
                    <a:pt x="0" y="7605"/>
                  </a:cubicBezTo>
                  <a:cubicBezTo>
                    <a:pt x="0" y="11805"/>
                    <a:pt x="3404" y="15212"/>
                    <a:pt x="7604" y="15212"/>
                  </a:cubicBezTo>
                  <a:cubicBezTo>
                    <a:pt x="11804" y="15212"/>
                    <a:pt x="15209" y="11805"/>
                    <a:pt x="15209" y="7605"/>
                  </a:cubicBezTo>
                  <a:cubicBezTo>
                    <a:pt x="15209" y="3405"/>
                    <a:pt x="11804" y="1"/>
                    <a:pt x="760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5" name="Google Shape;385;p2"/>
            <p:cNvSpPr/>
            <p:nvPr/>
          </p:nvSpPr>
          <p:spPr>
            <a:xfrm>
              <a:off x="553048" y="3103747"/>
              <a:ext cx="549400" cy="251015"/>
            </a:xfrm>
            <a:custGeom>
              <a:rect b="b" l="l" r="r" t="t"/>
              <a:pathLst>
                <a:path extrusionOk="0" h="12029" w="26328">
                  <a:moveTo>
                    <a:pt x="1493" y="0"/>
                  </a:moveTo>
                  <a:cubicBezTo>
                    <a:pt x="671" y="0"/>
                    <a:pt x="0" y="668"/>
                    <a:pt x="0" y="1494"/>
                  </a:cubicBezTo>
                  <a:cubicBezTo>
                    <a:pt x="0" y="2320"/>
                    <a:pt x="671" y="2987"/>
                    <a:pt x="1493" y="2987"/>
                  </a:cubicBezTo>
                  <a:lnTo>
                    <a:pt x="19596" y="2987"/>
                  </a:lnTo>
                  <a:cubicBezTo>
                    <a:pt x="21591" y="2987"/>
                    <a:pt x="23340" y="4081"/>
                    <a:pt x="23340" y="5330"/>
                  </a:cubicBezTo>
                  <a:lnTo>
                    <a:pt x="23340" y="6696"/>
                  </a:lnTo>
                  <a:cubicBezTo>
                    <a:pt x="23340" y="7945"/>
                    <a:pt x="21591" y="9039"/>
                    <a:pt x="19596" y="9039"/>
                  </a:cubicBezTo>
                  <a:lnTo>
                    <a:pt x="1493" y="9039"/>
                  </a:lnTo>
                  <a:cubicBezTo>
                    <a:pt x="671" y="9039"/>
                    <a:pt x="0" y="9706"/>
                    <a:pt x="0" y="10532"/>
                  </a:cubicBezTo>
                  <a:cubicBezTo>
                    <a:pt x="0" y="11358"/>
                    <a:pt x="671" y="12028"/>
                    <a:pt x="1493" y="12028"/>
                  </a:cubicBezTo>
                  <a:lnTo>
                    <a:pt x="19596" y="12028"/>
                  </a:lnTo>
                  <a:lnTo>
                    <a:pt x="19596" y="12025"/>
                  </a:lnTo>
                  <a:cubicBezTo>
                    <a:pt x="23370" y="12025"/>
                    <a:pt x="26327" y="9685"/>
                    <a:pt x="26327" y="6696"/>
                  </a:cubicBezTo>
                  <a:lnTo>
                    <a:pt x="26327" y="5330"/>
                  </a:lnTo>
                  <a:cubicBezTo>
                    <a:pt x="26327" y="2340"/>
                    <a:pt x="23370" y="0"/>
                    <a:pt x="19596" y="0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6" name="Google Shape;386;p2"/>
            <p:cNvSpPr/>
            <p:nvPr/>
          </p:nvSpPr>
          <p:spPr>
            <a:xfrm>
              <a:off x="848698" y="3504966"/>
              <a:ext cx="317374" cy="317436"/>
            </a:xfrm>
            <a:custGeom>
              <a:rect b="b" l="l" r="r" t="t"/>
              <a:pathLst>
                <a:path extrusionOk="0" h="15212" w="15209">
                  <a:moveTo>
                    <a:pt x="7604" y="0"/>
                  </a:moveTo>
                  <a:cubicBezTo>
                    <a:pt x="3404" y="0"/>
                    <a:pt x="0" y="3407"/>
                    <a:pt x="0" y="7607"/>
                  </a:cubicBezTo>
                  <a:cubicBezTo>
                    <a:pt x="0" y="11807"/>
                    <a:pt x="3404" y="15212"/>
                    <a:pt x="7604" y="15212"/>
                  </a:cubicBezTo>
                  <a:cubicBezTo>
                    <a:pt x="11804" y="15212"/>
                    <a:pt x="15209" y="11807"/>
                    <a:pt x="15209" y="7607"/>
                  </a:cubicBezTo>
                  <a:cubicBezTo>
                    <a:pt x="15209" y="3407"/>
                    <a:pt x="11804" y="0"/>
                    <a:pt x="760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7" name="Google Shape;387;p2"/>
            <p:cNvSpPr/>
            <p:nvPr/>
          </p:nvSpPr>
          <p:spPr>
            <a:xfrm>
              <a:off x="553048" y="3538167"/>
              <a:ext cx="549400" cy="251015"/>
            </a:xfrm>
            <a:custGeom>
              <a:rect b="b" l="l" r="r" t="t"/>
              <a:pathLst>
                <a:path extrusionOk="0" h="12029" w="26328">
                  <a:moveTo>
                    <a:pt x="1493" y="1"/>
                  </a:moveTo>
                  <a:cubicBezTo>
                    <a:pt x="671" y="1"/>
                    <a:pt x="0" y="672"/>
                    <a:pt x="0" y="1497"/>
                  </a:cubicBezTo>
                  <a:cubicBezTo>
                    <a:pt x="0" y="2320"/>
                    <a:pt x="671" y="2991"/>
                    <a:pt x="1493" y="2991"/>
                  </a:cubicBezTo>
                  <a:lnTo>
                    <a:pt x="19596" y="2991"/>
                  </a:lnTo>
                  <a:cubicBezTo>
                    <a:pt x="21591" y="2991"/>
                    <a:pt x="23340" y="4085"/>
                    <a:pt x="23340" y="5331"/>
                  </a:cubicBezTo>
                  <a:lnTo>
                    <a:pt x="23340" y="6699"/>
                  </a:lnTo>
                  <a:cubicBezTo>
                    <a:pt x="23340" y="7948"/>
                    <a:pt x="21591" y="9042"/>
                    <a:pt x="19596" y="9042"/>
                  </a:cubicBezTo>
                  <a:lnTo>
                    <a:pt x="1493" y="9042"/>
                  </a:lnTo>
                  <a:cubicBezTo>
                    <a:pt x="671" y="9042"/>
                    <a:pt x="0" y="9710"/>
                    <a:pt x="0" y="10535"/>
                  </a:cubicBezTo>
                  <a:cubicBezTo>
                    <a:pt x="0" y="11361"/>
                    <a:pt x="671" y="12029"/>
                    <a:pt x="1493" y="12029"/>
                  </a:cubicBezTo>
                  <a:lnTo>
                    <a:pt x="19596" y="12029"/>
                  </a:lnTo>
                  <a:cubicBezTo>
                    <a:pt x="23370" y="12029"/>
                    <a:pt x="26327" y="9689"/>
                    <a:pt x="26327" y="6699"/>
                  </a:cubicBezTo>
                  <a:lnTo>
                    <a:pt x="26327" y="5331"/>
                  </a:lnTo>
                  <a:cubicBezTo>
                    <a:pt x="26327" y="2344"/>
                    <a:pt x="23370" y="1"/>
                    <a:pt x="19596" y="1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8" name="Google Shape;388;p2"/>
            <p:cNvSpPr/>
            <p:nvPr/>
          </p:nvSpPr>
          <p:spPr>
            <a:xfrm>
              <a:off x="848698" y="3939449"/>
              <a:ext cx="317374" cy="317395"/>
            </a:xfrm>
            <a:custGeom>
              <a:rect b="b" l="l" r="r" t="t"/>
              <a:pathLst>
                <a:path extrusionOk="0" h="15210" w="15209">
                  <a:moveTo>
                    <a:pt x="7604" y="1"/>
                  </a:moveTo>
                  <a:cubicBezTo>
                    <a:pt x="3404" y="1"/>
                    <a:pt x="0" y="3405"/>
                    <a:pt x="0" y="7605"/>
                  </a:cubicBezTo>
                  <a:cubicBezTo>
                    <a:pt x="0" y="11805"/>
                    <a:pt x="3404" y="15209"/>
                    <a:pt x="7604" y="15209"/>
                  </a:cubicBezTo>
                  <a:cubicBezTo>
                    <a:pt x="11804" y="15209"/>
                    <a:pt x="15209" y="11805"/>
                    <a:pt x="15209" y="7605"/>
                  </a:cubicBezTo>
                  <a:cubicBezTo>
                    <a:pt x="15209" y="3405"/>
                    <a:pt x="11804" y="1"/>
                    <a:pt x="760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9" name="Google Shape;389;p2"/>
            <p:cNvSpPr/>
            <p:nvPr/>
          </p:nvSpPr>
          <p:spPr>
            <a:xfrm>
              <a:off x="553048" y="3972670"/>
              <a:ext cx="549400" cy="251015"/>
            </a:xfrm>
            <a:custGeom>
              <a:rect b="b" l="l" r="r" t="t"/>
              <a:pathLst>
                <a:path extrusionOk="0" h="12029" w="26328">
                  <a:moveTo>
                    <a:pt x="1493" y="0"/>
                  </a:moveTo>
                  <a:cubicBezTo>
                    <a:pt x="671" y="0"/>
                    <a:pt x="0" y="668"/>
                    <a:pt x="0" y="1494"/>
                  </a:cubicBezTo>
                  <a:cubicBezTo>
                    <a:pt x="0" y="2320"/>
                    <a:pt x="671" y="2990"/>
                    <a:pt x="1493" y="2990"/>
                  </a:cubicBezTo>
                  <a:lnTo>
                    <a:pt x="19596" y="2990"/>
                  </a:lnTo>
                  <a:cubicBezTo>
                    <a:pt x="21591" y="2990"/>
                    <a:pt x="23340" y="4081"/>
                    <a:pt x="23340" y="5330"/>
                  </a:cubicBezTo>
                  <a:lnTo>
                    <a:pt x="23340" y="6695"/>
                  </a:lnTo>
                  <a:cubicBezTo>
                    <a:pt x="23340" y="7944"/>
                    <a:pt x="21591" y="9038"/>
                    <a:pt x="19596" y="9038"/>
                  </a:cubicBezTo>
                  <a:lnTo>
                    <a:pt x="1493" y="9038"/>
                  </a:lnTo>
                  <a:cubicBezTo>
                    <a:pt x="671" y="9038"/>
                    <a:pt x="0" y="9706"/>
                    <a:pt x="0" y="10532"/>
                  </a:cubicBezTo>
                  <a:cubicBezTo>
                    <a:pt x="0" y="11358"/>
                    <a:pt x="671" y="12028"/>
                    <a:pt x="1493" y="12028"/>
                  </a:cubicBezTo>
                  <a:lnTo>
                    <a:pt x="19596" y="12028"/>
                  </a:lnTo>
                  <a:lnTo>
                    <a:pt x="19596" y="12025"/>
                  </a:lnTo>
                  <a:cubicBezTo>
                    <a:pt x="23370" y="12025"/>
                    <a:pt x="26327" y="9685"/>
                    <a:pt x="26327" y="6695"/>
                  </a:cubicBezTo>
                  <a:lnTo>
                    <a:pt x="26327" y="5327"/>
                  </a:lnTo>
                  <a:cubicBezTo>
                    <a:pt x="26327" y="2340"/>
                    <a:pt x="23370" y="0"/>
                    <a:pt x="19596" y="0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90" name="Google Shape;390;p2"/>
          <p:cNvSpPr txBox="1"/>
          <p:nvPr>
            <p:ph type="ctrTitle"/>
          </p:nvPr>
        </p:nvSpPr>
        <p:spPr>
          <a:xfrm>
            <a:off x="1562700" y="1526150"/>
            <a:ext cx="60186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4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391" name="Google Shape;391;p2"/>
          <p:cNvSpPr/>
          <p:nvPr/>
        </p:nvSpPr>
        <p:spPr>
          <a:xfrm>
            <a:off x="8428900" y="1041975"/>
            <a:ext cx="143750" cy="647425"/>
          </a:xfrm>
          <a:custGeom>
            <a:rect b="b" l="l" r="r" t="t"/>
            <a:pathLst>
              <a:path extrusionOk="0" h="25897" w="5750">
                <a:moveTo>
                  <a:pt x="0" y="0"/>
                </a:moveTo>
                <a:lnTo>
                  <a:pt x="0" y="25897"/>
                </a:lnTo>
                <a:cubicBezTo>
                  <a:pt x="3176" y="25897"/>
                  <a:pt x="5749" y="23323"/>
                  <a:pt x="5749" y="20147"/>
                </a:cubicBezTo>
                <a:lnTo>
                  <a:pt x="5749" y="5752"/>
                </a:lnTo>
                <a:cubicBezTo>
                  <a:pt x="5749" y="2576"/>
                  <a:pt x="3176" y="0"/>
                  <a:pt x="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" name="Google Shape;392;p2"/>
          <p:cNvSpPr/>
          <p:nvPr/>
        </p:nvSpPr>
        <p:spPr>
          <a:xfrm>
            <a:off x="8428900" y="2620900"/>
            <a:ext cx="143750" cy="647425"/>
          </a:xfrm>
          <a:custGeom>
            <a:rect b="b" l="l" r="r" t="t"/>
            <a:pathLst>
              <a:path extrusionOk="0" h="25897" w="5750">
                <a:moveTo>
                  <a:pt x="0" y="0"/>
                </a:moveTo>
                <a:lnTo>
                  <a:pt x="0" y="25897"/>
                </a:lnTo>
                <a:cubicBezTo>
                  <a:pt x="3176" y="25897"/>
                  <a:pt x="5749" y="23323"/>
                  <a:pt x="5749" y="20148"/>
                </a:cubicBezTo>
                <a:lnTo>
                  <a:pt x="5749" y="5752"/>
                </a:lnTo>
                <a:cubicBezTo>
                  <a:pt x="5749" y="2577"/>
                  <a:pt x="3176" y="0"/>
                  <a:pt x="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" name="Google Shape;393;p2"/>
          <p:cNvSpPr/>
          <p:nvPr/>
        </p:nvSpPr>
        <p:spPr>
          <a:xfrm>
            <a:off x="8428900" y="1811900"/>
            <a:ext cx="143750" cy="647425"/>
          </a:xfrm>
          <a:custGeom>
            <a:rect b="b" l="l" r="r" t="t"/>
            <a:pathLst>
              <a:path extrusionOk="0" h="25897" w="5750">
                <a:moveTo>
                  <a:pt x="0" y="0"/>
                </a:moveTo>
                <a:lnTo>
                  <a:pt x="0" y="25897"/>
                </a:lnTo>
                <a:cubicBezTo>
                  <a:pt x="3176" y="25897"/>
                  <a:pt x="5749" y="23320"/>
                  <a:pt x="5749" y="20147"/>
                </a:cubicBezTo>
                <a:lnTo>
                  <a:pt x="5749" y="5749"/>
                </a:lnTo>
                <a:cubicBezTo>
                  <a:pt x="5749" y="2574"/>
                  <a:pt x="3176" y="0"/>
                  <a:pt x="0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" name="Google Shape;394;p2"/>
          <p:cNvSpPr/>
          <p:nvPr/>
        </p:nvSpPr>
        <p:spPr>
          <a:xfrm>
            <a:off x="8428900" y="3454000"/>
            <a:ext cx="143750" cy="647425"/>
          </a:xfrm>
          <a:custGeom>
            <a:rect b="b" l="l" r="r" t="t"/>
            <a:pathLst>
              <a:path extrusionOk="0" h="25897" w="5750">
                <a:moveTo>
                  <a:pt x="0" y="1"/>
                </a:moveTo>
                <a:lnTo>
                  <a:pt x="0" y="25897"/>
                </a:lnTo>
                <a:cubicBezTo>
                  <a:pt x="3176" y="25897"/>
                  <a:pt x="5749" y="23323"/>
                  <a:pt x="5749" y="20148"/>
                </a:cubicBezTo>
                <a:lnTo>
                  <a:pt x="5749" y="5752"/>
                </a:lnTo>
                <a:cubicBezTo>
                  <a:pt x="5749" y="2577"/>
                  <a:pt x="3176" y="1"/>
                  <a:pt x="0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5" name="Google Shape;395;p2"/>
          <p:cNvSpPr/>
          <p:nvPr/>
        </p:nvSpPr>
        <p:spPr>
          <a:xfrm rot="-3990277">
            <a:off x="1794368" y="4095249"/>
            <a:ext cx="585838" cy="623458"/>
          </a:xfrm>
          <a:custGeom>
            <a:rect b="b" l="l" r="r" t="t"/>
            <a:pathLst>
              <a:path extrusionOk="0" h="29017" w="27269">
                <a:moveTo>
                  <a:pt x="22507" y="0"/>
                </a:moveTo>
                <a:cubicBezTo>
                  <a:pt x="21719" y="0"/>
                  <a:pt x="20932" y="201"/>
                  <a:pt x="20248" y="603"/>
                </a:cubicBezTo>
                <a:cubicBezTo>
                  <a:pt x="20101" y="684"/>
                  <a:pt x="19960" y="774"/>
                  <a:pt x="19827" y="877"/>
                </a:cubicBezTo>
                <a:cubicBezTo>
                  <a:pt x="19689" y="973"/>
                  <a:pt x="19562" y="1080"/>
                  <a:pt x="19439" y="1195"/>
                </a:cubicBezTo>
                <a:cubicBezTo>
                  <a:pt x="19306" y="1313"/>
                  <a:pt x="19214" y="1408"/>
                  <a:pt x="19117" y="1505"/>
                </a:cubicBezTo>
                <a:lnTo>
                  <a:pt x="18821" y="1800"/>
                </a:lnTo>
                <a:lnTo>
                  <a:pt x="17642" y="2975"/>
                </a:lnTo>
                <a:lnTo>
                  <a:pt x="8210" y="12373"/>
                </a:lnTo>
                <a:lnTo>
                  <a:pt x="3494" y="17071"/>
                </a:lnTo>
                <a:lnTo>
                  <a:pt x="2315" y="18246"/>
                </a:lnTo>
                <a:lnTo>
                  <a:pt x="1721" y="18842"/>
                </a:lnTo>
                <a:cubicBezTo>
                  <a:pt x="1504" y="19073"/>
                  <a:pt x="1291" y="19311"/>
                  <a:pt x="1110" y="19576"/>
                </a:cubicBezTo>
                <a:cubicBezTo>
                  <a:pt x="744" y="20099"/>
                  <a:pt x="454" y="20675"/>
                  <a:pt x="267" y="21287"/>
                </a:cubicBezTo>
                <a:cubicBezTo>
                  <a:pt x="86" y="21900"/>
                  <a:pt x="1" y="22538"/>
                  <a:pt x="13" y="23174"/>
                </a:cubicBezTo>
                <a:cubicBezTo>
                  <a:pt x="35" y="24451"/>
                  <a:pt x="496" y="25713"/>
                  <a:pt x="1281" y="26719"/>
                </a:cubicBezTo>
                <a:cubicBezTo>
                  <a:pt x="1679" y="27216"/>
                  <a:pt x="2146" y="27657"/>
                  <a:pt x="2675" y="28015"/>
                </a:cubicBezTo>
                <a:cubicBezTo>
                  <a:pt x="3210" y="28365"/>
                  <a:pt x="3798" y="28634"/>
                  <a:pt x="4413" y="28805"/>
                </a:cubicBezTo>
                <a:cubicBezTo>
                  <a:pt x="4924" y="28947"/>
                  <a:pt x="5453" y="29016"/>
                  <a:pt x="5983" y="29016"/>
                </a:cubicBezTo>
                <a:cubicBezTo>
                  <a:pt x="6728" y="29016"/>
                  <a:pt x="7474" y="28878"/>
                  <a:pt x="8170" y="28610"/>
                </a:cubicBezTo>
                <a:cubicBezTo>
                  <a:pt x="8765" y="28375"/>
                  <a:pt x="9319" y="28045"/>
                  <a:pt x="9814" y="27642"/>
                </a:cubicBezTo>
                <a:lnTo>
                  <a:pt x="10170" y="27323"/>
                </a:lnTo>
                <a:cubicBezTo>
                  <a:pt x="10285" y="27216"/>
                  <a:pt x="10371" y="27125"/>
                  <a:pt x="10472" y="27025"/>
                </a:cubicBezTo>
                <a:lnTo>
                  <a:pt x="11063" y="26437"/>
                </a:lnTo>
                <a:lnTo>
                  <a:pt x="20495" y="17039"/>
                </a:lnTo>
                <a:cubicBezTo>
                  <a:pt x="21385" y="16152"/>
                  <a:pt x="21860" y="15184"/>
                  <a:pt x="21554" y="14878"/>
                </a:cubicBezTo>
                <a:cubicBezTo>
                  <a:pt x="21491" y="14814"/>
                  <a:pt x="21400" y="14784"/>
                  <a:pt x="21287" y="14784"/>
                </a:cubicBezTo>
                <a:cubicBezTo>
                  <a:pt x="20852" y="14784"/>
                  <a:pt x="20096" y="15227"/>
                  <a:pt x="19389" y="15931"/>
                </a:cubicBezTo>
                <a:lnTo>
                  <a:pt x="9957" y="25329"/>
                </a:lnTo>
                <a:lnTo>
                  <a:pt x="9369" y="25916"/>
                </a:lnTo>
                <a:cubicBezTo>
                  <a:pt x="9272" y="26009"/>
                  <a:pt x="9166" y="26121"/>
                  <a:pt x="9079" y="26200"/>
                </a:cubicBezTo>
                <a:lnTo>
                  <a:pt x="8814" y="26439"/>
                </a:lnTo>
                <a:cubicBezTo>
                  <a:pt x="8448" y="26735"/>
                  <a:pt x="8041" y="26978"/>
                  <a:pt x="7603" y="27152"/>
                </a:cubicBezTo>
                <a:cubicBezTo>
                  <a:pt x="7090" y="27349"/>
                  <a:pt x="6538" y="27451"/>
                  <a:pt x="5987" y="27451"/>
                </a:cubicBezTo>
                <a:cubicBezTo>
                  <a:pt x="5595" y="27451"/>
                  <a:pt x="5204" y="27399"/>
                  <a:pt x="4826" y="27294"/>
                </a:cubicBezTo>
                <a:cubicBezTo>
                  <a:pt x="4373" y="27166"/>
                  <a:pt x="3939" y="26970"/>
                  <a:pt x="3544" y="26715"/>
                </a:cubicBezTo>
                <a:cubicBezTo>
                  <a:pt x="3154" y="26449"/>
                  <a:pt x="2808" y="26121"/>
                  <a:pt x="2512" y="25753"/>
                </a:cubicBezTo>
                <a:cubicBezTo>
                  <a:pt x="1935" y="25011"/>
                  <a:pt x="1591" y="24083"/>
                  <a:pt x="1577" y="23138"/>
                </a:cubicBezTo>
                <a:cubicBezTo>
                  <a:pt x="1570" y="22667"/>
                  <a:pt x="1633" y="22194"/>
                  <a:pt x="1764" y="21743"/>
                </a:cubicBezTo>
                <a:cubicBezTo>
                  <a:pt x="1902" y="21291"/>
                  <a:pt x="2118" y="20866"/>
                  <a:pt x="2387" y="20480"/>
                </a:cubicBezTo>
                <a:cubicBezTo>
                  <a:pt x="2520" y="20285"/>
                  <a:pt x="2677" y="20110"/>
                  <a:pt x="2838" y="19937"/>
                </a:cubicBezTo>
                <a:lnTo>
                  <a:pt x="3418" y="19355"/>
                </a:lnTo>
                <a:lnTo>
                  <a:pt x="4597" y="18180"/>
                </a:lnTo>
                <a:lnTo>
                  <a:pt x="9313" y="13480"/>
                </a:lnTo>
                <a:lnTo>
                  <a:pt x="18747" y="4082"/>
                </a:lnTo>
                <a:lnTo>
                  <a:pt x="19926" y="2907"/>
                </a:lnTo>
                <a:lnTo>
                  <a:pt x="20220" y="2615"/>
                </a:lnTo>
                <a:cubicBezTo>
                  <a:pt x="20318" y="2515"/>
                  <a:pt x="20421" y="2412"/>
                  <a:pt x="20497" y="2348"/>
                </a:cubicBezTo>
                <a:cubicBezTo>
                  <a:pt x="20576" y="2273"/>
                  <a:pt x="20660" y="2201"/>
                  <a:pt x="20751" y="2140"/>
                </a:cubicBezTo>
                <a:cubicBezTo>
                  <a:pt x="20836" y="2070"/>
                  <a:pt x="20930" y="2014"/>
                  <a:pt x="21027" y="1961"/>
                </a:cubicBezTo>
                <a:cubicBezTo>
                  <a:pt x="21473" y="1696"/>
                  <a:pt x="21990" y="1565"/>
                  <a:pt x="22507" y="1565"/>
                </a:cubicBezTo>
                <a:cubicBezTo>
                  <a:pt x="22870" y="1565"/>
                  <a:pt x="23232" y="1629"/>
                  <a:pt x="23570" y="1758"/>
                </a:cubicBezTo>
                <a:cubicBezTo>
                  <a:pt x="24397" y="2056"/>
                  <a:pt x="25065" y="2764"/>
                  <a:pt x="25342" y="3593"/>
                </a:cubicBezTo>
                <a:cubicBezTo>
                  <a:pt x="25634" y="4424"/>
                  <a:pt x="25517" y="5384"/>
                  <a:pt x="25051" y="6128"/>
                </a:cubicBezTo>
                <a:cubicBezTo>
                  <a:pt x="24938" y="6315"/>
                  <a:pt x="24797" y="6486"/>
                  <a:pt x="24646" y="6647"/>
                </a:cubicBezTo>
                <a:lnTo>
                  <a:pt x="24063" y="7229"/>
                </a:lnTo>
                <a:lnTo>
                  <a:pt x="22884" y="8404"/>
                </a:lnTo>
                <a:lnTo>
                  <a:pt x="20526" y="10752"/>
                </a:lnTo>
                <a:lnTo>
                  <a:pt x="15811" y="15452"/>
                </a:lnTo>
                <a:lnTo>
                  <a:pt x="11095" y="20150"/>
                </a:lnTo>
                <a:lnTo>
                  <a:pt x="10506" y="20739"/>
                </a:lnTo>
                <a:cubicBezTo>
                  <a:pt x="10283" y="20961"/>
                  <a:pt x="10170" y="21073"/>
                  <a:pt x="10011" y="21174"/>
                </a:cubicBezTo>
                <a:cubicBezTo>
                  <a:pt x="9754" y="21340"/>
                  <a:pt x="9447" y="21423"/>
                  <a:pt x="9141" y="21423"/>
                </a:cubicBezTo>
                <a:cubicBezTo>
                  <a:pt x="9072" y="21423"/>
                  <a:pt x="9004" y="21419"/>
                  <a:pt x="8936" y="21411"/>
                </a:cubicBezTo>
                <a:cubicBezTo>
                  <a:pt x="8184" y="21331"/>
                  <a:pt x="7552" y="20653"/>
                  <a:pt x="7524" y="19898"/>
                </a:cubicBezTo>
                <a:cubicBezTo>
                  <a:pt x="7500" y="19524"/>
                  <a:pt x="7607" y="19142"/>
                  <a:pt x="7834" y="18846"/>
                </a:cubicBezTo>
                <a:cubicBezTo>
                  <a:pt x="7858" y="18806"/>
                  <a:pt x="7890" y="18770"/>
                  <a:pt x="7922" y="18737"/>
                </a:cubicBezTo>
                <a:cubicBezTo>
                  <a:pt x="7951" y="18701"/>
                  <a:pt x="7979" y="18667"/>
                  <a:pt x="8035" y="18611"/>
                </a:cubicBezTo>
                <a:lnTo>
                  <a:pt x="8325" y="18313"/>
                </a:lnTo>
                <a:lnTo>
                  <a:pt x="8906" y="17717"/>
                </a:lnTo>
                <a:lnTo>
                  <a:pt x="11224" y="15333"/>
                </a:lnTo>
                <a:lnTo>
                  <a:pt x="15864" y="10561"/>
                </a:lnTo>
                <a:cubicBezTo>
                  <a:pt x="16739" y="9661"/>
                  <a:pt x="17200" y="8685"/>
                  <a:pt x="16894" y="8380"/>
                </a:cubicBezTo>
                <a:cubicBezTo>
                  <a:pt x="16832" y="8319"/>
                  <a:pt x="16743" y="8290"/>
                  <a:pt x="16633" y="8290"/>
                </a:cubicBezTo>
                <a:cubicBezTo>
                  <a:pt x="16201" y="8290"/>
                  <a:pt x="15448" y="8744"/>
                  <a:pt x="14749" y="9464"/>
                </a:cubicBezTo>
                <a:lnTo>
                  <a:pt x="10105" y="14239"/>
                </a:lnTo>
                <a:lnTo>
                  <a:pt x="7784" y="16627"/>
                </a:lnTo>
                <a:lnTo>
                  <a:pt x="7204" y="17224"/>
                </a:lnTo>
                <a:lnTo>
                  <a:pt x="6914" y="17522"/>
                </a:lnTo>
                <a:cubicBezTo>
                  <a:pt x="6870" y="17566"/>
                  <a:pt x="6806" y="17635"/>
                  <a:pt x="6745" y="17705"/>
                </a:cubicBezTo>
                <a:cubicBezTo>
                  <a:pt x="6685" y="17774"/>
                  <a:pt x="6625" y="17844"/>
                  <a:pt x="6574" y="17920"/>
                </a:cubicBezTo>
                <a:cubicBezTo>
                  <a:pt x="6130" y="18510"/>
                  <a:pt x="5916" y="19262"/>
                  <a:pt x="5963" y="19993"/>
                </a:cubicBezTo>
                <a:cubicBezTo>
                  <a:pt x="6005" y="20725"/>
                  <a:pt x="6307" y="21448"/>
                  <a:pt x="6816" y="21979"/>
                </a:cubicBezTo>
                <a:cubicBezTo>
                  <a:pt x="7313" y="22514"/>
                  <a:pt x="8009" y="22878"/>
                  <a:pt x="8739" y="22963"/>
                </a:cubicBezTo>
                <a:cubicBezTo>
                  <a:pt x="8873" y="22981"/>
                  <a:pt x="9009" y="22989"/>
                  <a:pt x="9144" y="22989"/>
                </a:cubicBezTo>
                <a:cubicBezTo>
                  <a:pt x="9743" y="22989"/>
                  <a:pt x="10342" y="22822"/>
                  <a:pt x="10848" y="22496"/>
                </a:cubicBezTo>
                <a:cubicBezTo>
                  <a:pt x="11003" y="22395"/>
                  <a:pt x="11152" y="22287"/>
                  <a:pt x="11286" y="22162"/>
                </a:cubicBezTo>
                <a:cubicBezTo>
                  <a:pt x="11439" y="22025"/>
                  <a:pt x="11502" y="21951"/>
                  <a:pt x="11612" y="21848"/>
                </a:cubicBezTo>
                <a:lnTo>
                  <a:pt x="12200" y="21260"/>
                </a:lnTo>
                <a:lnTo>
                  <a:pt x="16916" y="16562"/>
                </a:lnTo>
                <a:lnTo>
                  <a:pt x="21632" y="11862"/>
                </a:lnTo>
                <a:lnTo>
                  <a:pt x="23990" y="9514"/>
                </a:lnTo>
                <a:lnTo>
                  <a:pt x="25169" y="8339"/>
                </a:lnTo>
                <a:lnTo>
                  <a:pt x="25763" y="7742"/>
                </a:lnTo>
                <a:cubicBezTo>
                  <a:pt x="25994" y="7502"/>
                  <a:pt x="26206" y="7241"/>
                  <a:pt x="26381" y="6955"/>
                </a:cubicBezTo>
                <a:cubicBezTo>
                  <a:pt x="27093" y="5816"/>
                  <a:pt x="27268" y="4360"/>
                  <a:pt x="26825" y="3092"/>
                </a:cubicBezTo>
                <a:cubicBezTo>
                  <a:pt x="26397" y="1820"/>
                  <a:pt x="25389" y="758"/>
                  <a:pt x="24125" y="295"/>
                </a:cubicBezTo>
                <a:cubicBezTo>
                  <a:pt x="23609" y="98"/>
                  <a:pt x="23058" y="0"/>
                  <a:pt x="22507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6" name="Google Shape;396;p2"/>
          <p:cNvSpPr/>
          <p:nvPr/>
        </p:nvSpPr>
        <p:spPr>
          <a:xfrm>
            <a:off x="6258538" y="1165838"/>
            <a:ext cx="117525" cy="110100"/>
          </a:xfrm>
          <a:custGeom>
            <a:rect b="b" l="l" r="r" t="t"/>
            <a:pathLst>
              <a:path extrusionOk="0" h="4404" w="4701">
                <a:moveTo>
                  <a:pt x="1951" y="1032"/>
                </a:moveTo>
                <a:cubicBezTo>
                  <a:pt x="1950" y="1033"/>
                  <a:pt x="1949" y="1033"/>
                  <a:pt x="1947" y="1033"/>
                </a:cubicBezTo>
                <a:cubicBezTo>
                  <a:pt x="1948" y="1033"/>
                  <a:pt x="1950" y="1033"/>
                  <a:pt x="1951" y="1032"/>
                </a:cubicBezTo>
                <a:close/>
                <a:moveTo>
                  <a:pt x="2857" y="1059"/>
                </a:moveTo>
                <a:cubicBezTo>
                  <a:pt x="2871" y="1059"/>
                  <a:pt x="2889" y="1066"/>
                  <a:pt x="2907" y="1075"/>
                </a:cubicBezTo>
                <a:lnTo>
                  <a:pt x="2907" y="1075"/>
                </a:lnTo>
                <a:cubicBezTo>
                  <a:pt x="2887" y="1068"/>
                  <a:pt x="2858" y="1059"/>
                  <a:pt x="2857" y="1059"/>
                </a:cubicBezTo>
                <a:close/>
                <a:moveTo>
                  <a:pt x="3091" y="1185"/>
                </a:moveTo>
                <a:cubicBezTo>
                  <a:pt x="3091" y="1185"/>
                  <a:pt x="3091" y="1185"/>
                  <a:pt x="3091" y="1185"/>
                </a:cubicBezTo>
                <a:lnTo>
                  <a:pt x="3091" y="1185"/>
                </a:lnTo>
                <a:cubicBezTo>
                  <a:pt x="3091" y="1185"/>
                  <a:pt x="3091" y="1185"/>
                  <a:pt x="3091" y="1185"/>
                </a:cubicBezTo>
                <a:close/>
                <a:moveTo>
                  <a:pt x="3104" y="1198"/>
                </a:moveTo>
                <a:cubicBezTo>
                  <a:pt x="3111" y="1203"/>
                  <a:pt x="3118" y="1208"/>
                  <a:pt x="3125" y="1213"/>
                </a:cubicBezTo>
                <a:cubicBezTo>
                  <a:pt x="3142" y="1224"/>
                  <a:pt x="3149" y="1229"/>
                  <a:pt x="3148" y="1229"/>
                </a:cubicBezTo>
                <a:cubicBezTo>
                  <a:pt x="3148" y="1229"/>
                  <a:pt x="3121" y="1211"/>
                  <a:pt x="3104" y="1198"/>
                </a:cubicBezTo>
                <a:close/>
                <a:moveTo>
                  <a:pt x="1747" y="3319"/>
                </a:moveTo>
                <a:cubicBezTo>
                  <a:pt x="1767" y="3326"/>
                  <a:pt x="1803" y="3338"/>
                  <a:pt x="1802" y="3338"/>
                </a:cubicBezTo>
                <a:cubicBezTo>
                  <a:pt x="1800" y="3339"/>
                  <a:pt x="1799" y="3339"/>
                  <a:pt x="1797" y="3339"/>
                </a:cubicBezTo>
                <a:cubicBezTo>
                  <a:pt x="1785" y="3339"/>
                  <a:pt x="1766" y="3330"/>
                  <a:pt x="1747" y="3319"/>
                </a:cubicBezTo>
                <a:close/>
                <a:moveTo>
                  <a:pt x="2463" y="3393"/>
                </a:moveTo>
                <a:cubicBezTo>
                  <a:pt x="2461" y="3393"/>
                  <a:pt x="2459" y="3393"/>
                  <a:pt x="2456" y="3393"/>
                </a:cubicBezTo>
                <a:lnTo>
                  <a:pt x="2456" y="3393"/>
                </a:lnTo>
                <a:cubicBezTo>
                  <a:pt x="2459" y="3393"/>
                  <a:pt x="2462" y="3393"/>
                  <a:pt x="2463" y="3393"/>
                </a:cubicBezTo>
                <a:close/>
                <a:moveTo>
                  <a:pt x="2387" y="989"/>
                </a:moveTo>
                <a:cubicBezTo>
                  <a:pt x="2440" y="989"/>
                  <a:pt x="2491" y="989"/>
                  <a:pt x="2541" y="993"/>
                </a:cubicBezTo>
                <a:cubicBezTo>
                  <a:pt x="2560" y="993"/>
                  <a:pt x="2582" y="997"/>
                  <a:pt x="2601" y="998"/>
                </a:cubicBezTo>
                <a:lnTo>
                  <a:pt x="2601" y="998"/>
                </a:lnTo>
                <a:cubicBezTo>
                  <a:pt x="2682" y="1018"/>
                  <a:pt x="2761" y="1029"/>
                  <a:pt x="2840" y="1057"/>
                </a:cubicBezTo>
                <a:cubicBezTo>
                  <a:pt x="2857" y="1061"/>
                  <a:pt x="2876" y="1069"/>
                  <a:pt x="2895" y="1076"/>
                </a:cubicBezTo>
                <a:cubicBezTo>
                  <a:pt x="2906" y="1079"/>
                  <a:pt x="2914" y="1081"/>
                  <a:pt x="2919" y="1082"/>
                </a:cubicBezTo>
                <a:lnTo>
                  <a:pt x="2919" y="1082"/>
                </a:lnTo>
                <a:cubicBezTo>
                  <a:pt x="2944" y="1096"/>
                  <a:pt x="2968" y="1113"/>
                  <a:pt x="2984" y="1122"/>
                </a:cubicBezTo>
                <a:cubicBezTo>
                  <a:pt x="3015" y="1139"/>
                  <a:pt x="3049" y="1160"/>
                  <a:pt x="3080" y="1181"/>
                </a:cubicBezTo>
                <a:cubicBezTo>
                  <a:pt x="3084" y="1184"/>
                  <a:pt x="3088" y="1186"/>
                  <a:pt x="3092" y="1189"/>
                </a:cubicBezTo>
                <a:lnTo>
                  <a:pt x="3092" y="1189"/>
                </a:lnTo>
                <a:cubicBezTo>
                  <a:pt x="3107" y="1217"/>
                  <a:pt x="3258" y="1347"/>
                  <a:pt x="3274" y="1366"/>
                </a:cubicBezTo>
                <a:cubicBezTo>
                  <a:pt x="3278" y="1370"/>
                  <a:pt x="3281" y="1374"/>
                  <a:pt x="3284" y="1378"/>
                </a:cubicBezTo>
                <a:lnTo>
                  <a:pt x="3284" y="1378"/>
                </a:lnTo>
                <a:cubicBezTo>
                  <a:pt x="3304" y="1410"/>
                  <a:pt x="3328" y="1440"/>
                  <a:pt x="3348" y="1474"/>
                </a:cubicBezTo>
                <a:cubicBezTo>
                  <a:pt x="3367" y="1503"/>
                  <a:pt x="3386" y="1535"/>
                  <a:pt x="3403" y="1569"/>
                </a:cubicBezTo>
                <a:cubicBezTo>
                  <a:pt x="3409" y="1579"/>
                  <a:pt x="3414" y="1591"/>
                  <a:pt x="3420" y="1604"/>
                </a:cubicBezTo>
                <a:lnTo>
                  <a:pt x="3420" y="1604"/>
                </a:lnTo>
                <a:cubicBezTo>
                  <a:pt x="3420" y="1602"/>
                  <a:pt x="3420" y="1600"/>
                  <a:pt x="3420" y="1598"/>
                </a:cubicBezTo>
                <a:lnTo>
                  <a:pt x="3420" y="1598"/>
                </a:lnTo>
                <a:cubicBezTo>
                  <a:pt x="3420" y="1600"/>
                  <a:pt x="3420" y="1602"/>
                  <a:pt x="3420" y="1604"/>
                </a:cubicBezTo>
                <a:lnTo>
                  <a:pt x="3420" y="1604"/>
                </a:lnTo>
                <a:cubicBezTo>
                  <a:pt x="3420" y="1604"/>
                  <a:pt x="3420" y="1604"/>
                  <a:pt x="3420" y="1604"/>
                </a:cubicBezTo>
                <a:lnTo>
                  <a:pt x="3420" y="1604"/>
                </a:lnTo>
                <a:cubicBezTo>
                  <a:pt x="3420" y="1621"/>
                  <a:pt x="3423" y="1634"/>
                  <a:pt x="3427" y="1644"/>
                </a:cubicBezTo>
                <a:lnTo>
                  <a:pt x="3427" y="1644"/>
                </a:lnTo>
                <a:cubicBezTo>
                  <a:pt x="3423" y="1630"/>
                  <a:pt x="3420" y="1616"/>
                  <a:pt x="3420" y="1604"/>
                </a:cubicBezTo>
                <a:lnTo>
                  <a:pt x="3420" y="1604"/>
                </a:lnTo>
                <a:cubicBezTo>
                  <a:pt x="3422" y="1608"/>
                  <a:pt x="3424" y="1613"/>
                  <a:pt x="3426" y="1617"/>
                </a:cubicBezTo>
                <a:cubicBezTo>
                  <a:pt x="3442" y="1646"/>
                  <a:pt x="3443" y="1659"/>
                  <a:pt x="3439" y="1659"/>
                </a:cubicBezTo>
                <a:cubicBezTo>
                  <a:pt x="3436" y="1659"/>
                  <a:pt x="3432" y="1654"/>
                  <a:pt x="3427" y="1644"/>
                </a:cubicBezTo>
                <a:lnTo>
                  <a:pt x="3427" y="1644"/>
                </a:lnTo>
                <a:cubicBezTo>
                  <a:pt x="3443" y="1697"/>
                  <a:pt x="3479" y="1760"/>
                  <a:pt x="3491" y="1802"/>
                </a:cubicBezTo>
                <a:cubicBezTo>
                  <a:pt x="3500" y="1838"/>
                  <a:pt x="3508" y="1874"/>
                  <a:pt x="3517" y="1910"/>
                </a:cubicBezTo>
                <a:cubicBezTo>
                  <a:pt x="3521" y="1933"/>
                  <a:pt x="3525" y="1954"/>
                  <a:pt x="3529" y="1977"/>
                </a:cubicBezTo>
                <a:cubicBezTo>
                  <a:pt x="3534" y="2005"/>
                  <a:pt x="3537" y="2015"/>
                  <a:pt x="3538" y="2015"/>
                </a:cubicBezTo>
                <a:cubicBezTo>
                  <a:pt x="3540" y="2015"/>
                  <a:pt x="3530" y="1942"/>
                  <a:pt x="3525" y="1939"/>
                </a:cubicBezTo>
                <a:lnTo>
                  <a:pt x="3525" y="1939"/>
                </a:lnTo>
                <a:cubicBezTo>
                  <a:pt x="3550" y="1954"/>
                  <a:pt x="3538" y="2142"/>
                  <a:pt x="3538" y="2173"/>
                </a:cubicBezTo>
                <a:cubicBezTo>
                  <a:pt x="3538" y="2215"/>
                  <a:pt x="3535" y="2257"/>
                  <a:pt x="3533" y="2297"/>
                </a:cubicBezTo>
                <a:cubicBezTo>
                  <a:pt x="3532" y="2312"/>
                  <a:pt x="3530" y="2326"/>
                  <a:pt x="3529" y="2339"/>
                </a:cubicBezTo>
                <a:lnTo>
                  <a:pt x="3529" y="2339"/>
                </a:lnTo>
                <a:cubicBezTo>
                  <a:pt x="3514" y="2409"/>
                  <a:pt x="3504" y="2477"/>
                  <a:pt x="3483" y="2546"/>
                </a:cubicBezTo>
                <a:cubicBezTo>
                  <a:pt x="3472" y="2582"/>
                  <a:pt x="3462" y="2618"/>
                  <a:pt x="3449" y="2651"/>
                </a:cubicBezTo>
                <a:cubicBezTo>
                  <a:pt x="3445" y="2663"/>
                  <a:pt x="3440" y="2676"/>
                  <a:pt x="3436" y="2688"/>
                </a:cubicBezTo>
                <a:lnTo>
                  <a:pt x="3436" y="2688"/>
                </a:lnTo>
                <a:cubicBezTo>
                  <a:pt x="3398" y="2751"/>
                  <a:pt x="3369" y="2818"/>
                  <a:pt x="3329" y="2881"/>
                </a:cubicBezTo>
                <a:cubicBezTo>
                  <a:pt x="3324" y="2889"/>
                  <a:pt x="3300" y="2922"/>
                  <a:pt x="3284" y="2945"/>
                </a:cubicBezTo>
                <a:lnTo>
                  <a:pt x="3284" y="2945"/>
                </a:lnTo>
                <a:cubicBezTo>
                  <a:pt x="3263" y="2968"/>
                  <a:pt x="3232" y="3005"/>
                  <a:pt x="3224" y="3014"/>
                </a:cubicBezTo>
                <a:cubicBezTo>
                  <a:pt x="3198" y="3041"/>
                  <a:pt x="3171" y="3069"/>
                  <a:pt x="3142" y="3094"/>
                </a:cubicBezTo>
                <a:cubicBezTo>
                  <a:pt x="3127" y="3106"/>
                  <a:pt x="3112" y="3119"/>
                  <a:pt x="3099" y="3132"/>
                </a:cubicBezTo>
                <a:cubicBezTo>
                  <a:pt x="3075" y="3154"/>
                  <a:pt x="3071" y="3163"/>
                  <a:pt x="3076" y="3163"/>
                </a:cubicBezTo>
                <a:cubicBezTo>
                  <a:pt x="3076" y="3163"/>
                  <a:pt x="3077" y="3163"/>
                  <a:pt x="3078" y="3162"/>
                </a:cubicBezTo>
                <a:lnTo>
                  <a:pt x="3078" y="3162"/>
                </a:lnTo>
                <a:cubicBezTo>
                  <a:pt x="3021" y="3203"/>
                  <a:pt x="2923" y="3245"/>
                  <a:pt x="2889" y="3262"/>
                </a:cubicBezTo>
                <a:cubicBezTo>
                  <a:pt x="2863" y="3275"/>
                  <a:pt x="2803" y="3296"/>
                  <a:pt x="2805" y="3296"/>
                </a:cubicBezTo>
                <a:cubicBezTo>
                  <a:pt x="2806" y="3296"/>
                  <a:pt x="2822" y="3291"/>
                  <a:pt x="2866" y="3277"/>
                </a:cubicBezTo>
                <a:lnTo>
                  <a:pt x="2866" y="3277"/>
                </a:lnTo>
                <a:cubicBezTo>
                  <a:pt x="2823" y="3292"/>
                  <a:pt x="2783" y="3309"/>
                  <a:pt x="2741" y="3323"/>
                </a:cubicBezTo>
                <a:cubicBezTo>
                  <a:pt x="2642" y="3355"/>
                  <a:pt x="2541" y="3376"/>
                  <a:pt x="2438" y="3395"/>
                </a:cubicBezTo>
                <a:cubicBezTo>
                  <a:pt x="2437" y="3395"/>
                  <a:pt x="2437" y="3395"/>
                  <a:pt x="2437" y="3395"/>
                </a:cubicBezTo>
                <a:lnTo>
                  <a:pt x="2437" y="3395"/>
                </a:lnTo>
                <a:cubicBezTo>
                  <a:pt x="2416" y="3397"/>
                  <a:pt x="2395" y="3400"/>
                  <a:pt x="2375" y="3401"/>
                </a:cubicBezTo>
                <a:cubicBezTo>
                  <a:pt x="2330" y="3403"/>
                  <a:pt x="2284" y="3406"/>
                  <a:pt x="2240" y="3406"/>
                </a:cubicBezTo>
                <a:cubicBezTo>
                  <a:pt x="2226" y="3406"/>
                  <a:pt x="2211" y="3406"/>
                  <a:pt x="2197" y="3406"/>
                </a:cubicBezTo>
                <a:cubicBezTo>
                  <a:pt x="2163" y="3406"/>
                  <a:pt x="2129" y="3405"/>
                  <a:pt x="2094" y="3403"/>
                </a:cubicBezTo>
                <a:cubicBezTo>
                  <a:pt x="2081" y="3402"/>
                  <a:pt x="2067" y="3400"/>
                  <a:pt x="2054" y="3398"/>
                </a:cubicBezTo>
                <a:lnTo>
                  <a:pt x="2054" y="3398"/>
                </a:lnTo>
                <a:cubicBezTo>
                  <a:pt x="1975" y="3376"/>
                  <a:pt x="1893" y="3365"/>
                  <a:pt x="1814" y="3340"/>
                </a:cubicBezTo>
                <a:cubicBezTo>
                  <a:pt x="1797" y="3334"/>
                  <a:pt x="1778" y="3326"/>
                  <a:pt x="1762" y="3321"/>
                </a:cubicBezTo>
                <a:cubicBezTo>
                  <a:pt x="1752" y="3318"/>
                  <a:pt x="1745" y="3316"/>
                  <a:pt x="1740" y="3315"/>
                </a:cubicBezTo>
                <a:lnTo>
                  <a:pt x="1740" y="3315"/>
                </a:lnTo>
                <a:cubicBezTo>
                  <a:pt x="1716" y="3301"/>
                  <a:pt x="1691" y="3283"/>
                  <a:pt x="1679" y="3277"/>
                </a:cubicBezTo>
                <a:cubicBezTo>
                  <a:pt x="1648" y="3258"/>
                  <a:pt x="1616" y="3241"/>
                  <a:pt x="1587" y="3220"/>
                </a:cubicBezTo>
                <a:cubicBezTo>
                  <a:pt x="1572" y="3210"/>
                  <a:pt x="1557" y="3199"/>
                  <a:pt x="1543" y="3191"/>
                </a:cubicBezTo>
                <a:cubicBezTo>
                  <a:pt x="1525" y="3180"/>
                  <a:pt x="1519" y="3175"/>
                  <a:pt x="1519" y="3175"/>
                </a:cubicBezTo>
                <a:lnTo>
                  <a:pt x="1519" y="3175"/>
                </a:lnTo>
                <a:cubicBezTo>
                  <a:pt x="1518" y="3175"/>
                  <a:pt x="1582" y="3218"/>
                  <a:pt x="1580" y="3218"/>
                </a:cubicBezTo>
                <a:cubicBezTo>
                  <a:pt x="1580" y="3218"/>
                  <a:pt x="1579" y="3218"/>
                  <a:pt x="1578" y="3218"/>
                </a:cubicBezTo>
                <a:cubicBezTo>
                  <a:pt x="1542" y="3218"/>
                  <a:pt x="1420" y="3070"/>
                  <a:pt x="1399" y="3045"/>
                </a:cubicBezTo>
                <a:cubicBezTo>
                  <a:pt x="1384" y="3030"/>
                  <a:pt x="1353" y="2977"/>
                  <a:pt x="1351" y="2977"/>
                </a:cubicBezTo>
                <a:lnTo>
                  <a:pt x="1351" y="2977"/>
                </a:lnTo>
                <a:cubicBezTo>
                  <a:pt x="1350" y="2977"/>
                  <a:pt x="1354" y="2985"/>
                  <a:pt x="1363" y="3005"/>
                </a:cubicBezTo>
                <a:cubicBezTo>
                  <a:pt x="1372" y="3025"/>
                  <a:pt x="1375" y="3032"/>
                  <a:pt x="1374" y="3032"/>
                </a:cubicBezTo>
                <a:cubicBezTo>
                  <a:pt x="1372" y="3032"/>
                  <a:pt x="1335" y="2962"/>
                  <a:pt x="1326" y="2946"/>
                </a:cubicBezTo>
                <a:cubicBezTo>
                  <a:pt x="1285" y="2881"/>
                  <a:pt x="1252" y="2814"/>
                  <a:pt x="1215" y="2746"/>
                </a:cubicBezTo>
                <a:lnTo>
                  <a:pt x="1215" y="2746"/>
                </a:lnTo>
                <a:cubicBezTo>
                  <a:pt x="1214" y="2743"/>
                  <a:pt x="1213" y="2740"/>
                  <a:pt x="1212" y="2736"/>
                </a:cubicBezTo>
                <a:cubicBezTo>
                  <a:pt x="1199" y="2702"/>
                  <a:pt x="1187" y="2668"/>
                  <a:pt x="1176" y="2635"/>
                </a:cubicBezTo>
                <a:cubicBezTo>
                  <a:pt x="1153" y="2559"/>
                  <a:pt x="1132" y="2481"/>
                  <a:pt x="1119" y="2403"/>
                </a:cubicBezTo>
                <a:cubicBezTo>
                  <a:pt x="1119" y="2401"/>
                  <a:pt x="1118" y="2399"/>
                  <a:pt x="1118" y="2397"/>
                </a:cubicBezTo>
                <a:lnTo>
                  <a:pt x="1118" y="2397"/>
                </a:lnTo>
                <a:cubicBezTo>
                  <a:pt x="1122" y="2365"/>
                  <a:pt x="1108" y="2315"/>
                  <a:pt x="1106" y="2283"/>
                </a:cubicBezTo>
                <a:cubicBezTo>
                  <a:pt x="1102" y="2203"/>
                  <a:pt x="1102" y="2123"/>
                  <a:pt x="1106" y="2043"/>
                </a:cubicBezTo>
                <a:cubicBezTo>
                  <a:pt x="1107" y="2033"/>
                  <a:pt x="1110" y="2004"/>
                  <a:pt x="1113" y="1978"/>
                </a:cubicBezTo>
                <a:lnTo>
                  <a:pt x="1113" y="1978"/>
                </a:lnTo>
                <a:cubicBezTo>
                  <a:pt x="1117" y="1953"/>
                  <a:pt x="1123" y="1911"/>
                  <a:pt x="1125" y="1899"/>
                </a:cubicBezTo>
                <a:cubicBezTo>
                  <a:pt x="1144" y="1813"/>
                  <a:pt x="1170" y="1731"/>
                  <a:pt x="1197" y="1647"/>
                </a:cubicBezTo>
                <a:cubicBezTo>
                  <a:pt x="1199" y="1642"/>
                  <a:pt x="1200" y="1637"/>
                  <a:pt x="1201" y="1634"/>
                </a:cubicBezTo>
                <a:lnTo>
                  <a:pt x="1201" y="1634"/>
                </a:lnTo>
                <a:cubicBezTo>
                  <a:pt x="1203" y="1630"/>
                  <a:pt x="1205" y="1626"/>
                  <a:pt x="1208" y="1621"/>
                </a:cubicBezTo>
                <a:cubicBezTo>
                  <a:pt x="1227" y="1583"/>
                  <a:pt x="1246" y="1543"/>
                  <a:pt x="1269" y="1507"/>
                </a:cubicBezTo>
                <a:cubicBezTo>
                  <a:pt x="1290" y="1470"/>
                  <a:pt x="1313" y="1434"/>
                  <a:pt x="1338" y="1398"/>
                </a:cubicBezTo>
                <a:cubicBezTo>
                  <a:pt x="1341" y="1394"/>
                  <a:pt x="1344" y="1390"/>
                  <a:pt x="1346" y="1386"/>
                </a:cubicBezTo>
                <a:lnTo>
                  <a:pt x="1346" y="1386"/>
                </a:lnTo>
                <a:cubicBezTo>
                  <a:pt x="1346" y="1386"/>
                  <a:pt x="1346" y="1386"/>
                  <a:pt x="1347" y="1385"/>
                </a:cubicBezTo>
                <a:cubicBezTo>
                  <a:pt x="1399" y="1329"/>
                  <a:pt x="1454" y="1275"/>
                  <a:pt x="1511" y="1223"/>
                </a:cubicBezTo>
                <a:lnTo>
                  <a:pt x="1511" y="1223"/>
                </a:lnTo>
                <a:cubicBezTo>
                  <a:pt x="1524" y="1213"/>
                  <a:pt x="1537" y="1203"/>
                  <a:pt x="1551" y="1194"/>
                </a:cubicBezTo>
                <a:cubicBezTo>
                  <a:pt x="1589" y="1170"/>
                  <a:pt x="1627" y="1147"/>
                  <a:pt x="1667" y="1126"/>
                </a:cubicBezTo>
                <a:cubicBezTo>
                  <a:pt x="1682" y="1119"/>
                  <a:pt x="1697" y="1111"/>
                  <a:pt x="1712" y="1103"/>
                </a:cubicBezTo>
                <a:lnTo>
                  <a:pt x="1712" y="1103"/>
                </a:lnTo>
                <a:cubicBezTo>
                  <a:pt x="1755" y="1090"/>
                  <a:pt x="1797" y="1075"/>
                  <a:pt x="1840" y="1063"/>
                </a:cubicBezTo>
                <a:cubicBezTo>
                  <a:pt x="1884" y="1050"/>
                  <a:pt x="1928" y="1042"/>
                  <a:pt x="1970" y="1031"/>
                </a:cubicBezTo>
                <a:cubicBezTo>
                  <a:pt x="1976" y="1030"/>
                  <a:pt x="1983" y="1028"/>
                  <a:pt x="1990" y="1026"/>
                </a:cubicBezTo>
                <a:lnTo>
                  <a:pt x="1990" y="1026"/>
                </a:lnTo>
                <a:cubicBezTo>
                  <a:pt x="2008" y="1025"/>
                  <a:pt x="2026" y="1024"/>
                  <a:pt x="2042" y="1023"/>
                </a:cubicBezTo>
                <a:cubicBezTo>
                  <a:pt x="2063" y="1021"/>
                  <a:pt x="2083" y="1018"/>
                  <a:pt x="2104" y="1015"/>
                </a:cubicBezTo>
                <a:lnTo>
                  <a:pt x="2104" y="1015"/>
                </a:lnTo>
                <a:cubicBezTo>
                  <a:pt x="2127" y="1013"/>
                  <a:pt x="2151" y="1010"/>
                  <a:pt x="2175" y="1006"/>
                </a:cubicBezTo>
                <a:cubicBezTo>
                  <a:pt x="2200" y="1002"/>
                  <a:pt x="2223" y="998"/>
                  <a:pt x="2248" y="996"/>
                </a:cubicBezTo>
                <a:lnTo>
                  <a:pt x="2248" y="996"/>
                </a:lnTo>
                <a:cubicBezTo>
                  <a:pt x="2202" y="1002"/>
                  <a:pt x="2186" y="1004"/>
                  <a:pt x="2186" y="1004"/>
                </a:cubicBezTo>
                <a:cubicBezTo>
                  <a:pt x="2187" y="1004"/>
                  <a:pt x="2227" y="999"/>
                  <a:pt x="2246" y="998"/>
                </a:cubicBezTo>
                <a:cubicBezTo>
                  <a:pt x="2293" y="996"/>
                  <a:pt x="2341" y="991"/>
                  <a:pt x="2387" y="989"/>
                </a:cubicBezTo>
                <a:close/>
                <a:moveTo>
                  <a:pt x="2431" y="0"/>
                </a:moveTo>
                <a:cubicBezTo>
                  <a:pt x="2283" y="0"/>
                  <a:pt x="2134" y="12"/>
                  <a:pt x="1987" y="33"/>
                </a:cubicBezTo>
                <a:lnTo>
                  <a:pt x="1987" y="33"/>
                </a:lnTo>
                <a:cubicBezTo>
                  <a:pt x="1519" y="79"/>
                  <a:pt x="1082" y="246"/>
                  <a:pt x="738" y="578"/>
                </a:cubicBezTo>
                <a:cubicBezTo>
                  <a:pt x="443" y="863"/>
                  <a:pt x="236" y="1259"/>
                  <a:pt x="158" y="1661"/>
                </a:cubicBezTo>
                <a:cubicBezTo>
                  <a:pt x="0" y="2477"/>
                  <a:pt x="228" y="3403"/>
                  <a:pt x="896" y="3941"/>
                </a:cubicBezTo>
                <a:cubicBezTo>
                  <a:pt x="1283" y="4251"/>
                  <a:pt x="1777" y="4404"/>
                  <a:pt x="2272" y="4404"/>
                </a:cubicBezTo>
                <a:cubicBezTo>
                  <a:pt x="2762" y="4404"/>
                  <a:pt x="3253" y="4255"/>
                  <a:pt x="3645" y="3962"/>
                </a:cubicBezTo>
                <a:cubicBezTo>
                  <a:pt x="4395" y="3401"/>
                  <a:pt x="4700" y="2409"/>
                  <a:pt x="4443" y="1512"/>
                </a:cubicBezTo>
                <a:cubicBezTo>
                  <a:pt x="4302" y="1025"/>
                  <a:pt x="4003" y="604"/>
                  <a:pt x="3582" y="321"/>
                </a:cubicBezTo>
                <a:cubicBezTo>
                  <a:pt x="3236" y="89"/>
                  <a:pt x="2836" y="0"/>
                  <a:pt x="2431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7" name="Google Shape;397;p2"/>
          <p:cNvSpPr/>
          <p:nvPr/>
        </p:nvSpPr>
        <p:spPr>
          <a:xfrm>
            <a:off x="7779875" y="814163"/>
            <a:ext cx="176025" cy="165050"/>
          </a:xfrm>
          <a:custGeom>
            <a:rect b="b" l="l" r="r" t="t"/>
            <a:pathLst>
              <a:path extrusionOk="0" h="6602" w="7041">
                <a:moveTo>
                  <a:pt x="4935" y="1378"/>
                </a:moveTo>
                <a:cubicBezTo>
                  <a:pt x="4939" y="1380"/>
                  <a:pt x="4948" y="1387"/>
                  <a:pt x="4965" y="1400"/>
                </a:cubicBezTo>
                <a:cubicBezTo>
                  <a:pt x="4955" y="1392"/>
                  <a:pt x="4945" y="1385"/>
                  <a:pt x="4935" y="1378"/>
                </a:cubicBezTo>
                <a:close/>
                <a:moveTo>
                  <a:pt x="1630" y="1762"/>
                </a:moveTo>
                <a:lnTo>
                  <a:pt x="1630" y="1762"/>
                </a:lnTo>
                <a:cubicBezTo>
                  <a:pt x="1621" y="1773"/>
                  <a:pt x="1618" y="1778"/>
                  <a:pt x="1618" y="1778"/>
                </a:cubicBezTo>
                <a:cubicBezTo>
                  <a:pt x="1618" y="1778"/>
                  <a:pt x="1623" y="1771"/>
                  <a:pt x="1630" y="1762"/>
                </a:cubicBezTo>
                <a:close/>
                <a:moveTo>
                  <a:pt x="3639" y="986"/>
                </a:moveTo>
                <a:cubicBezTo>
                  <a:pt x="4036" y="986"/>
                  <a:pt x="4418" y="1072"/>
                  <a:pt x="4734" y="1250"/>
                </a:cubicBezTo>
                <a:cubicBezTo>
                  <a:pt x="4786" y="1280"/>
                  <a:pt x="4839" y="1313"/>
                  <a:pt x="4890" y="1347"/>
                </a:cubicBezTo>
                <a:cubicBezTo>
                  <a:pt x="4906" y="1357"/>
                  <a:pt x="4921" y="1367"/>
                  <a:pt x="4935" y="1378"/>
                </a:cubicBezTo>
                <a:lnTo>
                  <a:pt x="4935" y="1378"/>
                </a:lnTo>
                <a:cubicBezTo>
                  <a:pt x="4934" y="1377"/>
                  <a:pt x="4933" y="1376"/>
                  <a:pt x="4933" y="1376"/>
                </a:cubicBezTo>
                <a:lnTo>
                  <a:pt x="4933" y="1376"/>
                </a:lnTo>
                <a:cubicBezTo>
                  <a:pt x="4934" y="1376"/>
                  <a:pt x="4964" y="1397"/>
                  <a:pt x="4972" y="1404"/>
                </a:cubicBezTo>
                <a:cubicBezTo>
                  <a:pt x="5081" y="1495"/>
                  <a:pt x="5182" y="1594"/>
                  <a:pt x="5275" y="1701"/>
                </a:cubicBezTo>
                <a:cubicBezTo>
                  <a:pt x="5296" y="1724"/>
                  <a:pt x="5315" y="1747"/>
                  <a:pt x="5332" y="1771"/>
                </a:cubicBezTo>
                <a:cubicBezTo>
                  <a:pt x="5336" y="1776"/>
                  <a:pt x="5339" y="1780"/>
                  <a:pt x="5342" y="1782"/>
                </a:cubicBezTo>
                <a:lnTo>
                  <a:pt x="5342" y="1782"/>
                </a:lnTo>
                <a:cubicBezTo>
                  <a:pt x="5378" y="1835"/>
                  <a:pt x="5414" y="1889"/>
                  <a:pt x="5446" y="1943"/>
                </a:cubicBezTo>
                <a:cubicBezTo>
                  <a:pt x="5477" y="1994"/>
                  <a:pt x="5507" y="2045"/>
                  <a:pt x="5534" y="2097"/>
                </a:cubicBezTo>
                <a:cubicBezTo>
                  <a:pt x="5548" y="2126"/>
                  <a:pt x="5603" y="2244"/>
                  <a:pt x="5604" y="2244"/>
                </a:cubicBezTo>
                <a:cubicBezTo>
                  <a:pt x="5605" y="2244"/>
                  <a:pt x="5604" y="2244"/>
                  <a:pt x="5604" y="2242"/>
                </a:cubicBezTo>
                <a:lnTo>
                  <a:pt x="5604" y="2242"/>
                </a:lnTo>
                <a:cubicBezTo>
                  <a:pt x="5646" y="2347"/>
                  <a:pt x="5682" y="2454"/>
                  <a:pt x="5711" y="2561"/>
                </a:cubicBezTo>
                <a:cubicBezTo>
                  <a:pt x="5726" y="2620"/>
                  <a:pt x="5741" y="2679"/>
                  <a:pt x="5751" y="2738"/>
                </a:cubicBezTo>
                <a:cubicBezTo>
                  <a:pt x="5756" y="2758"/>
                  <a:pt x="5778" y="2901"/>
                  <a:pt x="5781" y="2901"/>
                </a:cubicBezTo>
                <a:cubicBezTo>
                  <a:pt x="5781" y="2901"/>
                  <a:pt x="5781" y="2892"/>
                  <a:pt x="5779" y="2872"/>
                </a:cubicBezTo>
                <a:lnTo>
                  <a:pt x="5779" y="2872"/>
                </a:lnTo>
                <a:cubicBezTo>
                  <a:pt x="5793" y="2999"/>
                  <a:pt x="5800" y="3127"/>
                  <a:pt x="5800" y="3256"/>
                </a:cubicBezTo>
                <a:cubicBezTo>
                  <a:pt x="5798" y="3323"/>
                  <a:pt x="5796" y="3393"/>
                  <a:pt x="5791" y="3460"/>
                </a:cubicBezTo>
                <a:cubicBezTo>
                  <a:pt x="5787" y="3518"/>
                  <a:pt x="5781" y="3572"/>
                  <a:pt x="5780" y="3582"/>
                </a:cubicBezTo>
                <a:lnTo>
                  <a:pt x="5780" y="3582"/>
                </a:lnTo>
                <a:cubicBezTo>
                  <a:pt x="5759" y="3706"/>
                  <a:pt x="5734" y="3831"/>
                  <a:pt x="5699" y="3953"/>
                </a:cubicBezTo>
                <a:cubicBezTo>
                  <a:pt x="5682" y="4012"/>
                  <a:pt x="5663" y="4069"/>
                  <a:pt x="5642" y="4126"/>
                </a:cubicBezTo>
                <a:cubicBezTo>
                  <a:pt x="5631" y="4155"/>
                  <a:pt x="5621" y="4183"/>
                  <a:pt x="5610" y="4212"/>
                </a:cubicBezTo>
                <a:cubicBezTo>
                  <a:pt x="5606" y="4223"/>
                  <a:pt x="5602" y="4232"/>
                  <a:pt x="5600" y="4238"/>
                </a:cubicBezTo>
                <a:lnTo>
                  <a:pt x="5600" y="4238"/>
                </a:lnTo>
                <a:cubicBezTo>
                  <a:pt x="5597" y="4244"/>
                  <a:pt x="5593" y="4252"/>
                  <a:pt x="5589" y="4261"/>
                </a:cubicBezTo>
                <a:cubicBezTo>
                  <a:pt x="5534" y="4370"/>
                  <a:pt x="5477" y="4478"/>
                  <a:pt x="5412" y="4581"/>
                </a:cubicBezTo>
                <a:cubicBezTo>
                  <a:pt x="5311" y="4737"/>
                  <a:pt x="5324" y="4720"/>
                  <a:pt x="5189" y="4863"/>
                </a:cubicBezTo>
                <a:cubicBezTo>
                  <a:pt x="4814" y="5261"/>
                  <a:pt x="4355" y="5476"/>
                  <a:pt x="3756" y="5573"/>
                </a:cubicBezTo>
                <a:cubicBezTo>
                  <a:pt x="3620" y="5595"/>
                  <a:pt x="3482" y="5605"/>
                  <a:pt x="3344" y="5605"/>
                </a:cubicBezTo>
                <a:cubicBezTo>
                  <a:pt x="2954" y="5605"/>
                  <a:pt x="2572" y="5519"/>
                  <a:pt x="2265" y="5346"/>
                </a:cubicBezTo>
                <a:cubicBezTo>
                  <a:pt x="2214" y="5316"/>
                  <a:pt x="2164" y="5285"/>
                  <a:pt x="2113" y="5253"/>
                </a:cubicBezTo>
                <a:cubicBezTo>
                  <a:pt x="2098" y="5243"/>
                  <a:pt x="2015" y="5180"/>
                  <a:pt x="2013" y="5180"/>
                </a:cubicBezTo>
                <a:lnTo>
                  <a:pt x="2013" y="5180"/>
                </a:lnTo>
                <a:cubicBezTo>
                  <a:pt x="2013" y="5180"/>
                  <a:pt x="2019" y="5186"/>
                  <a:pt x="2037" y="5200"/>
                </a:cubicBezTo>
                <a:cubicBezTo>
                  <a:pt x="1930" y="5114"/>
                  <a:pt x="1831" y="5019"/>
                  <a:pt x="1740" y="4916"/>
                </a:cubicBezTo>
                <a:cubicBezTo>
                  <a:pt x="1728" y="4902"/>
                  <a:pt x="1675" y="4837"/>
                  <a:pt x="1657" y="4816"/>
                </a:cubicBezTo>
                <a:lnTo>
                  <a:pt x="1657" y="4816"/>
                </a:lnTo>
                <a:cubicBezTo>
                  <a:pt x="1647" y="4801"/>
                  <a:pt x="1584" y="4711"/>
                  <a:pt x="1570" y="4688"/>
                </a:cubicBezTo>
                <a:cubicBezTo>
                  <a:pt x="1500" y="4579"/>
                  <a:pt x="1439" y="4465"/>
                  <a:pt x="1382" y="4347"/>
                </a:cubicBezTo>
                <a:cubicBezTo>
                  <a:pt x="1372" y="4327"/>
                  <a:pt x="1369" y="4322"/>
                  <a:pt x="1368" y="4322"/>
                </a:cubicBezTo>
                <a:lnTo>
                  <a:pt x="1368" y="4322"/>
                </a:lnTo>
                <a:cubicBezTo>
                  <a:pt x="1368" y="4322"/>
                  <a:pt x="1368" y="4322"/>
                  <a:pt x="1368" y="4322"/>
                </a:cubicBezTo>
                <a:lnTo>
                  <a:pt x="1368" y="4322"/>
                </a:lnTo>
                <a:cubicBezTo>
                  <a:pt x="1366" y="4315"/>
                  <a:pt x="1360" y="4299"/>
                  <a:pt x="1348" y="4265"/>
                </a:cubicBezTo>
                <a:cubicBezTo>
                  <a:pt x="1329" y="4210"/>
                  <a:pt x="1308" y="4155"/>
                  <a:pt x="1291" y="4101"/>
                </a:cubicBezTo>
                <a:cubicBezTo>
                  <a:pt x="1251" y="3974"/>
                  <a:pt x="1220" y="3848"/>
                  <a:pt x="1197" y="3717"/>
                </a:cubicBezTo>
                <a:cubicBezTo>
                  <a:pt x="1192" y="3696"/>
                  <a:pt x="1179" y="3596"/>
                  <a:pt x="1178" y="3596"/>
                </a:cubicBezTo>
                <a:lnTo>
                  <a:pt x="1178" y="3596"/>
                </a:lnTo>
                <a:cubicBezTo>
                  <a:pt x="1178" y="3596"/>
                  <a:pt x="1179" y="3606"/>
                  <a:pt x="1182" y="3633"/>
                </a:cubicBezTo>
                <a:cubicBezTo>
                  <a:pt x="1173" y="3568"/>
                  <a:pt x="1167" y="3502"/>
                  <a:pt x="1165" y="3437"/>
                </a:cubicBezTo>
                <a:cubicBezTo>
                  <a:pt x="1157" y="3304"/>
                  <a:pt x="1157" y="3174"/>
                  <a:pt x="1165" y="3041"/>
                </a:cubicBezTo>
                <a:cubicBezTo>
                  <a:pt x="1167" y="3011"/>
                  <a:pt x="1179" y="2898"/>
                  <a:pt x="1181" y="2870"/>
                </a:cubicBezTo>
                <a:lnTo>
                  <a:pt x="1181" y="2870"/>
                </a:lnTo>
                <a:cubicBezTo>
                  <a:pt x="1186" y="2847"/>
                  <a:pt x="1203" y="2750"/>
                  <a:pt x="1209" y="2721"/>
                </a:cubicBezTo>
                <a:cubicBezTo>
                  <a:pt x="1239" y="2580"/>
                  <a:pt x="1281" y="2443"/>
                  <a:pt x="1327" y="2306"/>
                </a:cubicBezTo>
                <a:cubicBezTo>
                  <a:pt x="1342" y="2262"/>
                  <a:pt x="1345" y="2248"/>
                  <a:pt x="1346" y="2244"/>
                </a:cubicBezTo>
                <a:lnTo>
                  <a:pt x="1346" y="2244"/>
                </a:lnTo>
                <a:cubicBezTo>
                  <a:pt x="1348" y="2241"/>
                  <a:pt x="1355" y="2229"/>
                  <a:pt x="1376" y="2188"/>
                </a:cubicBezTo>
                <a:cubicBezTo>
                  <a:pt x="1407" y="2125"/>
                  <a:pt x="1439" y="2059"/>
                  <a:pt x="1475" y="1998"/>
                </a:cubicBezTo>
                <a:cubicBezTo>
                  <a:pt x="1511" y="1937"/>
                  <a:pt x="1551" y="1878"/>
                  <a:pt x="1588" y="1819"/>
                </a:cubicBezTo>
                <a:cubicBezTo>
                  <a:pt x="1603" y="1799"/>
                  <a:pt x="1618" y="1779"/>
                  <a:pt x="1632" y="1759"/>
                </a:cubicBezTo>
                <a:lnTo>
                  <a:pt x="1632" y="1759"/>
                </a:lnTo>
                <a:cubicBezTo>
                  <a:pt x="1639" y="1751"/>
                  <a:pt x="1646" y="1741"/>
                  <a:pt x="1654" y="1733"/>
                </a:cubicBezTo>
                <a:cubicBezTo>
                  <a:pt x="1744" y="1632"/>
                  <a:pt x="1839" y="1535"/>
                  <a:pt x="1945" y="1446"/>
                </a:cubicBezTo>
                <a:cubicBezTo>
                  <a:pt x="1949" y="1443"/>
                  <a:pt x="1952" y="1440"/>
                  <a:pt x="1955" y="1437"/>
                </a:cubicBezTo>
                <a:lnTo>
                  <a:pt x="1955" y="1437"/>
                </a:lnTo>
                <a:cubicBezTo>
                  <a:pt x="1958" y="1435"/>
                  <a:pt x="1960" y="1434"/>
                  <a:pt x="1963" y="1431"/>
                </a:cubicBezTo>
                <a:cubicBezTo>
                  <a:pt x="1993" y="1410"/>
                  <a:pt x="2022" y="1389"/>
                  <a:pt x="2054" y="1370"/>
                </a:cubicBezTo>
                <a:cubicBezTo>
                  <a:pt x="2115" y="1328"/>
                  <a:pt x="2180" y="1292"/>
                  <a:pt x="2246" y="1257"/>
                </a:cubicBezTo>
                <a:cubicBezTo>
                  <a:pt x="2372" y="1191"/>
                  <a:pt x="2412" y="1174"/>
                  <a:pt x="2604" y="1120"/>
                </a:cubicBezTo>
                <a:cubicBezTo>
                  <a:pt x="2802" y="1065"/>
                  <a:pt x="2859" y="1059"/>
                  <a:pt x="3023" y="1044"/>
                </a:cubicBezTo>
                <a:cubicBezTo>
                  <a:pt x="3046" y="1042"/>
                  <a:pt x="3069" y="1039"/>
                  <a:pt x="3092" y="1035"/>
                </a:cubicBezTo>
                <a:lnTo>
                  <a:pt x="3092" y="1035"/>
                </a:lnTo>
                <a:cubicBezTo>
                  <a:pt x="3113" y="1033"/>
                  <a:pt x="3134" y="1031"/>
                  <a:pt x="3156" y="1027"/>
                </a:cubicBezTo>
                <a:cubicBezTo>
                  <a:pt x="3317" y="1000"/>
                  <a:pt x="3479" y="986"/>
                  <a:pt x="3639" y="986"/>
                </a:cubicBezTo>
                <a:close/>
                <a:moveTo>
                  <a:pt x="3656" y="0"/>
                </a:moveTo>
                <a:cubicBezTo>
                  <a:pt x="3424" y="0"/>
                  <a:pt x="3191" y="20"/>
                  <a:pt x="2962" y="55"/>
                </a:cubicBezTo>
                <a:lnTo>
                  <a:pt x="2962" y="55"/>
                </a:lnTo>
                <a:cubicBezTo>
                  <a:pt x="1592" y="189"/>
                  <a:pt x="506" y="1128"/>
                  <a:pt x="238" y="2500"/>
                </a:cubicBezTo>
                <a:cubicBezTo>
                  <a:pt x="0" y="3730"/>
                  <a:pt x="360" y="5131"/>
                  <a:pt x="1367" y="5933"/>
                </a:cubicBezTo>
                <a:cubicBezTo>
                  <a:pt x="1934" y="6385"/>
                  <a:pt x="2656" y="6602"/>
                  <a:pt x="3382" y="6602"/>
                </a:cubicBezTo>
                <a:cubicBezTo>
                  <a:pt x="4138" y="6602"/>
                  <a:pt x="4898" y="6367"/>
                  <a:pt x="5494" y="5917"/>
                </a:cubicBezTo>
                <a:cubicBezTo>
                  <a:pt x="6607" y="5078"/>
                  <a:pt x="7041" y="3580"/>
                  <a:pt x="6659" y="2253"/>
                </a:cubicBezTo>
                <a:cubicBezTo>
                  <a:pt x="6453" y="1537"/>
                  <a:pt x="6015" y="905"/>
                  <a:pt x="5393" y="488"/>
                </a:cubicBezTo>
                <a:cubicBezTo>
                  <a:pt x="4872" y="137"/>
                  <a:pt x="4267" y="0"/>
                  <a:pt x="3656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" name="Google Shape;398;p2"/>
          <p:cNvSpPr/>
          <p:nvPr/>
        </p:nvSpPr>
        <p:spPr>
          <a:xfrm>
            <a:off x="5766725" y="3739000"/>
            <a:ext cx="388400" cy="411925"/>
          </a:xfrm>
          <a:custGeom>
            <a:rect b="b" l="l" r="r" t="t"/>
            <a:pathLst>
              <a:path extrusionOk="0" h="16477" w="15536">
                <a:moveTo>
                  <a:pt x="6847" y="1663"/>
                </a:moveTo>
                <a:cubicBezTo>
                  <a:pt x="7694" y="2699"/>
                  <a:pt x="8474" y="3796"/>
                  <a:pt x="9217" y="4915"/>
                </a:cubicBezTo>
                <a:lnTo>
                  <a:pt x="9217" y="4915"/>
                </a:lnTo>
                <a:cubicBezTo>
                  <a:pt x="8312" y="5132"/>
                  <a:pt x="7406" y="5345"/>
                  <a:pt x="6499" y="5555"/>
                </a:cubicBezTo>
                <a:lnTo>
                  <a:pt x="6499" y="5555"/>
                </a:lnTo>
                <a:cubicBezTo>
                  <a:pt x="6577" y="4254"/>
                  <a:pt x="6686" y="2956"/>
                  <a:pt x="6847" y="1663"/>
                </a:cubicBezTo>
                <a:close/>
                <a:moveTo>
                  <a:pt x="13631" y="4832"/>
                </a:moveTo>
                <a:cubicBezTo>
                  <a:pt x="13054" y="5635"/>
                  <a:pt x="12464" y="6428"/>
                  <a:pt x="11865" y="7213"/>
                </a:cubicBezTo>
                <a:lnTo>
                  <a:pt x="11865" y="7213"/>
                </a:lnTo>
                <a:cubicBezTo>
                  <a:pt x="11783" y="7081"/>
                  <a:pt x="11700" y="6949"/>
                  <a:pt x="11617" y="6817"/>
                </a:cubicBezTo>
                <a:cubicBezTo>
                  <a:pt x="11353" y="6396"/>
                  <a:pt x="11086" y="5973"/>
                  <a:pt x="10816" y="5552"/>
                </a:cubicBezTo>
                <a:lnTo>
                  <a:pt x="10816" y="5552"/>
                </a:lnTo>
                <a:cubicBezTo>
                  <a:pt x="11756" y="5320"/>
                  <a:pt x="12695" y="5082"/>
                  <a:pt x="13631" y="4832"/>
                </a:cubicBezTo>
                <a:close/>
                <a:moveTo>
                  <a:pt x="5447" y="6821"/>
                </a:moveTo>
                <a:lnTo>
                  <a:pt x="5447" y="6821"/>
                </a:lnTo>
                <a:cubicBezTo>
                  <a:pt x="5412" y="7578"/>
                  <a:pt x="5383" y="8337"/>
                  <a:pt x="5358" y="9095"/>
                </a:cubicBezTo>
                <a:lnTo>
                  <a:pt x="5358" y="9095"/>
                </a:lnTo>
                <a:cubicBezTo>
                  <a:pt x="4278" y="8603"/>
                  <a:pt x="3200" y="8103"/>
                  <a:pt x="2127" y="7595"/>
                </a:cubicBezTo>
                <a:lnTo>
                  <a:pt x="2127" y="7595"/>
                </a:lnTo>
                <a:cubicBezTo>
                  <a:pt x="3233" y="7333"/>
                  <a:pt x="4340" y="7077"/>
                  <a:pt x="5447" y="6821"/>
                </a:cubicBezTo>
                <a:close/>
                <a:moveTo>
                  <a:pt x="9795" y="5801"/>
                </a:moveTo>
                <a:cubicBezTo>
                  <a:pt x="10147" y="6347"/>
                  <a:pt x="10492" y="6896"/>
                  <a:pt x="10833" y="7443"/>
                </a:cubicBezTo>
                <a:cubicBezTo>
                  <a:pt x="10961" y="7647"/>
                  <a:pt x="11089" y="7852"/>
                  <a:pt x="11216" y="8057"/>
                </a:cubicBezTo>
                <a:lnTo>
                  <a:pt x="11216" y="8057"/>
                </a:lnTo>
                <a:cubicBezTo>
                  <a:pt x="10515" y="8963"/>
                  <a:pt x="9804" y="9861"/>
                  <a:pt x="9090" y="10757"/>
                </a:cubicBezTo>
                <a:lnTo>
                  <a:pt x="9090" y="10757"/>
                </a:lnTo>
                <a:cubicBezTo>
                  <a:pt x="8168" y="10356"/>
                  <a:pt x="7249" y="9949"/>
                  <a:pt x="6332" y="9536"/>
                </a:cubicBezTo>
                <a:lnTo>
                  <a:pt x="6332" y="9536"/>
                </a:lnTo>
                <a:cubicBezTo>
                  <a:pt x="6362" y="8553"/>
                  <a:pt x="6396" y="7571"/>
                  <a:pt x="6443" y="6590"/>
                </a:cubicBezTo>
                <a:lnTo>
                  <a:pt x="6443" y="6590"/>
                </a:lnTo>
                <a:cubicBezTo>
                  <a:pt x="7562" y="6331"/>
                  <a:pt x="8679" y="6070"/>
                  <a:pt x="9795" y="5801"/>
                </a:cubicBezTo>
                <a:close/>
                <a:moveTo>
                  <a:pt x="11771" y="8958"/>
                </a:moveTo>
                <a:cubicBezTo>
                  <a:pt x="12536" y="10214"/>
                  <a:pt x="13278" y="11491"/>
                  <a:pt x="13947" y="12799"/>
                </a:cubicBezTo>
                <a:lnTo>
                  <a:pt x="13947" y="12799"/>
                </a:lnTo>
                <a:cubicBezTo>
                  <a:pt x="12637" y="12267"/>
                  <a:pt x="11332" y="11721"/>
                  <a:pt x="10032" y="11163"/>
                </a:cubicBezTo>
                <a:lnTo>
                  <a:pt x="10032" y="11163"/>
                </a:lnTo>
                <a:cubicBezTo>
                  <a:pt x="10616" y="10431"/>
                  <a:pt x="11196" y="9697"/>
                  <a:pt x="11771" y="8958"/>
                </a:cubicBezTo>
                <a:close/>
                <a:moveTo>
                  <a:pt x="6300" y="10607"/>
                </a:moveTo>
                <a:cubicBezTo>
                  <a:pt x="7016" y="10927"/>
                  <a:pt x="7732" y="11244"/>
                  <a:pt x="8451" y="11557"/>
                </a:cubicBezTo>
                <a:lnTo>
                  <a:pt x="8451" y="11557"/>
                </a:lnTo>
                <a:cubicBezTo>
                  <a:pt x="7691" y="12508"/>
                  <a:pt x="6929" y="13457"/>
                  <a:pt x="6174" y="14413"/>
                </a:cubicBezTo>
                <a:lnTo>
                  <a:pt x="6174" y="14413"/>
                </a:lnTo>
                <a:cubicBezTo>
                  <a:pt x="6229" y="13146"/>
                  <a:pt x="6264" y="11877"/>
                  <a:pt x="6300" y="10607"/>
                </a:cubicBezTo>
                <a:close/>
                <a:moveTo>
                  <a:pt x="6513" y="1"/>
                </a:moveTo>
                <a:cubicBezTo>
                  <a:pt x="6290" y="1"/>
                  <a:pt x="6060" y="131"/>
                  <a:pt x="6026" y="362"/>
                </a:cubicBezTo>
                <a:cubicBezTo>
                  <a:pt x="5760" y="2163"/>
                  <a:pt x="5604" y="3972"/>
                  <a:pt x="5501" y="5786"/>
                </a:cubicBezTo>
                <a:lnTo>
                  <a:pt x="5501" y="5786"/>
                </a:lnTo>
                <a:cubicBezTo>
                  <a:pt x="3837" y="6171"/>
                  <a:pt x="2172" y="6555"/>
                  <a:pt x="511" y="6958"/>
                </a:cubicBezTo>
                <a:cubicBezTo>
                  <a:pt x="115" y="7055"/>
                  <a:pt x="1" y="7681"/>
                  <a:pt x="393" y="7868"/>
                </a:cubicBezTo>
                <a:cubicBezTo>
                  <a:pt x="2028" y="8652"/>
                  <a:pt x="3672" y="9419"/>
                  <a:pt x="5324" y="10167"/>
                </a:cubicBezTo>
                <a:lnTo>
                  <a:pt x="5324" y="10167"/>
                </a:lnTo>
                <a:cubicBezTo>
                  <a:pt x="5265" y="12097"/>
                  <a:pt x="5213" y="14027"/>
                  <a:pt x="5099" y="15951"/>
                </a:cubicBezTo>
                <a:cubicBezTo>
                  <a:pt x="5085" y="16196"/>
                  <a:pt x="5221" y="16347"/>
                  <a:pt x="5397" y="16404"/>
                </a:cubicBezTo>
                <a:lnTo>
                  <a:pt x="5397" y="16404"/>
                </a:lnTo>
                <a:cubicBezTo>
                  <a:pt x="5468" y="16450"/>
                  <a:pt x="5548" y="16477"/>
                  <a:pt x="5628" y="16477"/>
                </a:cubicBezTo>
                <a:cubicBezTo>
                  <a:pt x="5740" y="16477"/>
                  <a:pt x="5853" y="16426"/>
                  <a:pt x="5948" y="16303"/>
                </a:cubicBezTo>
                <a:cubicBezTo>
                  <a:pt x="7084" y="14845"/>
                  <a:pt x="8241" y="13406"/>
                  <a:pt x="9393" y="11965"/>
                </a:cubicBezTo>
                <a:lnTo>
                  <a:pt x="9393" y="11965"/>
                </a:lnTo>
                <a:cubicBezTo>
                  <a:pt x="11196" y="12741"/>
                  <a:pt x="13009" y="13494"/>
                  <a:pt x="14832" y="14222"/>
                </a:cubicBezTo>
                <a:cubicBezTo>
                  <a:pt x="14891" y="14245"/>
                  <a:pt x="14947" y="14256"/>
                  <a:pt x="14999" y="14256"/>
                </a:cubicBezTo>
                <a:cubicBezTo>
                  <a:pt x="15344" y="14256"/>
                  <a:pt x="15535" y="13791"/>
                  <a:pt x="15394" y="13491"/>
                </a:cubicBezTo>
                <a:cubicBezTo>
                  <a:pt x="14529" y="11640"/>
                  <a:pt x="13496" y="9859"/>
                  <a:pt x="12424" y="8114"/>
                </a:cubicBezTo>
                <a:lnTo>
                  <a:pt x="12424" y="8114"/>
                </a:lnTo>
                <a:cubicBezTo>
                  <a:pt x="13397" y="6844"/>
                  <a:pt x="14350" y="5557"/>
                  <a:pt x="15264" y="4238"/>
                </a:cubicBezTo>
                <a:cubicBezTo>
                  <a:pt x="15493" y="3909"/>
                  <a:pt x="15177" y="3491"/>
                  <a:pt x="14822" y="3491"/>
                </a:cubicBezTo>
                <a:cubicBezTo>
                  <a:pt x="14782" y="3491"/>
                  <a:pt x="14741" y="3496"/>
                  <a:pt x="14701" y="3507"/>
                </a:cubicBezTo>
                <a:cubicBezTo>
                  <a:pt x="13221" y="3921"/>
                  <a:pt x="11733" y="4302"/>
                  <a:pt x="10242" y="4667"/>
                </a:cubicBezTo>
                <a:lnTo>
                  <a:pt x="10242" y="4667"/>
                </a:lnTo>
                <a:cubicBezTo>
                  <a:pt x="9206" y="3091"/>
                  <a:pt x="8105" y="1549"/>
                  <a:pt x="6860" y="143"/>
                </a:cubicBezTo>
                <a:cubicBezTo>
                  <a:pt x="6774" y="46"/>
                  <a:pt x="6645" y="1"/>
                  <a:pt x="6513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9" name="Google Shape;399;p2"/>
          <p:cNvSpPr/>
          <p:nvPr/>
        </p:nvSpPr>
        <p:spPr>
          <a:xfrm>
            <a:off x="1494125" y="941313"/>
            <a:ext cx="146125" cy="136975"/>
          </a:xfrm>
          <a:custGeom>
            <a:rect b="b" l="l" r="r" t="t"/>
            <a:pathLst>
              <a:path extrusionOk="0" h="5479" w="5845">
                <a:moveTo>
                  <a:pt x="3075" y="4462"/>
                </a:moveTo>
                <a:cubicBezTo>
                  <a:pt x="3073" y="4462"/>
                  <a:pt x="3072" y="4463"/>
                  <a:pt x="3071" y="4463"/>
                </a:cubicBezTo>
                <a:lnTo>
                  <a:pt x="3071" y="4463"/>
                </a:lnTo>
                <a:cubicBezTo>
                  <a:pt x="3072" y="4463"/>
                  <a:pt x="3073" y="4462"/>
                  <a:pt x="3075" y="4462"/>
                </a:cubicBezTo>
                <a:close/>
                <a:moveTo>
                  <a:pt x="3051" y="4466"/>
                </a:moveTo>
                <a:cubicBezTo>
                  <a:pt x="3036" y="4468"/>
                  <a:pt x="3030" y="4469"/>
                  <a:pt x="3030" y="4469"/>
                </a:cubicBezTo>
                <a:cubicBezTo>
                  <a:pt x="3030" y="4469"/>
                  <a:pt x="3040" y="4467"/>
                  <a:pt x="3051" y="4466"/>
                </a:cubicBezTo>
                <a:close/>
                <a:moveTo>
                  <a:pt x="3032" y="988"/>
                </a:moveTo>
                <a:cubicBezTo>
                  <a:pt x="3081" y="988"/>
                  <a:pt x="3130" y="990"/>
                  <a:pt x="3180" y="993"/>
                </a:cubicBezTo>
                <a:cubicBezTo>
                  <a:pt x="3209" y="995"/>
                  <a:pt x="3237" y="997"/>
                  <a:pt x="3266" y="999"/>
                </a:cubicBezTo>
                <a:cubicBezTo>
                  <a:pt x="3274" y="999"/>
                  <a:pt x="3280" y="999"/>
                  <a:pt x="3284" y="1000"/>
                </a:cubicBezTo>
                <a:lnTo>
                  <a:pt x="3284" y="1000"/>
                </a:lnTo>
                <a:cubicBezTo>
                  <a:pt x="3395" y="1021"/>
                  <a:pt x="3505" y="1046"/>
                  <a:pt x="3612" y="1081"/>
                </a:cubicBezTo>
                <a:cubicBezTo>
                  <a:pt x="3641" y="1090"/>
                  <a:pt x="3709" y="1119"/>
                  <a:pt x="3711" y="1119"/>
                </a:cubicBezTo>
                <a:cubicBezTo>
                  <a:pt x="3712" y="1119"/>
                  <a:pt x="3702" y="1114"/>
                  <a:pt x="3673" y="1100"/>
                </a:cubicBezTo>
                <a:lnTo>
                  <a:pt x="3673" y="1100"/>
                </a:lnTo>
                <a:cubicBezTo>
                  <a:pt x="3730" y="1125"/>
                  <a:pt x="3787" y="1153"/>
                  <a:pt x="3841" y="1184"/>
                </a:cubicBezTo>
                <a:cubicBezTo>
                  <a:pt x="3883" y="1208"/>
                  <a:pt x="3923" y="1235"/>
                  <a:pt x="3966" y="1262"/>
                </a:cubicBezTo>
                <a:cubicBezTo>
                  <a:pt x="3985" y="1274"/>
                  <a:pt x="3997" y="1281"/>
                  <a:pt x="4005" y="1285"/>
                </a:cubicBezTo>
                <a:lnTo>
                  <a:pt x="4005" y="1285"/>
                </a:lnTo>
                <a:cubicBezTo>
                  <a:pt x="4007" y="1287"/>
                  <a:pt x="4009" y="1289"/>
                  <a:pt x="4012" y="1292"/>
                </a:cubicBezTo>
                <a:cubicBezTo>
                  <a:pt x="4096" y="1368"/>
                  <a:pt x="4181" y="1443"/>
                  <a:pt x="4254" y="1530"/>
                </a:cubicBezTo>
                <a:cubicBezTo>
                  <a:pt x="4264" y="1542"/>
                  <a:pt x="4273" y="1553"/>
                  <a:pt x="4283" y="1565"/>
                </a:cubicBezTo>
                <a:lnTo>
                  <a:pt x="4283" y="1565"/>
                </a:lnTo>
                <a:cubicBezTo>
                  <a:pt x="4284" y="1566"/>
                  <a:pt x="4285" y="1568"/>
                  <a:pt x="4286" y="1570"/>
                </a:cubicBezTo>
                <a:cubicBezTo>
                  <a:pt x="4315" y="1614"/>
                  <a:pt x="4347" y="1656"/>
                  <a:pt x="4374" y="1703"/>
                </a:cubicBezTo>
                <a:cubicBezTo>
                  <a:pt x="4400" y="1743"/>
                  <a:pt x="4423" y="1785"/>
                  <a:pt x="4444" y="1827"/>
                </a:cubicBezTo>
                <a:cubicBezTo>
                  <a:pt x="4458" y="1852"/>
                  <a:pt x="4499" y="1948"/>
                  <a:pt x="4501" y="1948"/>
                </a:cubicBezTo>
                <a:cubicBezTo>
                  <a:pt x="4501" y="1948"/>
                  <a:pt x="4497" y="1936"/>
                  <a:pt x="4484" y="1903"/>
                </a:cubicBezTo>
                <a:lnTo>
                  <a:pt x="4484" y="1903"/>
                </a:lnTo>
                <a:cubicBezTo>
                  <a:pt x="4520" y="1991"/>
                  <a:pt x="4551" y="2082"/>
                  <a:pt x="4577" y="2174"/>
                </a:cubicBezTo>
                <a:cubicBezTo>
                  <a:pt x="4589" y="2221"/>
                  <a:pt x="4600" y="2267"/>
                  <a:pt x="4610" y="2314"/>
                </a:cubicBezTo>
                <a:cubicBezTo>
                  <a:pt x="4616" y="2344"/>
                  <a:pt x="4628" y="2444"/>
                  <a:pt x="4630" y="2444"/>
                </a:cubicBezTo>
                <a:cubicBezTo>
                  <a:pt x="4631" y="2444"/>
                  <a:pt x="4630" y="2431"/>
                  <a:pt x="4627" y="2396"/>
                </a:cubicBezTo>
                <a:lnTo>
                  <a:pt x="4627" y="2396"/>
                </a:lnTo>
                <a:cubicBezTo>
                  <a:pt x="4636" y="2497"/>
                  <a:pt x="4644" y="2600"/>
                  <a:pt x="4644" y="2703"/>
                </a:cubicBezTo>
                <a:cubicBezTo>
                  <a:pt x="4642" y="2756"/>
                  <a:pt x="4642" y="2811"/>
                  <a:pt x="4638" y="2865"/>
                </a:cubicBezTo>
                <a:cubicBezTo>
                  <a:pt x="4636" y="2887"/>
                  <a:pt x="4632" y="2911"/>
                  <a:pt x="4631" y="2933"/>
                </a:cubicBezTo>
                <a:lnTo>
                  <a:pt x="4631" y="2933"/>
                </a:lnTo>
                <a:cubicBezTo>
                  <a:pt x="4631" y="2933"/>
                  <a:pt x="4631" y="2933"/>
                  <a:pt x="4631" y="2933"/>
                </a:cubicBezTo>
                <a:cubicBezTo>
                  <a:pt x="4614" y="3034"/>
                  <a:pt x="4596" y="3135"/>
                  <a:pt x="4566" y="3234"/>
                </a:cubicBezTo>
                <a:cubicBezTo>
                  <a:pt x="4553" y="3280"/>
                  <a:pt x="4537" y="3327"/>
                  <a:pt x="4522" y="3373"/>
                </a:cubicBezTo>
                <a:cubicBezTo>
                  <a:pt x="4513" y="3396"/>
                  <a:pt x="4503" y="3417"/>
                  <a:pt x="4497" y="3441"/>
                </a:cubicBezTo>
                <a:cubicBezTo>
                  <a:pt x="4496" y="3441"/>
                  <a:pt x="4496" y="3441"/>
                  <a:pt x="4496" y="3441"/>
                </a:cubicBezTo>
                <a:lnTo>
                  <a:pt x="4496" y="3441"/>
                </a:lnTo>
                <a:cubicBezTo>
                  <a:pt x="4494" y="3445"/>
                  <a:pt x="4491" y="3450"/>
                  <a:pt x="4488" y="3455"/>
                </a:cubicBezTo>
                <a:cubicBezTo>
                  <a:pt x="4440" y="3542"/>
                  <a:pt x="4400" y="3630"/>
                  <a:pt x="4347" y="3712"/>
                </a:cubicBezTo>
                <a:cubicBezTo>
                  <a:pt x="4337" y="3727"/>
                  <a:pt x="4283" y="3802"/>
                  <a:pt x="4272" y="3820"/>
                </a:cubicBezTo>
                <a:lnTo>
                  <a:pt x="4272" y="3820"/>
                </a:lnTo>
                <a:cubicBezTo>
                  <a:pt x="4267" y="3826"/>
                  <a:pt x="4263" y="3832"/>
                  <a:pt x="4261" y="3835"/>
                </a:cubicBezTo>
                <a:cubicBezTo>
                  <a:pt x="4235" y="3862"/>
                  <a:pt x="4210" y="3891"/>
                  <a:pt x="4185" y="3919"/>
                </a:cubicBezTo>
                <a:cubicBezTo>
                  <a:pt x="4151" y="3955"/>
                  <a:pt x="4115" y="3990"/>
                  <a:pt x="4077" y="4024"/>
                </a:cubicBezTo>
                <a:cubicBezTo>
                  <a:pt x="4063" y="4037"/>
                  <a:pt x="3977" y="4106"/>
                  <a:pt x="3981" y="4106"/>
                </a:cubicBezTo>
                <a:cubicBezTo>
                  <a:pt x="3982" y="4106"/>
                  <a:pt x="3992" y="4099"/>
                  <a:pt x="4016" y="4081"/>
                </a:cubicBezTo>
                <a:lnTo>
                  <a:pt x="4016" y="4081"/>
                </a:lnTo>
                <a:cubicBezTo>
                  <a:pt x="3919" y="4153"/>
                  <a:pt x="3818" y="4216"/>
                  <a:pt x="3713" y="4271"/>
                </a:cubicBezTo>
                <a:cubicBezTo>
                  <a:pt x="3692" y="4282"/>
                  <a:pt x="3605" y="4320"/>
                  <a:pt x="3609" y="4320"/>
                </a:cubicBezTo>
                <a:cubicBezTo>
                  <a:pt x="3609" y="4320"/>
                  <a:pt x="3609" y="4320"/>
                  <a:pt x="3611" y="4319"/>
                </a:cubicBezTo>
                <a:lnTo>
                  <a:pt x="3611" y="4319"/>
                </a:lnTo>
                <a:cubicBezTo>
                  <a:pt x="3569" y="4335"/>
                  <a:pt x="3527" y="4350"/>
                  <a:pt x="3483" y="4365"/>
                </a:cubicBezTo>
                <a:cubicBezTo>
                  <a:pt x="3353" y="4408"/>
                  <a:pt x="3218" y="4437"/>
                  <a:pt x="3083" y="4460"/>
                </a:cubicBezTo>
                <a:cubicBezTo>
                  <a:pt x="3075" y="4462"/>
                  <a:pt x="3068" y="4463"/>
                  <a:pt x="3062" y="4464"/>
                </a:cubicBezTo>
                <a:lnTo>
                  <a:pt x="3062" y="4464"/>
                </a:lnTo>
                <a:cubicBezTo>
                  <a:pt x="3028" y="4467"/>
                  <a:pt x="2994" y="4471"/>
                  <a:pt x="2959" y="4473"/>
                </a:cubicBezTo>
                <a:cubicBezTo>
                  <a:pt x="2900" y="4477"/>
                  <a:pt x="2841" y="4481"/>
                  <a:pt x="2782" y="4481"/>
                </a:cubicBezTo>
                <a:cubicBezTo>
                  <a:pt x="2718" y="4481"/>
                  <a:pt x="2653" y="4479"/>
                  <a:pt x="2590" y="4475"/>
                </a:cubicBezTo>
                <a:cubicBezTo>
                  <a:pt x="2563" y="4473"/>
                  <a:pt x="2536" y="4471"/>
                  <a:pt x="2509" y="4469"/>
                </a:cubicBezTo>
                <a:lnTo>
                  <a:pt x="2509" y="4469"/>
                </a:lnTo>
                <a:cubicBezTo>
                  <a:pt x="2506" y="4468"/>
                  <a:pt x="2503" y="4467"/>
                  <a:pt x="2499" y="4467"/>
                </a:cubicBezTo>
                <a:cubicBezTo>
                  <a:pt x="2392" y="4445"/>
                  <a:pt x="2287" y="4422"/>
                  <a:pt x="2181" y="4389"/>
                </a:cubicBezTo>
                <a:cubicBezTo>
                  <a:pt x="2154" y="4379"/>
                  <a:pt x="2102" y="4357"/>
                  <a:pt x="2090" y="4352"/>
                </a:cubicBezTo>
                <a:lnTo>
                  <a:pt x="2090" y="4352"/>
                </a:lnTo>
                <a:cubicBezTo>
                  <a:pt x="2048" y="4332"/>
                  <a:pt x="2007" y="4312"/>
                  <a:pt x="1966" y="4290"/>
                </a:cubicBezTo>
                <a:cubicBezTo>
                  <a:pt x="1924" y="4266"/>
                  <a:pt x="1884" y="4241"/>
                  <a:pt x="1844" y="4214"/>
                </a:cubicBezTo>
                <a:cubicBezTo>
                  <a:pt x="1820" y="4198"/>
                  <a:pt x="1770" y="4158"/>
                  <a:pt x="1769" y="4158"/>
                </a:cubicBezTo>
                <a:lnTo>
                  <a:pt x="1769" y="4158"/>
                </a:lnTo>
                <a:cubicBezTo>
                  <a:pt x="1769" y="4158"/>
                  <a:pt x="1769" y="4158"/>
                  <a:pt x="1770" y="4159"/>
                </a:cubicBezTo>
                <a:lnTo>
                  <a:pt x="1770" y="4159"/>
                </a:lnTo>
                <a:cubicBezTo>
                  <a:pt x="1698" y="4097"/>
                  <a:pt x="1630" y="4032"/>
                  <a:pt x="1566" y="3961"/>
                </a:cubicBezTo>
                <a:cubicBezTo>
                  <a:pt x="1559" y="3952"/>
                  <a:pt x="1523" y="3908"/>
                  <a:pt x="1505" y="3886"/>
                </a:cubicBezTo>
                <a:lnTo>
                  <a:pt x="1505" y="3886"/>
                </a:lnTo>
                <a:cubicBezTo>
                  <a:pt x="1487" y="3859"/>
                  <a:pt x="1452" y="3809"/>
                  <a:pt x="1446" y="3799"/>
                </a:cubicBezTo>
                <a:cubicBezTo>
                  <a:pt x="1389" y="3710"/>
                  <a:pt x="1347" y="3618"/>
                  <a:pt x="1296" y="3525"/>
                </a:cubicBezTo>
                <a:cubicBezTo>
                  <a:pt x="1293" y="3520"/>
                  <a:pt x="1291" y="3516"/>
                  <a:pt x="1289" y="3513"/>
                </a:cubicBezTo>
                <a:lnTo>
                  <a:pt x="1289" y="3513"/>
                </a:lnTo>
                <a:cubicBezTo>
                  <a:pt x="1287" y="3505"/>
                  <a:pt x="1284" y="3496"/>
                  <a:pt x="1280" y="3485"/>
                </a:cubicBezTo>
                <a:cubicBezTo>
                  <a:pt x="1263" y="3441"/>
                  <a:pt x="1248" y="3396"/>
                  <a:pt x="1233" y="3352"/>
                </a:cubicBezTo>
                <a:cubicBezTo>
                  <a:pt x="1202" y="3251"/>
                  <a:pt x="1176" y="3150"/>
                  <a:pt x="1157" y="3047"/>
                </a:cubicBezTo>
                <a:cubicBezTo>
                  <a:pt x="1153" y="3023"/>
                  <a:pt x="1148" y="2988"/>
                  <a:pt x="1146" y="2969"/>
                </a:cubicBezTo>
                <a:lnTo>
                  <a:pt x="1146" y="2969"/>
                </a:lnTo>
                <a:cubicBezTo>
                  <a:pt x="1142" y="2928"/>
                  <a:pt x="1138" y="2887"/>
                  <a:pt x="1134" y="2847"/>
                </a:cubicBezTo>
                <a:cubicBezTo>
                  <a:pt x="1128" y="2743"/>
                  <a:pt x="1130" y="2638"/>
                  <a:pt x="1136" y="2533"/>
                </a:cubicBezTo>
                <a:cubicBezTo>
                  <a:pt x="1138" y="2513"/>
                  <a:pt x="1146" y="2433"/>
                  <a:pt x="1149" y="2401"/>
                </a:cubicBezTo>
                <a:lnTo>
                  <a:pt x="1149" y="2401"/>
                </a:lnTo>
                <a:cubicBezTo>
                  <a:pt x="1155" y="2369"/>
                  <a:pt x="1164" y="2316"/>
                  <a:pt x="1166" y="2301"/>
                </a:cubicBezTo>
                <a:cubicBezTo>
                  <a:pt x="1191" y="2189"/>
                  <a:pt x="1225" y="2080"/>
                  <a:pt x="1261" y="1970"/>
                </a:cubicBezTo>
                <a:cubicBezTo>
                  <a:pt x="1267" y="1952"/>
                  <a:pt x="1270" y="1940"/>
                  <a:pt x="1272" y="1933"/>
                </a:cubicBezTo>
                <a:lnTo>
                  <a:pt x="1272" y="1933"/>
                </a:lnTo>
                <a:cubicBezTo>
                  <a:pt x="1276" y="1925"/>
                  <a:pt x="1282" y="1914"/>
                  <a:pt x="1290" y="1898"/>
                </a:cubicBezTo>
                <a:cubicBezTo>
                  <a:pt x="1315" y="1848"/>
                  <a:pt x="1341" y="1797"/>
                  <a:pt x="1370" y="1747"/>
                </a:cubicBezTo>
                <a:cubicBezTo>
                  <a:pt x="1398" y="1698"/>
                  <a:pt x="1429" y="1652"/>
                  <a:pt x="1461" y="1604"/>
                </a:cubicBezTo>
                <a:cubicBezTo>
                  <a:pt x="1470" y="1590"/>
                  <a:pt x="1476" y="1580"/>
                  <a:pt x="1480" y="1574"/>
                </a:cubicBezTo>
                <a:lnTo>
                  <a:pt x="1480" y="1574"/>
                </a:lnTo>
                <a:cubicBezTo>
                  <a:pt x="1484" y="1570"/>
                  <a:pt x="1489" y="1565"/>
                  <a:pt x="1497" y="1557"/>
                </a:cubicBezTo>
                <a:cubicBezTo>
                  <a:pt x="1572" y="1477"/>
                  <a:pt x="1648" y="1401"/>
                  <a:pt x="1728" y="1328"/>
                </a:cubicBezTo>
                <a:cubicBezTo>
                  <a:pt x="1729" y="1327"/>
                  <a:pt x="1729" y="1327"/>
                  <a:pt x="1730" y="1326"/>
                </a:cubicBezTo>
                <a:lnTo>
                  <a:pt x="1730" y="1326"/>
                </a:lnTo>
                <a:cubicBezTo>
                  <a:pt x="1753" y="1312"/>
                  <a:pt x="1774" y="1295"/>
                  <a:pt x="1796" y="1281"/>
                </a:cubicBezTo>
                <a:cubicBezTo>
                  <a:pt x="1846" y="1248"/>
                  <a:pt x="1899" y="1218"/>
                  <a:pt x="1952" y="1191"/>
                </a:cubicBezTo>
                <a:cubicBezTo>
                  <a:pt x="1973" y="1180"/>
                  <a:pt x="1996" y="1170"/>
                  <a:pt x="2015" y="1159"/>
                </a:cubicBezTo>
                <a:cubicBezTo>
                  <a:pt x="2019" y="1157"/>
                  <a:pt x="2023" y="1154"/>
                  <a:pt x="2026" y="1152"/>
                </a:cubicBezTo>
                <a:lnTo>
                  <a:pt x="2026" y="1152"/>
                </a:lnTo>
                <a:cubicBezTo>
                  <a:pt x="2028" y="1152"/>
                  <a:pt x="2030" y="1151"/>
                  <a:pt x="2032" y="1151"/>
                </a:cubicBezTo>
                <a:cubicBezTo>
                  <a:pt x="2093" y="1132"/>
                  <a:pt x="2152" y="1108"/>
                  <a:pt x="2213" y="1092"/>
                </a:cubicBezTo>
                <a:cubicBezTo>
                  <a:pt x="2272" y="1075"/>
                  <a:pt x="2329" y="1064"/>
                  <a:pt x="2388" y="1052"/>
                </a:cubicBezTo>
                <a:cubicBezTo>
                  <a:pt x="2406" y="1047"/>
                  <a:pt x="2452" y="1041"/>
                  <a:pt x="2450" y="1041"/>
                </a:cubicBezTo>
                <a:lnTo>
                  <a:pt x="2450" y="1041"/>
                </a:lnTo>
                <a:cubicBezTo>
                  <a:pt x="2449" y="1041"/>
                  <a:pt x="2434" y="1042"/>
                  <a:pt x="2396" y="1047"/>
                </a:cubicBezTo>
                <a:cubicBezTo>
                  <a:pt x="2438" y="1041"/>
                  <a:pt x="2480" y="1037"/>
                  <a:pt x="2523" y="1035"/>
                </a:cubicBezTo>
                <a:cubicBezTo>
                  <a:pt x="2551" y="1033"/>
                  <a:pt x="2579" y="1028"/>
                  <a:pt x="2607" y="1022"/>
                </a:cubicBezTo>
                <a:lnTo>
                  <a:pt x="2607" y="1022"/>
                </a:lnTo>
                <a:cubicBezTo>
                  <a:pt x="2623" y="1021"/>
                  <a:pt x="2639" y="1018"/>
                  <a:pt x="2655" y="1016"/>
                </a:cubicBezTo>
                <a:cubicBezTo>
                  <a:pt x="2677" y="1012"/>
                  <a:pt x="2699" y="1009"/>
                  <a:pt x="2720" y="1006"/>
                </a:cubicBezTo>
                <a:lnTo>
                  <a:pt x="2720" y="1006"/>
                </a:lnTo>
                <a:cubicBezTo>
                  <a:pt x="2727" y="1005"/>
                  <a:pt x="2777" y="1000"/>
                  <a:pt x="2792" y="999"/>
                </a:cubicBezTo>
                <a:cubicBezTo>
                  <a:pt x="2853" y="995"/>
                  <a:pt x="2917" y="991"/>
                  <a:pt x="2978" y="988"/>
                </a:cubicBezTo>
                <a:cubicBezTo>
                  <a:pt x="2996" y="988"/>
                  <a:pt x="3014" y="988"/>
                  <a:pt x="3032" y="988"/>
                </a:cubicBezTo>
                <a:close/>
                <a:moveTo>
                  <a:pt x="3031" y="0"/>
                </a:moveTo>
                <a:cubicBezTo>
                  <a:pt x="2841" y="0"/>
                  <a:pt x="2651" y="16"/>
                  <a:pt x="2463" y="44"/>
                </a:cubicBezTo>
                <a:lnTo>
                  <a:pt x="2463" y="44"/>
                </a:lnTo>
                <a:cubicBezTo>
                  <a:pt x="1887" y="101"/>
                  <a:pt x="1345" y="305"/>
                  <a:pt x="921" y="715"/>
                </a:cubicBezTo>
                <a:cubicBezTo>
                  <a:pt x="551" y="1073"/>
                  <a:pt x="298" y="1566"/>
                  <a:pt x="199" y="2071"/>
                </a:cubicBezTo>
                <a:cubicBezTo>
                  <a:pt x="1" y="3089"/>
                  <a:pt x="296" y="4250"/>
                  <a:pt x="1128" y="4915"/>
                </a:cubicBezTo>
                <a:cubicBezTo>
                  <a:pt x="1602" y="5295"/>
                  <a:pt x="2207" y="5479"/>
                  <a:pt x="2815" y="5479"/>
                </a:cubicBezTo>
                <a:cubicBezTo>
                  <a:pt x="3435" y="5479"/>
                  <a:pt x="4059" y="5288"/>
                  <a:pt x="4551" y="4917"/>
                </a:cubicBezTo>
                <a:cubicBezTo>
                  <a:pt x="5478" y="4222"/>
                  <a:pt x="5845" y="2981"/>
                  <a:pt x="5529" y="1873"/>
                </a:cubicBezTo>
                <a:cubicBezTo>
                  <a:pt x="5356" y="1275"/>
                  <a:pt x="4989" y="750"/>
                  <a:pt x="4469" y="401"/>
                </a:cubicBezTo>
                <a:cubicBezTo>
                  <a:pt x="4037" y="112"/>
                  <a:pt x="3537" y="0"/>
                  <a:pt x="3031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0" name="Google Shape;400;p2"/>
          <p:cNvSpPr/>
          <p:nvPr/>
        </p:nvSpPr>
        <p:spPr>
          <a:xfrm>
            <a:off x="7906938" y="4150913"/>
            <a:ext cx="117525" cy="110100"/>
          </a:xfrm>
          <a:custGeom>
            <a:rect b="b" l="l" r="r" t="t"/>
            <a:pathLst>
              <a:path extrusionOk="0" h="4404" w="4701">
                <a:moveTo>
                  <a:pt x="1951" y="1032"/>
                </a:moveTo>
                <a:cubicBezTo>
                  <a:pt x="1950" y="1033"/>
                  <a:pt x="1949" y="1033"/>
                  <a:pt x="1947" y="1033"/>
                </a:cubicBezTo>
                <a:cubicBezTo>
                  <a:pt x="1948" y="1033"/>
                  <a:pt x="1950" y="1033"/>
                  <a:pt x="1951" y="1032"/>
                </a:cubicBezTo>
                <a:close/>
                <a:moveTo>
                  <a:pt x="2857" y="1059"/>
                </a:moveTo>
                <a:cubicBezTo>
                  <a:pt x="2871" y="1059"/>
                  <a:pt x="2889" y="1066"/>
                  <a:pt x="2907" y="1075"/>
                </a:cubicBezTo>
                <a:lnTo>
                  <a:pt x="2907" y="1075"/>
                </a:lnTo>
                <a:cubicBezTo>
                  <a:pt x="2887" y="1068"/>
                  <a:pt x="2858" y="1059"/>
                  <a:pt x="2857" y="1059"/>
                </a:cubicBezTo>
                <a:close/>
                <a:moveTo>
                  <a:pt x="3091" y="1185"/>
                </a:moveTo>
                <a:cubicBezTo>
                  <a:pt x="3091" y="1185"/>
                  <a:pt x="3091" y="1185"/>
                  <a:pt x="3091" y="1185"/>
                </a:cubicBezTo>
                <a:lnTo>
                  <a:pt x="3091" y="1185"/>
                </a:lnTo>
                <a:cubicBezTo>
                  <a:pt x="3091" y="1185"/>
                  <a:pt x="3091" y="1185"/>
                  <a:pt x="3091" y="1185"/>
                </a:cubicBezTo>
                <a:close/>
                <a:moveTo>
                  <a:pt x="3104" y="1198"/>
                </a:moveTo>
                <a:cubicBezTo>
                  <a:pt x="3111" y="1203"/>
                  <a:pt x="3118" y="1208"/>
                  <a:pt x="3125" y="1213"/>
                </a:cubicBezTo>
                <a:cubicBezTo>
                  <a:pt x="3142" y="1224"/>
                  <a:pt x="3149" y="1229"/>
                  <a:pt x="3148" y="1229"/>
                </a:cubicBezTo>
                <a:cubicBezTo>
                  <a:pt x="3148" y="1229"/>
                  <a:pt x="3121" y="1211"/>
                  <a:pt x="3104" y="1198"/>
                </a:cubicBezTo>
                <a:close/>
                <a:moveTo>
                  <a:pt x="1747" y="3319"/>
                </a:moveTo>
                <a:cubicBezTo>
                  <a:pt x="1767" y="3326"/>
                  <a:pt x="1803" y="3338"/>
                  <a:pt x="1802" y="3338"/>
                </a:cubicBezTo>
                <a:cubicBezTo>
                  <a:pt x="1800" y="3339"/>
                  <a:pt x="1799" y="3339"/>
                  <a:pt x="1797" y="3339"/>
                </a:cubicBezTo>
                <a:cubicBezTo>
                  <a:pt x="1785" y="3339"/>
                  <a:pt x="1766" y="3330"/>
                  <a:pt x="1747" y="3319"/>
                </a:cubicBezTo>
                <a:close/>
                <a:moveTo>
                  <a:pt x="2463" y="3393"/>
                </a:moveTo>
                <a:cubicBezTo>
                  <a:pt x="2461" y="3393"/>
                  <a:pt x="2459" y="3393"/>
                  <a:pt x="2456" y="3393"/>
                </a:cubicBezTo>
                <a:lnTo>
                  <a:pt x="2456" y="3393"/>
                </a:lnTo>
                <a:cubicBezTo>
                  <a:pt x="2459" y="3393"/>
                  <a:pt x="2462" y="3393"/>
                  <a:pt x="2463" y="3393"/>
                </a:cubicBezTo>
                <a:close/>
                <a:moveTo>
                  <a:pt x="2387" y="989"/>
                </a:moveTo>
                <a:cubicBezTo>
                  <a:pt x="2440" y="989"/>
                  <a:pt x="2491" y="989"/>
                  <a:pt x="2541" y="993"/>
                </a:cubicBezTo>
                <a:cubicBezTo>
                  <a:pt x="2560" y="993"/>
                  <a:pt x="2582" y="997"/>
                  <a:pt x="2601" y="998"/>
                </a:cubicBezTo>
                <a:lnTo>
                  <a:pt x="2601" y="998"/>
                </a:lnTo>
                <a:cubicBezTo>
                  <a:pt x="2682" y="1018"/>
                  <a:pt x="2761" y="1029"/>
                  <a:pt x="2840" y="1057"/>
                </a:cubicBezTo>
                <a:cubicBezTo>
                  <a:pt x="2857" y="1061"/>
                  <a:pt x="2876" y="1069"/>
                  <a:pt x="2895" y="1076"/>
                </a:cubicBezTo>
                <a:cubicBezTo>
                  <a:pt x="2906" y="1079"/>
                  <a:pt x="2914" y="1081"/>
                  <a:pt x="2919" y="1082"/>
                </a:cubicBezTo>
                <a:lnTo>
                  <a:pt x="2919" y="1082"/>
                </a:lnTo>
                <a:cubicBezTo>
                  <a:pt x="2944" y="1096"/>
                  <a:pt x="2968" y="1113"/>
                  <a:pt x="2984" y="1122"/>
                </a:cubicBezTo>
                <a:cubicBezTo>
                  <a:pt x="3015" y="1139"/>
                  <a:pt x="3049" y="1160"/>
                  <a:pt x="3080" y="1181"/>
                </a:cubicBezTo>
                <a:cubicBezTo>
                  <a:pt x="3084" y="1184"/>
                  <a:pt x="3088" y="1186"/>
                  <a:pt x="3092" y="1189"/>
                </a:cubicBezTo>
                <a:lnTo>
                  <a:pt x="3092" y="1189"/>
                </a:lnTo>
                <a:cubicBezTo>
                  <a:pt x="3107" y="1217"/>
                  <a:pt x="3258" y="1347"/>
                  <a:pt x="3274" y="1366"/>
                </a:cubicBezTo>
                <a:cubicBezTo>
                  <a:pt x="3278" y="1370"/>
                  <a:pt x="3281" y="1374"/>
                  <a:pt x="3284" y="1378"/>
                </a:cubicBezTo>
                <a:lnTo>
                  <a:pt x="3284" y="1378"/>
                </a:lnTo>
                <a:cubicBezTo>
                  <a:pt x="3304" y="1410"/>
                  <a:pt x="3328" y="1440"/>
                  <a:pt x="3348" y="1474"/>
                </a:cubicBezTo>
                <a:cubicBezTo>
                  <a:pt x="3367" y="1503"/>
                  <a:pt x="3386" y="1535"/>
                  <a:pt x="3403" y="1569"/>
                </a:cubicBezTo>
                <a:cubicBezTo>
                  <a:pt x="3409" y="1579"/>
                  <a:pt x="3414" y="1591"/>
                  <a:pt x="3420" y="1604"/>
                </a:cubicBezTo>
                <a:lnTo>
                  <a:pt x="3420" y="1604"/>
                </a:lnTo>
                <a:cubicBezTo>
                  <a:pt x="3420" y="1602"/>
                  <a:pt x="3420" y="1600"/>
                  <a:pt x="3420" y="1598"/>
                </a:cubicBezTo>
                <a:lnTo>
                  <a:pt x="3420" y="1598"/>
                </a:lnTo>
                <a:cubicBezTo>
                  <a:pt x="3420" y="1600"/>
                  <a:pt x="3420" y="1602"/>
                  <a:pt x="3420" y="1604"/>
                </a:cubicBezTo>
                <a:lnTo>
                  <a:pt x="3420" y="1604"/>
                </a:lnTo>
                <a:cubicBezTo>
                  <a:pt x="3420" y="1604"/>
                  <a:pt x="3420" y="1604"/>
                  <a:pt x="3420" y="1604"/>
                </a:cubicBezTo>
                <a:lnTo>
                  <a:pt x="3420" y="1604"/>
                </a:lnTo>
                <a:cubicBezTo>
                  <a:pt x="3420" y="1621"/>
                  <a:pt x="3423" y="1634"/>
                  <a:pt x="3427" y="1644"/>
                </a:cubicBezTo>
                <a:lnTo>
                  <a:pt x="3427" y="1644"/>
                </a:lnTo>
                <a:cubicBezTo>
                  <a:pt x="3423" y="1630"/>
                  <a:pt x="3420" y="1616"/>
                  <a:pt x="3420" y="1604"/>
                </a:cubicBezTo>
                <a:lnTo>
                  <a:pt x="3420" y="1604"/>
                </a:lnTo>
                <a:cubicBezTo>
                  <a:pt x="3422" y="1608"/>
                  <a:pt x="3424" y="1613"/>
                  <a:pt x="3426" y="1617"/>
                </a:cubicBezTo>
                <a:cubicBezTo>
                  <a:pt x="3442" y="1646"/>
                  <a:pt x="3443" y="1659"/>
                  <a:pt x="3439" y="1659"/>
                </a:cubicBezTo>
                <a:cubicBezTo>
                  <a:pt x="3436" y="1659"/>
                  <a:pt x="3432" y="1654"/>
                  <a:pt x="3427" y="1644"/>
                </a:cubicBezTo>
                <a:lnTo>
                  <a:pt x="3427" y="1644"/>
                </a:lnTo>
                <a:cubicBezTo>
                  <a:pt x="3443" y="1697"/>
                  <a:pt x="3479" y="1760"/>
                  <a:pt x="3491" y="1802"/>
                </a:cubicBezTo>
                <a:cubicBezTo>
                  <a:pt x="3500" y="1838"/>
                  <a:pt x="3508" y="1874"/>
                  <a:pt x="3517" y="1910"/>
                </a:cubicBezTo>
                <a:cubicBezTo>
                  <a:pt x="3521" y="1933"/>
                  <a:pt x="3525" y="1954"/>
                  <a:pt x="3529" y="1977"/>
                </a:cubicBezTo>
                <a:cubicBezTo>
                  <a:pt x="3534" y="2005"/>
                  <a:pt x="3537" y="2015"/>
                  <a:pt x="3538" y="2015"/>
                </a:cubicBezTo>
                <a:cubicBezTo>
                  <a:pt x="3540" y="2015"/>
                  <a:pt x="3530" y="1942"/>
                  <a:pt x="3525" y="1939"/>
                </a:cubicBezTo>
                <a:lnTo>
                  <a:pt x="3525" y="1939"/>
                </a:lnTo>
                <a:cubicBezTo>
                  <a:pt x="3550" y="1954"/>
                  <a:pt x="3538" y="2142"/>
                  <a:pt x="3538" y="2173"/>
                </a:cubicBezTo>
                <a:cubicBezTo>
                  <a:pt x="3538" y="2215"/>
                  <a:pt x="3535" y="2257"/>
                  <a:pt x="3533" y="2297"/>
                </a:cubicBezTo>
                <a:cubicBezTo>
                  <a:pt x="3532" y="2312"/>
                  <a:pt x="3530" y="2326"/>
                  <a:pt x="3529" y="2339"/>
                </a:cubicBezTo>
                <a:lnTo>
                  <a:pt x="3529" y="2339"/>
                </a:lnTo>
                <a:cubicBezTo>
                  <a:pt x="3514" y="2409"/>
                  <a:pt x="3504" y="2477"/>
                  <a:pt x="3483" y="2546"/>
                </a:cubicBezTo>
                <a:cubicBezTo>
                  <a:pt x="3472" y="2582"/>
                  <a:pt x="3462" y="2618"/>
                  <a:pt x="3449" y="2651"/>
                </a:cubicBezTo>
                <a:cubicBezTo>
                  <a:pt x="3445" y="2663"/>
                  <a:pt x="3440" y="2676"/>
                  <a:pt x="3436" y="2688"/>
                </a:cubicBezTo>
                <a:lnTo>
                  <a:pt x="3436" y="2688"/>
                </a:lnTo>
                <a:cubicBezTo>
                  <a:pt x="3398" y="2751"/>
                  <a:pt x="3369" y="2818"/>
                  <a:pt x="3329" y="2881"/>
                </a:cubicBezTo>
                <a:cubicBezTo>
                  <a:pt x="3324" y="2889"/>
                  <a:pt x="3300" y="2922"/>
                  <a:pt x="3284" y="2945"/>
                </a:cubicBezTo>
                <a:lnTo>
                  <a:pt x="3284" y="2945"/>
                </a:lnTo>
                <a:cubicBezTo>
                  <a:pt x="3263" y="2968"/>
                  <a:pt x="3232" y="3005"/>
                  <a:pt x="3224" y="3014"/>
                </a:cubicBezTo>
                <a:cubicBezTo>
                  <a:pt x="3198" y="3041"/>
                  <a:pt x="3171" y="3069"/>
                  <a:pt x="3142" y="3094"/>
                </a:cubicBezTo>
                <a:cubicBezTo>
                  <a:pt x="3127" y="3106"/>
                  <a:pt x="3112" y="3119"/>
                  <a:pt x="3099" y="3132"/>
                </a:cubicBezTo>
                <a:cubicBezTo>
                  <a:pt x="3075" y="3154"/>
                  <a:pt x="3071" y="3163"/>
                  <a:pt x="3076" y="3163"/>
                </a:cubicBezTo>
                <a:cubicBezTo>
                  <a:pt x="3076" y="3163"/>
                  <a:pt x="3077" y="3163"/>
                  <a:pt x="3078" y="3162"/>
                </a:cubicBezTo>
                <a:lnTo>
                  <a:pt x="3078" y="3162"/>
                </a:lnTo>
                <a:cubicBezTo>
                  <a:pt x="3021" y="3203"/>
                  <a:pt x="2923" y="3245"/>
                  <a:pt x="2889" y="3262"/>
                </a:cubicBezTo>
                <a:cubicBezTo>
                  <a:pt x="2863" y="3275"/>
                  <a:pt x="2803" y="3296"/>
                  <a:pt x="2805" y="3296"/>
                </a:cubicBezTo>
                <a:cubicBezTo>
                  <a:pt x="2806" y="3296"/>
                  <a:pt x="2822" y="3291"/>
                  <a:pt x="2866" y="3277"/>
                </a:cubicBezTo>
                <a:lnTo>
                  <a:pt x="2866" y="3277"/>
                </a:lnTo>
                <a:cubicBezTo>
                  <a:pt x="2823" y="3292"/>
                  <a:pt x="2783" y="3309"/>
                  <a:pt x="2741" y="3323"/>
                </a:cubicBezTo>
                <a:cubicBezTo>
                  <a:pt x="2642" y="3355"/>
                  <a:pt x="2541" y="3376"/>
                  <a:pt x="2438" y="3395"/>
                </a:cubicBezTo>
                <a:cubicBezTo>
                  <a:pt x="2437" y="3395"/>
                  <a:pt x="2437" y="3395"/>
                  <a:pt x="2437" y="3395"/>
                </a:cubicBezTo>
                <a:lnTo>
                  <a:pt x="2437" y="3395"/>
                </a:lnTo>
                <a:cubicBezTo>
                  <a:pt x="2416" y="3397"/>
                  <a:pt x="2395" y="3400"/>
                  <a:pt x="2375" y="3401"/>
                </a:cubicBezTo>
                <a:cubicBezTo>
                  <a:pt x="2330" y="3403"/>
                  <a:pt x="2284" y="3406"/>
                  <a:pt x="2240" y="3406"/>
                </a:cubicBezTo>
                <a:cubicBezTo>
                  <a:pt x="2226" y="3406"/>
                  <a:pt x="2211" y="3406"/>
                  <a:pt x="2197" y="3406"/>
                </a:cubicBezTo>
                <a:cubicBezTo>
                  <a:pt x="2163" y="3406"/>
                  <a:pt x="2129" y="3405"/>
                  <a:pt x="2094" y="3403"/>
                </a:cubicBezTo>
                <a:cubicBezTo>
                  <a:pt x="2081" y="3402"/>
                  <a:pt x="2067" y="3400"/>
                  <a:pt x="2054" y="3398"/>
                </a:cubicBezTo>
                <a:lnTo>
                  <a:pt x="2054" y="3398"/>
                </a:lnTo>
                <a:cubicBezTo>
                  <a:pt x="1975" y="3376"/>
                  <a:pt x="1893" y="3365"/>
                  <a:pt x="1814" y="3340"/>
                </a:cubicBezTo>
                <a:cubicBezTo>
                  <a:pt x="1797" y="3334"/>
                  <a:pt x="1778" y="3326"/>
                  <a:pt x="1762" y="3321"/>
                </a:cubicBezTo>
                <a:cubicBezTo>
                  <a:pt x="1752" y="3318"/>
                  <a:pt x="1745" y="3316"/>
                  <a:pt x="1740" y="3315"/>
                </a:cubicBezTo>
                <a:lnTo>
                  <a:pt x="1740" y="3315"/>
                </a:lnTo>
                <a:cubicBezTo>
                  <a:pt x="1716" y="3301"/>
                  <a:pt x="1691" y="3283"/>
                  <a:pt x="1679" y="3277"/>
                </a:cubicBezTo>
                <a:cubicBezTo>
                  <a:pt x="1648" y="3258"/>
                  <a:pt x="1616" y="3241"/>
                  <a:pt x="1587" y="3220"/>
                </a:cubicBezTo>
                <a:cubicBezTo>
                  <a:pt x="1572" y="3210"/>
                  <a:pt x="1557" y="3199"/>
                  <a:pt x="1543" y="3191"/>
                </a:cubicBezTo>
                <a:cubicBezTo>
                  <a:pt x="1525" y="3180"/>
                  <a:pt x="1519" y="3175"/>
                  <a:pt x="1519" y="3175"/>
                </a:cubicBezTo>
                <a:lnTo>
                  <a:pt x="1519" y="3175"/>
                </a:lnTo>
                <a:cubicBezTo>
                  <a:pt x="1518" y="3175"/>
                  <a:pt x="1582" y="3218"/>
                  <a:pt x="1580" y="3218"/>
                </a:cubicBezTo>
                <a:cubicBezTo>
                  <a:pt x="1580" y="3218"/>
                  <a:pt x="1579" y="3218"/>
                  <a:pt x="1578" y="3218"/>
                </a:cubicBezTo>
                <a:cubicBezTo>
                  <a:pt x="1542" y="3218"/>
                  <a:pt x="1420" y="3070"/>
                  <a:pt x="1399" y="3045"/>
                </a:cubicBezTo>
                <a:cubicBezTo>
                  <a:pt x="1384" y="3030"/>
                  <a:pt x="1353" y="2977"/>
                  <a:pt x="1351" y="2977"/>
                </a:cubicBezTo>
                <a:lnTo>
                  <a:pt x="1351" y="2977"/>
                </a:lnTo>
                <a:cubicBezTo>
                  <a:pt x="1350" y="2977"/>
                  <a:pt x="1354" y="2985"/>
                  <a:pt x="1363" y="3005"/>
                </a:cubicBezTo>
                <a:cubicBezTo>
                  <a:pt x="1372" y="3025"/>
                  <a:pt x="1375" y="3032"/>
                  <a:pt x="1374" y="3032"/>
                </a:cubicBezTo>
                <a:cubicBezTo>
                  <a:pt x="1372" y="3032"/>
                  <a:pt x="1335" y="2962"/>
                  <a:pt x="1326" y="2946"/>
                </a:cubicBezTo>
                <a:cubicBezTo>
                  <a:pt x="1285" y="2881"/>
                  <a:pt x="1252" y="2814"/>
                  <a:pt x="1215" y="2746"/>
                </a:cubicBezTo>
                <a:lnTo>
                  <a:pt x="1215" y="2746"/>
                </a:lnTo>
                <a:cubicBezTo>
                  <a:pt x="1214" y="2743"/>
                  <a:pt x="1213" y="2740"/>
                  <a:pt x="1212" y="2736"/>
                </a:cubicBezTo>
                <a:cubicBezTo>
                  <a:pt x="1199" y="2702"/>
                  <a:pt x="1187" y="2668"/>
                  <a:pt x="1176" y="2635"/>
                </a:cubicBezTo>
                <a:cubicBezTo>
                  <a:pt x="1153" y="2559"/>
                  <a:pt x="1132" y="2481"/>
                  <a:pt x="1119" y="2403"/>
                </a:cubicBezTo>
                <a:cubicBezTo>
                  <a:pt x="1119" y="2401"/>
                  <a:pt x="1118" y="2399"/>
                  <a:pt x="1118" y="2397"/>
                </a:cubicBezTo>
                <a:lnTo>
                  <a:pt x="1118" y="2397"/>
                </a:lnTo>
                <a:cubicBezTo>
                  <a:pt x="1122" y="2365"/>
                  <a:pt x="1108" y="2315"/>
                  <a:pt x="1106" y="2283"/>
                </a:cubicBezTo>
                <a:cubicBezTo>
                  <a:pt x="1102" y="2203"/>
                  <a:pt x="1102" y="2123"/>
                  <a:pt x="1106" y="2043"/>
                </a:cubicBezTo>
                <a:cubicBezTo>
                  <a:pt x="1107" y="2033"/>
                  <a:pt x="1110" y="2004"/>
                  <a:pt x="1113" y="1978"/>
                </a:cubicBezTo>
                <a:lnTo>
                  <a:pt x="1113" y="1978"/>
                </a:lnTo>
                <a:cubicBezTo>
                  <a:pt x="1117" y="1953"/>
                  <a:pt x="1123" y="1911"/>
                  <a:pt x="1125" y="1899"/>
                </a:cubicBezTo>
                <a:cubicBezTo>
                  <a:pt x="1144" y="1813"/>
                  <a:pt x="1170" y="1731"/>
                  <a:pt x="1197" y="1647"/>
                </a:cubicBezTo>
                <a:cubicBezTo>
                  <a:pt x="1199" y="1642"/>
                  <a:pt x="1200" y="1637"/>
                  <a:pt x="1201" y="1634"/>
                </a:cubicBezTo>
                <a:lnTo>
                  <a:pt x="1201" y="1634"/>
                </a:lnTo>
                <a:cubicBezTo>
                  <a:pt x="1203" y="1630"/>
                  <a:pt x="1205" y="1626"/>
                  <a:pt x="1208" y="1621"/>
                </a:cubicBezTo>
                <a:cubicBezTo>
                  <a:pt x="1227" y="1583"/>
                  <a:pt x="1246" y="1543"/>
                  <a:pt x="1269" y="1507"/>
                </a:cubicBezTo>
                <a:cubicBezTo>
                  <a:pt x="1290" y="1470"/>
                  <a:pt x="1313" y="1434"/>
                  <a:pt x="1338" y="1398"/>
                </a:cubicBezTo>
                <a:cubicBezTo>
                  <a:pt x="1341" y="1394"/>
                  <a:pt x="1344" y="1390"/>
                  <a:pt x="1346" y="1386"/>
                </a:cubicBezTo>
                <a:lnTo>
                  <a:pt x="1346" y="1386"/>
                </a:lnTo>
                <a:cubicBezTo>
                  <a:pt x="1346" y="1386"/>
                  <a:pt x="1346" y="1386"/>
                  <a:pt x="1347" y="1385"/>
                </a:cubicBezTo>
                <a:cubicBezTo>
                  <a:pt x="1399" y="1329"/>
                  <a:pt x="1454" y="1275"/>
                  <a:pt x="1511" y="1223"/>
                </a:cubicBezTo>
                <a:lnTo>
                  <a:pt x="1511" y="1223"/>
                </a:lnTo>
                <a:cubicBezTo>
                  <a:pt x="1524" y="1213"/>
                  <a:pt x="1537" y="1203"/>
                  <a:pt x="1551" y="1194"/>
                </a:cubicBezTo>
                <a:cubicBezTo>
                  <a:pt x="1589" y="1170"/>
                  <a:pt x="1627" y="1147"/>
                  <a:pt x="1667" y="1126"/>
                </a:cubicBezTo>
                <a:cubicBezTo>
                  <a:pt x="1682" y="1119"/>
                  <a:pt x="1697" y="1111"/>
                  <a:pt x="1712" y="1103"/>
                </a:cubicBezTo>
                <a:lnTo>
                  <a:pt x="1712" y="1103"/>
                </a:lnTo>
                <a:cubicBezTo>
                  <a:pt x="1755" y="1090"/>
                  <a:pt x="1797" y="1075"/>
                  <a:pt x="1840" y="1063"/>
                </a:cubicBezTo>
                <a:cubicBezTo>
                  <a:pt x="1884" y="1050"/>
                  <a:pt x="1928" y="1042"/>
                  <a:pt x="1970" y="1031"/>
                </a:cubicBezTo>
                <a:cubicBezTo>
                  <a:pt x="1976" y="1030"/>
                  <a:pt x="1983" y="1028"/>
                  <a:pt x="1990" y="1026"/>
                </a:cubicBezTo>
                <a:lnTo>
                  <a:pt x="1990" y="1026"/>
                </a:lnTo>
                <a:cubicBezTo>
                  <a:pt x="2008" y="1025"/>
                  <a:pt x="2026" y="1024"/>
                  <a:pt x="2042" y="1023"/>
                </a:cubicBezTo>
                <a:cubicBezTo>
                  <a:pt x="2063" y="1021"/>
                  <a:pt x="2083" y="1018"/>
                  <a:pt x="2104" y="1015"/>
                </a:cubicBezTo>
                <a:lnTo>
                  <a:pt x="2104" y="1015"/>
                </a:lnTo>
                <a:cubicBezTo>
                  <a:pt x="2127" y="1013"/>
                  <a:pt x="2151" y="1010"/>
                  <a:pt x="2175" y="1006"/>
                </a:cubicBezTo>
                <a:cubicBezTo>
                  <a:pt x="2200" y="1002"/>
                  <a:pt x="2223" y="998"/>
                  <a:pt x="2248" y="996"/>
                </a:cubicBezTo>
                <a:lnTo>
                  <a:pt x="2248" y="996"/>
                </a:lnTo>
                <a:cubicBezTo>
                  <a:pt x="2202" y="1002"/>
                  <a:pt x="2186" y="1004"/>
                  <a:pt x="2186" y="1004"/>
                </a:cubicBezTo>
                <a:cubicBezTo>
                  <a:pt x="2187" y="1004"/>
                  <a:pt x="2227" y="999"/>
                  <a:pt x="2246" y="998"/>
                </a:cubicBezTo>
                <a:cubicBezTo>
                  <a:pt x="2293" y="996"/>
                  <a:pt x="2341" y="991"/>
                  <a:pt x="2387" y="989"/>
                </a:cubicBezTo>
                <a:close/>
                <a:moveTo>
                  <a:pt x="2431" y="0"/>
                </a:moveTo>
                <a:cubicBezTo>
                  <a:pt x="2283" y="0"/>
                  <a:pt x="2134" y="12"/>
                  <a:pt x="1987" y="33"/>
                </a:cubicBezTo>
                <a:lnTo>
                  <a:pt x="1987" y="33"/>
                </a:lnTo>
                <a:cubicBezTo>
                  <a:pt x="1519" y="79"/>
                  <a:pt x="1082" y="246"/>
                  <a:pt x="738" y="578"/>
                </a:cubicBezTo>
                <a:cubicBezTo>
                  <a:pt x="443" y="863"/>
                  <a:pt x="236" y="1259"/>
                  <a:pt x="158" y="1661"/>
                </a:cubicBezTo>
                <a:cubicBezTo>
                  <a:pt x="0" y="2477"/>
                  <a:pt x="228" y="3403"/>
                  <a:pt x="896" y="3941"/>
                </a:cubicBezTo>
                <a:cubicBezTo>
                  <a:pt x="1283" y="4251"/>
                  <a:pt x="1777" y="4404"/>
                  <a:pt x="2272" y="4404"/>
                </a:cubicBezTo>
                <a:cubicBezTo>
                  <a:pt x="2762" y="4404"/>
                  <a:pt x="3253" y="4255"/>
                  <a:pt x="3645" y="3962"/>
                </a:cubicBezTo>
                <a:cubicBezTo>
                  <a:pt x="4395" y="3401"/>
                  <a:pt x="4700" y="2409"/>
                  <a:pt x="4443" y="1512"/>
                </a:cubicBezTo>
                <a:cubicBezTo>
                  <a:pt x="4302" y="1025"/>
                  <a:pt x="4003" y="604"/>
                  <a:pt x="3582" y="321"/>
                </a:cubicBezTo>
                <a:cubicBezTo>
                  <a:pt x="3236" y="89"/>
                  <a:pt x="2836" y="0"/>
                  <a:pt x="2431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1" name="Google Shape;401;p2"/>
          <p:cNvSpPr/>
          <p:nvPr/>
        </p:nvSpPr>
        <p:spPr>
          <a:xfrm>
            <a:off x="2820000" y="4014063"/>
            <a:ext cx="146125" cy="136975"/>
          </a:xfrm>
          <a:custGeom>
            <a:rect b="b" l="l" r="r" t="t"/>
            <a:pathLst>
              <a:path extrusionOk="0" h="5479" w="5845">
                <a:moveTo>
                  <a:pt x="3075" y="4462"/>
                </a:moveTo>
                <a:cubicBezTo>
                  <a:pt x="3073" y="4462"/>
                  <a:pt x="3072" y="4463"/>
                  <a:pt x="3071" y="4463"/>
                </a:cubicBezTo>
                <a:lnTo>
                  <a:pt x="3071" y="4463"/>
                </a:lnTo>
                <a:cubicBezTo>
                  <a:pt x="3072" y="4463"/>
                  <a:pt x="3073" y="4462"/>
                  <a:pt x="3075" y="4462"/>
                </a:cubicBezTo>
                <a:close/>
                <a:moveTo>
                  <a:pt x="3051" y="4466"/>
                </a:moveTo>
                <a:cubicBezTo>
                  <a:pt x="3036" y="4468"/>
                  <a:pt x="3030" y="4469"/>
                  <a:pt x="3030" y="4469"/>
                </a:cubicBezTo>
                <a:cubicBezTo>
                  <a:pt x="3030" y="4469"/>
                  <a:pt x="3040" y="4467"/>
                  <a:pt x="3051" y="4466"/>
                </a:cubicBezTo>
                <a:close/>
                <a:moveTo>
                  <a:pt x="3032" y="988"/>
                </a:moveTo>
                <a:cubicBezTo>
                  <a:pt x="3081" y="988"/>
                  <a:pt x="3130" y="990"/>
                  <a:pt x="3180" y="993"/>
                </a:cubicBezTo>
                <a:cubicBezTo>
                  <a:pt x="3209" y="995"/>
                  <a:pt x="3237" y="997"/>
                  <a:pt x="3266" y="999"/>
                </a:cubicBezTo>
                <a:cubicBezTo>
                  <a:pt x="3274" y="999"/>
                  <a:pt x="3280" y="999"/>
                  <a:pt x="3284" y="1000"/>
                </a:cubicBezTo>
                <a:lnTo>
                  <a:pt x="3284" y="1000"/>
                </a:lnTo>
                <a:cubicBezTo>
                  <a:pt x="3395" y="1021"/>
                  <a:pt x="3505" y="1046"/>
                  <a:pt x="3612" y="1081"/>
                </a:cubicBezTo>
                <a:cubicBezTo>
                  <a:pt x="3641" y="1090"/>
                  <a:pt x="3709" y="1119"/>
                  <a:pt x="3711" y="1119"/>
                </a:cubicBezTo>
                <a:cubicBezTo>
                  <a:pt x="3712" y="1119"/>
                  <a:pt x="3702" y="1114"/>
                  <a:pt x="3673" y="1100"/>
                </a:cubicBezTo>
                <a:lnTo>
                  <a:pt x="3673" y="1100"/>
                </a:lnTo>
                <a:cubicBezTo>
                  <a:pt x="3730" y="1125"/>
                  <a:pt x="3787" y="1153"/>
                  <a:pt x="3841" y="1184"/>
                </a:cubicBezTo>
                <a:cubicBezTo>
                  <a:pt x="3883" y="1208"/>
                  <a:pt x="3923" y="1235"/>
                  <a:pt x="3966" y="1262"/>
                </a:cubicBezTo>
                <a:cubicBezTo>
                  <a:pt x="3985" y="1274"/>
                  <a:pt x="3997" y="1281"/>
                  <a:pt x="4005" y="1285"/>
                </a:cubicBezTo>
                <a:lnTo>
                  <a:pt x="4005" y="1285"/>
                </a:lnTo>
                <a:cubicBezTo>
                  <a:pt x="4007" y="1287"/>
                  <a:pt x="4009" y="1289"/>
                  <a:pt x="4012" y="1292"/>
                </a:cubicBezTo>
                <a:cubicBezTo>
                  <a:pt x="4096" y="1368"/>
                  <a:pt x="4181" y="1443"/>
                  <a:pt x="4254" y="1530"/>
                </a:cubicBezTo>
                <a:cubicBezTo>
                  <a:pt x="4264" y="1542"/>
                  <a:pt x="4273" y="1553"/>
                  <a:pt x="4283" y="1565"/>
                </a:cubicBezTo>
                <a:lnTo>
                  <a:pt x="4283" y="1565"/>
                </a:lnTo>
                <a:cubicBezTo>
                  <a:pt x="4284" y="1566"/>
                  <a:pt x="4285" y="1568"/>
                  <a:pt x="4286" y="1570"/>
                </a:cubicBezTo>
                <a:cubicBezTo>
                  <a:pt x="4315" y="1614"/>
                  <a:pt x="4347" y="1656"/>
                  <a:pt x="4374" y="1703"/>
                </a:cubicBezTo>
                <a:cubicBezTo>
                  <a:pt x="4400" y="1743"/>
                  <a:pt x="4423" y="1785"/>
                  <a:pt x="4444" y="1827"/>
                </a:cubicBezTo>
                <a:cubicBezTo>
                  <a:pt x="4458" y="1852"/>
                  <a:pt x="4499" y="1948"/>
                  <a:pt x="4501" y="1948"/>
                </a:cubicBezTo>
                <a:cubicBezTo>
                  <a:pt x="4501" y="1948"/>
                  <a:pt x="4497" y="1936"/>
                  <a:pt x="4484" y="1903"/>
                </a:cubicBezTo>
                <a:lnTo>
                  <a:pt x="4484" y="1903"/>
                </a:lnTo>
                <a:cubicBezTo>
                  <a:pt x="4520" y="1991"/>
                  <a:pt x="4551" y="2082"/>
                  <a:pt x="4577" y="2174"/>
                </a:cubicBezTo>
                <a:cubicBezTo>
                  <a:pt x="4589" y="2221"/>
                  <a:pt x="4600" y="2267"/>
                  <a:pt x="4610" y="2314"/>
                </a:cubicBezTo>
                <a:cubicBezTo>
                  <a:pt x="4616" y="2344"/>
                  <a:pt x="4628" y="2444"/>
                  <a:pt x="4630" y="2444"/>
                </a:cubicBezTo>
                <a:cubicBezTo>
                  <a:pt x="4631" y="2444"/>
                  <a:pt x="4630" y="2431"/>
                  <a:pt x="4627" y="2396"/>
                </a:cubicBezTo>
                <a:lnTo>
                  <a:pt x="4627" y="2396"/>
                </a:lnTo>
                <a:cubicBezTo>
                  <a:pt x="4636" y="2497"/>
                  <a:pt x="4644" y="2600"/>
                  <a:pt x="4644" y="2703"/>
                </a:cubicBezTo>
                <a:cubicBezTo>
                  <a:pt x="4642" y="2756"/>
                  <a:pt x="4642" y="2811"/>
                  <a:pt x="4638" y="2865"/>
                </a:cubicBezTo>
                <a:cubicBezTo>
                  <a:pt x="4636" y="2887"/>
                  <a:pt x="4632" y="2911"/>
                  <a:pt x="4631" y="2933"/>
                </a:cubicBezTo>
                <a:lnTo>
                  <a:pt x="4631" y="2933"/>
                </a:lnTo>
                <a:cubicBezTo>
                  <a:pt x="4631" y="2933"/>
                  <a:pt x="4631" y="2933"/>
                  <a:pt x="4631" y="2933"/>
                </a:cubicBezTo>
                <a:cubicBezTo>
                  <a:pt x="4614" y="3034"/>
                  <a:pt x="4596" y="3135"/>
                  <a:pt x="4566" y="3234"/>
                </a:cubicBezTo>
                <a:cubicBezTo>
                  <a:pt x="4553" y="3280"/>
                  <a:pt x="4537" y="3327"/>
                  <a:pt x="4522" y="3373"/>
                </a:cubicBezTo>
                <a:cubicBezTo>
                  <a:pt x="4513" y="3396"/>
                  <a:pt x="4503" y="3417"/>
                  <a:pt x="4497" y="3441"/>
                </a:cubicBezTo>
                <a:cubicBezTo>
                  <a:pt x="4496" y="3441"/>
                  <a:pt x="4496" y="3441"/>
                  <a:pt x="4496" y="3441"/>
                </a:cubicBezTo>
                <a:lnTo>
                  <a:pt x="4496" y="3441"/>
                </a:lnTo>
                <a:cubicBezTo>
                  <a:pt x="4494" y="3445"/>
                  <a:pt x="4491" y="3450"/>
                  <a:pt x="4488" y="3455"/>
                </a:cubicBezTo>
                <a:cubicBezTo>
                  <a:pt x="4440" y="3542"/>
                  <a:pt x="4400" y="3630"/>
                  <a:pt x="4347" y="3712"/>
                </a:cubicBezTo>
                <a:cubicBezTo>
                  <a:pt x="4337" y="3727"/>
                  <a:pt x="4283" y="3802"/>
                  <a:pt x="4272" y="3820"/>
                </a:cubicBezTo>
                <a:lnTo>
                  <a:pt x="4272" y="3820"/>
                </a:lnTo>
                <a:cubicBezTo>
                  <a:pt x="4267" y="3826"/>
                  <a:pt x="4263" y="3832"/>
                  <a:pt x="4261" y="3835"/>
                </a:cubicBezTo>
                <a:cubicBezTo>
                  <a:pt x="4235" y="3862"/>
                  <a:pt x="4210" y="3891"/>
                  <a:pt x="4185" y="3919"/>
                </a:cubicBezTo>
                <a:cubicBezTo>
                  <a:pt x="4151" y="3955"/>
                  <a:pt x="4115" y="3990"/>
                  <a:pt x="4077" y="4024"/>
                </a:cubicBezTo>
                <a:cubicBezTo>
                  <a:pt x="4063" y="4037"/>
                  <a:pt x="3977" y="4106"/>
                  <a:pt x="3981" y="4106"/>
                </a:cubicBezTo>
                <a:cubicBezTo>
                  <a:pt x="3982" y="4106"/>
                  <a:pt x="3992" y="4099"/>
                  <a:pt x="4016" y="4081"/>
                </a:cubicBezTo>
                <a:lnTo>
                  <a:pt x="4016" y="4081"/>
                </a:lnTo>
                <a:cubicBezTo>
                  <a:pt x="3919" y="4153"/>
                  <a:pt x="3818" y="4216"/>
                  <a:pt x="3713" y="4271"/>
                </a:cubicBezTo>
                <a:cubicBezTo>
                  <a:pt x="3692" y="4282"/>
                  <a:pt x="3605" y="4320"/>
                  <a:pt x="3609" y="4320"/>
                </a:cubicBezTo>
                <a:cubicBezTo>
                  <a:pt x="3609" y="4320"/>
                  <a:pt x="3609" y="4320"/>
                  <a:pt x="3611" y="4319"/>
                </a:cubicBezTo>
                <a:lnTo>
                  <a:pt x="3611" y="4319"/>
                </a:lnTo>
                <a:cubicBezTo>
                  <a:pt x="3569" y="4335"/>
                  <a:pt x="3527" y="4350"/>
                  <a:pt x="3483" y="4365"/>
                </a:cubicBezTo>
                <a:cubicBezTo>
                  <a:pt x="3353" y="4408"/>
                  <a:pt x="3218" y="4437"/>
                  <a:pt x="3083" y="4460"/>
                </a:cubicBezTo>
                <a:cubicBezTo>
                  <a:pt x="3075" y="4462"/>
                  <a:pt x="3068" y="4463"/>
                  <a:pt x="3062" y="4464"/>
                </a:cubicBezTo>
                <a:lnTo>
                  <a:pt x="3062" y="4464"/>
                </a:lnTo>
                <a:cubicBezTo>
                  <a:pt x="3028" y="4467"/>
                  <a:pt x="2994" y="4471"/>
                  <a:pt x="2959" y="4473"/>
                </a:cubicBezTo>
                <a:cubicBezTo>
                  <a:pt x="2900" y="4477"/>
                  <a:pt x="2841" y="4481"/>
                  <a:pt x="2782" y="4481"/>
                </a:cubicBezTo>
                <a:cubicBezTo>
                  <a:pt x="2718" y="4481"/>
                  <a:pt x="2653" y="4479"/>
                  <a:pt x="2590" y="4475"/>
                </a:cubicBezTo>
                <a:cubicBezTo>
                  <a:pt x="2563" y="4473"/>
                  <a:pt x="2536" y="4471"/>
                  <a:pt x="2509" y="4469"/>
                </a:cubicBezTo>
                <a:lnTo>
                  <a:pt x="2509" y="4469"/>
                </a:lnTo>
                <a:cubicBezTo>
                  <a:pt x="2506" y="4468"/>
                  <a:pt x="2503" y="4467"/>
                  <a:pt x="2499" y="4467"/>
                </a:cubicBezTo>
                <a:cubicBezTo>
                  <a:pt x="2392" y="4445"/>
                  <a:pt x="2287" y="4422"/>
                  <a:pt x="2181" y="4389"/>
                </a:cubicBezTo>
                <a:cubicBezTo>
                  <a:pt x="2154" y="4379"/>
                  <a:pt x="2102" y="4357"/>
                  <a:pt x="2090" y="4352"/>
                </a:cubicBezTo>
                <a:lnTo>
                  <a:pt x="2090" y="4352"/>
                </a:lnTo>
                <a:cubicBezTo>
                  <a:pt x="2048" y="4332"/>
                  <a:pt x="2007" y="4312"/>
                  <a:pt x="1966" y="4290"/>
                </a:cubicBezTo>
                <a:cubicBezTo>
                  <a:pt x="1924" y="4266"/>
                  <a:pt x="1884" y="4241"/>
                  <a:pt x="1844" y="4214"/>
                </a:cubicBezTo>
                <a:cubicBezTo>
                  <a:pt x="1820" y="4198"/>
                  <a:pt x="1770" y="4158"/>
                  <a:pt x="1769" y="4158"/>
                </a:cubicBezTo>
                <a:lnTo>
                  <a:pt x="1769" y="4158"/>
                </a:lnTo>
                <a:cubicBezTo>
                  <a:pt x="1769" y="4158"/>
                  <a:pt x="1769" y="4158"/>
                  <a:pt x="1770" y="4159"/>
                </a:cubicBezTo>
                <a:lnTo>
                  <a:pt x="1770" y="4159"/>
                </a:lnTo>
                <a:cubicBezTo>
                  <a:pt x="1698" y="4097"/>
                  <a:pt x="1630" y="4032"/>
                  <a:pt x="1566" y="3961"/>
                </a:cubicBezTo>
                <a:cubicBezTo>
                  <a:pt x="1559" y="3952"/>
                  <a:pt x="1523" y="3908"/>
                  <a:pt x="1505" y="3886"/>
                </a:cubicBezTo>
                <a:lnTo>
                  <a:pt x="1505" y="3886"/>
                </a:lnTo>
                <a:cubicBezTo>
                  <a:pt x="1487" y="3859"/>
                  <a:pt x="1452" y="3809"/>
                  <a:pt x="1446" y="3799"/>
                </a:cubicBezTo>
                <a:cubicBezTo>
                  <a:pt x="1389" y="3710"/>
                  <a:pt x="1347" y="3618"/>
                  <a:pt x="1296" y="3525"/>
                </a:cubicBezTo>
                <a:cubicBezTo>
                  <a:pt x="1293" y="3520"/>
                  <a:pt x="1291" y="3516"/>
                  <a:pt x="1289" y="3513"/>
                </a:cubicBezTo>
                <a:lnTo>
                  <a:pt x="1289" y="3513"/>
                </a:lnTo>
                <a:cubicBezTo>
                  <a:pt x="1287" y="3505"/>
                  <a:pt x="1284" y="3496"/>
                  <a:pt x="1280" y="3485"/>
                </a:cubicBezTo>
                <a:cubicBezTo>
                  <a:pt x="1263" y="3441"/>
                  <a:pt x="1248" y="3396"/>
                  <a:pt x="1233" y="3352"/>
                </a:cubicBezTo>
                <a:cubicBezTo>
                  <a:pt x="1202" y="3251"/>
                  <a:pt x="1176" y="3150"/>
                  <a:pt x="1157" y="3047"/>
                </a:cubicBezTo>
                <a:cubicBezTo>
                  <a:pt x="1153" y="3023"/>
                  <a:pt x="1148" y="2988"/>
                  <a:pt x="1146" y="2969"/>
                </a:cubicBezTo>
                <a:lnTo>
                  <a:pt x="1146" y="2969"/>
                </a:lnTo>
                <a:cubicBezTo>
                  <a:pt x="1142" y="2928"/>
                  <a:pt x="1138" y="2887"/>
                  <a:pt x="1134" y="2847"/>
                </a:cubicBezTo>
                <a:cubicBezTo>
                  <a:pt x="1128" y="2743"/>
                  <a:pt x="1130" y="2638"/>
                  <a:pt x="1136" y="2533"/>
                </a:cubicBezTo>
                <a:cubicBezTo>
                  <a:pt x="1138" y="2513"/>
                  <a:pt x="1146" y="2433"/>
                  <a:pt x="1149" y="2401"/>
                </a:cubicBezTo>
                <a:lnTo>
                  <a:pt x="1149" y="2401"/>
                </a:lnTo>
                <a:cubicBezTo>
                  <a:pt x="1155" y="2369"/>
                  <a:pt x="1164" y="2316"/>
                  <a:pt x="1166" y="2301"/>
                </a:cubicBezTo>
                <a:cubicBezTo>
                  <a:pt x="1191" y="2189"/>
                  <a:pt x="1225" y="2080"/>
                  <a:pt x="1261" y="1970"/>
                </a:cubicBezTo>
                <a:cubicBezTo>
                  <a:pt x="1267" y="1952"/>
                  <a:pt x="1270" y="1940"/>
                  <a:pt x="1272" y="1933"/>
                </a:cubicBezTo>
                <a:lnTo>
                  <a:pt x="1272" y="1933"/>
                </a:lnTo>
                <a:cubicBezTo>
                  <a:pt x="1276" y="1925"/>
                  <a:pt x="1282" y="1914"/>
                  <a:pt x="1290" y="1898"/>
                </a:cubicBezTo>
                <a:cubicBezTo>
                  <a:pt x="1315" y="1848"/>
                  <a:pt x="1341" y="1797"/>
                  <a:pt x="1370" y="1747"/>
                </a:cubicBezTo>
                <a:cubicBezTo>
                  <a:pt x="1398" y="1698"/>
                  <a:pt x="1429" y="1652"/>
                  <a:pt x="1461" y="1604"/>
                </a:cubicBezTo>
                <a:cubicBezTo>
                  <a:pt x="1470" y="1590"/>
                  <a:pt x="1476" y="1580"/>
                  <a:pt x="1480" y="1574"/>
                </a:cubicBezTo>
                <a:lnTo>
                  <a:pt x="1480" y="1574"/>
                </a:lnTo>
                <a:cubicBezTo>
                  <a:pt x="1484" y="1570"/>
                  <a:pt x="1489" y="1565"/>
                  <a:pt x="1497" y="1557"/>
                </a:cubicBezTo>
                <a:cubicBezTo>
                  <a:pt x="1572" y="1477"/>
                  <a:pt x="1648" y="1401"/>
                  <a:pt x="1728" y="1328"/>
                </a:cubicBezTo>
                <a:cubicBezTo>
                  <a:pt x="1729" y="1327"/>
                  <a:pt x="1729" y="1327"/>
                  <a:pt x="1730" y="1326"/>
                </a:cubicBezTo>
                <a:lnTo>
                  <a:pt x="1730" y="1326"/>
                </a:lnTo>
                <a:cubicBezTo>
                  <a:pt x="1753" y="1312"/>
                  <a:pt x="1774" y="1295"/>
                  <a:pt x="1796" y="1281"/>
                </a:cubicBezTo>
                <a:cubicBezTo>
                  <a:pt x="1846" y="1248"/>
                  <a:pt x="1899" y="1218"/>
                  <a:pt x="1952" y="1191"/>
                </a:cubicBezTo>
                <a:cubicBezTo>
                  <a:pt x="1973" y="1180"/>
                  <a:pt x="1996" y="1170"/>
                  <a:pt x="2015" y="1159"/>
                </a:cubicBezTo>
                <a:cubicBezTo>
                  <a:pt x="2019" y="1157"/>
                  <a:pt x="2023" y="1154"/>
                  <a:pt x="2026" y="1152"/>
                </a:cubicBezTo>
                <a:lnTo>
                  <a:pt x="2026" y="1152"/>
                </a:lnTo>
                <a:cubicBezTo>
                  <a:pt x="2028" y="1152"/>
                  <a:pt x="2030" y="1151"/>
                  <a:pt x="2032" y="1151"/>
                </a:cubicBezTo>
                <a:cubicBezTo>
                  <a:pt x="2093" y="1132"/>
                  <a:pt x="2152" y="1108"/>
                  <a:pt x="2213" y="1092"/>
                </a:cubicBezTo>
                <a:cubicBezTo>
                  <a:pt x="2272" y="1075"/>
                  <a:pt x="2329" y="1064"/>
                  <a:pt x="2388" y="1052"/>
                </a:cubicBezTo>
                <a:cubicBezTo>
                  <a:pt x="2406" y="1047"/>
                  <a:pt x="2452" y="1041"/>
                  <a:pt x="2450" y="1041"/>
                </a:cubicBezTo>
                <a:lnTo>
                  <a:pt x="2450" y="1041"/>
                </a:lnTo>
                <a:cubicBezTo>
                  <a:pt x="2449" y="1041"/>
                  <a:pt x="2434" y="1042"/>
                  <a:pt x="2396" y="1047"/>
                </a:cubicBezTo>
                <a:cubicBezTo>
                  <a:pt x="2438" y="1041"/>
                  <a:pt x="2480" y="1037"/>
                  <a:pt x="2523" y="1035"/>
                </a:cubicBezTo>
                <a:cubicBezTo>
                  <a:pt x="2551" y="1033"/>
                  <a:pt x="2579" y="1028"/>
                  <a:pt x="2607" y="1022"/>
                </a:cubicBezTo>
                <a:lnTo>
                  <a:pt x="2607" y="1022"/>
                </a:lnTo>
                <a:cubicBezTo>
                  <a:pt x="2623" y="1021"/>
                  <a:pt x="2639" y="1018"/>
                  <a:pt x="2655" y="1016"/>
                </a:cubicBezTo>
                <a:cubicBezTo>
                  <a:pt x="2677" y="1012"/>
                  <a:pt x="2699" y="1009"/>
                  <a:pt x="2720" y="1006"/>
                </a:cubicBezTo>
                <a:lnTo>
                  <a:pt x="2720" y="1006"/>
                </a:lnTo>
                <a:cubicBezTo>
                  <a:pt x="2727" y="1005"/>
                  <a:pt x="2777" y="1000"/>
                  <a:pt x="2792" y="999"/>
                </a:cubicBezTo>
                <a:cubicBezTo>
                  <a:pt x="2853" y="995"/>
                  <a:pt x="2917" y="991"/>
                  <a:pt x="2978" y="988"/>
                </a:cubicBezTo>
                <a:cubicBezTo>
                  <a:pt x="2996" y="988"/>
                  <a:pt x="3014" y="988"/>
                  <a:pt x="3032" y="988"/>
                </a:cubicBezTo>
                <a:close/>
                <a:moveTo>
                  <a:pt x="3031" y="0"/>
                </a:moveTo>
                <a:cubicBezTo>
                  <a:pt x="2841" y="0"/>
                  <a:pt x="2651" y="16"/>
                  <a:pt x="2463" y="44"/>
                </a:cubicBezTo>
                <a:lnTo>
                  <a:pt x="2463" y="44"/>
                </a:lnTo>
                <a:cubicBezTo>
                  <a:pt x="1887" y="101"/>
                  <a:pt x="1345" y="305"/>
                  <a:pt x="921" y="715"/>
                </a:cubicBezTo>
                <a:cubicBezTo>
                  <a:pt x="551" y="1073"/>
                  <a:pt x="298" y="1566"/>
                  <a:pt x="199" y="2071"/>
                </a:cubicBezTo>
                <a:cubicBezTo>
                  <a:pt x="1" y="3089"/>
                  <a:pt x="296" y="4250"/>
                  <a:pt x="1128" y="4915"/>
                </a:cubicBezTo>
                <a:cubicBezTo>
                  <a:pt x="1602" y="5295"/>
                  <a:pt x="2207" y="5479"/>
                  <a:pt x="2815" y="5479"/>
                </a:cubicBezTo>
                <a:cubicBezTo>
                  <a:pt x="3435" y="5479"/>
                  <a:pt x="4059" y="5288"/>
                  <a:pt x="4551" y="4917"/>
                </a:cubicBezTo>
                <a:cubicBezTo>
                  <a:pt x="5478" y="4222"/>
                  <a:pt x="5845" y="2981"/>
                  <a:pt x="5529" y="1873"/>
                </a:cubicBezTo>
                <a:cubicBezTo>
                  <a:pt x="5356" y="1275"/>
                  <a:pt x="4989" y="750"/>
                  <a:pt x="4469" y="401"/>
                </a:cubicBezTo>
                <a:cubicBezTo>
                  <a:pt x="4037" y="112"/>
                  <a:pt x="3537" y="0"/>
                  <a:pt x="3031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2" name="Google Shape;402;p2"/>
          <p:cNvSpPr/>
          <p:nvPr/>
        </p:nvSpPr>
        <p:spPr>
          <a:xfrm>
            <a:off x="3680113" y="1211563"/>
            <a:ext cx="117525" cy="110100"/>
          </a:xfrm>
          <a:custGeom>
            <a:rect b="b" l="l" r="r" t="t"/>
            <a:pathLst>
              <a:path extrusionOk="0" h="4404" w="4701">
                <a:moveTo>
                  <a:pt x="1951" y="1032"/>
                </a:moveTo>
                <a:cubicBezTo>
                  <a:pt x="1950" y="1033"/>
                  <a:pt x="1949" y="1033"/>
                  <a:pt x="1947" y="1033"/>
                </a:cubicBezTo>
                <a:cubicBezTo>
                  <a:pt x="1948" y="1033"/>
                  <a:pt x="1950" y="1033"/>
                  <a:pt x="1951" y="1032"/>
                </a:cubicBezTo>
                <a:close/>
                <a:moveTo>
                  <a:pt x="2857" y="1059"/>
                </a:moveTo>
                <a:cubicBezTo>
                  <a:pt x="2871" y="1059"/>
                  <a:pt x="2889" y="1066"/>
                  <a:pt x="2907" y="1075"/>
                </a:cubicBezTo>
                <a:lnTo>
                  <a:pt x="2907" y="1075"/>
                </a:lnTo>
                <a:cubicBezTo>
                  <a:pt x="2887" y="1068"/>
                  <a:pt x="2858" y="1059"/>
                  <a:pt x="2857" y="1059"/>
                </a:cubicBezTo>
                <a:close/>
                <a:moveTo>
                  <a:pt x="3091" y="1185"/>
                </a:moveTo>
                <a:cubicBezTo>
                  <a:pt x="3091" y="1185"/>
                  <a:pt x="3091" y="1185"/>
                  <a:pt x="3091" y="1185"/>
                </a:cubicBezTo>
                <a:lnTo>
                  <a:pt x="3091" y="1185"/>
                </a:lnTo>
                <a:cubicBezTo>
                  <a:pt x="3091" y="1185"/>
                  <a:pt x="3091" y="1185"/>
                  <a:pt x="3091" y="1185"/>
                </a:cubicBezTo>
                <a:close/>
                <a:moveTo>
                  <a:pt x="3104" y="1198"/>
                </a:moveTo>
                <a:cubicBezTo>
                  <a:pt x="3111" y="1203"/>
                  <a:pt x="3118" y="1208"/>
                  <a:pt x="3125" y="1213"/>
                </a:cubicBezTo>
                <a:cubicBezTo>
                  <a:pt x="3142" y="1224"/>
                  <a:pt x="3149" y="1229"/>
                  <a:pt x="3148" y="1229"/>
                </a:cubicBezTo>
                <a:cubicBezTo>
                  <a:pt x="3148" y="1229"/>
                  <a:pt x="3121" y="1211"/>
                  <a:pt x="3104" y="1198"/>
                </a:cubicBezTo>
                <a:close/>
                <a:moveTo>
                  <a:pt x="1747" y="3319"/>
                </a:moveTo>
                <a:cubicBezTo>
                  <a:pt x="1767" y="3326"/>
                  <a:pt x="1803" y="3338"/>
                  <a:pt x="1802" y="3338"/>
                </a:cubicBezTo>
                <a:cubicBezTo>
                  <a:pt x="1800" y="3339"/>
                  <a:pt x="1799" y="3339"/>
                  <a:pt x="1797" y="3339"/>
                </a:cubicBezTo>
                <a:cubicBezTo>
                  <a:pt x="1785" y="3339"/>
                  <a:pt x="1766" y="3330"/>
                  <a:pt x="1747" y="3319"/>
                </a:cubicBezTo>
                <a:close/>
                <a:moveTo>
                  <a:pt x="2463" y="3393"/>
                </a:moveTo>
                <a:cubicBezTo>
                  <a:pt x="2461" y="3393"/>
                  <a:pt x="2459" y="3393"/>
                  <a:pt x="2456" y="3393"/>
                </a:cubicBezTo>
                <a:lnTo>
                  <a:pt x="2456" y="3393"/>
                </a:lnTo>
                <a:cubicBezTo>
                  <a:pt x="2459" y="3393"/>
                  <a:pt x="2462" y="3393"/>
                  <a:pt x="2463" y="3393"/>
                </a:cubicBezTo>
                <a:close/>
                <a:moveTo>
                  <a:pt x="2387" y="989"/>
                </a:moveTo>
                <a:cubicBezTo>
                  <a:pt x="2440" y="989"/>
                  <a:pt x="2491" y="989"/>
                  <a:pt x="2541" y="993"/>
                </a:cubicBezTo>
                <a:cubicBezTo>
                  <a:pt x="2560" y="993"/>
                  <a:pt x="2582" y="997"/>
                  <a:pt x="2601" y="998"/>
                </a:cubicBezTo>
                <a:lnTo>
                  <a:pt x="2601" y="998"/>
                </a:lnTo>
                <a:cubicBezTo>
                  <a:pt x="2682" y="1018"/>
                  <a:pt x="2761" y="1029"/>
                  <a:pt x="2840" y="1057"/>
                </a:cubicBezTo>
                <a:cubicBezTo>
                  <a:pt x="2857" y="1061"/>
                  <a:pt x="2876" y="1069"/>
                  <a:pt x="2895" y="1076"/>
                </a:cubicBezTo>
                <a:cubicBezTo>
                  <a:pt x="2906" y="1079"/>
                  <a:pt x="2914" y="1081"/>
                  <a:pt x="2919" y="1082"/>
                </a:cubicBezTo>
                <a:lnTo>
                  <a:pt x="2919" y="1082"/>
                </a:lnTo>
                <a:cubicBezTo>
                  <a:pt x="2944" y="1096"/>
                  <a:pt x="2968" y="1113"/>
                  <a:pt x="2984" y="1122"/>
                </a:cubicBezTo>
                <a:cubicBezTo>
                  <a:pt x="3015" y="1139"/>
                  <a:pt x="3049" y="1160"/>
                  <a:pt x="3080" y="1181"/>
                </a:cubicBezTo>
                <a:cubicBezTo>
                  <a:pt x="3084" y="1184"/>
                  <a:pt x="3088" y="1186"/>
                  <a:pt x="3092" y="1189"/>
                </a:cubicBezTo>
                <a:lnTo>
                  <a:pt x="3092" y="1189"/>
                </a:lnTo>
                <a:cubicBezTo>
                  <a:pt x="3107" y="1217"/>
                  <a:pt x="3258" y="1347"/>
                  <a:pt x="3274" y="1366"/>
                </a:cubicBezTo>
                <a:cubicBezTo>
                  <a:pt x="3278" y="1370"/>
                  <a:pt x="3281" y="1374"/>
                  <a:pt x="3284" y="1378"/>
                </a:cubicBezTo>
                <a:lnTo>
                  <a:pt x="3284" y="1378"/>
                </a:lnTo>
                <a:cubicBezTo>
                  <a:pt x="3304" y="1410"/>
                  <a:pt x="3328" y="1440"/>
                  <a:pt x="3348" y="1474"/>
                </a:cubicBezTo>
                <a:cubicBezTo>
                  <a:pt x="3367" y="1503"/>
                  <a:pt x="3386" y="1535"/>
                  <a:pt x="3403" y="1569"/>
                </a:cubicBezTo>
                <a:cubicBezTo>
                  <a:pt x="3409" y="1579"/>
                  <a:pt x="3414" y="1591"/>
                  <a:pt x="3420" y="1604"/>
                </a:cubicBezTo>
                <a:lnTo>
                  <a:pt x="3420" y="1604"/>
                </a:lnTo>
                <a:cubicBezTo>
                  <a:pt x="3420" y="1602"/>
                  <a:pt x="3420" y="1600"/>
                  <a:pt x="3420" y="1598"/>
                </a:cubicBezTo>
                <a:lnTo>
                  <a:pt x="3420" y="1598"/>
                </a:lnTo>
                <a:cubicBezTo>
                  <a:pt x="3420" y="1600"/>
                  <a:pt x="3420" y="1602"/>
                  <a:pt x="3420" y="1604"/>
                </a:cubicBezTo>
                <a:lnTo>
                  <a:pt x="3420" y="1604"/>
                </a:lnTo>
                <a:cubicBezTo>
                  <a:pt x="3420" y="1604"/>
                  <a:pt x="3420" y="1604"/>
                  <a:pt x="3420" y="1604"/>
                </a:cubicBezTo>
                <a:lnTo>
                  <a:pt x="3420" y="1604"/>
                </a:lnTo>
                <a:cubicBezTo>
                  <a:pt x="3420" y="1621"/>
                  <a:pt x="3423" y="1634"/>
                  <a:pt x="3427" y="1644"/>
                </a:cubicBezTo>
                <a:lnTo>
                  <a:pt x="3427" y="1644"/>
                </a:lnTo>
                <a:cubicBezTo>
                  <a:pt x="3423" y="1630"/>
                  <a:pt x="3420" y="1616"/>
                  <a:pt x="3420" y="1604"/>
                </a:cubicBezTo>
                <a:lnTo>
                  <a:pt x="3420" y="1604"/>
                </a:lnTo>
                <a:cubicBezTo>
                  <a:pt x="3422" y="1608"/>
                  <a:pt x="3424" y="1613"/>
                  <a:pt x="3426" y="1617"/>
                </a:cubicBezTo>
                <a:cubicBezTo>
                  <a:pt x="3442" y="1646"/>
                  <a:pt x="3443" y="1659"/>
                  <a:pt x="3439" y="1659"/>
                </a:cubicBezTo>
                <a:cubicBezTo>
                  <a:pt x="3436" y="1659"/>
                  <a:pt x="3432" y="1654"/>
                  <a:pt x="3427" y="1644"/>
                </a:cubicBezTo>
                <a:lnTo>
                  <a:pt x="3427" y="1644"/>
                </a:lnTo>
                <a:cubicBezTo>
                  <a:pt x="3443" y="1697"/>
                  <a:pt x="3479" y="1760"/>
                  <a:pt x="3491" y="1802"/>
                </a:cubicBezTo>
                <a:cubicBezTo>
                  <a:pt x="3500" y="1838"/>
                  <a:pt x="3508" y="1874"/>
                  <a:pt x="3517" y="1910"/>
                </a:cubicBezTo>
                <a:cubicBezTo>
                  <a:pt x="3521" y="1933"/>
                  <a:pt x="3525" y="1954"/>
                  <a:pt x="3529" y="1977"/>
                </a:cubicBezTo>
                <a:cubicBezTo>
                  <a:pt x="3534" y="2005"/>
                  <a:pt x="3537" y="2015"/>
                  <a:pt x="3538" y="2015"/>
                </a:cubicBezTo>
                <a:cubicBezTo>
                  <a:pt x="3540" y="2015"/>
                  <a:pt x="3530" y="1942"/>
                  <a:pt x="3525" y="1939"/>
                </a:cubicBezTo>
                <a:lnTo>
                  <a:pt x="3525" y="1939"/>
                </a:lnTo>
                <a:cubicBezTo>
                  <a:pt x="3550" y="1954"/>
                  <a:pt x="3538" y="2142"/>
                  <a:pt x="3538" y="2173"/>
                </a:cubicBezTo>
                <a:cubicBezTo>
                  <a:pt x="3538" y="2215"/>
                  <a:pt x="3535" y="2257"/>
                  <a:pt x="3533" y="2297"/>
                </a:cubicBezTo>
                <a:cubicBezTo>
                  <a:pt x="3532" y="2312"/>
                  <a:pt x="3530" y="2326"/>
                  <a:pt x="3529" y="2339"/>
                </a:cubicBezTo>
                <a:lnTo>
                  <a:pt x="3529" y="2339"/>
                </a:lnTo>
                <a:cubicBezTo>
                  <a:pt x="3514" y="2409"/>
                  <a:pt x="3504" y="2477"/>
                  <a:pt x="3483" y="2546"/>
                </a:cubicBezTo>
                <a:cubicBezTo>
                  <a:pt x="3472" y="2582"/>
                  <a:pt x="3462" y="2618"/>
                  <a:pt x="3449" y="2651"/>
                </a:cubicBezTo>
                <a:cubicBezTo>
                  <a:pt x="3445" y="2663"/>
                  <a:pt x="3440" y="2676"/>
                  <a:pt x="3436" y="2688"/>
                </a:cubicBezTo>
                <a:lnTo>
                  <a:pt x="3436" y="2688"/>
                </a:lnTo>
                <a:cubicBezTo>
                  <a:pt x="3398" y="2751"/>
                  <a:pt x="3369" y="2818"/>
                  <a:pt x="3329" y="2881"/>
                </a:cubicBezTo>
                <a:cubicBezTo>
                  <a:pt x="3324" y="2889"/>
                  <a:pt x="3300" y="2922"/>
                  <a:pt x="3284" y="2945"/>
                </a:cubicBezTo>
                <a:lnTo>
                  <a:pt x="3284" y="2945"/>
                </a:lnTo>
                <a:cubicBezTo>
                  <a:pt x="3263" y="2968"/>
                  <a:pt x="3232" y="3005"/>
                  <a:pt x="3224" y="3014"/>
                </a:cubicBezTo>
                <a:cubicBezTo>
                  <a:pt x="3198" y="3041"/>
                  <a:pt x="3171" y="3069"/>
                  <a:pt x="3142" y="3094"/>
                </a:cubicBezTo>
                <a:cubicBezTo>
                  <a:pt x="3127" y="3106"/>
                  <a:pt x="3112" y="3119"/>
                  <a:pt x="3099" y="3132"/>
                </a:cubicBezTo>
                <a:cubicBezTo>
                  <a:pt x="3075" y="3154"/>
                  <a:pt x="3071" y="3163"/>
                  <a:pt x="3076" y="3163"/>
                </a:cubicBezTo>
                <a:cubicBezTo>
                  <a:pt x="3076" y="3163"/>
                  <a:pt x="3077" y="3163"/>
                  <a:pt x="3078" y="3162"/>
                </a:cubicBezTo>
                <a:lnTo>
                  <a:pt x="3078" y="3162"/>
                </a:lnTo>
                <a:cubicBezTo>
                  <a:pt x="3021" y="3203"/>
                  <a:pt x="2923" y="3245"/>
                  <a:pt x="2889" y="3262"/>
                </a:cubicBezTo>
                <a:cubicBezTo>
                  <a:pt x="2863" y="3275"/>
                  <a:pt x="2803" y="3296"/>
                  <a:pt x="2805" y="3296"/>
                </a:cubicBezTo>
                <a:cubicBezTo>
                  <a:pt x="2806" y="3296"/>
                  <a:pt x="2822" y="3291"/>
                  <a:pt x="2866" y="3277"/>
                </a:cubicBezTo>
                <a:lnTo>
                  <a:pt x="2866" y="3277"/>
                </a:lnTo>
                <a:cubicBezTo>
                  <a:pt x="2823" y="3292"/>
                  <a:pt x="2783" y="3309"/>
                  <a:pt x="2741" y="3323"/>
                </a:cubicBezTo>
                <a:cubicBezTo>
                  <a:pt x="2642" y="3355"/>
                  <a:pt x="2541" y="3376"/>
                  <a:pt x="2438" y="3395"/>
                </a:cubicBezTo>
                <a:cubicBezTo>
                  <a:pt x="2437" y="3395"/>
                  <a:pt x="2437" y="3395"/>
                  <a:pt x="2437" y="3395"/>
                </a:cubicBezTo>
                <a:lnTo>
                  <a:pt x="2437" y="3395"/>
                </a:lnTo>
                <a:cubicBezTo>
                  <a:pt x="2416" y="3397"/>
                  <a:pt x="2395" y="3400"/>
                  <a:pt x="2375" y="3401"/>
                </a:cubicBezTo>
                <a:cubicBezTo>
                  <a:pt x="2330" y="3403"/>
                  <a:pt x="2284" y="3406"/>
                  <a:pt x="2240" y="3406"/>
                </a:cubicBezTo>
                <a:cubicBezTo>
                  <a:pt x="2226" y="3406"/>
                  <a:pt x="2211" y="3406"/>
                  <a:pt x="2197" y="3406"/>
                </a:cubicBezTo>
                <a:cubicBezTo>
                  <a:pt x="2163" y="3406"/>
                  <a:pt x="2129" y="3405"/>
                  <a:pt x="2094" y="3403"/>
                </a:cubicBezTo>
                <a:cubicBezTo>
                  <a:pt x="2081" y="3402"/>
                  <a:pt x="2067" y="3400"/>
                  <a:pt x="2054" y="3398"/>
                </a:cubicBezTo>
                <a:lnTo>
                  <a:pt x="2054" y="3398"/>
                </a:lnTo>
                <a:cubicBezTo>
                  <a:pt x="1975" y="3376"/>
                  <a:pt x="1893" y="3365"/>
                  <a:pt x="1814" y="3340"/>
                </a:cubicBezTo>
                <a:cubicBezTo>
                  <a:pt x="1797" y="3334"/>
                  <a:pt x="1778" y="3326"/>
                  <a:pt x="1762" y="3321"/>
                </a:cubicBezTo>
                <a:cubicBezTo>
                  <a:pt x="1752" y="3318"/>
                  <a:pt x="1745" y="3316"/>
                  <a:pt x="1740" y="3315"/>
                </a:cubicBezTo>
                <a:lnTo>
                  <a:pt x="1740" y="3315"/>
                </a:lnTo>
                <a:cubicBezTo>
                  <a:pt x="1716" y="3301"/>
                  <a:pt x="1691" y="3283"/>
                  <a:pt x="1679" y="3277"/>
                </a:cubicBezTo>
                <a:cubicBezTo>
                  <a:pt x="1648" y="3258"/>
                  <a:pt x="1616" y="3241"/>
                  <a:pt x="1587" y="3220"/>
                </a:cubicBezTo>
                <a:cubicBezTo>
                  <a:pt x="1572" y="3210"/>
                  <a:pt x="1557" y="3199"/>
                  <a:pt x="1543" y="3191"/>
                </a:cubicBezTo>
                <a:cubicBezTo>
                  <a:pt x="1525" y="3180"/>
                  <a:pt x="1519" y="3175"/>
                  <a:pt x="1519" y="3175"/>
                </a:cubicBezTo>
                <a:lnTo>
                  <a:pt x="1519" y="3175"/>
                </a:lnTo>
                <a:cubicBezTo>
                  <a:pt x="1518" y="3175"/>
                  <a:pt x="1582" y="3218"/>
                  <a:pt x="1580" y="3218"/>
                </a:cubicBezTo>
                <a:cubicBezTo>
                  <a:pt x="1580" y="3218"/>
                  <a:pt x="1579" y="3218"/>
                  <a:pt x="1578" y="3218"/>
                </a:cubicBezTo>
                <a:cubicBezTo>
                  <a:pt x="1542" y="3218"/>
                  <a:pt x="1420" y="3070"/>
                  <a:pt x="1399" y="3045"/>
                </a:cubicBezTo>
                <a:cubicBezTo>
                  <a:pt x="1384" y="3030"/>
                  <a:pt x="1353" y="2977"/>
                  <a:pt x="1351" y="2977"/>
                </a:cubicBezTo>
                <a:lnTo>
                  <a:pt x="1351" y="2977"/>
                </a:lnTo>
                <a:cubicBezTo>
                  <a:pt x="1350" y="2977"/>
                  <a:pt x="1354" y="2985"/>
                  <a:pt x="1363" y="3005"/>
                </a:cubicBezTo>
                <a:cubicBezTo>
                  <a:pt x="1372" y="3025"/>
                  <a:pt x="1375" y="3032"/>
                  <a:pt x="1374" y="3032"/>
                </a:cubicBezTo>
                <a:cubicBezTo>
                  <a:pt x="1372" y="3032"/>
                  <a:pt x="1335" y="2962"/>
                  <a:pt x="1326" y="2946"/>
                </a:cubicBezTo>
                <a:cubicBezTo>
                  <a:pt x="1285" y="2881"/>
                  <a:pt x="1252" y="2814"/>
                  <a:pt x="1215" y="2746"/>
                </a:cubicBezTo>
                <a:lnTo>
                  <a:pt x="1215" y="2746"/>
                </a:lnTo>
                <a:cubicBezTo>
                  <a:pt x="1214" y="2743"/>
                  <a:pt x="1213" y="2740"/>
                  <a:pt x="1212" y="2736"/>
                </a:cubicBezTo>
                <a:cubicBezTo>
                  <a:pt x="1199" y="2702"/>
                  <a:pt x="1187" y="2668"/>
                  <a:pt x="1176" y="2635"/>
                </a:cubicBezTo>
                <a:cubicBezTo>
                  <a:pt x="1153" y="2559"/>
                  <a:pt x="1132" y="2481"/>
                  <a:pt x="1119" y="2403"/>
                </a:cubicBezTo>
                <a:cubicBezTo>
                  <a:pt x="1119" y="2401"/>
                  <a:pt x="1118" y="2399"/>
                  <a:pt x="1118" y="2397"/>
                </a:cubicBezTo>
                <a:lnTo>
                  <a:pt x="1118" y="2397"/>
                </a:lnTo>
                <a:cubicBezTo>
                  <a:pt x="1122" y="2365"/>
                  <a:pt x="1108" y="2315"/>
                  <a:pt x="1106" y="2283"/>
                </a:cubicBezTo>
                <a:cubicBezTo>
                  <a:pt x="1102" y="2203"/>
                  <a:pt x="1102" y="2123"/>
                  <a:pt x="1106" y="2043"/>
                </a:cubicBezTo>
                <a:cubicBezTo>
                  <a:pt x="1107" y="2033"/>
                  <a:pt x="1110" y="2004"/>
                  <a:pt x="1113" y="1978"/>
                </a:cubicBezTo>
                <a:lnTo>
                  <a:pt x="1113" y="1978"/>
                </a:lnTo>
                <a:cubicBezTo>
                  <a:pt x="1117" y="1953"/>
                  <a:pt x="1123" y="1911"/>
                  <a:pt x="1125" y="1899"/>
                </a:cubicBezTo>
                <a:cubicBezTo>
                  <a:pt x="1144" y="1813"/>
                  <a:pt x="1170" y="1731"/>
                  <a:pt x="1197" y="1647"/>
                </a:cubicBezTo>
                <a:cubicBezTo>
                  <a:pt x="1199" y="1642"/>
                  <a:pt x="1200" y="1637"/>
                  <a:pt x="1201" y="1634"/>
                </a:cubicBezTo>
                <a:lnTo>
                  <a:pt x="1201" y="1634"/>
                </a:lnTo>
                <a:cubicBezTo>
                  <a:pt x="1203" y="1630"/>
                  <a:pt x="1205" y="1626"/>
                  <a:pt x="1208" y="1621"/>
                </a:cubicBezTo>
                <a:cubicBezTo>
                  <a:pt x="1227" y="1583"/>
                  <a:pt x="1246" y="1543"/>
                  <a:pt x="1269" y="1507"/>
                </a:cubicBezTo>
                <a:cubicBezTo>
                  <a:pt x="1290" y="1470"/>
                  <a:pt x="1313" y="1434"/>
                  <a:pt x="1338" y="1398"/>
                </a:cubicBezTo>
                <a:cubicBezTo>
                  <a:pt x="1341" y="1394"/>
                  <a:pt x="1344" y="1390"/>
                  <a:pt x="1346" y="1386"/>
                </a:cubicBezTo>
                <a:lnTo>
                  <a:pt x="1346" y="1386"/>
                </a:lnTo>
                <a:cubicBezTo>
                  <a:pt x="1346" y="1386"/>
                  <a:pt x="1346" y="1386"/>
                  <a:pt x="1347" y="1385"/>
                </a:cubicBezTo>
                <a:cubicBezTo>
                  <a:pt x="1399" y="1329"/>
                  <a:pt x="1454" y="1275"/>
                  <a:pt x="1511" y="1223"/>
                </a:cubicBezTo>
                <a:lnTo>
                  <a:pt x="1511" y="1223"/>
                </a:lnTo>
                <a:cubicBezTo>
                  <a:pt x="1524" y="1213"/>
                  <a:pt x="1537" y="1203"/>
                  <a:pt x="1551" y="1194"/>
                </a:cubicBezTo>
                <a:cubicBezTo>
                  <a:pt x="1589" y="1170"/>
                  <a:pt x="1627" y="1147"/>
                  <a:pt x="1667" y="1126"/>
                </a:cubicBezTo>
                <a:cubicBezTo>
                  <a:pt x="1682" y="1119"/>
                  <a:pt x="1697" y="1111"/>
                  <a:pt x="1712" y="1103"/>
                </a:cubicBezTo>
                <a:lnTo>
                  <a:pt x="1712" y="1103"/>
                </a:lnTo>
                <a:cubicBezTo>
                  <a:pt x="1755" y="1090"/>
                  <a:pt x="1797" y="1075"/>
                  <a:pt x="1840" y="1063"/>
                </a:cubicBezTo>
                <a:cubicBezTo>
                  <a:pt x="1884" y="1050"/>
                  <a:pt x="1928" y="1042"/>
                  <a:pt x="1970" y="1031"/>
                </a:cubicBezTo>
                <a:cubicBezTo>
                  <a:pt x="1976" y="1030"/>
                  <a:pt x="1983" y="1028"/>
                  <a:pt x="1990" y="1026"/>
                </a:cubicBezTo>
                <a:lnTo>
                  <a:pt x="1990" y="1026"/>
                </a:lnTo>
                <a:cubicBezTo>
                  <a:pt x="2008" y="1025"/>
                  <a:pt x="2026" y="1024"/>
                  <a:pt x="2042" y="1023"/>
                </a:cubicBezTo>
                <a:cubicBezTo>
                  <a:pt x="2063" y="1021"/>
                  <a:pt x="2083" y="1018"/>
                  <a:pt x="2104" y="1015"/>
                </a:cubicBezTo>
                <a:lnTo>
                  <a:pt x="2104" y="1015"/>
                </a:lnTo>
                <a:cubicBezTo>
                  <a:pt x="2127" y="1013"/>
                  <a:pt x="2151" y="1010"/>
                  <a:pt x="2175" y="1006"/>
                </a:cubicBezTo>
                <a:cubicBezTo>
                  <a:pt x="2200" y="1002"/>
                  <a:pt x="2223" y="998"/>
                  <a:pt x="2248" y="996"/>
                </a:cubicBezTo>
                <a:lnTo>
                  <a:pt x="2248" y="996"/>
                </a:lnTo>
                <a:cubicBezTo>
                  <a:pt x="2202" y="1002"/>
                  <a:pt x="2186" y="1004"/>
                  <a:pt x="2186" y="1004"/>
                </a:cubicBezTo>
                <a:cubicBezTo>
                  <a:pt x="2187" y="1004"/>
                  <a:pt x="2227" y="999"/>
                  <a:pt x="2246" y="998"/>
                </a:cubicBezTo>
                <a:cubicBezTo>
                  <a:pt x="2293" y="996"/>
                  <a:pt x="2341" y="991"/>
                  <a:pt x="2387" y="989"/>
                </a:cubicBezTo>
                <a:close/>
                <a:moveTo>
                  <a:pt x="2431" y="0"/>
                </a:moveTo>
                <a:cubicBezTo>
                  <a:pt x="2283" y="0"/>
                  <a:pt x="2134" y="12"/>
                  <a:pt x="1987" y="33"/>
                </a:cubicBezTo>
                <a:lnTo>
                  <a:pt x="1987" y="33"/>
                </a:lnTo>
                <a:cubicBezTo>
                  <a:pt x="1519" y="79"/>
                  <a:pt x="1082" y="246"/>
                  <a:pt x="738" y="578"/>
                </a:cubicBezTo>
                <a:cubicBezTo>
                  <a:pt x="443" y="863"/>
                  <a:pt x="236" y="1259"/>
                  <a:pt x="158" y="1661"/>
                </a:cubicBezTo>
                <a:cubicBezTo>
                  <a:pt x="0" y="2477"/>
                  <a:pt x="228" y="3403"/>
                  <a:pt x="896" y="3941"/>
                </a:cubicBezTo>
                <a:cubicBezTo>
                  <a:pt x="1283" y="4251"/>
                  <a:pt x="1777" y="4404"/>
                  <a:pt x="2272" y="4404"/>
                </a:cubicBezTo>
                <a:cubicBezTo>
                  <a:pt x="2762" y="4404"/>
                  <a:pt x="3253" y="4255"/>
                  <a:pt x="3645" y="3962"/>
                </a:cubicBezTo>
                <a:cubicBezTo>
                  <a:pt x="4395" y="3401"/>
                  <a:pt x="4700" y="2409"/>
                  <a:pt x="4443" y="1512"/>
                </a:cubicBezTo>
                <a:cubicBezTo>
                  <a:pt x="4302" y="1025"/>
                  <a:pt x="4003" y="604"/>
                  <a:pt x="3582" y="321"/>
                </a:cubicBezTo>
                <a:cubicBezTo>
                  <a:pt x="3236" y="89"/>
                  <a:pt x="2836" y="0"/>
                  <a:pt x="2431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3" name="Google Shape;403;p2"/>
          <p:cNvSpPr txBox="1"/>
          <p:nvPr>
            <p:ph idx="1" type="body"/>
          </p:nvPr>
        </p:nvSpPr>
        <p:spPr>
          <a:xfrm>
            <a:off x="1959450" y="2942150"/>
            <a:ext cx="5225100" cy="6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antari"/>
              <a:buChar char="●"/>
              <a:defRPr>
                <a:solidFill>
                  <a:schemeClr val="dk1"/>
                </a:solidFill>
                <a:latin typeface="Gantari"/>
                <a:ea typeface="Gantari"/>
                <a:cs typeface="Gantari"/>
                <a:sym typeface="Gantari"/>
              </a:defRPr>
            </a:lvl1pPr>
            <a:lvl2pPr indent="-3175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antari"/>
              <a:buChar char="○"/>
              <a:defRPr>
                <a:solidFill>
                  <a:schemeClr val="dk1"/>
                </a:solidFill>
                <a:latin typeface="Gantari"/>
                <a:ea typeface="Gantari"/>
                <a:cs typeface="Gantari"/>
                <a:sym typeface="Gantari"/>
              </a:defRPr>
            </a:lvl2pPr>
            <a:lvl3pPr indent="-3175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antari"/>
              <a:buChar char="■"/>
              <a:defRPr>
                <a:solidFill>
                  <a:schemeClr val="dk1"/>
                </a:solidFill>
                <a:latin typeface="Gantari"/>
                <a:ea typeface="Gantari"/>
                <a:cs typeface="Gantari"/>
                <a:sym typeface="Gantari"/>
              </a:defRPr>
            </a:lvl3pPr>
            <a:lvl4pPr indent="-3175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antari"/>
              <a:buChar char="●"/>
              <a:defRPr>
                <a:solidFill>
                  <a:schemeClr val="dk1"/>
                </a:solidFill>
                <a:latin typeface="Gantari"/>
                <a:ea typeface="Gantari"/>
                <a:cs typeface="Gantari"/>
                <a:sym typeface="Gantari"/>
              </a:defRPr>
            </a:lvl4pPr>
            <a:lvl5pPr indent="-3175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antari"/>
              <a:buChar char="○"/>
              <a:defRPr>
                <a:solidFill>
                  <a:schemeClr val="dk1"/>
                </a:solidFill>
                <a:latin typeface="Gantari"/>
                <a:ea typeface="Gantari"/>
                <a:cs typeface="Gantari"/>
                <a:sym typeface="Gantari"/>
              </a:defRPr>
            </a:lvl5pPr>
            <a:lvl6pPr indent="-3175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antari"/>
              <a:buChar char="■"/>
              <a:defRPr>
                <a:solidFill>
                  <a:schemeClr val="dk1"/>
                </a:solidFill>
                <a:latin typeface="Gantari"/>
                <a:ea typeface="Gantari"/>
                <a:cs typeface="Gantari"/>
                <a:sym typeface="Gantari"/>
              </a:defRPr>
            </a:lvl6pPr>
            <a:lvl7pPr indent="-3175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antari"/>
              <a:buChar char="●"/>
              <a:defRPr>
                <a:solidFill>
                  <a:schemeClr val="dk1"/>
                </a:solidFill>
                <a:latin typeface="Gantari"/>
                <a:ea typeface="Gantari"/>
                <a:cs typeface="Gantari"/>
                <a:sym typeface="Gantari"/>
              </a:defRPr>
            </a:lvl7pPr>
            <a:lvl8pPr indent="-3175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antari"/>
              <a:buChar char="○"/>
              <a:defRPr>
                <a:solidFill>
                  <a:schemeClr val="dk1"/>
                </a:solidFill>
                <a:latin typeface="Gantari"/>
                <a:ea typeface="Gantari"/>
                <a:cs typeface="Gantari"/>
                <a:sym typeface="Gantari"/>
              </a:defRPr>
            </a:lvl8pPr>
            <a:lvl9pPr indent="-3175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antari"/>
              <a:buChar char="■"/>
              <a:defRPr>
                <a:solidFill>
                  <a:schemeClr val="dk1"/>
                </a:solidFill>
                <a:latin typeface="Gantari"/>
                <a:ea typeface="Gantari"/>
                <a:cs typeface="Gantari"/>
                <a:sym typeface="Ganta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1">
    <p:bg>
      <p:bgPr>
        <a:solidFill>
          <a:schemeClr val="lt1"/>
        </a:solidFill>
      </p:bgPr>
    </p:bg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5" name="Google Shape;405;p3"/>
          <p:cNvGrpSpPr/>
          <p:nvPr/>
        </p:nvGrpSpPr>
        <p:grpSpPr>
          <a:xfrm>
            <a:off x="0" y="0"/>
            <a:ext cx="9144125" cy="5143391"/>
            <a:chOff x="0" y="0"/>
            <a:chExt cx="9144125" cy="5143391"/>
          </a:xfrm>
        </p:grpSpPr>
        <p:sp>
          <p:nvSpPr>
            <p:cNvPr id="406" name="Google Shape;406;p3"/>
            <p:cNvSpPr/>
            <p:nvPr/>
          </p:nvSpPr>
          <p:spPr>
            <a:xfrm>
              <a:off x="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7" name="Google Shape;407;p3"/>
            <p:cNvSpPr/>
            <p:nvPr/>
          </p:nvSpPr>
          <p:spPr>
            <a:xfrm>
              <a:off x="38100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8" name="Google Shape;408;p3"/>
            <p:cNvSpPr/>
            <p:nvPr/>
          </p:nvSpPr>
          <p:spPr>
            <a:xfrm>
              <a:off x="76201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9" name="Google Shape;409;p3"/>
            <p:cNvSpPr/>
            <p:nvPr/>
          </p:nvSpPr>
          <p:spPr>
            <a:xfrm>
              <a:off x="114301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0" name="Google Shape;410;p3"/>
            <p:cNvSpPr/>
            <p:nvPr/>
          </p:nvSpPr>
          <p:spPr>
            <a:xfrm>
              <a:off x="152402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1" name="Google Shape;411;p3"/>
            <p:cNvSpPr/>
            <p:nvPr/>
          </p:nvSpPr>
          <p:spPr>
            <a:xfrm>
              <a:off x="190502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2" name="Google Shape;412;p3"/>
            <p:cNvSpPr/>
            <p:nvPr/>
          </p:nvSpPr>
          <p:spPr>
            <a:xfrm>
              <a:off x="228603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3" name="Google Shape;413;p3"/>
            <p:cNvSpPr/>
            <p:nvPr/>
          </p:nvSpPr>
          <p:spPr>
            <a:xfrm>
              <a:off x="266703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4" name="Google Shape;414;p3"/>
            <p:cNvSpPr/>
            <p:nvPr/>
          </p:nvSpPr>
          <p:spPr>
            <a:xfrm>
              <a:off x="304804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5" name="Google Shape;415;p3"/>
            <p:cNvSpPr/>
            <p:nvPr/>
          </p:nvSpPr>
          <p:spPr>
            <a:xfrm>
              <a:off x="342904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6" name="Google Shape;416;p3"/>
            <p:cNvSpPr/>
            <p:nvPr/>
          </p:nvSpPr>
          <p:spPr>
            <a:xfrm>
              <a:off x="381005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7" name="Google Shape;417;p3"/>
            <p:cNvSpPr/>
            <p:nvPr/>
          </p:nvSpPr>
          <p:spPr>
            <a:xfrm>
              <a:off x="419105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8" name="Google Shape;418;p3"/>
            <p:cNvSpPr/>
            <p:nvPr/>
          </p:nvSpPr>
          <p:spPr>
            <a:xfrm>
              <a:off x="457206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9" name="Google Shape;419;p3"/>
            <p:cNvSpPr/>
            <p:nvPr/>
          </p:nvSpPr>
          <p:spPr>
            <a:xfrm>
              <a:off x="495306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0" name="Google Shape;420;p3"/>
            <p:cNvSpPr/>
            <p:nvPr/>
          </p:nvSpPr>
          <p:spPr>
            <a:xfrm>
              <a:off x="533407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1" name="Google Shape;421;p3"/>
            <p:cNvSpPr/>
            <p:nvPr/>
          </p:nvSpPr>
          <p:spPr>
            <a:xfrm>
              <a:off x="571507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2" name="Google Shape;422;p3"/>
            <p:cNvSpPr/>
            <p:nvPr/>
          </p:nvSpPr>
          <p:spPr>
            <a:xfrm>
              <a:off x="609608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3" name="Google Shape;423;p3"/>
            <p:cNvSpPr/>
            <p:nvPr/>
          </p:nvSpPr>
          <p:spPr>
            <a:xfrm>
              <a:off x="647708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4" name="Google Shape;424;p3"/>
            <p:cNvSpPr/>
            <p:nvPr/>
          </p:nvSpPr>
          <p:spPr>
            <a:xfrm>
              <a:off x="685809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5" name="Google Shape;425;p3"/>
            <p:cNvSpPr/>
            <p:nvPr/>
          </p:nvSpPr>
          <p:spPr>
            <a:xfrm>
              <a:off x="723909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6" name="Google Shape;426;p3"/>
            <p:cNvSpPr/>
            <p:nvPr/>
          </p:nvSpPr>
          <p:spPr>
            <a:xfrm>
              <a:off x="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7" name="Google Shape;427;p3"/>
            <p:cNvSpPr/>
            <p:nvPr/>
          </p:nvSpPr>
          <p:spPr>
            <a:xfrm>
              <a:off x="38100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8" name="Google Shape;428;p3"/>
            <p:cNvSpPr/>
            <p:nvPr/>
          </p:nvSpPr>
          <p:spPr>
            <a:xfrm>
              <a:off x="76201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9" name="Google Shape;429;p3"/>
            <p:cNvSpPr/>
            <p:nvPr/>
          </p:nvSpPr>
          <p:spPr>
            <a:xfrm>
              <a:off x="114301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0" name="Google Shape;430;p3"/>
            <p:cNvSpPr/>
            <p:nvPr/>
          </p:nvSpPr>
          <p:spPr>
            <a:xfrm>
              <a:off x="152402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1" name="Google Shape;431;p3"/>
            <p:cNvSpPr/>
            <p:nvPr/>
          </p:nvSpPr>
          <p:spPr>
            <a:xfrm>
              <a:off x="190502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2" name="Google Shape;432;p3"/>
            <p:cNvSpPr/>
            <p:nvPr/>
          </p:nvSpPr>
          <p:spPr>
            <a:xfrm>
              <a:off x="228603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3" name="Google Shape;433;p3"/>
            <p:cNvSpPr/>
            <p:nvPr/>
          </p:nvSpPr>
          <p:spPr>
            <a:xfrm>
              <a:off x="266703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4" name="Google Shape;434;p3"/>
            <p:cNvSpPr/>
            <p:nvPr/>
          </p:nvSpPr>
          <p:spPr>
            <a:xfrm>
              <a:off x="304804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5" name="Google Shape;435;p3"/>
            <p:cNvSpPr/>
            <p:nvPr/>
          </p:nvSpPr>
          <p:spPr>
            <a:xfrm>
              <a:off x="342904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6" name="Google Shape;436;p3"/>
            <p:cNvSpPr/>
            <p:nvPr/>
          </p:nvSpPr>
          <p:spPr>
            <a:xfrm>
              <a:off x="381005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7" name="Google Shape;437;p3"/>
            <p:cNvSpPr/>
            <p:nvPr/>
          </p:nvSpPr>
          <p:spPr>
            <a:xfrm>
              <a:off x="419105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8" name="Google Shape;438;p3"/>
            <p:cNvSpPr/>
            <p:nvPr/>
          </p:nvSpPr>
          <p:spPr>
            <a:xfrm>
              <a:off x="457206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9" name="Google Shape;439;p3"/>
            <p:cNvSpPr/>
            <p:nvPr/>
          </p:nvSpPr>
          <p:spPr>
            <a:xfrm>
              <a:off x="495306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0" name="Google Shape;440;p3"/>
            <p:cNvSpPr/>
            <p:nvPr/>
          </p:nvSpPr>
          <p:spPr>
            <a:xfrm>
              <a:off x="533407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1" name="Google Shape;441;p3"/>
            <p:cNvSpPr/>
            <p:nvPr/>
          </p:nvSpPr>
          <p:spPr>
            <a:xfrm>
              <a:off x="571507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2" name="Google Shape;442;p3"/>
            <p:cNvSpPr/>
            <p:nvPr/>
          </p:nvSpPr>
          <p:spPr>
            <a:xfrm>
              <a:off x="609608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3" name="Google Shape;443;p3"/>
            <p:cNvSpPr/>
            <p:nvPr/>
          </p:nvSpPr>
          <p:spPr>
            <a:xfrm>
              <a:off x="647708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4" name="Google Shape;444;p3"/>
            <p:cNvSpPr/>
            <p:nvPr/>
          </p:nvSpPr>
          <p:spPr>
            <a:xfrm>
              <a:off x="685809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5" name="Google Shape;445;p3"/>
            <p:cNvSpPr/>
            <p:nvPr/>
          </p:nvSpPr>
          <p:spPr>
            <a:xfrm>
              <a:off x="723909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6" name="Google Shape;446;p3"/>
            <p:cNvSpPr/>
            <p:nvPr/>
          </p:nvSpPr>
          <p:spPr>
            <a:xfrm>
              <a:off x="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7" name="Google Shape;447;p3"/>
            <p:cNvSpPr/>
            <p:nvPr/>
          </p:nvSpPr>
          <p:spPr>
            <a:xfrm>
              <a:off x="38100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8" name="Google Shape;448;p3"/>
            <p:cNvSpPr/>
            <p:nvPr/>
          </p:nvSpPr>
          <p:spPr>
            <a:xfrm>
              <a:off x="76201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9" name="Google Shape;449;p3"/>
            <p:cNvSpPr/>
            <p:nvPr/>
          </p:nvSpPr>
          <p:spPr>
            <a:xfrm>
              <a:off x="114301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0" name="Google Shape;450;p3"/>
            <p:cNvSpPr/>
            <p:nvPr/>
          </p:nvSpPr>
          <p:spPr>
            <a:xfrm>
              <a:off x="152402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1" name="Google Shape;451;p3"/>
            <p:cNvSpPr/>
            <p:nvPr/>
          </p:nvSpPr>
          <p:spPr>
            <a:xfrm>
              <a:off x="190502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2" name="Google Shape;452;p3"/>
            <p:cNvSpPr/>
            <p:nvPr/>
          </p:nvSpPr>
          <p:spPr>
            <a:xfrm>
              <a:off x="228603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3" name="Google Shape;453;p3"/>
            <p:cNvSpPr/>
            <p:nvPr/>
          </p:nvSpPr>
          <p:spPr>
            <a:xfrm>
              <a:off x="266703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4" name="Google Shape;454;p3"/>
            <p:cNvSpPr/>
            <p:nvPr/>
          </p:nvSpPr>
          <p:spPr>
            <a:xfrm>
              <a:off x="304804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5" name="Google Shape;455;p3"/>
            <p:cNvSpPr/>
            <p:nvPr/>
          </p:nvSpPr>
          <p:spPr>
            <a:xfrm>
              <a:off x="342904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6" name="Google Shape;456;p3"/>
            <p:cNvSpPr/>
            <p:nvPr/>
          </p:nvSpPr>
          <p:spPr>
            <a:xfrm>
              <a:off x="381005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7" name="Google Shape;457;p3"/>
            <p:cNvSpPr/>
            <p:nvPr/>
          </p:nvSpPr>
          <p:spPr>
            <a:xfrm>
              <a:off x="419105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8" name="Google Shape;458;p3"/>
            <p:cNvSpPr/>
            <p:nvPr/>
          </p:nvSpPr>
          <p:spPr>
            <a:xfrm>
              <a:off x="457206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9" name="Google Shape;459;p3"/>
            <p:cNvSpPr/>
            <p:nvPr/>
          </p:nvSpPr>
          <p:spPr>
            <a:xfrm>
              <a:off x="495306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0" name="Google Shape;460;p3"/>
            <p:cNvSpPr/>
            <p:nvPr/>
          </p:nvSpPr>
          <p:spPr>
            <a:xfrm>
              <a:off x="533407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1" name="Google Shape;461;p3"/>
            <p:cNvSpPr/>
            <p:nvPr/>
          </p:nvSpPr>
          <p:spPr>
            <a:xfrm>
              <a:off x="571507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2" name="Google Shape;462;p3"/>
            <p:cNvSpPr/>
            <p:nvPr/>
          </p:nvSpPr>
          <p:spPr>
            <a:xfrm>
              <a:off x="609608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3" name="Google Shape;463;p3"/>
            <p:cNvSpPr/>
            <p:nvPr/>
          </p:nvSpPr>
          <p:spPr>
            <a:xfrm>
              <a:off x="647708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4" name="Google Shape;464;p3"/>
            <p:cNvSpPr/>
            <p:nvPr/>
          </p:nvSpPr>
          <p:spPr>
            <a:xfrm>
              <a:off x="685809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5" name="Google Shape;465;p3"/>
            <p:cNvSpPr/>
            <p:nvPr/>
          </p:nvSpPr>
          <p:spPr>
            <a:xfrm>
              <a:off x="723909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6" name="Google Shape;466;p3"/>
            <p:cNvSpPr/>
            <p:nvPr/>
          </p:nvSpPr>
          <p:spPr>
            <a:xfrm>
              <a:off x="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7" name="Google Shape;467;p3"/>
            <p:cNvSpPr/>
            <p:nvPr/>
          </p:nvSpPr>
          <p:spPr>
            <a:xfrm>
              <a:off x="38100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8" name="Google Shape;468;p3"/>
            <p:cNvSpPr/>
            <p:nvPr/>
          </p:nvSpPr>
          <p:spPr>
            <a:xfrm>
              <a:off x="76201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9" name="Google Shape;469;p3"/>
            <p:cNvSpPr/>
            <p:nvPr/>
          </p:nvSpPr>
          <p:spPr>
            <a:xfrm>
              <a:off x="114301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0" name="Google Shape;470;p3"/>
            <p:cNvSpPr/>
            <p:nvPr/>
          </p:nvSpPr>
          <p:spPr>
            <a:xfrm>
              <a:off x="152402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1" name="Google Shape;471;p3"/>
            <p:cNvSpPr/>
            <p:nvPr/>
          </p:nvSpPr>
          <p:spPr>
            <a:xfrm>
              <a:off x="190502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2" name="Google Shape;472;p3"/>
            <p:cNvSpPr/>
            <p:nvPr/>
          </p:nvSpPr>
          <p:spPr>
            <a:xfrm>
              <a:off x="228603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3" name="Google Shape;473;p3"/>
            <p:cNvSpPr/>
            <p:nvPr/>
          </p:nvSpPr>
          <p:spPr>
            <a:xfrm>
              <a:off x="266703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4" name="Google Shape;474;p3"/>
            <p:cNvSpPr/>
            <p:nvPr/>
          </p:nvSpPr>
          <p:spPr>
            <a:xfrm>
              <a:off x="304804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5" name="Google Shape;475;p3"/>
            <p:cNvSpPr/>
            <p:nvPr/>
          </p:nvSpPr>
          <p:spPr>
            <a:xfrm>
              <a:off x="342904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6" name="Google Shape;476;p3"/>
            <p:cNvSpPr/>
            <p:nvPr/>
          </p:nvSpPr>
          <p:spPr>
            <a:xfrm>
              <a:off x="381005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7" name="Google Shape;477;p3"/>
            <p:cNvSpPr/>
            <p:nvPr/>
          </p:nvSpPr>
          <p:spPr>
            <a:xfrm>
              <a:off x="419105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8" name="Google Shape;478;p3"/>
            <p:cNvSpPr/>
            <p:nvPr/>
          </p:nvSpPr>
          <p:spPr>
            <a:xfrm>
              <a:off x="457206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9" name="Google Shape;479;p3"/>
            <p:cNvSpPr/>
            <p:nvPr/>
          </p:nvSpPr>
          <p:spPr>
            <a:xfrm>
              <a:off x="495306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0" name="Google Shape;480;p3"/>
            <p:cNvSpPr/>
            <p:nvPr/>
          </p:nvSpPr>
          <p:spPr>
            <a:xfrm>
              <a:off x="533407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1" name="Google Shape;481;p3"/>
            <p:cNvSpPr/>
            <p:nvPr/>
          </p:nvSpPr>
          <p:spPr>
            <a:xfrm>
              <a:off x="571507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2" name="Google Shape;482;p3"/>
            <p:cNvSpPr/>
            <p:nvPr/>
          </p:nvSpPr>
          <p:spPr>
            <a:xfrm>
              <a:off x="609608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3" name="Google Shape;483;p3"/>
            <p:cNvSpPr/>
            <p:nvPr/>
          </p:nvSpPr>
          <p:spPr>
            <a:xfrm>
              <a:off x="647708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4" name="Google Shape;484;p3"/>
            <p:cNvSpPr/>
            <p:nvPr/>
          </p:nvSpPr>
          <p:spPr>
            <a:xfrm>
              <a:off x="685809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5" name="Google Shape;485;p3"/>
            <p:cNvSpPr/>
            <p:nvPr/>
          </p:nvSpPr>
          <p:spPr>
            <a:xfrm>
              <a:off x="723909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6" name="Google Shape;486;p3"/>
            <p:cNvSpPr/>
            <p:nvPr/>
          </p:nvSpPr>
          <p:spPr>
            <a:xfrm>
              <a:off x="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7" name="Google Shape;487;p3"/>
            <p:cNvSpPr/>
            <p:nvPr/>
          </p:nvSpPr>
          <p:spPr>
            <a:xfrm>
              <a:off x="38100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8" name="Google Shape;488;p3"/>
            <p:cNvSpPr/>
            <p:nvPr/>
          </p:nvSpPr>
          <p:spPr>
            <a:xfrm>
              <a:off x="76201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9" name="Google Shape;489;p3"/>
            <p:cNvSpPr/>
            <p:nvPr/>
          </p:nvSpPr>
          <p:spPr>
            <a:xfrm>
              <a:off x="114301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0" name="Google Shape;490;p3"/>
            <p:cNvSpPr/>
            <p:nvPr/>
          </p:nvSpPr>
          <p:spPr>
            <a:xfrm>
              <a:off x="152402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1" name="Google Shape;491;p3"/>
            <p:cNvSpPr/>
            <p:nvPr/>
          </p:nvSpPr>
          <p:spPr>
            <a:xfrm>
              <a:off x="190502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2" name="Google Shape;492;p3"/>
            <p:cNvSpPr/>
            <p:nvPr/>
          </p:nvSpPr>
          <p:spPr>
            <a:xfrm>
              <a:off x="228603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3" name="Google Shape;493;p3"/>
            <p:cNvSpPr/>
            <p:nvPr/>
          </p:nvSpPr>
          <p:spPr>
            <a:xfrm>
              <a:off x="266703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4" name="Google Shape;494;p3"/>
            <p:cNvSpPr/>
            <p:nvPr/>
          </p:nvSpPr>
          <p:spPr>
            <a:xfrm>
              <a:off x="304804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5" name="Google Shape;495;p3"/>
            <p:cNvSpPr/>
            <p:nvPr/>
          </p:nvSpPr>
          <p:spPr>
            <a:xfrm>
              <a:off x="342904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6" name="Google Shape;496;p3"/>
            <p:cNvSpPr/>
            <p:nvPr/>
          </p:nvSpPr>
          <p:spPr>
            <a:xfrm>
              <a:off x="381005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7" name="Google Shape;497;p3"/>
            <p:cNvSpPr/>
            <p:nvPr/>
          </p:nvSpPr>
          <p:spPr>
            <a:xfrm>
              <a:off x="419105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8" name="Google Shape;498;p3"/>
            <p:cNvSpPr/>
            <p:nvPr/>
          </p:nvSpPr>
          <p:spPr>
            <a:xfrm>
              <a:off x="457206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9" name="Google Shape;499;p3"/>
            <p:cNvSpPr/>
            <p:nvPr/>
          </p:nvSpPr>
          <p:spPr>
            <a:xfrm>
              <a:off x="495306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0" name="Google Shape;500;p3"/>
            <p:cNvSpPr/>
            <p:nvPr/>
          </p:nvSpPr>
          <p:spPr>
            <a:xfrm>
              <a:off x="533407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1" name="Google Shape;501;p3"/>
            <p:cNvSpPr/>
            <p:nvPr/>
          </p:nvSpPr>
          <p:spPr>
            <a:xfrm>
              <a:off x="571507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2" name="Google Shape;502;p3"/>
            <p:cNvSpPr/>
            <p:nvPr/>
          </p:nvSpPr>
          <p:spPr>
            <a:xfrm>
              <a:off x="609608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3" name="Google Shape;503;p3"/>
            <p:cNvSpPr/>
            <p:nvPr/>
          </p:nvSpPr>
          <p:spPr>
            <a:xfrm>
              <a:off x="647708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4" name="Google Shape;504;p3"/>
            <p:cNvSpPr/>
            <p:nvPr/>
          </p:nvSpPr>
          <p:spPr>
            <a:xfrm>
              <a:off x="685809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5" name="Google Shape;505;p3"/>
            <p:cNvSpPr/>
            <p:nvPr/>
          </p:nvSpPr>
          <p:spPr>
            <a:xfrm>
              <a:off x="723909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6" name="Google Shape;506;p3"/>
            <p:cNvSpPr/>
            <p:nvPr/>
          </p:nvSpPr>
          <p:spPr>
            <a:xfrm>
              <a:off x="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7" name="Google Shape;507;p3"/>
            <p:cNvSpPr/>
            <p:nvPr/>
          </p:nvSpPr>
          <p:spPr>
            <a:xfrm>
              <a:off x="38100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8" name="Google Shape;508;p3"/>
            <p:cNvSpPr/>
            <p:nvPr/>
          </p:nvSpPr>
          <p:spPr>
            <a:xfrm>
              <a:off x="76201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9" name="Google Shape;509;p3"/>
            <p:cNvSpPr/>
            <p:nvPr/>
          </p:nvSpPr>
          <p:spPr>
            <a:xfrm>
              <a:off x="114301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0" name="Google Shape;510;p3"/>
            <p:cNvSpPr/>
            <p:nvPr/>
          </p:nvSpPr>
          <p:spPr>
            <a:xfrm>
              <a:off x="152402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1" name="Google Shape;511;p3"/>
            <p:cNvSpPr/>
            <p:nvPr/>
          </p:nvSpPr>
          <p:spPr>
            <a:xfrm>
              <a:off x="190502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2" name="Google Shape;512;p3"/>
            <p:cNvSpPr/>
            <p:nvPr/>
          </p:nvSpPr>
          <p:spPr>
            <a:xfrm>
              <a:off x="228603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3" name="Google Shape;513;p3"/>
            <p:cNvSpPr/>
            <p:nvPr/>
          </p:nvSpPr>
          <p:spPr>
            <a:xfrm>
              <a:off x="266703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4" name="Google Shape;514;p3"/>
            <p:cNvSpPr/>
            <p:nvPr/>
          </p:nvSpPr>
          <p:spPr>
            <a:xfrm>
              <a:off x="304804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5" name="Google Shape;515;p3"/>
            <p:cNvSpPr/>
            <p:nvPr/>
          </p:nvSpPr>
          <p:spPr>
            <a:xfrm>
              <a:off x="342904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6" name="Google Shape;516;p3"/>
            <p:cNvSpPr/>
            <p:nvPr/>
          </p:nvSpPr>
          <p:spPr>
            <a:xfrm>
              <a:off x="381005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7" name="Google Shape;517;p3"/>
            <p:cNvSpPr/>
            <p:nvPr/>
          </p:nvSpPr>
          <p:spPr>
            <a:xfrm>
              <a:off x="419105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8" name="Google Shape;518;p3"/>
            <p:cNvSpPr/>
            <p:nvPr/>
          </p:nvSpPr>
          <p:spPr>
            <a:xfrm>
              <a:off x="457206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9" name="Google Shape;519;p3"/>
            <p:cNvSpPr/>
            <p:nvPr/>
          </p:nvSpPr>
          <p:spPr>
            <a:xfrm>
              <a:off x="495306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0" name="Google Shape;520;p3"/>
            <p:cNvSpPr/>
            <p:nvPr/>
          </p:nvSpPr>
          <p:spPr>
            <a:xfrm>
              <a:off x="533407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1" name="Google Shape;521;p3"/>
            <p:cNvSpPr/>
            <p:nvPr/>
          </p:nvSpPr>
          <p:spPr>
            <a:xfrm>
              <a:off x="571507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2" name="Google Shape;522;p3"/>
            <p:cNvSpPr/>
            <p:nvPr/>
          </p:nvSpPr>
          <p:spPr>
            <a:xfrm>
              <a:off x="609608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3" name="Google Shape;523;p3"/>
            <p:cNvSpPr/>
            <p:nvPr/>
          </p:nvSpPr>
          <p:spPr>
            <a:xfrm>
              <a:off x="647708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4" name="Google Shape;524;p3"/>
            <p:cNvSpPr/>
            <p:nvPr/>
          </p:nvSpPr>
          <p:spPr>
            <a:xfrm>
              <a:off x="685809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5" name="Google Shape;525;p3"/>
            <p:cNvSpPr/>
            <p:nvPr/>
          </p:nvSpPr>
          <p:spPr>
            <a:xfrm>
              <a:off x="723909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6" name="Google Shape;526;p3"/>
            <p:cNvSpPr/>
            <p:nvPr/>
          </p:nvSpPr>
          <p:spPr>
            <a:xfrm>
              <a:off x="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7" name="Google Shape;527;p3"/>
            <p:cNvSpPr/>
            <p:nvPr/>
          </p:nvSpPr>
          <p:spPr>
            <a:xfrm>
              <a:off x="38100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8" name="Google Shape;528;p3"/>
            <p:cNvSpPr/>
            <p:nvPr/>
          </p:nvSpPr>
          <p:spPr>
            <a:xfrm>
              <a:off x="76201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9" name="Google Shape;529;p3"/>
            <p:cNvSpPr/>
            <p:nvPr/>
          </p:nvSpPr>
          <p:spPr>
            <a:xfrm>
              <a:off x="114301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0" name="Google Shape;530;p3"/>
            <p:cNvSpPr/>
            <p:nvPr/>
          </p:nvSpPr>
          <p:spPr>
            <a:xfrm>
              <a:off x="152402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1" name="Google Shape;531;p3"/>
            <p:cNvSpPr/>
            <p:nvPr/>
          </p:nvSpPr>
          <p:spPr>
            <a:xfrm>
              <a:off x="190502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2" name="Google Shape;532;p3"/>
            <p:cNvSpPr/>
            <p:nvPr/>
          </p:nvSpPr>
          <p:spPr>
            <a:xfrm>
              <a:off x="228603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3" name="Google Shape;533;p3"/>
            <p:cNvSpPr/>
            <p:nvPr/>
          </p:nvSpPr>
          <p:spPr>
            <a:xfrm>
              <a:off x="266703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4" name="Google Shape;534;p3"/>
            <p:cNvSpPr/>
            <p:nvPr/>
          </p:nvSpPr>
          <p:spPr>
            <a:xfrm>
              <a:off x="304804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5" name="Google Shape;535;p3"/>
            <p:cNvSpPr/>
            <p:nvPr/>
          </p:nvSpPr>
          <p:spPr>
            <a:xfrm>
              <a:off x="342904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6" name="Google Shape;536;p3"/>
            <p:cNvSpPr/>
            <p:nvPr/>
          </p:nvSpPr>
          <p:spPr>
            <a:xfrm>
              <a:off x="381005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7" name="Google Shape;537;p3"/>
            <p:cNvSpPr/>
            <p:nvPr/>
          </p:nvSpPr>
          <p:spPr>
            <a:xfrm>
              <a:off x="419105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8" name="Google Shape;538;p3"/>
            <p:cNvSpPr/>
            <p:nvPr/>
          </p:nvSpPr>
          <p:spPr>
            <a:xfrm>
              <a:off x="457206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9" name="Google Shape;539;p3"/>
            <p:cNvSpPr/>
            <p:nvPr/>
          </p:nvSpPr>
          <p:spPr>
            <a:xfrm>
              <a:off x="495306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0" name="Google Shape;540;p3"/>
            <p:cNvSpPr/>
            <p:nvPr/>
          </p:nvSpPr>
          <p:spPr>
            <a:xfrm>
              <a:off x="533407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1" name="Google Shape;541;p3"/>
            <p:cNvSpPr/>
            <p:nvPr/>
          </p:nvSpPr>
          <p:spPr>
            <a:xfrm>
              <a:off x="571507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2" name="Google Shape;542;p3"/>
            <p:cNvSpPr/>
            <p:nvPr/>
          </p:nvSpPr>
          <p:spPr>
            <a:xfrm>
              <a:off x="609608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3" name="Google Shape;543;p3"/>
            <p:cNvSpPr/>
            <p:nvPr/>
          </p:nvSpPr>
          <p:spPr>
            <a:xfrm>
              <a:off x="647708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4" name="Google Shape;544;p3"/>
            <p:cNvSpPr/>
            <p:nvPr/>
          </p:nvSpPr>
          <p:spPr>
            <a:xfrm>
              <a:off x="685809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5" name="Google Shape;545;p3"/>
            <p:cNvSpPr/>
            <p:nvPr/>
          </p:nvSpPr>
          <p:spPr>
            <a:xfrm>
              <a:off x="723909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6" name="Google Shape;546;p3"/>
            <p:cNvSpPr/>
            <p:nvPr/>
          </p:nvSpPr>
          <p:spPr>
            <a:xfrm>
              <a:off x="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7" name="Google Shape;547;p3"/>
            <p:cNvSpPr/>
            <p:nvPr/>
          </p:nvSpPr>
          <p:spPr>
            <a:xfrm>
              <a:off x="38100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8" name="Google Shape;548;p3"/>
            <p:cNvSpPr/>
            <p:nvPr/>
          </p:nvSpPr>
          <p:spPr>
            <a:xfrm>
              <a:off x="76201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9" name="Google Shape;549;p3"/>
            <p:cNvSpPr/>
            <p:nvPr/>
          </p:nvSpPr>
          <p:spPr>
            <a:xfrm>
              <a:off x="114301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0" name="Google Shape;550;p3"/>
            <p:cNvSpPr/>
            <p:nvPr/>
          </p:nvSpPr>
          <p:spPr>
            <a:xfrm>
              <a:off x="152402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1" name="Google Shape;551;p3"/>
            <p:cNvSpPr/>
            <p:nvPr/>
          </p:nvSpPr>
          <p:spPr>
            <a:xfrm>
              <a:off x="190502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2" name="Google Shape;552;p3"/>
            <p:cNvSpPr/>
            <p:nvPr/>
          </p:nvSpPr>
          <p:spPr>
            <a:xfrm>
              <a:off x="228603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3" name="Google Shape;553;p3"/>
            <p:cNvSpPr/>
            <p:nvPr/>
          </p:nvSpPr>
          <p:spPr>
            <a:xfrm>
              <a:off x="266703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4" name="Google Shape;554;p3"/>
            <p:cNvSpPr/>
            <p:nvPr/>
          </p:nvSpPr>
          <p:spPr>
            <a:xfrm>
              <a:off x="304804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5" name="Google Shape;555;p3"/>
            <p:cNvSpPr/>
            <p:nvPr/>
          </p:nvSpPr>
          <p:spPr>
            <a:xfrm>
              <a:off x="342904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6" name="Google Shape;556;p3"/>
            <p:cNvSpPr/>
            <p:nvPr/>
          </p:nvSpPr>
          <p:spPr>
            <a:xfrm>
              <a:off x="381005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7" name="Google Shape;557;p3"/>
            <p:cNvSpPr/>
            <p:nvPr/>
          </p:nvSpPr>
          <p:spPr>
            <a:xfrm>
              <a:off x="419105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8" name="Google Shape;558;p3"/>
            <p:cNvSpPr/>
            <p:nvPr/>
          </p:nvSpPr>
          <p:spPr>
            <a:xfrm>
              <a:off x="457206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9" name="Google Shape;559;p3"/>
            <p:cNvSpPr/>
            <p:nvPr/>
          </p:nvSpPr>
          <p:spPr>
            <a:xfrm>
              <a:off x="495306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0" name="Google Shape;560;p3"/>
            <p:cNvSpPr/>
            <p:nvPr/>
          </p:nvSpPr>
          <p:spPr>
            <a:xfrm>
              <a:off x="533407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1" name="Google Shape;561;p3"/>
            <p:cNvSpPr/>
            <p:nvPr/>
          </p:nvSpPr>
          <p:spPr>
            <a:xfrm>
              <a:off x="571507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2" name="Google Shape;562;p3"/>
            <p:cNvSpPr/>
            <p:nvPr/>
          </p:nvSpPr>
          <p:spPr>
            <a:xfrm>
              <a:off x="609608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3" name="Google Shape;563;p3"/>
            <p:cNvSpPr/>
            <p:nvPr/>
          </p:nvSpPr>
          <p:spPr>
            <a:xfrm>
              <a:off x="647708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4" name="Google Shape;564;p3"/>
            <p:cNvSpPr/>
            <p:nvPr/>
          </p:nvSpPr>
          <p:spPr>
            <a:xfrm>
              <a:off x="685809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5" name="Google Shape;565;p3"/>
            <p:cNvSpPr/>
            <p:nvPr/>
          </p:nvSpPr>
          <p:spPr>
            <a:xfrm>
              <a:off x="723909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6" name="Google Shape;566;p3"/>
            <p:cNvSpPr/>
            <p:nvPr/>
          </p:nvSpPr>
          <p:spPr>
            <a:xfrm>
              <a:off x="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7" name="Google Shape;567;p3"/>
            <p:cNvSpPr/>
            <p:nvPr/>
          </p:nvSpPr>
          <p:spPr>
            <a:xfrm>
              <a:off x="38100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8" name="Google Shape;568;p3"/>
            <p:cNvSpPr/>
            <p:nvPr/>
          </p:nvSpPr>
          <p:spPr>
            <a:xfrm>
              <a:off x="76201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9" name="Google Shape;569;p3"/>
            <p:cNvSpPr/>
            <p:nvPr/>
          </p:nvSpPr>
          <p:spPr>
            <a:xfrm>
              <a:off x="114301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0" name="Google Shape;570;p3"/>
            <p:cNvSpPr/>
            <p:nvPr/>
          </p:nvSpPr>
          <p:spPr>
            <a:xfrm>
              <a:off x="152402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1" name="Google Shape;571;p3"/>
            <p:cNvSpPr/>
            <p:nvPr/>
          </p:nvSpPr>
          <p:spPr>
            <a:xfrm>
              <a:off x="190502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2" name="Google Shape;572;p3"/>
            <p:cNvSpPr/>
            <p:nvPr/>
          </p:nvSpPr>
          <p:spPr>
            <a:xfrm>
              <a:off x="228603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3" name="Google Shape;573;p3"/>
            <p:cNvSpPr/>
            <p:nvPr/>
          </p:nvSpPr>
          <p:spPr>
            <a:xfrm>
              <a:off x="266703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4" name="Google Shape;574;p3"/>
            <p:cNvSpPr/>
            <p:nvPr/>
          </p:nvSpPr>
          <p:spPr>
            <a:xfrm>
              <a:off x="304804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5" name="Google Shape;575;p3"/>
            <p:cNvSpPr/>
            <p:nvPr/>
          </p:nvSpPr>
          <p:spPr>
            <a:xfrm>
              <a:off x="342904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6" name="Google Shape;576;p3"/>
            <p:cNvSpPr/>
            <p:nvPr/>
          </p:nvSpPr>
          <p:spPr>
            <a:xfrm>
              <a:off x="381005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7" name="Google Shape;577;p3"/>
            <p:cNvSpPr/>
            <p:nvPr/>
          </p:nvSpPr>
          <p:spPr>
            <a:xfrm>
              <a:off x="419105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8" name="Google Shape;578;p3"/>
            <p:cNvSpPr/>
            <p:nvPr/>
          </p:nvSpPr>
          <p:spPr>
            <a:xfrm>
              <a:off x="457206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9" name="Google Shape;579;p3"/>
            <p:cNvSpPr/>
            <p:nvPr/>
          </p:nvSpPr>
          <p:spPr>
            <a:xfrm>
              <a:off x="495306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0" name="Google Shape;580;p3"/>
            <p:cNvSpPr/>
            <p:nvPr/>
          </p:nvSpPr>
          <p:spPr>
            <a:xfrm>
              <a:off x="533407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1" name="Google Shape;581;p3"/>
            <p:cNvSpPr/>
            <p:nvPr/>
          </p:nvSpPr>
          <p:spPr>
            <a:xfrm>
              <a:off x="571507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2" name="Google Shape;582;p3"/>
            <p:cNvSpPr/>
            <p:nvPr/>
          </p:nvSpPr>
          <p:spPr>
            <a:xfrm>
              <a:off x="609608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3" name="Google Shape;583;p3"/>
            <p:cNvSpPr/>
            <p:nvPr/>
          </p:nvSpPr>
          <p:spPr>
            <a:xfrm>
              <a:off x="647708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4" name="Google Shape;584;p3"/>
            <p:cNvSpPr/>
            <p:nvPr/>
          </p:nvSpPr>
          <p:spPr>
            <a:xfrm>
              <a:off x="685809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5" name="Google Shape;585;p3"/>
            <p:cNvSpPr/>
            <p:nvPr/>
          </p:nvSpPr>
          <p:spPr>
            <a:xfrm>
              <a:off x="723909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6" name="Google Shape;586;p3"/>
            <p:cNvSpPr/>
            <p:nvPr/>
          </p:nvSpPr>
          <p:spPr>
            <a:xfrm>
              <a:off x="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7" name="Google Shape;587;p3"/>
            <p:cNvSpPr/>
            <p:nvPr/>
          </p:nvSpPr>
          <p:spPr>
            <a:xfrm>
              <a:off x="38100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8" name="Google Shape;588;p3"/>
            <p:cNvSpPr/>
            <p:nvPr/>
          </p:nvSpPr>
          <p:spPr>
            <a:xfrm>
              <a:off x="76201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9" name="Google Shape;589;p3"/>
            <p:cNvSpPr/>
            <p:nvPr/>
          </p:nvSpPr>
          <p:spPr>
            <a:xfrm>
              <a:off x="114301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0" name="Google Shape;590;p3"/>
            <p:cNvSpPr/>
            <p:nvPr/>
          </p:nvSpPr>
          <p:spPr>
            <a:xfrm>
              <a:off x="152402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1" name="Google Shape;591;p3"/>
            <p:cNvSpPr/>
            <p:nvPr/>
          </p:nvSpPr>
          <p:spPr>
            <a:xfrm>
              <a:off x="190502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2" name="Google Shape;592;p3"/>
            <p:cNvSpPr/>
            <p:nvPr/>
          </p:nvSpPr>
          <p:spPr>
            <a:xfrm>
              <a:off x="228603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3" name="Google Shape;593;p3"/>
            <p:cNvSpPr/>
            <p:nvPr/>
          </p:nvSpPr>
          <p:spPr>
            <a:xfrm>
              <a:off x="266703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4" name="Google Shape;594;p3"/>
            <p:cNvSpPr/>
            <p:nvPr/>
          </p:nvSpPr>
          <p:spPr>
            <a:xfrm>
              <a:off x="304804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5" name="Google Shape;595;p3"/>
            <p:cNvSpPr/>
            <p:nvPr/>
          </p:nvSpPr>
          <p:spPr>
            <a:xfrm>
              <a:off x="342904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6" name="Google Shape;596;p3"/>
            <p:cNvSpPr/>
            <p:nvPr/>
          </p:nvSpPr>
          <p:spPr>
            <a:xfrm>
              <a:off x="381005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7" name="Google Shape;597;p3"/>
            <p:cNvSpPr/>
            <p:nvPr/>
          </p:nvSpPr>
          <p:spPr>
            <a:xfrm>
              <a:off x="419105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8" name="Google Shape;598;p3"/>
            <p:cNvSpPr/>
            <p:nvPr/>
          </p:nvSpPr>
          <p:spPr>
            <a:xfrm>
              <a:off x="457206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9" name="Google Shape;599;p3"/>
            <p:cNvSpPr/>
            <p:nvPr/>
          </p:nvSpPr>
          <p:spPr>
            <a:xfrm>
              <a:off x="495306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0" name="Google Shape;600;p3"/>
            <p:cNvSpPr/>
            <p:nvPr/>
          </p:nvSpPr>
          <p:spPr>
            <a:xfrm>
              <a:off x="533407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1" name="Google Shape;601;p3"/>
            <p:cNvSpPr/>
            <p:nvPr/>
          </p:nvSpPr>
          <p:spPr>
            <a:xfrm>
              <a:off x="571507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2" name="Google Shape;602;p3"/>
            <p:cNvSpPr/>
            <p:nvPr/>
          </p:nvSpPr>
          <p:spPr>
            <a:xfrm>
              <a:off x="609608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3" name="Google Shape;603;p3"/>
            <p:cNvSpPr/>
            <p:nvPr/>
          </p:nvSpPr>
          <p:spPr>
            <a:xfrm>
              <a:off x="647708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4" name="Google Shape;604;p3"/>
            <p:cNvSpPr/>
            <p:nvPr/>
          </p:nvSpPr>
          <p:spPr>
            <a:xfrm>
              <a:off x="685809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5" name="Google Shape;605;p3"/>
            <p:cNvSpPr/>
            <p:nvPr/>
          </p:nvSpPr>
          <p:spPr>
            <a:xfrm>
              <a:off x="723909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6" name="Google Shape;606;p3"/>
            <p:cNvSpPr/>
            <p:nvPr/>
          </p:nvSpPr>
          <p:spPr>
            <a:xfrm>
              <a:off x="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7" name="Google Shape;607;p3"/>
            <p:cNvSpPr/>
            <p:nvPr/>
          </p:nvSpPr>
          <p:spPr>
            <a:xfrm>
              <a:off x="38100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8" name="Google Shape;608;p3"/>
            <p:cNvSpPr/>
            <p:nvPr/>
          </p:nvSpPr>
          <p:spPr>
            <a:xfrm>
              <a:off x="76201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9" name="Google Shape;609;p3"/>
            <p:cNvSpPr/>
            <p:nvPr/>
          </p:nvSpPr>
          <p:spPr>
            <a:xfrm>
              <a:off x="114301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0" name="Google Shape;610;p3"/>
            <p:cNvSpPr/>
            <p:nvPr/>
          </p:nvSpPr>
          <p:spPr>
            <a:xfrm>
              <a:off x="152402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1" name="Google Shape;611;p3"/>
            <p:cNvSpPr/>
            <p:nvPr/>
          </p:nvSpPr>
          <p:spPr>
            <a:xfrm>
              <a:off x="190502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2" name="Google Shape;612;p3"/>
            <p:cNvSpPr/>
            <p:nvPr/>
          </p:nvSpPr>
          <p:spPr>
            <a:xfrm>
              <a:off x="228603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3" name="Google Shape;613;p3"/>
            <p:cNvSpPr/>
            <p:nvPr/>
          </p:nvSpPr>
          <p:spPr>
            <a:xfrm>
              <a:off x="266703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4" name="Google Shape;614;p3"/>
            <p:cNvSpPr/>
            <p:nvPr/>
          </p:nvSpPr>
          <p:spPr>
            <a:xfrm>
              <a:off x="304804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5" name="Google Shape;615;p3"/>
            <p:cNvSpPr/>
            <p:nvPr/>
          </p:nvSpPr>
          <p:spPr>
            <a:xfrm>
              <a:off x="342904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6" name="Google Shape;616;p3"/>
            <p:cNvSpPr/>
            <p:nvPr/>
          </p:nvSpPr>
          <p:spPr>
            <a:xfrm>
              <a:off x="381005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7" name="Google Shape;617;p3"/>
            <p:cNvSpPr/>
            <p:nvPr/>
          </p:nvSpPr>
          <p:spPr>
            <a:xfrm>
              <a:off x="419105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8" name="Google Shape;618;p3"/>
            <p:cNvSpPr/>
            <p:nvPr/>
          </p:nvSpPr>
          <p:spPr>
            <a:xfrm>
              <a:off x="457206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9" name="Google Shape;619;p3"/>
            <p:cNvSpPr/>
            <p:nvPr/>
          </p:nvSpPr>
          <p:spPr>
            <a:xfrm>
              <a:off x="495306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0" name="Google Shape;620;p3"/>
            <p:cNvSpPr/>
            <p:nvPr/>
          </p:nvSpPr>
          <p:spPr>
            <a:xfrm>
              <a:off x="533407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1" name="Google Shape;621;p3"/>
            <p:cNvSpPr/>
            <p:nvPr/>
          </p:nvSpPr>
          <p:spPr>
            <a:xfrm>
              <a:off x="571507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2" name="Google Shape;622;p3"/>
            <p:cNvSpPr/>
            <p:nvPr/>
          </p:nvSpPr>
          <p:spPr>
            <a:xfrm>
              <a:off x="609608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3" name="Google Shape;623;p3"/>
            <p:cNvSpPr/>
            <p:nvPr/>
          </p:nvSpPr>
          <p:spPr>
            <a:xfrm>
              <a:off x="647708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4" name="Google Shape;624;p3"/>
            <p:cNvSpPr/>
            <p:nvPr/>
          </p:nvSpPr>
          <p:spPr>
            <a:xfrm>
              <a:off x="685809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5" name="Google Shape;625;p3"/>
            <p:cNvSpPr/>
            <p:nvPr/>
          </p:nvSpPr>
          <p:spPr>
            <a:xfrm>
              <a:off x="723909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6" name="Google Shape;626;p3"/>
            <p:cNvSpPr/>
            <p:nvPr/>
          </p:nvSpPr>
          <p:spPr>
            <a:xfrm>
              <a:off x="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7" name="Google Shape;627;p3"/>
            <p:cNvSpPr/>
            <p:nvPr/>
          </p:nvSpPr>
          <p:spPr>
            <a:xfrm>
              <a:off x="38100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8" name="Google Shape;628;p3"/>
            <p:cNvSpPr/>
            <p:nvPr/>
          </p:nvSpPr>
          <p:spPr>
            <a:xfrm>
              <a:off x="76201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9" name="Google Shape;629;p3"/>
            <p:cNvSpPr/>
            <p:nvPr/>
          </p:nvSpPr>
          <p:spPr>
            <a:xfrm>
              <a:off x="114301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0" name="Google Shape;630;p3"/>
            <p:cNvSpPr/>
            <p:nvPr/>
          </p:nvSpPr>
          <p:spPr>
            <a:xfrm>
              <a:off x="152402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1" name="Google Shape;631;p3"/>
            <p:cNvSpPr/>
            <p:nvPr/>
          </p:nvSpPr>
          <p:spPr>
            <a:xfrm>
              <a:off x="190502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2" name="Google Shape;632;p3"/>
            <p:cNvSpPr/>
            <p:nvPr/>
          </p:nvSpPr>
          <p:spPr>
            <a:xfrm>
              <a:off x="228603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3" name="Google Shape;633;p3"/>
            <p:cNvSpPr/>
            <p:nvPr/>
          </p:nvSpPr>
          <p:spPr>
            <a:xfrm>
              <a:off x="266703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4" name="Google Shape;634;p3"/>
            <p:cNvSpPr/>
            <p:nvPr/>
          </p:nvSpPr>
          <p:spPr>
            <a:xfrm>
              <a:off x="304804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5" name="Google Shape;635;p3"/>
            <p:cNvSpPr/>
            <p:nvPr/>
          </p:nvSpPr>
          <p:spPr>
            <a:xfrm>
              <a:off x="342904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6" name="Google Shape;636;p3"/>
            <p:cNvSpPr/>
            <p:nvPr/>
          </p:nvSpPr>
          <p:spPr>
            <a:xfrm>
              <a:off x="381005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7" name="Google Shape;637;p3"/>
            <p:cNvSpPr/>
            <p:nvPr/>
          </p:nvSpPr>
          <p:spPr>
            <a:xfrm>
              <a:off x="419105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8" name="Google Shape;638;p3"/>
            <p:cNvSpPr/>
            <p:nvPr/>
          </p:nvSpPr>
          <p:spPr>
            <a:xfrm>
              <a:off x="457206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9" name="Google Shape;639;p3"/>
            <p:cNvSpPr/>
            <p:nvPr/>
          </p:nvSpPr>
          <p:spPr>
            <a:xfrm>
              <a:off x="495306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0" name="Google Shape;640;p3"/>
            <p:cNvSpPr/>
            <p:nvPr/>
          </p:nvSpPr>
          <p:spPr>
            <a:xfrm>
              <a:off x="533407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1" name="Google Shape;641;p3"/>
            <p:cNvSpPr/>
            <p:nvPr/>
          </p:nvSpPr>
          <p:spPr>
            <a:xfrm>
              <a:off x="571507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2" name="Google Shape;642;p3"/>
            <p:cNvSpPr/>
            <p:nvPr/>
          </p:nvSpPr>
          <p:spPr>
            <a:xfrm>
              <a:off x="609608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3" name="Google Shape;643;p3"/>
            <p:cNvSpPr/>
            <p:nvPr/>
          </p:nvSpPr>
          <p:spPr>
            <a:xfrm>
              <a:off x="647708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4" name="Google Shape;644;p3"/>
            <p:cNvSpPr/>
            <p:nvPr/>
          </p:nvSpPr>
          <p:spPr>
            <a:xfrm>
              <a:off x="685809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5" name="Google Shape;645;p3"/>
            <p:cNvSpPr/>
            <p:nvPr/>
          </p:nvSpPr>
          <p:spPr>
            <a:xfrm>
              <a:off x="723909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6" name="Google Shape;646;p3"/>
            <p:cNvSpPr/>
            <p:nvPr/>
          </p:nvSpPr>
          <p:spPr>
            <a:xfrm>
              <a:off x="7620110" y="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7" name="Google Shape;647;p3"/>
            <p:cNvSpPr/>
            <p:nvPr/>
          </p:nvSpPr>
          <p:spPr>
            <a:xfrm>
              <a:off x="8001115" y="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8" name="Google Shape;648;p3"/>
            <p:cNvSpPr/>
            <p:nvPr/>
          </p:nvSpPr>
          <p:spPr>
            <a:xfrm>
              <a:off x="8382120" y="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9" name="Google Shape;649;p3"/>
            <p:cNvSpPr/>
            <p:nvPr/>
          </p:nvSpPr>
          <p:spPr>
            <a:xfrm>
              <a:off x="8763125" y="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0" name="Google Shape;650;p3"/>
            <p:cNvSpPr/>
            <p:nvPr/>
          </p:nvSpPr>
          <p:spPr>
            <a:xfrm>
              <a:off x="7620110" y="342894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1" name="Google Shape;651;p3"/>
            <p:cNvSpPr/>
            <p:nvPr/>
          </p:nvSpPr>
          <p:spPr>
            <a:xfrm>
              <a:off x="8001115" y="342894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2" name="Google Shape;652;p3"/>
            <p:cNvSpPr/>
            <p:nvPr/>
          </p:nvSpPr>
          <p:spPr>
            <a:xfrm>
              <a:off x="8382120" y="342894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3" name="Google Shape;653;p3"/>
            <p:cNvSpPr/>
            <p:nvPr/>
          </p:nvSpPr>
          <p:spPr>
            <a:xfrm>
              <a:off x="8763125" y="342894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4" name="Google Shape;654;p3"/>
            <p:cNvSpPr/>
            <p:nvPr/>
          </p:nvSpPr>
          <p:spPr>
            <a:xfrm>
              <a:off x="7620110" y="685788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5" name="Google Shape;655;p3"/>
            <p:cNvSpPr/>
            <p:nvPr/>
          </p:nvSpPr>
          <p:spPr>
            <a:xfrm>
              <a:off x="8001115" y="685788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6" name="Google Shape;656;p3"/>
            <p:cNvSpPr/>
            <p:nvPr/>
          </p:nvSpPr>
          <p:spPr>
            <a:xfrm>
              <a:off x="8382120" y="685788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7" name="Google Shape;657;p3"/>
            <p:cNvSpPr/>
            <p:nvPr/>
          </p:nvSpPr>
          <p:spPr>
            <a:xfrm>
              <a:off x="8763125" y="685788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8" name="Google Shape;658;p3"/>
            <p:cNvSpPr/>
            <p:nvPr/>
          </p:nvSpPr>
          <p:spPr>
            <a:xfrm>
              <a:off x="7620110" y="1028682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9" name="Google Shape;659;p3"/>
            <p:cNvSpPr/>
            <p:nvPr/>
          </p:nvSpPr>
          <p:spPr>
            <a:xfrm>
              <a:off x="8001115" y="1028682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0" name="Google Shape;660;p3"/>
            <p:cNvSpPr/>
            <p:nvPr/>
          </p:nvSpPr>
          <p:spPr>
            <a:xfrm>
              <a:off x="8382120" y="1028682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1" name="Google Shape;661;p3"/>
            <p:cNvSpPr/>
            <p:nvPr/>
          </p:nvSpPr>
          <p:spPr>
            <a:xfrm>
              <a:off x="8763125" y="1028682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2" name="Google Shape;662;p3"/>
            <p:cNvSpPr/>
            <p:nvPr/>
          </p:nvSpPr>
          <p:spPr>
            <a:xfrm>
              <a:off x="7620110" y="1371576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3" name="Google Shape;663;p3"/>
            <p:cNvSpPr/>
            <p:nvPr/>
          </p:nvSpPr>
          <p:spPr>
            <a:xfrm>
              <a:off x="8001115" y="1371576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4" name="Google Shape;664;p3"/>
            <p:cNvSpPr/>
            <p:nvPr/>
          </p:nvSpPr>
          <p:spPr>
            <a:xfrm>
              <a:off x="8382120" y="1371576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5" name="Google Shape;665;p3"/>
            <p:cNvSpPr/>
            <p:nvPr/>
          </p:nvSpPr>
          <p:spPr>
            <a:xfrm>
              <a:off x="8763125" y="1371576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6" name="Google Shape;666;p3"/>
            <p:cNvSpPr/>
            <p:nvPr/>
          </p:nvSpPr>
          <p:spPr>
            <a:xfrm>
              <a:off x="7620110" y="171447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7" name="Google Shape;667;p3"/>
            <p:cNvSpPr/>
            <p:nvPr/>
          </p:nvSpPr>
          <p:spPr>
            <a:xfrm>
              <a:off x="8001115" y="171447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8" name="Google Shape;668;p3"/>
            <p:cNvSpPr/>
            <p:nvPr/>
          </p:nvSpPr>
          <p:spPr>
            <a:xfrm>
              <a:off x="8382120" y="171447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9" name="Google Shape;669;p3"/>
            <p:cNvSpPr/>
            <p:nvPr/>
          </p:nvSpPr>
          <p:spPr>
            <a:xfrm>
              <a:off x="8763125" y="171447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0" name="Google Shape;670;p3"/>
            <p:cNvSpPr/>
            <p:nvPr/>
          </p:nvSpPr>
          <p:spPr>
            <a:xfrm>
              <a:off x="7620110" y="205736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1" name="Google Shape;671;p3"/>
            <p:cNvSpPr/>
            <p:nvPr/>
          </p:nvSpPr>
          <p:spPr>
            <a:xfrm>
              <a:off x="8001115" y="205736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2" name="Google Shape;672;p3"/>
            <p:cNvSpPr/>
            <p:nvPr/>
          </p:nvSpPr>
          <p:spPr>
            <a:xfrm>
              <a:off x="8382120" y="205736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3" name="Google Shape;673;p3"/>
            <p:cNvSpPr/>
            <p:nvPr/>
          </p:nvSpPr>
          <p:spPr>
            <a:xfrm>
              <a:off x="8763125" y="205736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4" name="Google Shape;674;p3"/>
            <p:cNvSpPr/>
            <p:nvPr/>
          </p:nvSpPr>
          <p:spPr>
            <a:xfrm>
              <a:off x="7620110" y="2400259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5" name="Google Shape;675;p3"/>
            <p:cNvSpPr/>
            <p:nvPr/>
          </p:nvSpPr>
          <p:spPr>
            <a:xfrm>
              <a:off x="8001115" y="2400259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6" name="Google Shape;676;p3"/>
            <p:cNvSpPr/>
            <p:nvPr/>
          </p:nvSpPr>
          <p:spPr>
            <a:xfrm>
              <a:off x="8382120" y="2400259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7" name="Google Shape;677;p3"/>
            <p:cNvSpPr/>
            <p:nvPr/>
          </p:nvSpPr>
          <p:spPr>
            <a:xfrm>
              <a:off x="8763125" y="2400259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8" name="Google Shape;678;p3"/>
            <p:cNvSpPr/>
            <p:nvPr/>
          </p:nvSpPr>
          <p:spPr>
            <a:xfrm>
              <a:off x="7620110" y="274315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9" name="Google Shape;679;p3"/>
            <p:cNvSpPr/>
            <p:nvPr/>
          </p:nvSpPr>
          <p:spPr>
            <a:xfrm>
              <a:off x="8001115" y="274315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0" name="Google Shape;680;p3"/>
            <p:cNvSpPr/>
            <p:nvPr/>
          </p:nvSpPr>
          <p:spPr>
            <a:xfrm>
              <a:off x="8382120" y="274315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1" name="Google Shape;681;p3"/>
            <p:cNvSpPr/>
            <p:nvPr/>
          </p:nvSpPr>
          <p:spPr>
            <a:xfrm>
              <a:off x="8763125" y="274315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2" name="Google Shape;682;p3"/>
            <p:cNvSpPr/>
            <p:nvPr/>
          </p:nvSpPr>
          <p:spPr>
            <a:xfrm>
              <a:off x="7620110" y="308604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3" name="Google Shape;683;p3"/>
            <p:cNvSpPr/>
            <p:nvPr/>
          </p:nvSpPr>
          <p:spPr>
            <a:xfrm>
              <a:off x="8001115" y="308604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4" name="Google Shape;684;p3"/>
            <p:cNvSpPr/>
            <p:nvPr/>
          </p:nvSpPr>
          <p:spPr>
            <a:xfrm>
              <a:off x="8382120" y="308604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5" name="Google Shape;685;p3"/>
            <p:cNvSpPr/>
            <p:nvPr/>
          </p:nvSpPr>
          <p:spPr>
            <a:xfrm>
              <a:off x="8763125" y="308604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6" name="Google Shape;686;p3"/>
            <p:cNvSpPr/>
            <p:nvPr/>
          </p:nvSpPr>
          <p:spPr>
            <a:xfrm>
              <a:off x="7620110" y="342894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7" name="Google Shape;687;p3"/>
            <p:cNvSpPr/>
            <p:nvPr/>
          </p:nvSpPr>
          <p:spPr>
            <a:xfrm>
              <a:off x="8001115" y="342894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8" name="Google Shape;688;p3"/>
            <p:cNvSpPr/>
            <p:nvPr/>
          </p:nvSpPr>
          <p:spPr>
            <a:xfrm>
              <a:off x="8382120" y="342894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9" name="Google Shape;689;p3"/>
            <p:cNvSpPr/>
            <p:nvPr/>
          </p:nvSpPr>
          <p:spPr>
            <a:xfrm>
              <a:off x="8763125" y="342894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0" name="Google Shape;690;p3"/>
            <p:cNvSpPr/>
            <p:nvPr/>
          </p:nvSpPr>
          <p:spPr>
            <a:xfrm>
              <a:off x="7620110" y="377182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1" name="Google Shape;691;p3"/>
            <p:cNvSpPr/>
            <p:nvPr/>
          </p:nvSpPr>
          <p:spPr>
            <a:xfrm>
              <a:off x="8001115" y="377182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2" name="Google Shape;692;p3"/>
            <p:cNvSpPr/>
            <p:nvPr/>
          </p:nvSpPr>
          <p:spPr>
            <a:xfrm>
              <a:off x="8382120" y="377182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3" name="Google Shape;693;p3"/>
            <p:cNvSpPr/>
            <p:nvPr/>
          </p:nvSpPr>
          <p:spPr>
            <a:xfrm>
              <a:off x="8763125" y="377182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4" name="Google Shape;694;p3"/>
            <p:cNvSpPr/>
            <p:nvPr/>
          </p:nvSpPr>
          <p:spPr>
            <a:xfrm>
              <a:off x="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5" name="Google Shape;695;p3"/>
            <p:cNvSpPr/>
            <p:nvPr/>
          </p:nvSpPr>
          <p:spPr>
            <a:xfrm>
              <a:off x="38100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6" name="Google Shape;696;p3"/>
            <p:cNvSpPr/>
            <p:nvPr/>
          </p:nvSpPr>
          <p:spPr>
            <a:xfrm>
              <a:off x="76201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7" name="Google Shape;697;p3"/>
            <p:cNvSpPr/>
            <p:nvPr/>
          </p:nvSpPr>
          <p:spPr>
            <a:xfrm>
              <a:off x="114301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8" name="Google Shape;698;p3"/>
            <p:cNvSpPr/>
            <p:nvPr/>
          </p:nvSpPr>
          <p:spPr>
            <a:xfrm>
              <a:off x="152402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9" name="Google Shape;699;p3"/>
            <p:cNvSpPr/>
            <p:nvPr/>
          </p:nvSpPr>
          <p:spPr>
            <a:xfrm>
              <a:off x="190502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0" name="Google Shape;700;p3"/>
            <p:cNvSpPr/>
            <p:nvPr/>
          </p:nvSpPr>
          <p:spPr>
            <a:xfrm>
              <a:off x="228603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1" name="Google Shape;701;p3"/>
            <p:cNvSpPr/>
            <p:nvPr/>
          </p:nvSpPr>
          <p:spPr>
            <a:xfrm>
              <a:off x="266703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2" name="Google Shape;702;p3"/>
            <p:cNvSpPr/>
            <p:nvPr/>
          </p:nvSpPr>
          <p:spPr>
            <a:xfrm>
              <a:off x="304804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3" name="Google Shape;703;p3"/>
            <p:cNvSpPr/>
            <p:nvPr/>
          </p:nvSpPr>
          <p:spPr>
            <a:xfrm>
              <a:off x="342904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4" name="Google Shape;704;p3"/>
            <p:cNvSpPr/>
            <p:nvPr/>
          </p:nvSpPr>
          <p:spPr>
            <a:xfrm>
              <a:off x="381005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5" name="Google Shape;705;p3"/>
            <p:cNvSpPr/>
            <p:nvPr/>
          </p:nvSpPr>
          <p:spPr>
            <a:xfrm>
              <a:off x="419105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6" name="Google Shape;706;p3"/>
            <p:cNvSpPr/>
            <p:nvPr/>
          </p:nvSpPr>
          <p:spPr>
            <a:xfrm>
              <a:off x="457206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7" name="Google Shape;707;p3"/>
            <p:cNvSpPr/>
            <p:nvPr/>
          </p:nvSpPr>
          <p:spPr>
            <a:xfrm>
              <a:off x="495306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8" name="Google Shape;708;p3"/>
            <p:cNvSpPr/>
            <p:nvPr/>
          </p:nvSpPr>
          <p:spPr>
            <a:xfrm>
              <a:off x="533407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9" name="Google Shape;709;p3"/>
            <p:cNvSpPr/>
            <p:nvPr/>
          </p:nvSpPr>
          <p:spPr>
            <a:xfrm>
              <a:off x="571507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0" name="Google Shape;710;p3"/>
            <p:cNvSpPr/>
            <p:nvPr/>
          </p:nvSpPr>
          <p:spPr>
            <a:xfrm>
              <a:off x="609608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1" name="Google Shape;711;p3"/>
            <p:cNvSpPr/>
            <p:nvPr/>
          </p:nvSpPr>
          <p:spPr>
            <a:xfrm>
              <a:off x="647708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2" name="Google Shape;712;p3"/>
            <p:cNvSpPr/>
            <p:nvPr/>
          </p:nvSpPr>
          <p:spPr>
            <a:xfrm>
              <a:off x="685809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3" name="Google Shape;713;p3"/>
            <p:cNvSpPr/>
            <p:nvPr/>
          </p:nvSpPr>
          <p:spPr>
            <a:xfrm>
              <a:off x="723909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4" name="Google Shape;714;p3"/>
            <p:cNvSpPr/>
            <p:nvPr/>
          </p:nvSpPr>
          <p:spPr>
            <a:xfrm>
              <a:off x="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5" name="Google Shape;715;p3"/>
            <p:cNvSpPr/>
            <p:nvPr/>
          </p:nvSpPr>
          <p:spPr>
            <a:xfrm>
              <a:off x="38100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6" name="Google Shape;716;p3"/>
            <p:cNvSpPr/>
            <p:nvPr/>
          </p:nvSpPr>
          <p:spPr>
            <a:xfrm>
              <a:off x="76201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7" name="Google Shape;717;p3"/>
            <p:cNvSpPr/>
            <p:nvPr/>
          </p:nvSpPr>
          <p:spPr>
            <a:xfrm>
              <a:off x="114301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8" name="Google Shape;718;p3"/>
            <p:cNvSpPr/>
            <p:nvPr/>
          </p:nvSpPr>
          <p:spPr>
            <a:xfrm>
              <a:off x="152402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9" name="Google Shape;719;p3"/>
            <p:cNvSpPr/>
            <p:nvPr/>
          </p:nvSpPr>
          <p:spPr>
            <a:xfrm>
              <a:off x="190502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0" name="Google Shape;720;p3"/>
            <p:cNvSpPr/>
            <p:nvPr/>
          </p:nvSpPr>
          <p:spPr>
            <a:xfrm>
              <a:off x="228603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1" name="Google Shape;721;p3"/>
            <p:cNvSpPr/>
            <p:nvPr/>
          </p:nvSpPr>
          <p:spPr>
            <a:xfrm>
              <a:off x="266703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2" name="Google Shape;722;p3"/>
            <p:cNvSpPr/>
            <p:nvPr/>
          </p:nvSpPr>
          <p:spPr>
            <a:xfrm>
              <a:off x="304804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3" name="Google Shape;723;p3"/>
            <p:cNvSpPr/>
            <p:nvPr/>
          </p:nvSpPr>
          <p:spPr>
            <a:xfrm>
              <a:off x="342904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4" name="Google Shape;724;p3"/>
            <p:cNvSpPr/>
            <p:nvPr/>
          </p:nvSpPr>
          <p:spPr>
            <a:xfrm>
              <a:off x="381005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5" name="Google Shape;725;p3"/>
            <p:cNvSpPr/>
            <p:nvPr/>
          </p:nvSpPr>
          <p:spPr>
            <a:xfrm>
              <a:off x="419105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6" name="Google Shape;726;p3"/>
            <p:cNvSpPr/>
            <p:nvPr/>
          </p:nvSpPr>
          <p:spPr>
            <a:xfrm>
              <a:off x="457206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7" name="Google Shape;727;p3"/>
            <p:cNvSpPr/>
            <p:nvPr/>
          </p:nvSpPr>
          <p:spPr>
            <a:xfrm>
              <a:off x="495306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8" name="Google Shape;728;p3"/>
            <p:cNvSpPr/>
            <p:nvPr/>
          </p:nvSpPr>
          <p:spPr>
            <a:xfrm>
              <a:off x="533407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9" name="Google Shape;729;p3"/>
            <p:cNvSpPr/>
            <p:nvPr/>
          </p:nvSpPr>
          <p:spPr>
            <a:xfrm>
              <a:off x="571507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0" name="Google Shape;730;p3"/>
            <p:cNvSpPr/>
            <p:nvPr/>
          </p:nvSpPr>
          <p:spPr>
            <a:xfrm>
              <a:off x="609608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1" name="Google Shape;731;p3"/>
            <p:cNvSpPr/>
            <p:nvPr/>
          </p:nvSpPr>
          <p:spPr>
            <a:xfrm>
              <a:off x="647708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2" name="Google Shape;732;p3"/>
            <p:cNvSpPr/>
            <p:nvPr/>
          </p:nvSpPr>
          <p:spPr>
            <a:xfrm>
              <a:off x="685809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3" name="Google Shape;733;p3"/>
            <p:cNvSpPr/>
            <p:nvPr/>
          </p:nvSpPr>
          <p:spPr>
            <a:xfrm>
              <a:off x="723909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4" name="Google Shape;734;p3"/>
            <p:cNvSpPr/>
            <p:nvPr/>
          </p:nvSpPr>
          <p:spPr>
            <a:xfrm>
              <a:off x="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5" name="Google Shape;735;p3"/>
            <p:cNvSpPr/>
            <p:nvPr/>
          </p:nvSpPr>
          <p:spPr>
            <a:xfrm>
              <a:off x="38100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6" name="Google Shape;736;p3"/>
            <p:cNvSpPr/>
            <p:nvPr/>
          </p:nvSpPr>
          <p:spPr>
            <a:xfrm>
              <a:off x="76201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7" name="Google Shape;737;p3"/>
            <p:cNvSpPr/>
            <p:nvPr/>
          </p:nvSpPr>
          <p:spPr>
            <a:xfrm>
              <a:off x="114301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8" name="Google Shape;738;p3"/>
            <p:cNvSpPr/>
            <p:nvPr/>
          </p:nvSpPr>
          <p:spPr>
            <a:xfrm>
              <a:off x="152402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9" name="Google Shape;739;p3"/>
            <p:cNvSpPr/>
            <p:nvPr/>
          </p:nvSpPr>
          <p:spPr>
            <a:xfrm>
              <a:off x="190502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0" name="Google Shape;740;p3"/>
            <p:cNvSpPr/>
            <p:nvPr/>
          </p:nvSpPr>
          <p:spPr>
            <a:xfrm>
              <a:off x="228603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1" name="Google Shape;741;p3"/>
            <p:cNvSpPr/>
            <p:nvPr/>
          </p:nvSpPr>
          <p:spPr>
            <a:xfrm>
              <a:off x="266703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2" name="Google Shape;742;p3"/>
            <p:cNvSpPr/>
            <p:nvPr/>
          </p:nvSpPr>
          <p:spPr>
            <a:xfrm>
              <a:off x="304804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3" name="Google Shape;743;p3"/>
            <p:cNvSpPr/>
            <p:nvPr/>
          </p:nvSpPr>
          <p:spPr>
            <a:xfrm>
              <a:off x="342904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4" name="Google Shape;744;p3"/>
            <p:cNvSpPr/>
            <p:nvPr/>
          </p:nvSpPr>
          <p:spPr>
            <a:xfrm>
              <a:off x="381005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5" name="Google Shape;745;p3"/>
            <p:cNvSpPr/>
            <p:nvPr/>
          </p:nvSpPr>
          <p:spPr>
            <a:xfrm>
              <a:off x="419105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6" name="Google Shape;746;p3"/>
            <p:cNvSpPr/>
            <p:nvPr/>
          </p:nvSpPr>
          <p:spPr>
            <a:xfrm>
              <a:off x="457206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7" name="Google Shape;747;p3"/>
            <p:cNvSpPr/>
            <p:nvPr/>
          </p:nvSpPr>
          <p:spPr>
            <a:xfrm>
              <a:off x="495306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8" name="Google Shape;748;p3"/>
            <p:cNvSpPr/>
            <p:nvPr/>
          </p:nvSpPr>
          <p:spPr>
            <a:xfrm>
              <a:off x="533407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9" name="Google Shape;749;p3"/>
            <p:cNvSpPr/>
            <p:nvPr/>
          </p:nvSpPr>
          <p:spPr>
            <a:xfrm>
              <a:off x="571507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0" name="Google Shape;750;p3"/>
            <p:cNvSpPr/>
            <p:nvPr/>
          </p:nvSpPr>
          <p:spPr>
            <a:xfrm>
              <a:off x="609608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1" name="Google Shape;751;p3"/>
            <p:cNvSpPr/>
            <p:nvPr/>
          </p:nvSpPr>
          <p:spPr>
            <a:xfrm>
              <a:off x="647708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2" name="Google Shape;752;p3"/>
            <p:cNvSpPr/>
            <p:nvPr/>
          </p:nvSpPr>
          <p:spPr>
            <a:xfrm>
              <a:off x="685809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3" name="Google Shape;753;p3"/>
            <p:cNvSpPr/>
            <p:nvPr/>
          </p:nvSpPr>
          <p:spPr>
            <a:xfrm>
              <a:off x="723909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4" name="Google Shape;754;p3"/>
            <p:cNvSpPr/>
            <p:nvPr/>
          </p:nvSpPr>
          <p:spPr>
            <a:xfrm>
              <a:off x="7620110" y="411471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5" name="Google Shape;755;p3"/>
            <p:cNvSpPr/>
            <p:nvPr/>
          </p:nvSpPr>
          <p:spPr>
            <a:xfrm>
              <a:off x="8001115" y="411471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6" name="Google Shape;756;p3"/>
            <p:cNvSpPr/>
            <p:nvPr/>
          </p:nvSpPr>
          <p:spPr>
            <a:xfrm>
              <a:off x="8382120" y="411471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7" name="Google Shape;757;p3"/>
            <p:cNvSpPr/>
            <p:nvPr/>
          </p:nvSpPr>
          <p:spPr>
            <a:xfrm>
              <a:off x="8763125" y="411471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8" name="Google Shape;758;p3"/>
            <p:cNvSpPr/>
            <p:nvPr/>
          </p:nvSpPr>
          <p:spPr>
            <a:xfrm>
              <a:off x="7620110" y="445760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9" name="Google Shape;759;p3"/>
            <p:cNvSpPr/>
            <p:nvPr/>
          </p:nvSpPr>
          <p:spPr>
            <a:xfrm>
              <a:off x="8001115" y="445760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0" name="Google Shape;760;p3"/>
            <p:cNvSpPr/>
            <p:nvPr/>
          </p:nvSpPr>
          <p:spPr>
            <a:xfrm>
              <a:off x="8382120" y="445760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1" name="Google Shape;761;p3"/>
            <p:cNvSpPr/>
            <p:nvPr/>
          </p:nvSpPr>
          <p:spPr>
            <a:xfrm>
              <a:off x="8763125" y="445760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2" name="Google Shape;762;p3"/>
            <p:cNvSpPr/>
            <p:nvPr/>
          </p:nvSpPr>
          <p:spPr>
            <a:xfrm>
              <a:off x="7620110" y="480049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3" name="Google Shape;763;p3"/>
            <p:cNvSpPr/>
            <p:nvPr/>
          </p:nvSpPr>
          <p:spPr>
            <a:xfrm>
              <a:off x="8001115" y="480049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4" name="Google Shape;764;p3"/>
            <p:cNvSpPr/>
            <p:nvPr/>
          </p:nvSpPr>
          <p:spPr>
            <a:xfrm>
              <a:off x="8382120" y="480049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5" name="Google Shape;765;p3"/>
            <p:cNvSpPr/>
            <p:nvPr/>
          </p:nvSpPr>
          <p:spPr>
            <a:xfrm>
              <a:off x="8763125" y="480049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66" name="Google Shape;766;p3"/>
          <p:cNvSpPr/>
          <p:nvPr/>
        </p:nvSpPr>
        <p:spPr>
          <a:xfrm flipH="1">
            <a:off x="0" y="0"/>
            <a:ext cx="9144000" cy="5143500"/>
          </a:xfrm>
          <a:prstGeom prst="rtTriangle">
            <a:avLst/>
          </a:prstGeom>
          <a:solidFill>
            <a:srgbClr val="005051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67" name="Google Shape;767;p3"/>
          <p:cNvGrpSpPr/>
          <p:nvPr/>
        </p:nvGrpSpPr>
        <p:grpSpPr>
          <a:xfrm>
            <a:off x="553048" y="535000"/>
            <a:ext cx="8105852" cy="4302000"/>
            <a:chOff x="553048" y="535000"/>
            <a:chExt cx="8105852" cy="4302000"/>
          </a:xfrm>
        </p:grpSpPr>
        <p:sp>
          <p:nvSpPr>
            <p:cNvPr id="768" name="Google Shape;768;p3"/>
            <p:cNvSpPr/>
            <p:nvPr/>
          </p:nvSpPr>
          <p:spPr>
            <a:xfrm>
              <a:off x="942300" y="763600"/>
              <a:ext cx="7716600" cy="4073400"/>
            </a:xfrm>
            <a:prstGeom prst="roundRect">
              <a:avLst>
                <a:gd fmla="val 2480" name="adj"/>
              </a:avLst>
            </a:prstGeom>
            <a:solidFill>
              <a:srgbClr val="222828">
                <a:alpha val="2039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9" name="Google Shape;769;p3"/>
            <p:cNvSpPr/>
            <p:nvPr/>
          </p:nvSpPr>
          <p:spPr>
            <a:xfrm>
              <a:off x="712275" y="535000"/>
              <a:ext cx="7716600" cy="4073400"/>
            </a:xfrm>
            <a:prstGeom prst="roundRect">
              <a:avLst>
                <a:gd fmla="val 2480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0" name="Google Shape;770;p3"/>
            <p:cNvSpPr/>
            <p:nvPr/>
          </p:nvSpPr>
          <p:spPr>
            <a:xfrm>
              <a:off x="848698" y="898261"/>
              <a:ext cx="317374" cy="317436"/>
            </a:xfrm>
            <a:custGeom>
              <a:rect b="b" l="l" r="r" t="t"/>
              <a:pathLst>
                <a:path extrusionOk="0" h="15212" w="15209">
                  <a:moveTo>
                    <a:pt x="7604" y="0"/>
                  </a:moveTo>
                  <a:cubicBezTo>
                    <a:pt x="3404" y="0"/>
                    <a:pt x="0" y="3405"/>
                    <a:pt x="0" y="7605"/>
                  </a:cubicBezTo>
                  <a:cubicBezTo>
                    <a:pt x="0" y="11805"/>
                    <a:pt x="3404" y="15212"/>
                    <a:pt x="7604" y="15212"/>
                  </a:cubicBezTo>
                  <a:cubicBezTo>
                    <a:pt x="11804" y="15212"/>
                    <a:pt x="15209" y="11805"/>
                    <a:pt x="15209" y="7605"/>
                  </a:cubicBezTo>
                  <a:cubicBezTo>
                    <a:pt x="15209" y="3405"/>
                    <a:pt x="11804" y="0"/>
                    <a:pt x="760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1" name="Google Shape;771;p3"/>
            <p:cNvSpPr/>
            <p:nvPr/>
          </p:nvSpPr>
          <p:spPr>
            <a:xfrm>
              <a:off x="553048" y="931482"/>
              <a:ext cx="549400" cy="250994"/>
            </a:xfrm>
            <a:custGeom>
              <a:rect b="b" l="l" r="r" t="t"/>
              <a:pathLst>
                <a:path extrusionOk="0" h="12028" w="26328">
                  <a:moveTo>
                    <a:pt x="1493" y="0"/>
                  </a:moveTo>
                  <a:cubicBezTo>
                    <a:pt x="671" y="0"/>
                    <a:pt x="0" y="668"/>
                    <a:pt x="0" y="1494"/>
                  </a:cubicBezTo>
                  <a:cubicBezTo>
                    <a:pt x="0" y="2319"/>
                    <a:pt x="671" y="2990"/>
                    <a:pt x="1493" y="2990"/>
                  </a:cubicBezTo>
                  <a:lnTo>
                    <a:pt x="19596" y="2990"/>
                  </a:lnTo>
                  <a:cubicBezTo>
                    <a:pt x="21591" y="2990"/>
                    <a:pt x="23340" y="4081"/>
                    <a:pt x="23340" y="5330"/>
                  </a:cubicBezTo>
                  <a:lnTo>
                    <a:pt x="23340" y="6698"/>
                  </a:lnTo>
                  <a:cubicBezTo>
                    <a:pt x="23340" y="7944"/>
                    <a:pt x="21591" y="9038"/>
                    <a:pt x="19596" y="9038"/>
                  </a:cubicBezTo>
                  <a:lnTo>
                    <a:pt x="1493" y="9038"/>
                  </a:lnTo>
                  <a:cubicBezTo>
                    <a:pt x="671" y="9038"/>
                    <a:pt x="0" y="9706"/>
                    <a:pt x="0" y="10532"/>
                  </a:cubicBezTo>
                  <a:cubicBezTo>
                    <a:pt x="0" y="11357"/>
                    <a:pt x="671" y="12028"/>
                    <a:pt x="1493" y="12028"/>
                  </a:cubicBezTo>
                  <a:lnTo>
                    <a:pt x="19596" y="12028"/>
                  </a:lnTo>
                  <a:lnTo>
                    <a:pt x="19596" y="12025"/>
                  </a:lnTo>
                  <a:cubicBezTo>
                    <a:pt x="23370" y="12025"/>
                    <a:pt x="26327" y="9685"/>
                    <a:pt x="26327" y="6695"/>
                  </a:cubicBezTo>
                  <a:lnTo>
                    <a:pt x="26327" y="5327"/>
                  </a:lnTo>
                  <a:cubicBezTo>
                    <a:pt x="26327" y="2340"/>
                    <a:pt x="23370" y="0"/>
                    <a:pt x="19596" y="0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2" name="Google Shape;772;p3"/>
            <p:cNvSpPr/>
            <p:nvPr/>
          </p:nvSpPr>
          <p:spPr>
            <a:xfrm>
              <a:off x="848698" y="1332681"/>
              <a:ext cx="317374" cy="317457"/>
            </a:xfrm>
            <a:custGeom>
              <a:rect b="b" l="l" r="r" t="t"/>
              <a:pathLst>
                <a:path extrusionOk="0" h="15213" w="15209">
                  <a:moveTo>
                    <a:pt x="7604" y="1"/>
                  </a:moveTo>
                  <a:cubicBezTo>
                    <a:pt x="3404" y="1"/>
                    <a:pt x="0" y="3408"/>
                    <a:pt x="0" y="7608"/>
                  </a:cubicBezTo>
                  <a:cubicBezTo>
                    <a:pt x="0" y="11808"/>
                    <a:pt x="3404" y="15212"/>
                    <a:pt x="7604" y="15212"/>
                  </a:cubicBezTo>
                  <a:cubicBezTo>
                    <a:pt x="11804" y="15212"/>
                    <a:pt x="15209" y="11808"/>
                    <a:pt x="15209" y="7608"/>
                  </a:cubicBezTo>
                  <a:cubicBezTo>
                    <a:pt x="15209" y="3408"/>
                    <a:pt x="11804" y="1"/>
                    <a:pt x="760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3" name="Google Shape;773;p3"/>
            <p:cNvSpPr/>
            <p:nvPr/>
          </p:nvSpPr>
          <p:spPr>
            <a:xfrm>
              <a:off x="553048" y="1365902"/>
              <a:ext cx="549400" cy="251015"/>
            </a:xfrm>
            <a:custGeom>
              <a:rect b="b" l="l" r="r" t="t"/>
              <a:pathLst>
                <a:path extrusionOk="0" h="12029" w="26328">
                  <a:moveTo>
                    <a:pt x="1493" y="1"/>
                  </a:moveTo>
                  <a:cubicBezTo>
                    <a:pt x="671" y="1"/>
                    <a:pt x="0" y="671"/>
                    <a:pt x="0" y="1497"/>
                  </a:cubicBezTo>
                  <a:cubicBezTo>
                    <a:pt x="0" y="2320"/>
                    <a:pt x="671" y="2990"/>
                    <a:pt x="1493" y="2990"/>
                  </a:cubicBezTo>
                  <a:lnTo>
                    <a:pt x="19596" y="2990"/>
                  </a:lnTo>
                  <a:cubicBezTo>
                    <a:pt x="21591" y="2990"/>
                    <a:pt x="23340" y="4084"/>
                    <a:pt x="23340" y="5330"/>
                  </a:cubicBezTo>
                  <a:lnTo>
                    <a:pt x="23340" y="6699"/>
                  </a:lnTo>
                  <a:cubicBezTo>
                    <a:pt x="23340" y="7948"/>
                    <a:pt x="21591" y="9042"/>
                    <a:pt x="19596" y="9042"/>
                  </a:cubicBezTo>
                  <a:lnTo>
                    <a:pt x="1493" y="9042"/>
                  </a:lnTo>
                  <a:cubicBezTo>
                    <a:pt x="671" y="9042"/>
                    <a:pt x="0" y="9709"/>
                    <a:pt x="0" y="10535"/>
                  </a:cubicBezTo>
                  <a:cubicBezTo>
                    <a:pt x="0" y="11361"/>
                    <a:pt x="671" y="12028"/>
                    <a:pt x="1493" y="12028"/>
                  </a:cubicBezTo>
                  <a:lnTo>
                    <a:pt x="19596" y="12028"/>
                  </a:lnTo>
                  <a:cubicBezTo>
                    <a:pt x="23370" y="12028"/>
                    <a:pt x="26327" y="9688"/>
                    <a:pt x="26327" y="6699"/>
                  </a:cubicBezTo>
                  <a:lnTo>
                    <a:pt x="26327" y="5330"/>
                  </a:lnTo>
                  <a:cubicBezTo>
                    <a:pt x="26327" y="2344"/>
                    <a:pt x="23370" y="1"/>
                    <a:pt x="19596" y="1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4" name="Google Shape;774;p3"/>
            <p:cNvSpPr/>
            <p:nvPr/>
          </p:nvSpPr>
          <p:spPr>
            <a:xfrm>
              <a:off x="848698" y="1767184"/>
              <a:ext cx="317374" cy="317436"/>
            </a:xfrm>
            <a:custGeom>
              <a:rect b="b" l="l" r="r" t="t"/>
              <a:pathLst>
                <a:path extrusionOk="0" h="15212" w="15209">
                  <a:moveTo>
                    <a:pt x="7604" y="0"/>
                  </a:moveTo>
                  <a:cubicBezTo>
                    <a:pt x="3404" y="0"/>
                    <a:pt x="0" y="3404"/>
                    <a:pt x="0" y="7605"/>
                  </a:cubicBezTo>
                  <a:cubicBezTo>
                    <a:pt x="0" y="11805"/>
                    <a:pt x="3404" y="15212"/>
                    <a:pt x="7604" y="15212"/>
                  </a:cubicBezTo>
                  <a:cubicBezTo>
                    <a:pt x="11804" y="15212"/>
                    <a:pt x="15209" y="11805"/>
                    <a:pt x="15209" y="7605"/>
                  </a:cubicBezTo>
                  <a:cubicBezTo>
                    <a:pt x="15209" y="3404"/>
                    <a:pt x="11804" y="0"/>
                    <a:pt x="760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5" name="Google Shape;775;p3"/>
            <p:cNvSpPr/>
            <p:nvPr/>
          </p:nvSpPr>
          <p:spPr>
            <a:xfrm>
              <a:off x="553048" y="1800405"/>
              <a:ext cx="549400" cy="250994"/>
            </a:xfrm>
            <a:custGeom>
              <a:rect b="b" l="l" r="r" t="t"/>
              <a:pathLst>
                <a:path extrusionOk="0" h="12028" w="26328">
                  <a:moveTo>
                    <a:pt x="1493" y="0"/>
                  </a:moveTo>
                  <a:cubicBezTo>
                    <a:pt x="671" y="0"/>
                    <a:pt x="0" y="668"/>
                    <a:pt x="0" y="1493"/>
                  </a:cubicBezTo>
                  <a:cubicBezTo>
                    <a:pt x="0" y="2319"/>
                    <a:pt x="671" y="2990"/>
                    <a:pt x="1493" y="2990"/>
                  </a:cubicBezTo>
                  <a:lnTo>
                    <a:pt x="19596" y="2990"/>
                  </a:lnTo>
                  <a:cubicBezTo>
                    <a:pt x="21591" y="2990"/>
                    <a:pt x="23340" y="4081"/>
                    <a:pt x="23340" y="5330"/>
                  </a:cubicBezTo>
                  <a:lnTo>
                    <a:pt x="23340" y="6695"/>
                  </a:lnTo>
                  <a:cubicBezTo>
                    <a:pt x="23340" y="7944"/>
                    <a:pt x="21591" y="9038"/>
                    <a:pt x="19596" y="9038"/>
                  </a:cubicBezTo>
                  <a:lnTo>
                    <a:pt x="1493" y="9038"/>
                  </a:lnTo>
                  <a:cubicBezTo>
                    <a:pt x="671" y="9038"/>
                    <a:pt x="0" y="9706"/>
                    <a:pt x="0" y="10532"/>
                  </a:cubicBezTo>
                  <a:cubicBezTo>
                    <a:pt x="0" y="11357"/>
                    <a:pt x="671" y="12028"/>
                    <a:pt x="1493" y="12028"/>
                  </a:cubicBezTo>
                  <a:lnTo>
                    <a:pt x="19596" y="12028"/>
                  </a:lnTo>
                  <a:lnTo>
                    <a:pt x="19596" y="12025"/>
                  </a:lnTo>
                  <a:cubicBezTo>
                    <a:pt x="23370" y="12025"/>
                    <a:pt x="26327" y="9685"/>
                    <a:pt x="26327" y="6695"/>
                  </a:cubicBezTo>
                  <a:lnTo>
                    <a:pt x="26327" y="5327"/>
                  </a:lnTo>
                  <a:cubicBezTo>
                    <a:pt x="26327" y="2340"/>
                    <a:pt x="23370" y="0"/>
                    <a:pt x="19596" y="0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6" name="Google Shape;776;p3"/>
            <p:cNvSpPr/>
            <p:nvPr/>
          </p:nvSpPr>
          <p:spPr>
            <a:xfrm>
              <a:off x="848698" y="2201603"/>
              <a:ext cx="317374" cy="317457"/>
            </a:xfrm>
            <a:custGeom>
              <a:rect b="b" l="l" r="r" t="t"/>
              <a:pathLst>
                <a:path extrusionOk="0" h="15213" w="15209">
                  <a:moveTo>
                    <a:pt x="7604" y="1"/>
                  </a:moveTo>
                  <a:cubicBezTo>
                    <a:pt x="3404" y="1"/>
                    <a:pt x="0" y="3405"/>
                    <a:pt x="0" y="7608"/>
                  </a:cubicBezTo>
                  <a:cubicBezTo>
                    <a:pt x="0" y="11808"/>
                    <a:pt x="3404" y="15212"/>
                    <a:pt x="7604" y="15212"/>
                  </a:cubicBezTo>
                  <a:cubicBezTo>
                    <a:pt x="11804" y="15212"/>
                    <a:pt x="15209" y="11808"/>
                    <a:pt x="15209" y="7608"/>
                  </a:cubicBezTo>
                  <a:cubicBezTo>
                    <a:pt x="15209" y="3405"/>
                    <a:pt x="11804" y="1"/>
                    <a:pt x="760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7" name="Google Shape;777;p3"/>
            <p:cNvSpPr/>
            <p:nvPr/>
          </p:nvSpPr>
          <p:spPr>
            <a:xfrm>
              <a:off x="553048" y="2234824"/>
              <a:ext cx="549400" cy="251015"/>
            </a:xfrm>
            <a:custGeom>
              <a:rect b="b" l="l" r="r" t="t"/>
              <a:pathLst>
                <a:path extrusionOk="0" h="12029" w="26328">
                  <a:moveTo>
                    <a:pt x="1493" y="1"/>
                  </a:moveTo>
                  <a:cubicBezTo>
                    <a:pt x="671" y="1"/>
                    <a:pt x="0" y="668"/>
                    <a:pt x="0" y="1494"/>
                  </a:cubicBezTo>
                  <a:cubicBezTo>
                    <a:pt x="0" y="2320"/>
                    <a:pt x="671" y="2990"/>
                    <a:pt x="1493" y="2990"/>
                  </a:cubicBezTo>
                  <a:lnTo>
                    <a:pt x="19596" y="2990"/>
                  </a:lnTo>
                  <a:cubicBezTo>
                    <a:pt x="21591" y="2990"/>
                    <a:pt x="23340" y="4084"/>
                    <a:pt x="23340" y="5330"/>
                  </a:cubicBezTo>
                  <a:lnTo>
                    <a:pt x="23340" y="6699"/>
                  </a:lnTo>
                  <a:cubicBezTo>
                    <a:pt x="23340" y="7945"/>
                    <a:pt x="21591" y="9039"/>
                    <a:pt x="19596" y="9039"/>
                  </a:cubicBezTo>
                  <a:lnTo>
                    <a:pt x="1493" y="9039"/>
                  </a:lnTo>
                  <a:cubicBezTo>
                    <a:pt x="671" y="9039"/>
                    <a:pt x="0" y="9706"/>
                    <a:pt x="0" y="10532"/>
                  </a:cubicBezTo>
                  <a:cubicBezTo>
                    <a:pt x="0" y="11358"/>
                    <a:pt x="671" y="12028"/>
                    <a:pt x="1493" y="12028"/>
                  </a:cubicBezTo>
                  <a:lnTo>
                    <a:pt x="19596" y="12028"/>
                  </a:lnTo>
                  <a:lnTo>
                    <a:pt x="19596" y="12025"/>
                  </a:lnTo>
                  <a:cubicBezTo>
                    <a:pt x="23370" y="12025"/>
                    <a:pt x="26327" y="9685"/>
                    <a:pt x="26327" y="6699"/>
                  </a:cubicBezTo>
                  <a:lnTo>
                    <a:pt x="26327" y="5330"/>
                  </a:lnTo>
                  <a:cubicBezTo>
                    <a:pt x="26327" y="2341"/>
                    <a:pt x="23370" y="1"/>
                    <a:pt x="19596" y="1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8" name="Google Shape;778;p3"/>
            <p:cNvSpPr/>
            <p:nvPr/>
          </p:nvSpPr>
          <p:spPr>
            <a:xfrm>
              <a:off x="848698" y="2636106"/>
              <a:ext cx="317374" cy="317374"/>
            </a:xfrm>
            <a:custGeom>
              <a:rect b="b" l="l" r="r" t="t"/>
              <a:pathLst>
                <a:path extrusionOk="0" h="15209" w="15209">
                  <a:moveTo>
                    <a:pt x="7604" y="0"/>
                  </a:moveTo>
                  <a:cubicBezTo>
                    <a:pt x="3404" y="0"/>
                    <a:pt x="0" y="3404"/>
                    <a:pt x="0" y="7604"/>
                  </a:cubicBezTo>
                  <a:cubicBezTo>
                    <a:pt x="0" y="11805"/>
                    <a:pt x="3404" y="15209"/>
                    <a:pt x="7604" y="15209"/>
                  </a:cubicBezTo>
                  <a:cubicBezTo>
                    <a:pt x="11804" y="15209"/>
                    <a:pt x="15209" y="11805"/>
                    <a:pt x="15209" y="7604"/>
                  </a:cubicBezTo>
                  <a:cubicBezTo>
                    <a:pt x="15209" y="3404"/>
                    <a:pt x="11804" y="0"/>
                    <a:pt x="760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9" name="Google Shape;779;p3"/>
            <p:cNvSpPr/>
            <p:nvPr/>
          </p:nvSpPr>
          <p:spPr>
            <a:xfrm>
              <a:off x="553048" y="2669265"/>
              <a:ext cx="549400" cy="250994"/>
            </a:xfrm>
            <a:custGeom>
              <a:rect b="b" l="l" r="r" t="t"/>
              <a:pathLst>
                <a:path extrusionOk="0" h="12028" w="26328">
                  <a:moveTo>
                    <a:pt x="1493" y="0"/>
                  </a:moveTo>
                  <a:cubicBezTo>
                    <a:pt x="671" y="0"/>
                    <a:pt x="0" y="671"/>
                    <a:pt x="0" y="1496"/>
                  </a:cubicBezTo>
                  <a:cubicBezTo>
                    <a:pt x="0" y="2322"/>
                    <a:pt x="671" y="2990"/>
                    <a:pt x="1493" y="2990"/>
                  </a:cubicBezTo>
                  <a:lnTo>
                    <a:pt x="19596" y="2990"/>
                  </a:lnTo>
                  <a:cubicBezTo>
                    <a:pt x="21591" y="2990"/>
                    <a:pt x="23340" y="4084"/>
                    <a:pt x="23340" y="5330"/>
                  </a:cubicBezTo>
                  <a:lnTo>
                    <a:pt x="23340" y="6698"/>
                  </a:lnTo>
                  <a:cubicBezTo>
                    <a:pt x="23340" y="7947"/>
                    <a:pt x="21591" y="9041"/>
                    <a:pt x="19596" y="9041"/>
                  </a:cubicBezTo>
                  <a:lnTo>
                    <a:pt x="1493" y="9041"/>
                  </a:lnTo>
                  <a:cubicBezTo>
                    <a:pt x="671" y="9041"/>
                    <a:pt x="0" y="9709"/>
                    <a:pt x="0" y="10534"/>
                  </a:cubicBezTo>
                  <a:cubicBezTo>
                    <a:pt x="0" y="11360"/>
                    <a:pt x="671" y="12028"/>
                    <a:pt x="1493" y="12028"/>
                  </a:cubicBezTo>
                  <a:lnTo>
                    <a:pt x="19596" y="12028"/>
                  </a:lnTo>
                  <a:cubicBezTo>
                    <a:pt x="23370" y="12028"/>
                    <a:pt x="26327" y="9688"/>
                    <a:pt x="26327" y="6698"/>
                  </a:cubicBezTo>
                  <a:lnTo>
                    <a:pt x="26327" y="5330"/>
                  </a:lnTo>
                  <a:cubicBezTo>
                    <a:pt x="26327" y="2343"/>
                    <a:pt x="23370" y="0"/>
                    <a:pt x="19596" y="0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0" name="Google Shape;780;p3"/>
            <p:cNvSpPr/>
            <p:nvPr/>
          </p:nvSpPr>
          <p:spPr>
            <a:xfrm>
              <a:off x="848698" y="3070526"/>
              <a:ext cx="317374" cy="317457"/>
            </a:xfrm>
            <a:custGeom>
              <a:rect b="b" l="l" r="r" t="t"/>
              <a:pathLst>
                <a:path extrusionOk="0" h="15213" w="15209">
                  <a:moveTo>
                    <a:pt x="7604" y="1"/>
                  </a:moveTo>
                  <a:cubicBezTo>
                    <a:pt x="3404" y="1"/>
                    <a:pt x="0" y="3405"/>
                    <a:pt x="0" y="7605"/>
                  </a:cubicBezTo>
                  <a:cubicBezTo>
                    <a:pt x="0" y="11805"/>
                    <a:pt x="3404" y="15212"/>
                    <a:pt x="7604" y="15212"/>
                  </a:cubicBezTo>
                  <a:cubicBezTo>
                    <a:pt x="11804" y="15212"/>
                    <a:pt x="15209" y="11805"/>
                    <a:pt x="15209" y="7605"/>
                  </a:cubicBezTo>
                  <a:cubicBezTo>
                    <a:pt x="15209" y="3405"/>
                    <a:pt x="11804" y="1"/>
                    <a:pt x="760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1" name="Google Shape;781;p3"/>
            <p:cNvSpPr/>
            <p:nvPr/>
          </p:nvSpPr>
          <p:spPr>
            <a:xfrm>
              <a:off x="553048" y="3103747"/>
              <a:ext cx="549400" cy="251015"/>
            </a:xfrm>
            <a:custGeom>
              <a:rect b="b" l="l" r="r" t="t"/>
              <a:pathLst>
                <a:path extrusionOk="0" h="12029" w="26328">
                  <a:moveTo>
                    <a:pt x="1493" y="0"/>
                  </a:moveTo>
                  <a:cubicBezTo>
                    <a:pt x="671" y="0"/>
                    <a:pt x="0" y="668"/>
                    <a:pt x="0" y="1494"/>
                  </a:cubicBezTo>
                  <a:cubicBezTo>
                    <a:pt x="0" y="2320"/>
                    <a:pt x="671" y="2987"/>
                    <a:pt x="1493" y="2987"/>
                  </a:cubicBezTo>
                  <a:lnTo>
                    <a:pt x="19596" y="2987"/>
                  </a:lnTo>
                  <a:cubicBezTo>
                    <a:pt x="21591" y="2987"/>
                    <a:pt x="23340" y="4081"/>
                    <a:pt x="23340" y="5330"/>
                  </a:cubicBezTo>
                  <a:lnTo>
                    <a:pt x="23340" y="6696"/>
                  </a:lnTo>
                  <a:cubicBezTo>
                    <a:pt x="23340" y="7945"/>
                    <a:pt x="21591" y="9039"/>
                    <a:pt x="19596" y="9039"/>
                  </a:cubicBezTo>
                  <a:lnTo>
                    <a:pt x="1493" y="9039"/>
                  </a:lnTo>
                  <a:cubicBezTo>
                    <a:pt x="671" y="9039"/>
                    <a:pt x="0" y="9706"/>
                    <a:pt x="0" y="10532"/>
                  </a:cubicBezTo>
                  <a:cubicBezTo>
                    <a:pt x="0" y="11358"/>
                    <a:pt x="671" y="12028"/>
                    <a:pt x="1493" y="12028"/>
                  </a:cubicBezTo>
                  <a:lnTo>
                    <a:pt x="19596" y="12028"/>
                  </a:lnTo>
                  <a:lnTo>
                    <a:pt x="19596" y="12025"/>
                  </a:lnTo>
                  <a:cubicBezTo>
                    <a:pt x="23370" y="12025"/>
                    <a:pt x="26327" y="9685"/>
                    <a:pt x="26327" y="6696"/>
                  </a:cubicBezTo>
                  <a:lnTo>
                    <a:pt x="26327" y="5330"/>
                  </a:lnTo>
                  <a:cubicBezTo>
                    <a:pt x="26327" y="2340"/>
                    <a:pt x="23370" y="0"/>
                    <a:pt x="19596" y="0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2" name="Google Shape;782;p3"/>
            <p:cNvSpPr/>
            <p:nvPr/>
          </p:nvSpPr>
          <p:spPr>
            <a:xfrm>
              <a:off x="848698" y="3504966"/>
              <a:ext cx="317374" cy="317436"/>
            </a:xfrm>
            <a:custGeom>
              <a:rect b="b" l="l" r="r" t="t"/>
              <a:pathLst>
                <a:path extrusionOk="0" h="15212" w="15209">
                  <a:moveTo>
                    <a:pt x="7604" y="0"/>
                  </a:moveTo>
                  <a:cubicBezTo>
                    <a:pt x="3404" y="0"/>
                    <a:pt x="0" y="3407"/>
                    <a:pt x="0" y="7607"/>
                  </a:cubicBezTo>
                  <a:cubicBezTo>
                    <a:pt x="0" y="11807"/>
                    <a:pt x="3404" y="15212"/>
                    <a:pt x="7604" y="15212"/>
                  </a:cubicBezTo>
                  <a:cubicBezTo>
                    <a:pt x="11804" y="15212"/>
                    <a:pt x="15209" y="11807"/>
                    <a:pt x="15209" y="7607"/>
                  </a:cubicBezTo>
                  <a:cubicBezTo>
                    <a:pt x="15209" y="3407"/>
                    <a:pt x="11804" y="0"/>
                    <a:pt x="760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3" name="Google Shape;783;p3"/>
            <p:cNvSpPr/>
            <p:nvPr/>
          </p:nvSpPr>
          <p:spPr>
            <a:xfrm>
              <a:off x="553048" y="3538167"/>
              <a:ext cx="549400" cy="251015"/>
            </a:xfrm>
            <a:custGeom>
              <a:rect b="b" l="l" r="r" t="t"/>
              <a:pathLst>
                <a:path extrusionOk="0" h="12029" w="26328">
                  <a:moveTo>
                    <a:pt x="1493" y="1"/>
                  </a:moveTo>
                  <a:cubicBezTo>
                    <a:pt x="671" y="1"/>
                    <a:pt x="0" y="672"/>
                    <a:pt x="0" y="1497"/>
                  </a:cubicBezTo>
                  <a:cubicBezTo>
                    <a:pt x="0" y="2320"/>
                    <a:pt x="671" y="2991"/>
                    <a:pt x="1493" y="2991"/>
                  </a:cubicBezTo>
                  <a:lnTo>
                    <a:pt x="19596" y="2991"/>
                  </a:lnTo>
                  <a:cubicBezTo>
                    <a:pt x="21591" y="2991"/>
                    <a:pt x="23340" y="4085"/>
                    <a:pt x="23340" y="5331"/>
                  </a:cubicBezTo>
                  <a:lnTo>
                    <a:pt x="23340" y="6699"/>
                  </a:lnTo>
                  <a:cubicBezTo>
                    <a:pt x="23340" y="7948"/>
                    <a:pt x="21591" y="9042"/>
                    <a:pt x="19596" y="9042"/>
                  </a:cubicBezTo>
                  <a:lnTo>
                    <a:pt x="1493" y="9042"/>
                  </a:lnTo>
                  <a:cubicBezTo>
                    <a:pt x="671" y="9042"/>
                    <a:pt x="0" y="9710"/>
                    <a:pt x="0" y="10535"/>
                  </a:cubicBezTo>
                  <a:cubicBezTo>
                    <a:pt x="0" y="11361"/>
                    <a:pt x="671" y="12029"/>
                    <a:pt x="1493" y="12029"/>
                  </a:cubicBezTo>
                  <a:lnTo>
                    <a:pt x="19596" y="12029"/>
                  </a:lnTo>
                  <a:cubicBezTo>
                    <a:pt x="23370" y="12029"/>
                    <a:pt x="26327" y="9689"/>
                    <a:pt x="26327" y="6699"/>
                  </a:cubicBezTo>
                  <a:lnTo>
                    <a:pt x="26327" y="5331"/>
                  </a:lnTo>
                  <a:cubicBezTo>
                    <a:pt x="26327" y="2344"/>
                    <a:pt x="23370" y="1"/>
                    <a:pt x="19596" y="1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4" name="Google Shape;784;p3"/>
            <p:cNvSpPr/>
            <p:nvPr/>
          </p:nvSpPr>
          <p:spPr>
            <a:xfrm>
              <a:off x="848698" y="3939449"/>
              <a:ext cx="317374" cy="317395"/>
            </a:xfrm>
            <a:custGeom>
              <a:rect b="b" l="l" r="r" t="t"/>
              <a:pathLst>
                <a:path extrusionOk="0" h="15210" w="15209">
                  <a:moveTo>
                    <a:pt x="7604" y="1"/>
                  </a:moveTo>
                  <a:cubicBezTo>
                    <a:pt x="3404" y="1"/>
                    <a:pt x="0" y="3405"/>
                    <a:pt x="0" y="7605"/>
                  </a:cubicBezTo>
                  <a:cubicBezTo>
                    <a:pt x="0" y="11805"/>
                    <a:pt x="3404" y="15209"/>
                    <a:pt x="7604" y="15209"/>
                  </a:cubicBezTo>
                  <a:cubicBezTo>
                    <a:pt x="11804" y="15209"/>
                    <a:pt x="15209" y="11805"/>
                    <a:pt x="15209" y="7605"/>
                  </a:cubicBezTo>
                  <a:cubicBezTo>
                    <a:pt x="15209" y="3405"/>
                    <a:pt x="11804" y="1"/>
                    <a:pt x="760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5" name="Google Shape;785;p3"/>
            <p:cNvSpPr/>
            <p:nvPr/>
          </p:nvSpPr>
          <p:spPr>
            <a:xfrm>
              <a:off x="553048" y="3972670"/>
              <a:ext cx="549400" cy="251015"/>
            </a:xfrm>
            <a:custGeom>
              <a:rect b="b" l="l" r="r" t="t"/>
              <a:pathLst>
                <a:path extrusionOk="0" h="12029" w="26328">
                  <a:moveTo>
                    <a:pt x="1493" y="0"/>
                  </a:moveTo>
                  <a:cubicBezTo>
                    <a:pt x="671" y="0"/>
                    <a:pt x="0" y="668"/>
                    <a:pt x="0" y="1494"/>
                  </a:cubicBezTo>
                  <a:cubicBezTo>
                    <a:pt x="0" y="2320"/>
                    <a:pt x="671" y="2990"/>
                    <a:pt x="1493" y="2990"/>
                  </a:cubicBezTo>
                  <a:lnTo>
                    <a:pt x="19596" y="2990"/>
                  </a:lnTo>
                  <a:cubicBezTo>
                    <a:pt x="21591" y="2990"/>
                    <a:pt x="23340" y="4081"/>
                    <a:pt x="23340" y="5330"/>
                  </a:cubicBezTo>
                  <a:lnTo>
                    <a:pt x="23340" y="6695"/>
                  </a:lnTo>
                  <a:cubicBezTo>
                    <a:pt x="23340" y="7944"/>
                    <a:pt x="21591" y="9038"/>
                    <a:pt x="19596" y="9038"/>
                  </a:cubicBezTo>
                  <a:lnTo>
                    <a:pt x="1493" y="9038"/>
                  </a:lnTo>
                  <a:cubicBezTo>
                    <a:pt x="671" y="9038"/>
                    <a:pt x="0" y="9706"/>
                    <a:pt x="0" y="10532"/>
                  </a:cubicBezTo>
                  <a:cubicBezTo>
                    <a:pt x="0" y="11358"/>
                    <a:pt x="671" y="12028"/>
                    <a:pt x="1493" y="12028"/>
                  </a:cubicBezTo>
                  <a:lnTo>
                    <a:pt x="19596" y="12028"/>
                  </a:lnTo>
                  <a:lnTo>
                    <a:pt x="19596" y="12025"/>
                  </a:lnTo>
                  <a:cubicBezTo>
                    <a:pt x="23370" y="12025"/>
                    <a:pt x="26327" y="9685"/>
                    <a:pt x="26327" y="6695"/>
                  </a:cubicBezTo>
                  <a:lnTo>
                    <a:pt x="26327" y="5327"/>
                  </a:lnTo>
                  <a:cubicBezTo>
                    <a:pt x="26327" y="2340"/>
                    <a:pt x="23370" y="0"/>
                    <a:pt x="19596" y="0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86" name="Google Shape;786;p3"/>
          <p:cNvSpPr/>
          <p:nvPr/>
        </p:nvSpPr>
        <p:spPr>
          <a:xfrm>
            <a:off x="8428900" y="1041975"/>
            <a:ext cx="143750" cy="647425"/>
          </a:xfrm>
          <a:custGeom>
            <a:rect b="b" l="l" r="r" t="t"/>
            <a:pathLst>
              <a:path extrusionOk="0" h="25897" w="5750">
                <a:moveTo>
                  <a:pt x="0" y="0"/>
                </a:moveTo>
                <a:lnTo>
                  <a:pt x="0" y="25897"/>
                </a:lnTo>
                <a:cubicBezTo>
                  <a:pt x="3176" y="25897"/>
                  <a:pt x="5749" y="23323"/>
                  <a:pt x="5749" y="20147"/>
                </a:cubicBezTo>
                <a:lnTo>
                  <a:pt x="5749" y="5752"/>
                </a:lnTo>
                <a:cubicBezTo>
                  <a:pt x="5749" y="2576"/>
                  <a:pt x="3176" y="0"/>
                  <a:pt x="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7" name="Google Shape;787;p3"/>
          <p:cNvSpPr/>
          <p:nvPr/>
        </p:nvSpPr>
        <p:spPr>
          <a:xfrm>
            <a:off x="8428900" y="2620900"/>
            <a:ext cx="143750" cy="647425"/>
          </a:xfrm>
          <a:custGeom>
            <a:rect b="b" l="l" r="r" t="t"/>
            <a:pathLst>
              <a:path extrusionOk="0" h="25897" w="5750">
                <a:moveTo>
                  <a:pt x="0" y="0"/>
                </a:moveTo>
                <a:lnTo>
                  <a:pt x="0" y="25897"/>
                </a:lnTo>
                <a:cubicBezTo>
                  <a:pt x="3176" y="25897"/>
                  <a:pt x="5749" y="23323"/>
                  <a:pt x="5749" y="20148"/>
                </a:cubicBezTo>
                <a:lnTo>
                  <a:pt x="5749" y="5752"/>
                </a:lnTo>
                <a:cubicBezTo>
                  <a:pt x="5749" y="2577"/>
                  <a:pt x="3176" y="0"/>
                  <a:pt x="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8" name="Google Shape;788;p3"/>
          <p:cNvSpPr/>
          <p:nvPr/>
        </p:nvSpPr>
        <p:spPr>
          <a:xfrm>
            <a:off x="8428900" y="1811900"/>
            <a:ext cx="143750" cy="647425"/>
          </a:xfrm>
          <a:custGeom>
            <a:rect b="b" l="l" r="r" t="t"/>
            <a:pathLst>
              <a:path extrusionOk="0" h="25897" w="5750">
                <a:moveTo>
                  <a:pt x="0" y="0"/>
                </a:moveTo>
                <a:lnTo>
                  <a:pt x="0" y="25897"/>
                </a:lnTo>
                <a:cubicBezTo>
                  <a:pt x="3176" y="25897"/>
                  <a:pt x="5749" y="23320"/>
                  <a:pt x="5749" y="20147"/>
                </a:cubicBezTo>
                <a:lnTo>
                  <a:pt x="5749" y="5749"/>
                </a:lnTo>
                <a:cubicBezTo>
                  <a:pt x="5749" y="2574"/>
                  <a:pt x="3176" y="0"/>
                  <a:pt x="0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9" name="Google Shape;789;p3"/>
          <p:cNvSpPr/>
          <p:nvPr/>
        </p:nvSpPr>
        <p:spPr>
          <a:xfrm>
            <a:off x="8428900" y="3454000"/>
            <a:ext cx="143750" cy="647425"/>
          </a:xfrm>
          <a:custGeom>
            <a:rect b="b" l="l" r="r" t="t"/>
            <a:pathLst>
              <a:path extrusionOk="0" h="25897" w="5750">
                <a:moveTo>
                  <a:pt x="0" y="1"/>
                </a:moveTo>
                <a:lnTo>
                  <a:pt x="0" y="25897"/>
                </a:lnTo>
                <a:cubicBezTo>
                  <a:pt x="3176" y="25897"/>
                  <a:pt x="5749" y="23323"/>
                  <a:pt x="5749" y="20148"/>
                </a:cubicBezTo>
                <a:lnTo>
                  <a:pt x="5749" y="5752"/>
                </a:lnTo>
                <a:cubicBezTo>
                  <a:pt x="5749" y="2577"/>
                  <a:pt x="3176" y="1"/>
                  <a:pt x="0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0" name="Google Shape;790;p3"/>
          <p:cNvSpPr txBox="1"/>
          <p:nvPr>
            <p:ph type="title"/>
          </p:nvPr>
        </p:nvSpPr>
        <p:spPr>
          <a:xfrm>
            <a:off x="1270650" y="629375"/>
            <a:ext cx="7020000" cy="12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300"/>
              <a:buFont typeface="Gantari ExtraBold"/>
              <a:buNone/>
              <a:defRPr sz="3300">
                <a:solidFill>
                  <a:schemeClr val="lt2"/>
                </a:solidFill>
                <a:latin typeface="Gantari ExtraBold"/>
                <a:ea typeface="Gantari ExtraBold"/>
                <a:cs typeface="Gantari ExtraBold"/>
                <a:sym typeface="Gantari Extra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300"/>
              <a:buFont typeface="Gantari ExtraBold"/>
              <a:buNone/>
              <a:defRPr sz="3300">
                <a:solidFill>
                  <a:schemeClr val="lt2"/>
                </a:solidFill>
                <a:latin typeface="Gantari ExtraBold"/>
                <a:ea typeface="Gantari ExtraBold"/>
                <a:cs typeface="Gantari ExtraBold"/>
                <a:sym typeface="Gantari ExtraBo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300"/>
              <a:buFont typeface="Gantari ExtraBold"/>
              <a:buNone/>
              <a:defRPr sz="3300">
                <a:solidFill>
                  <a:schemeClr val="lt2"/>
                </a:solidFill>
                <a:latin typeface="Gantari ExtraBold"/>
                <a:ea typeface="Gantari ExtraBold"/>
                <a:cs typeface="Gantari ExtraBold"/>
                <a:sym typeface="Gantari ExtraBo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300"/>
              <a:buFont typeface="Gantari ExtraBold"/>
              <a:buNone/>
              <a:defRPr sz="3300">
                <a:solidFill>
                  <a:schemeClr val="lt2"/>
                </a:solidFill>
                <a:latin typeface="Gantari ExtraBold"/>
                <a:ea typeface="Gantari ExtraBold"/>
                <a:cs typeface="Gantari ExtraBold"/>
                <a:sym typeface="Gantari ExtraBo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300"/>
              <a:buFont typeface="Gantari ExtraBold"/>
              <a:buNone/>
              <a:defRPr sz="3300">
                <a:solidFill>
                  <a:schemeClr val="lt2"/>
                </a:solidFill>
                <a:latin typeface="Gantari ExtraBold"/>
                <a:ea typeface="Gantari ExtraBold"/>
                <a:cs typeface="Gantari ExtraBold"/>
                <a:sym typeface="Gantari ExtraBo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300"/>
              <a:buFont typeface="Gantari ExtraBold"/>
              <a:buNone/>
              <a:defRPr sz="3300">
                <a:solidFill>
                  <a:schemeClr val="lt2"/>
                </a:solidFill>
                <a:latin typeface="Gantari ExtraBold"/>
                <a:ea typeface="Gantari ExtraBold"/>
                <a:cs typeface="Gantari ExtraBold"/>
                <a:sym typeface="Gantari ExtraBo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300"/>
              <a:buFont typeface="Gantari ExtraBold"/>
              <a:buNone/>
              <a:defRPr sz="3300">
                <a:solidFill>
                  <a:schemeClr val="lt2"/>
                </a:solidFill>
                <a:latin typeface="Gantari ExtraBold"/>
                <a:ea typeface="Gantari ExtraBold"/>
                <a:cs typeface="Gantari ExtraBold"/>
                <a:sym typeface="Gantari ExtraBo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300"/>
              <a:buFont typeface="Gantari ExtraBold"/>
              <a:buNone/>
              <a:defRPr sz="3300">
                <a:solidFill>
                  <a:schemeClr val="lt2"/>
                </a:solidFill>
                <a:latin typeface="Gantari ExtraBold"/>
                <a:ea typeface="Gantari ExtraBold"/>
                <a:cs typeface="Gantari ExtraBold"/>
                <a:sym typeface="Gantari ExtraBo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300"/>
              <a:buFont typeface="Gantari ExtraBold"/>
              <a:buNone/>
              <a:defRPr sz="3300">
                <a:solidFill>
                  <a:schemeClr val="lt2"/>
                </a:solidFill>
                <a:latin typeface="Gantari ExtraBold"/>
                <a:ea typeface="Gantari ExtraBold"/>
                <a:cs typeface="Gantari ExtraBold"/>
                <a:sym typeface="Gantari Extra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solidFill>
          <a:schemeClr val="lt1"/>
        </a:solidFill>
      </p:bgPr>
    </p:bg>
    <p:spTree>
      <p:nvGrpSpPr>
        <p:cNvPr id="791" name="Shape 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92" name="Google Shape;792;p4"/>
          <p:cNvGrpSpPr/>
          <p:nvPr/>
        </p:nvGrpSpPr>
        <p:grpSpPr>
          <a:xfrm>
            <a:off x="0" y="0"/>
            <a:ext cx="9144125" cy="5143391"/>
            <a:chOff x="0" y="0"/>
            <a:chExt cx="9144125" cy="5143391"/>
          </a:xfrm>
        </p:grpSpPr>
        <p:sp>
          <p:nvSpPr>
            <p:cNvPr id="793" name="Google Shape;793;p4"/>
            <p:cNvSpPr/>
            <p:nvPr/>
          </p:nvSpPr>
          <p:spPr>
            <a:xfrm>
              <a:off x="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4" name="Google Shape;794;p4"/>
            <p:cNvSpPr/>
            <p:nvPr/>
          </p:nvSpPr>
          <p:spPr>
            <a:xfrm>
              <a:off x="38100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5" name="Google Shape;795;p4"/>
            <p:cNvSpPr/>
            <p:nvPr/>
          </p:nvSpPr>
          <p:spPr>
            <a:xfrm>
              <a:off x="76201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6" name="Google Shape;796;p4"/>
            <p:cNvSpPr/>
            <p:nvPr/>
          </p:nvSpPr>
          <p:spPr>
            <a:xfrm>
              <a:off x="114301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7" name="Google Shape;797;p4"/>
            <p:cNvSpPr/>
            <p:nvPr/>
          </p:nvSpPr>
          <p:spPr>
            <a:xfrm>
              <a:off x="152402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8" name="Google Shape;798;p4"/>
            <p:cNvSpPr/>
            <p:nvPr/>
          </p:nvSpPr>
          <p:spPr>
            <a:xfrm>
              <a:off x="190502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9" name="Google Shape;799;p4"/>
            <p:cNvSpPr/>
            <p:nvPr/>
          </p:nvSpPr>
          <p:spPr>
            <a:xfrm>
              <a:off x="228603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0" name="Google Shape;800;p4"/>
            <p:cNvSpPr/>
            <p:nvPr/>
          </p:nvSpPr>
          <p:spPr>
            <a:xfrm>
              <a:off x="266703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1" name="Google Shape;801;p4"/>
            <p:cNvSpPr/>
            <p:nvPr/>
          </p:nvSpPr>
          <p:spPr>
            <a:xfrm>
              <a:off x="304804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2" name="Google Shape;802;p4"/>
            <p:cNvSpPr/>
            <p:nvPr/>
          </p:nvSpPr>
          <p:spPr>
            <a:xfrm>
              <a:off x="342904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3" name="Google Shape;803;p4"/>
            <p:cNvSpPr/>
            <p:nvPr/>
          </p:nvSpPr>
          <p:spPr>
            <a:xfrm>
              <a:off x="381005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4" name="Google Shape;804;p4"/>
            <p:cNvSpPr/>
            <p:nvPr/>
          </p:nvSpPr>
          <p:spPr>
            <a:xfrm>
              <a:off x="419105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5" name="Google Shape;805;p4"/>
            <p:cNvSpPr/>
            <p:nvPr/>
          </p:nvSpPr>
          <p:spPr>
            <a:xfrm>
              <a:off x="457206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6" name="Google Shape;806;p4"/>
            <p:cNvSpPr/>
            <p:nvPr/>
          </p:nvSpPr>
          <p:spPr>
            <a:xfrm>
              <a:off x="495306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7" name="Google Shape;807;p4"/>
            <p:cNvSpPr/>
            <p:nvPr/>
          </p:nvSpPr>
          <p:spPr>
            <a:xfrm>
              <a:off x="533407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8" name="Google Shape;808;p4"/>
            <p:cNvSpPr/>
            <p:nvPr/>
          </p:nvSpPr>
          <p:spPr>
            <a:xfrm>
              <a:off x="571507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9" name="Google Shape;809;p4"/>
            <p:cNvSpPr/>
            <p:nvPr/>
          </p:nvSpPr>
          <p:spPr>
            <a:xfrm>
              <a:off x="609608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0" name="Google Shape;810;p4"/>
            <p:cNvSpPr/>
            <p:nvPr/>
          </p:nvSpPr>
          <p:spPr>
            <a:xfrm>
              <a:off x="647708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1" name="Google Shape;811;p4"/>
            <p:cNvSpPr/>
            <p:nvPr/>
          </p:nvSpPr>
          <p:spPr>
            <a:xfrm>
              <a:off x="685809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2" name="Google Shape;812;p4"/>
            <p:cNvSpPr/>
            <p:nvPr/>
          </p:nvSpPr>
          <p:spPr>
            <a:xfrm>
              <a:off x="723909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3" name="Google Shape;813;p4"/>
            <p:cNvSpPr/>
            <p:nvPr/>
          </p:nvSpPr>
          <p:spPr>
            <a:xfrm>
              <a:off x="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4" name="Google Shape;814;p4"/>
            <p:cNvSpPr/>
            <p:nvPr/>
          </p:nvSpPr>
          <p:spPr>
            <a:xfrm>
              <a:off x="38100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5" name="Google Shape;815;p4"/>
            <p:cNvSpPr/>
            <p:nvPr/>
          </p:nvSpPr>
          <p:spPr>
            <a:xfrm>
              <a:off x="76201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6" name="Google Shape;816;p4"/>
            <p:cNvSpPr/>
            <p:nvPr/>
          </p:nvSpPr>
          <p:spPr>
            <a:xfrm>
              <a:off x="114301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7" name="Google Shape;817;p4"/>
            <p:cNvSpPr/>
            <p:nvPr/>
          </p:nvSpPr>
          <p:spPr>
            <a:xfrm>
              <a:off x="152402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8" name="Google Shape;818;p4"/>
            <p:cNvSpPr/>
            <p:nvPr/>
          </p:nvSpPr>
          <p:spPr>
            <a:xfrm>
              <a:off x="190502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9" name="Google Shape;819;p4"/>
            <p:cNvSpPr/>
            <p:nvPr/>
          </p:nvSpPr>
          <p:spPr>
            <a:xfrm>
              <a:off x="228603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0" name="Google Shape;820;p4"/>
            <p:cNvSpPr/>
            <p:nvPr/>
          </p:nvSpPr>
          <p:spPr>
            <a:xfrm>
              <a:off x="266703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1" name="Google Shape;821;p4"/>
            <p:cNvSpPr/>
            <p:nvPr/>
          </p:nvSpPr>
          <p:spPr>
            <a:xfrm>
              <a:off x="304804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2" name="Google Shape;822;p4"/>
            <p:cNvSpPr/>
            <p:nvPr/>
          </p:nvSpPr>
          <p:spPr>
            <a:xfrm>
              <a:off x="342904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3" name="Google Shape;823;p4"/>
            <p:cNvSpPr/>
            <p:nvPr/>
          </p:nvSpPr>
          <p:spPr>
            <a:xfrm>
              <a:off x="381005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4" name="Google Shape;824;p4"/>
            <p:cNvSpPr/>
            <p:nvPr/>
          </p:nvSpPr>
          <p:spPr>
            <a:xfrm>
              <a:off x="419105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5" name="Google Shape;825;p4"/>
            <p:cNvSpPr/>
            <p:nvPr/>
          </p:nvSpPr>
          <p:spPr>
            <a:xfrm>
              <a:off x="457206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6" name="Google Shape;826;p4"/>
            <p:cNvSpPr/>
            <p:nvPr/>
          </p:nvSpPr>
          <p:spPr>
            <a:xfrm>
              <a:off x="495306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7" name="Google Shape;827;p4"/>
            <p:cNvSpPr/>
            <p:nvPr/>
          </p:nvSpPr>
          <p:spPr>
            <a:xfrm>
              <a:off x="533407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8" name="Google Shape;828;p4"/>
            <p:cNvSpPr/>
            <p:nvPr/>
          </p:nvSpPr>
          <p:spPr>
            <a:xfrm>
              <a:off x="571507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9" name="Google Shape;829;p4"/>
            <p:cNvSpPr/>
            <p:nvPr/>
          </p:nvSpPr>
          <p:spPr>
            <a:xfrm>
              <a:off x="609608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0" name="Google Shape;830;p4"/>
            <p:cNvSpPr/>
            <p:nvPr/>
          </p:nvSpPr>
          <p:spPr>
            <a:xfrm>
              <a:off x="647708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1" name="Google Shape;831;p4"/>
            <p:cNvSpPr/>
            <p:nvPr/>
          </p:nvSpPr>
          <p:spPr>
            <a:xfrm>
              <a:off x="685809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2" name="Google Shape;832;p4"/>
            <p:cNvSpPr/>
            <p:nvPr/>
          </p:nvSpPr>
          <p:spPr>
            <a:xfrm>
              <a:off x="723909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3" name="Google Shape;833;p4"/>
            <p:cNvSpPr/>
            <p:nvPr/>
          </p:nvSpPr>
          <p:spPr>
            <a:xfrm>
              <a:off x="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4" name="Google Shape;834;p4"/>
            <p:cNvSpPr/>
            <p:nvPr/>
          </p:nvSpPr>
          <p:spPr>
            <a:xfrm>
              <a:off x="38100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5" name="Google Shape;835;p4"/>
            <p:cNvSpPr/>
            <p:nvPr/>
          </p:nvSpPr>
          <p:spPr>
            <a:xfrm>
              <a:off x="76201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6" name="Google Shape;836;p4"/>
            <p:cNvSpPr/>
            <p:nvPr/>
          </p:nvSpPr>
          <p:spPr>
            <a:xfrm>
              <a:off x="114301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7" name="Google Shape;837;p4"/>
            <p:cNvSpPr/>
            <p:nvPr/>
          </p:nvSpPr>
          <p:spPr>
            <a:xfrm>
              <a:off x="152402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8" name="Google Shape;838;p4"/>
            <p:cNvSpPr/>
            <p:nvPr/>
          </p:nvSpPr>
          <p:spPr>
            <a:xfrm>
              <a:off x="190502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9" name="Google Shape;839;p4"/>
            <p:cNvSpPr/>
            <p:nvPr/>
          </p:nvSpPr>
          <p:spPr>
            <a:xfrm>
              <a:off x="228603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0" name="Google Shape;840;p4"/>
            <p:cNvSpPr/>
            <p:nvPr/>
          </p:nvSpPr>
          <p:spPr>
            <a:xfrm>
              <a:off x="266703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1" name="Google Shape;841;p4"/>
            <p:cNvSpPr/>
            <p:nvPr/>
          </p:nvSpPr>
          <p:spPr>
            <a:xfrm>
              <a:off x="304804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2" name="Google Shape;842;p4"/>
            <p:cNvSpPr/>
            <p:nvPr/>
          </p:nvSpPr>
          <p:spPr>
            <a:xfrm>
              <a:off x="342904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3" name="Google Shape;843;p4"/>
            <p:cNvSpPr/>
            <p:nvPr/>
          </p:nvSpPr>
          <p:spPr>
            <a:xfrm>
              <a:off x="381005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4" name="Google Shape;844;p4"/>
            <p:cNvSpPr/>
            <p:nvPr/>
          </p:nvSpPr>
          <p:spPr>
            <a:xfrm>
              <a:off x="419105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5" name="Google Shape;845;p4"/>
            <p:cNvSpPr/>
            <p:nvPr/>
          </p:nvSpPr>
          <p:spPr>
            <a:xfrm>
              <a:off x="457206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6" name="Google Shape;846;p4"/>
            <p:cNvSpPr/>
            <p:nvPr/>
          </p:nvSpPr>
          <p:spPr>
            <a:xfrm>
              <a:off x="495306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7" name="Google Shape;847;p4"/>
            <p:cNvSpPr/>
            <p:nvPr/>
          </p:nvSpPr>
          <p:spPr>
            <a:xfrm>
              <a:off x="533407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8" name="Google Shape;848;p4"/>
            <p:cNvSpPr/>
            <p:nvPr/>
          </p:nvSpPr>
          <p:spPr>
            <a:xfrm>
              <a:off x="571507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9" name="Google Shape;849;p4"/>
            <p:cNvSpPr/>
            <p:nvPr/>
          </p:nvSpPr>
          <p:spPr>
            <a:xfrm>
              <a:off x="609608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0" name="Google Shape;850;p4"/>
            <p:cNvSpPr/>
            <p:nvPr/>
          </p:nvSpPr>
          <p:spPr>
            <a:xfrm>
              <a:off x="647708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1" name="Google Shape;851;p4"/>
            <p:cNvSpPr/>
            <p:nvPr/>
          </p:nvSpPr>
          <p:spPr>
            <a:xfrm>
              <a:off x="685809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2" name="Google Shape;852;p4"/>
            <p:cNvSpPr/>
            <p:nvPr/>
          </p:nvSpPr>
          <p:spPr>
            <a:xfrm>
              <a:off x="723909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3" name="Google Shape;853;p4"/>
            <p:cNvSpPr/>
            <p:nvPr/>
          </p:nvSpPr>
          <p:spPr>
            <a:xfrm>
              <a:off x="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4" name="Google Shape;854;p4"/>
            <p:cNvSpPr/>
            <p:nvPr/>
          </p:nvSpPr>
          <p:spPr>
            <a:xfrm>
              <a:off x="38100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5" name="Google Shape;855;p4"/>
            <p:cNvSpPr/>
            <p:nvPr/>
          </p:nvSpPr>
          <p:spPr>
            <a:xfrm>
              <a:off x="76201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6" name="Google Shape;856;p4"/>
            <p:cNvSpPr/>
            <p:nvPr/>
          </p:nvSpPr>
          <p:spPr>
            <a:xfrm>
              <a:off x="114301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7" name="Google Shape;857;p4"/>
            <p:cNvSpPr/>
            <p:nvPr/>
          </p:nvSpPr>
          <p:spPr>
            <a:xfrm>
              <a:off x="152402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8" name="Google Shape;858;p4"/>
            <p:cNvSpPr/>
            <p:nvPr/>
          </p:nvSpPr>
          <p:spPr>
            <a:xfrm>
              <a:off x="190502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9" name="Google Shape;859;p4"/>
            <p:cNvSpPr/>
            <p:nvPr/>
          </p:nvSpPr>
          <p:spPr>
            <a:xfrm>
              <a:off x="228603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0" name="Google Shape;860;p4"/>
            <p:cNvSpPr/>
            <p:nvPr/>
          </p:nvSpPr>
          <p:spPr>
            <a:xfrm>
              <a:off x="266703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1" name="Google Shape;861;p4"/>
            <p:cNvSpPr/>
            <p:nvPr/>
          </p:nvSpPr>
          <p:spPr>
            <a:xfrm>
              <a:off x="304804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2" name="Google Shape;862;p4"/>
            <p:cNvSpPr/>
            <p:nvPr/>
          </p:nvSpPr>
          <p:spPr>
            <a:xfrm>
              <a:off x="342904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3" name="Google Shape;863;p4"/>
            <p:cNvSpPr/>
            <p:nvPr/>
          </p:nvSpPr>
          <p:spPr>
            <a:xfrm>
              <a:off x="381005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4" name="Google Shape;864;p4"/>
            <p:cNvSpPr/>
            <p:nvPr/>
          </p:nvSpPr>
          <p:spPr>
            <a:xfrm>
              <a:off x="419105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5" name="Google Shape;865;p4"/>
            <p:cNvSpPr/>
            <p:nvPr/>
          </p:nvSpPr>
          <p:spPr>
            <a:xfrm>
              <a:off x="457206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6" name="Google Shape;866;p4"/>
            <p:cNvSpPr/>
            <p:nvPr/>
          </p:nvSpPr>
          <p:spPr>
            <a:xfrm>
              <a:off x="495306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7" name="Google Shape;867;p4"/>
            <p:cNvSpPr/>
            <p:nvPr/>
          </p:nvSpPr>
          <p:spPr>
            <a:xfrm>
              <a:off x="533407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8" name="Google Shape;868;p4"/>
            <p:cNvSpPr/>
            <p:nvPr/>
          </p:nvSpPr>
          <p:spPr>
            <a:xfrm>
              <a:off x="571507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9" name="Google Shape;869;p4"/>
            <p:cNvSpPr/>
            <p:nvPr/>
          </p:nvSpPr>
          <p:spPr>
            <a:xfrm>
              <a:off x="609608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0" name="Google Shape;870;p4"/>
            <p:cNvSpPr/>
            <p:nvPr/>
          </p:nvSpPr>
          <p:spPr>
            <a:xfrm>
              <a:off x="647708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1" name="Google Shape;871;p4"/>
            <p:cNvSpPr/>
            <p:nvPr/>
          </p:nvSpPr>
          <p:spPr>
            <a:xfrm>
              <a:off x="685809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2" name="Google Shape;872;p4"/>
            <p:cNvSpPr/>
            <p:nvPr/>
          </p:nvSpPr>
          <p:spPr>
            <a:xfrm>
              <a:off x="723909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3" name="Google Shape;873;p4"/>
            <p:cNvSpPr/>
            <p:nvPr/>
          </p:nvSpPr>
          <p:spPr>
            <a:xfrm>
              <a:off x="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4" name="Google Shape;874;p4"/>
            <p:cNvSpPr/>
            <p:nvPr/>
          </p:nvSpPr>
          <p:spPr>
            <a:xfrm>
              <a:off x="38100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5" name="Google Shape;875;p4"/>
            <p:cNvSpPr/>
            <p:nvPr/>
          </p:nvSpPr>
          <p:spPr>
            <a:xfrm>
              <a:off x="76201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6" name="Google Shape;876;p4"/>
            <p:cNvSpPr/>
            <p:nvPr/>
          </p:nvSpPr>
          <p:spPr>
            <a:xfrm>
              <a:off x="114301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7" name="Google Shape;877;p4"/>
            <p:cNvSpPr/>
            <p:nvPr/>
          </p:nvSpPr>
          <p:spPr>
            <a:xfrm>
              <a:off x="152402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8" name="Google Shape;878;p4"/>
            <p:cNvSpPr/>
            <p:nvPr/>
          </p:nvSpPr>
          <p:spPr>
            <a:xfrm>
              <a:off x="190502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9" name="Google Shape;879;p4"/>
            <p:cNvSpPr/>
            <p:nvPr/>
          </p:nvSpPr>
          <p:spPr>
            <a:xfrm>
              <a:off x="228603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0" name="Google Shape;880;p4"/>
            <p:cNvSpPr/>
            <p:nvPr/>
          </p:nvSpPr>
          <p:spPr>
            <a:xfrm>
              <a:off x="266703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1" name="Google Shape;881;p4"/>
            <p:cNvSpPr/>
            <p:nvPr/>
          </p:nvSpPr>
          <p:spPr>
            <a:xfrm>
              <a:off x="304804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2" name="Google Shape;882;p4"/>
            <p:cNvSpPr/>
            <p:nvPr/>
          </p:nvSpPr>
          <p:spPr>
            <a:xfrm>
              <a:off x="342904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3" name="Google Shape;883;p4"/>
            <p:cNvSpPr/>
            <p:nvPr/>
          </p:nvSpPr>
          <p:spPr>
            <a:xfrm>
              <a:off x="381005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4" name="Google Shape;884;p4"/>
            <p:cNvSpPr/>
            <p:nvPr/>
          </p:nvSpPr>
          <p:spPr>
            <a:xfrm>
              <a:off x="419105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5" name="Google Shape;885;p4"/>
            <p:cNvSpPr/>
            <p:nvPr/>
          </p:nvSpPr>
          <p:spPr>
            <a:xfrm>
              <a:off x="457206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6" name="Google Shape;886;p4"/>
            <p:cNvSpPr/>
            <p:nvPr/>
          </p:nvSpPr>
          <p:spPr>
            <a:xfrm>
              <a:off x="495306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7" name="Google Shape;887;p4"/>
            <p:cNvSpPr/>
            <p:nvPr/>
          </p:nvSpPr>
          <p:spPr>
            <a:xfrm>
              <a:off x="533407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8" name="Google Shape;888;p4"/>
            <p:cNvSpPr/>
            <p:nvPr/>
          </p:nvSpPr>
          <p:spPr>
            <a:xfrm>
              <a:off x="571507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9" name="Google Shape;889;p4"/>
            <p:cNvSpPr/>
            <p:nvPr/>
          </p:nvSpPr>
          <p:spPr>
            <a:xfrm>
              <a:off x="609608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0" name="Google Shape;890;p4"/>
            <p:cNvSpPr/>
            <p:nvPr/>
          </p:nvSpPr>
          <p:spPr>
            <a:xfrm>
              <a:off x="647708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1" name="Google Shape;891;p4"/>
            <p:cNvSpPr/>
            <p:nvPr/>
          </p:nvSpPr>
          <p:spPr>
            <a:xfrm>
              <a:off x="685809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2" name="Google Shape;892;p4"/>
            <p:cNvSpPr/>
            <p:nvPr/>
          </p:nvSpPr>
          <p:spPr>
            <a:xfrm>
              <a:off x="723909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3" name="Google Shape;893;p4"/>
            <p:cNvSpPr/>
            <p:nvPr/>
          </p:nvSpPr>
          <p:spPr>
            <a:xfrm>
              <a:off x="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4" name="Google Shape;894;p4"/>
            <p:cNvSpPr/>
            <p:nvPr/>
          </p:nvSpPr>
          <p:spPr>
            <a:xfrm>
              <a:off x="38100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5" name="Google Shape;895;p4"/>
            <p:cNvSpPr/>
            <p:nvPr/>
          </p:nvSpPr>
          <p:spPr>
            <a:xfrm>
              <a:off x="76201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6" name="Google Shape;896;p4"/>
            <p:cNvSpPr/>
            <p:nvPr/>
          </p:nvSpPr>
          <p:spPr>
            <a:xfrm>
              <a:off x="114301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7" name="Google Shape;897;p4"/>
            <p:cNvSpPr/>
            <p:nvPr/>
          </p:nvSpPr>
          <p:spPr>
            <a:xfrm>
              <a:off x="152402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8" name="Google Shape;898;p4"/>
            <p:cNvSpPr/>
            <p:nvPr/>
          </p:nvSpPr>
          <p:spPr>
            <a:xfrm>
              <a:off x="190502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9" name="Google Shape;899;p4"/>
            <p:cNvSpPr/>
            <p:nvPr/>
          </p:nvSpPr>
          <p:spPr>
            <a:xfrm>
              <a:off x="228603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0" name="Google Shape;900;p4"/>
            <p:cNvSpPr/>
            <p:nvPr/>
          </p:nvSpPr>
          <p:spPr>
            <a:xfrm>
              <a:off x="266703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1" name="Google Shape;901;p4"/>
            <p:cNvSpPr/>
            <p:nvPr/>
          </p:nvSpPr>
          <p:spPr>
            <a:xfrm>
              <a:off x="304804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2" name="Google Shape;902;p4"/>
            <p:cNvSpPr/>
            <p:nvPr/>
          </p:nvSpPr>
          <p:spPr>
            <a:xfrm>
              <a:off x="342904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3" name="Google Shape;903;p4"/>
            <p:cNvSpPr/>
            <p:nvPr/>
          </p:nvSpPr>
          <p:spPr>
            <a:xfrm>
              <a:off x="381005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4" name="Google Shape;904;p4"/>
            <p:cNvSpPr/>
            <p:nvPr/>
          </p:nvSpPr>
          <p:spPr>
            <a:xfrm>
              <a:off x="419105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5" name="Google Shape;905;p4"/>
            <p:cNvSpPr/>
            <p:nvPr/>
          </p:nvSpPr>
          <p:spPr>
            <a:xfrm>
              <a:off x="457206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6" name="Google Shape;906;p4"/>
            <p:cNvSpPr/>
            <p:nvPr/>
          </p:nvSpPr>
          <p:spPr>
            <a:xfrm>
              <a:off x="495306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7" name="Google Shape;907;p4"/>
            <p:cNvSpPr/>
            <p:nvPr/>
          </p:nvSpPr>
          <p:spPr>
            <a:xfrm>
              <a:off x="533407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8" name="Google Shape;908;p4"/>
            <p:cNvSpPr/>
            <p:nvPr/>
          </p:nvSpPr>
          <p:spPr>
            <a:xfrm>
              <a:off x="571507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9" name="Google Shape;909;p4"/>
            <p:cNvSpPr/>
            <p:nvPr/>
          </p:nvSpPr>
          <p:spPr>
            <a:xfrm>
              <a:off x="609608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0" name="Google Shape;910;p4"/>
            <p:cNvSpPr/>
            <p:nvPr/>
          </p:nvSpPr>
          <p:spPr>
            <a:xfrm>
              <a:off x="647708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1" name="Google Shape;911;p4"/>
            <p:cNvSpPr/>
            <p:nvPr/>
          </p:nvSpPr>
          <p:spPr>
            <a:xfrm>
              <a:off x="685809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2" name="Google Shape;912;p4"/>
            <p:cNvSpPr/>
            <p:nvPr/>
          </p:nvSpPr>
          <p:spPr>
            <a:xfrm>
              <a:off x="723909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3" name="Google Shape;913;p4"/>
            <p:cNvSpPr/>
            <p:nvPr/>
          </p:nvSpPr>
          <p:spPr>
            <a:xfrm>
              <a:off x="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4" name="Google Shape;914;p4"/>
            <p:cNvSpPr/>
            <p:nvPr/>
          </p:nvSpPr>
          <p:spPr>
            <a:xfrm>
              <a:off x="38100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5" name="Google Shape;915;p4"/>
            <p:cNvSpPr/>
            <p:nvPr/>
          </p:nvSpPr>
          <p:spPr>
            <a:xfrm>
              <a:off x="76201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6" name="Google Shape;916;p4"/>
            <p:cNvSpPr/>
            <p:nvPr/>
          </p:nvSpPr>
          <p:spPr>
            <a:xfrm>
              <a:off x="114301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7" name="Google Shape;917;p4"/>
            <p:cNvSpPr/>
            <p:nvPr/>
          </p:nvSpPr>
          <p:spPr>
            <a:xfrm>
              <a:off x="152402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8" name="Google Shape;918;p4"/>
            <p:cNvSpPr/>
            <p:nvPr/>
          </p:nvSpPr>
          <p:spPr>
            <a:xfrm>
              <a:off x="190502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9" name="Google Shape;919;p4"/>
            <p:cNvSpPr/>
            <p:nvPr/>
          </p:nvSpPr>
          <p:spPr>
            <a:xfrm>
              <a:off x="228603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0" name="Google Shape;920;p4"/>
            <p:cNvSpPr/>
            <p:nvPr/>
          </p:nvSpPr>
          <p:spPr>
            <a:xfrm>
              <a:off x="266703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1" name="Google Shape;921;p4"/>
            <p:cNvSpPr/>
            <p:nvPr/>
          </p:nvSpPr>
          <p:spPr>
            <a:xfrm>
              <a:off x="304804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2" name="Google Shape;922;p4"/>
            <p:cNvSpPr/>
            <p:nvPr/>
          </p:nvSpPr>
          <p:spPr>
            <a:xfrm>
              <a:off x="342904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3" name="Google Shape;923;p4"/>
            <p:cNvSpPr/>
            <p:nvPr/>
          </p:nvSpPr>
          <p:spPr>
            <a:xfrm>
              <a:off x="381005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4" name="Google Shape;924;p4"/>
            <p:cNvSpPr/>
            <p:nvPr/>
          </p:nvSpPr>
          <p:spPr>
            <a:xfrm>
              <a:off x="419105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5" name="Google Shape;925;p4"/>
            <p:cNvSpPr/>
            <p:nvPr/>
          </p:nvSpPr>
          <p:spPr>
            <a:xfrm>
              <a:off x="457206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6" name="Google Shape;926;p4"/>
            <p:cNvSpPr/>
            <p:nvPr/>
          </p:nvSpPr>
          <p:spPr>
            <a:xfrm>
              <a:off x="495306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7" name="Google Shape;927;p4"/>
            <p:cNvSpPr/>
            <p:nvPr/>
          </p:nvSpPr>
          <p:spPr>
            <a:xfrm>
              <a:off x="533407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8" name="Google Shape;928;p4"/>
            <p:cNvSpPr/>
            <p:nvPr/>
          </p:nvSpPr>
          <p:spPr>
            <a:xfrm>
              <a:off x="571507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9" name="Google Shape;929;p4"/>
            <p:cNvSpPr/>
            <p:nvPr/>
          </p:nvSpPr>
          <p:spPr>
            <a:xfrm>
              <a:off x="609608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0" name="Google Shape;930;p4"/>
            <p:cNvSpPr/>
            <p:nvPr/>
          </p:nvSpPr>
          <p:spPr>
            <a:xfrm>
              <a:off x="647708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1" name="Google Shape;931;p4"/>
            <p:cNvSpPr/>
            <p:nvPr/>
          </p:nvSpPr>
          <p:spPr>
            <a:xfrm>
              <a:off x="685809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2" name="Google Shape;932;p4"/>
            <p:cNvSpPr/>
            <p:nvPr/>
          </p:nvSpPr>
          <p:spPr>
            <a:xfrm>
              <a:off x="723909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3" name="Google Shape;933;p4"/>
            <p:cNvSpPr/>
            <p:nvPr/>
          </p:nvSpPr>
          <p:spPr>
            <a:xfrm>
              <a:off x="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4" name="Google Shape;934;p4"/>
            <p:cNvSpPr/>
            <p:nvPr/>
          </p:nvSpPr>
          <p:spPr>
            <a:xfrm>
              <a:off x="38100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5" name="Google Shape;935;p4"/>
            <p:cNvSpPr/>
            <p:nvPr/>
          </p:nvSpPr>
          <p:spPr>
            <a:xfrm>
              <a:off x="76201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6" name="Google Shape;936;p4"/>
            <p:cNvSpPr/>
            <p:nvPr/>
          </p:nvSpPr>
          <p:spPr>
            <a:xfrm>
              <a:off x="114301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7" name="Google Shape;937;p4"/>
            <p:cNvSpPr/>
            <p:nvPr/>
          </p:nvSpPr>
          <p:spPr>
            <a:xfrm>
              <a:off x="152402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8" name="Google Shape;938;p4"/>
            <p:cNvSpPr/>
            <p:nvPr/>
          </p:nvSpPr>
          <p:spPr>
            <a:xfrm>
              <a:off x="190502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9" name="Google Shape;939;p4"/>
            <p:cNvSpPr/>
            <p:nvPr/>
          </p:nvSpPr>
          <p:spPr>
            <a:xfrm>
              <a:off x="228603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0" name="Google Shape;940;p4"/>
            <p:cNvSpPr/>
            <p:nvPr/>
          </p:nvSpPr>
          <p:spPr>
            <a:xfrm>
              <a:off x="266703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1" name="Google Shape;941;p4"/>
            <p:cNvSpPr/>
            <p:nvPr/>
          </p:nvSpPr>
          <p:spPr>
            <a:xfrm>
              <a:off x="304804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2" name="Google Shape;942;p4"/>
            <p:cNvSpPr/>
            <p:nvPr/>
          </p:nvSpPr>
          <p:spPr>
            <a:xfrm>
              <a:off x="342904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3" name="Google Shape;943;p4"/>
            <p:cNvSpPr/>
            <p:nvPr/>
          </p:nvSpPr>
          <p:spPr>
            <a:xfrm>
              <a:off x="381005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4" name="Google Shape;944;p4"/>
            <p:cNvSpPr/>
            <p:nvPr/>
          </p:nvSpPr>
          <p:spPr>
            <a:xfrm>
              <a:off x="419105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5" name="Google Shape;945;p4"/>
            <p:cNvSpPr/>
            <p:nvPr/>
          </p:nvSpPr>
          <p:spPr>
            <a:xfrm>
              <a:off x="457206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6" name="Google Shape;946;p4"/>
            <p:cNvSpPr/>
            <p:nvPr/>
          </p:nvSpPr>
          <p:spPr>
            <a:xfrm>
              <a:off x="495306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7" name="Google Shape;947;p4"/>
            <p:cNvSpPr/>
            <p:nvPr/>
          </p:nvSpPr>
          <p:spPr>
            <a:xfrm>
              <a:off x="533407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8" name="Google Shape;948;p4"/>
            <p:cNvSpPr/>
            <p:nvPr/>
          </p:nvSpPr>
          <p:spPr>
            <a:xfrm>
              <a:off x="571507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9" name="Google Shape;949;p4"/>
            <p:cNvSpPr/>
            <p:nvPr/>
          </p:nvSpPr>
          <p:spPr>
            <a:xfrm>
              <a:off x="609608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0" name="Google Shape;950;p4"/>
            <p:cNvSpPr/>
            <p:nvPr/>
          </p:nvSpPr>
          <p:spPr>
            <a:xfrm>
              <a:off x="647708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1" name="Google Shape;951;p4"/>
            <p:cNvSpPr/>
            <p:nvPr/>
          </p:nvSpPr>
          <p:spPr>
            <a:xfrm>
              <a:off x="685809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2" name="Google Shape;952;p4"/>
            <p:cNvSpPr/>
            <p:nvPr/>
          </p:nvSpPr>
          <p:spPr>
            <a:xfrm>
              <a:off x="723909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3" name="Google Shape;953;p4"/>
            <p:cNvSpPr/>
            <p:nvPr/>
          </p:nvSpPr>
          <p:spPr>
            <a:xfrm>
              <a:off x="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4" name="Google Shape;954;p4"/>
            <p:cNvSpPr/>
            <p:nvPr/>
          </p:nvSpPr>
          <p:spPr>
            <a:xfrm>
              <a:off x="38100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5" name="Google Shape;955;p4"/>
            <p:cNvSpPr/>
            <p:nvPr/>
          </p:nvSpPr>
          <p:spPr>
            <a:xfrm>
              <a:off x="76201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6" name="Google Shape;956;p4"/>
            <p:cNvSpPr/>
            <p:nvPr/>
          </p:nvSpPr>
          <p:spPr>
            <a:xfrm>
              <a:off x="114301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7" name="Google Shape;957;p4"/>
            <p:cNvSpPr/>
            <p:nvPr/>
          </p:nvSpPr>
          <p:spPr>
            <a:xfrm>
              <a:off x="152402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8" name="Google Shape;958;p4"/>
            <p:cNvSpPr/>
            <p:nvPr/>
          </p:nvSpPr>
          <p:spPr>
            <a:xfrm>
              <a:off x="190502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9" name="Google Shape;959;p4"/>
            <p:cNvSpPr/>
            <p:nvPr/>
          </p:nvSpPr>
          <p:spPr>
            <a:xfrm>
              <a:off x="228603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0" name="Google Shape;960;p4"/>
            <p:cNvSpPr/>
            <p:nvPr/>
          </p:nvSpPr>
          <p:spPr>
            <a:xfrm>
              <a:off x="266703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1" name="Google Shape;961;p4"/>
            <p:cNvSpPr/>
            <p:nvPr/>
          </p:nvSpPr>
          <p:spPr>
            <a:xfrm>
              <a:off x="304804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2" name="Google Shape;962;p4"/>
            <p:cNvSpPr/>
            <p:nvPr/>
          </p:nvSpPr>
          <p:spPr>
            <a:xfrm>
              <a:off x="342904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3" name="Google Shape;963;p4"/>
            <p:cNvSpPr/>
            <p:nvPr/>
          </p:nvSpPr>
          <p:spPr>
            <a:xfrm>
              <a:off x="381005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4" name="Google Shape;964;p4"/>
            <p:cNvSpPr/>
            <p:nvPr/>
          </p:nvSpPr>
          <p:spPr>
            <a:xfrm>
              <a:off x="419105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5" name="Google Shape;965;p4"/>
            <p:cNvSpPr/>
            <p:nvPr/>
          </p:nvSpPr>
          <p:spPr>
            <a:xfrm>
              <a:off x="457206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6" name="Google Shape;966;p4"/>
            <p:cNvSpPr/>
            <p:nvPr/>
          </p:nvSpPr>
          <p:spPr>
            <a:xfrm>
              <a:off x="495306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7" name="Google Shape;967;p4"/>
            <p:cNvSpPr/>
            <p:nvPr/>
          </p:nvSpPr>
          <p:spPr>
            <a:xfrm>
              <a:off x="533407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8" name="Google Shape;968;p4"/>
            <p:cNvSpPr/>
            <p:nvPr/>
          </p:nvSpPr>
          <p:spPr>
            <a:xfrm>
              <a:off x="571507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9" name="Google Shape;969;p4"/>
            <p:cNvSpPr/>
            <p:nvPr/>
          </p:nvSpPr>
          <p:spPr>
            <a:xfrm>
              <a:off x="609608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0" name="Google Shape;970;p4"/>
            <p:cNvSpPr/>
            <p:nvPr/>
          </p:nvSpPr>
          <p:spPr>
            <a:xfrm>
              <a:off x="647708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1" name="Google Shape;971;p4"/>
            <p:cNvSpPr/>
            <p:nvPr/>
          </p:nvSpPr>
          <p:spPr>
            <a:xfrm>
              <a:off x="685809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2" name="Google Shape;972;p4"/>
            <p:cNvSpPr/>
            <p:nvPr/>
          </p:nvSpPr>
          <p:spPr>
            <a:xfrm>
              <a:off x="723909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3" name="Google Shape;973;p4"/>
            <p:cNvSpPr/>
            <p:nvPr/>
          </p:nvSpPr>
          <p:spPr>
            <a:xfrm>
              <a:off x="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4" name="Google Shape;974;p4"/>
            <p:cNvSpPr/>
            <p:nvPr/>
          </p:nvSpPr>
          <p:spPr>
            <a:xfrm>
              <a:off x="38100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5" name="Google Shape;975;p4"/>
            <p:cNvSpPr/>
            <p:nvPr/>
          </p:nvSpPr>
          <p:spPr>
            <a:xfrm>
              <a:off x="76201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6" name="Google Shape;976;p4"/>
            <p:cNvSpPr/>
            <p:nvPr/>
          </p:nvSpPr>
          <p:spPr>
            <a:xfrm>
              <a:off x="114301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7" name="Google Shape;977;p4"/>
            <p:cNvSpPr/>
            <p:nvPr/>
          </p:nvSpPr>
          <p:spPr>
            <a:xfrm>
              <a:off x="152402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8" name="Google Shape;978;p4"/>
            <p:cNvSpPr/>
            <p:nvPr/>
          </p:nvSpPr>
          <p:spPr>
            <a:xfrm>
              <a:off x="190502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9" name="Google Shape;979;p4"/>
            <p:cNvSpPr/>
            <p:nvPr/>
          </p:nvSpPr>
          <p:spPr>
            <a:xfrm>
              <a:off x="228603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0" name="Google Shape;980;p4"/>
            <p:cNvSpPr/>
            <p:nvPr/>
          </p:nvSpPr>
          <p:spPr>
            <a:xfrm>
              <a:off x="266703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1" name="Google Shape;981;p4"/>
            <p:cNvSpPr/>
            <p:nvPr/>
          </p:nvSpPr>
          <p:spPr>
            <a:xfrm>
              <a:off x="304804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2" name="Google Shape;982;p4"/>
            <p:cNvSpPr/>
            <p:nvPr/>
          </p:nvSpPr>
          <p:spPr>
            <a:xfrm>
              <a:off x="342904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3" name="Google Shape;983;p4"/>
            <p:cNvSpPr/>
            <p:nvPr/>
          </p:nvSpPr>
          <p:spPr>
            <a:xfrm>
              <a:off x="381005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4" name="Google Shape;984;p4"/>
            <p:cNvSpPr/>
            <p:nvPr/>
          </p:nvSpPr>
          <p:spPr>
            <a:xfrm>
              <a:off x="419105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5" name="Google Shape;985;p4"/>
            <p:cNvSpPr/>
            <p:nvPr/>
          </p:nvSpPr>
          <p:spPr>
            <a:xfrm>
              <a:off x="457206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6" name="Google Shape;986;p4"/>
            <p:cNvSpPr/>
            <p:nvPr/>
          </p:nvSpPr>
          <p:spPr>
            <a:xfrm>
              <a:off x="495306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7" name="Google Shape;987;p4"/>
            <p:cNvSpPr/>
            <p:nvPr/>
          </p:nvSpPr>
          <p:spPr>
            <a:xfrm>
              <a:off x="533407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8" name="Google Shape;988;p4"/>
            <p:cNvSpPr/>
            <p:nvPr/>
          </p:nvSpPr>
          <p:spPr>
            <a:xfrm>
              <a:off x="571507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9" name="Google Shape;989;p4"/>
            <p:cNvSpPr/>
            <p:nvPr/>
          </p:nvSpPr>
          <p:spPr>
            <a:xfrm>
              <a:off x="609608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0" name="Google Shape;990;p4"/>
            <p:cNvSpPr/>
            <p:nvPr/>
          </p:nvSpPr>
          <p:spPr>
            <a:xfrm>
              <a:off x="647708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1" name="Google Shape;991;p4"/>
            <p:cNvSpPr/>
            <p:nvPr/>
          </p:nvSpPr>
          <p:spPr>
            <a:xfrm>
              <a:off x="685809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2" name="Google Shape;992;p4"/>
            <p:cNvSpPr/>
            <p:nvPr/>
          </p:nvSpPr>
          <p:spPr>
            <a:xfrm>
              <a:off x="723909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3" name="Google Shape;993;p4"/>
            <p:cNvSpPr/>
            <p:nvPr/>
          </p:nvSpPr>
          <p:spPr>
            <a:xfrm>
              <a:off x="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4" name="Google Shape;994;p4"/>
            <p:cNvSpPr/>
            <p:nvPr/>
          </p:nvSpPr>
          <p:spPr>
            <a:xfrm>
              <a:off x="38100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5" name="Google Shape;995;p4"/>
            <p:cNvSpPr/>
            <p:nvPr/>
          </p:nvSpPr>
          <p:spPr>
            <a:xfrm>
              <a:off x="76201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6" name="Google Shape;996;p4"/>
            <p:cNvSpPr/>
            <p:nvPr/>
          </p:nvSpPr>
          <p:spPr>
            <a:xfrm>
              <a:off x="114301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7" name="Google Shape;997;p4"/>
            <p:cNvSpPr/>
            <p:nvPr/>
          </p:nvSpPr>
          <p:spPr>
            <a:xfrm>
              <a:off x="152402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8" name="Google Shape;998;p4"/>
            <p:cNvSpPr/>
            <p:nvPr/>
          </p:nvSpPr>
          <p:spPr>
            <a:xfrm>
              <a:off x="190502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9" name="Google Shape;999;p4"/>
            <p:cNvSpPr/>
            <p:nvPr/>
          </p:nvSpPr>
          <p:spPr>
            <a:xfrm>
              <a:off x="228603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0" name="Google Shape;1000;p4"/>
            <p:cNvSpPr/>
            <p:nvPr/>
          </p:nvSpPr>
          <p:spPr>
            <a:xfrm>
              <a:off x="266703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1" name="Google Shape;1001;p4"/>
            <p:cNvSpPr/>
            <p:nvPr/>
          </p:nvSpPr>
          <p:spPr>
            <a:xfrm>
              <a:off x="304804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2" name="Google Shape;1002;p4"/>
            <p:cNvSpPr/>
            <p:nvPr/>
          </p:nvSpPr>
          <p:spPr>
            <a:xfrm>
              <a:off x="342904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3" name="Google Shape;1003;p4"/>
            <p:cNvSpPr/>
            <p:nvPr/>
          </p:nvSpPr>
          <p:spPr>
            <a:xfrm>
              <a:off x="381005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4" name="Google Shape;1004;p4"/>
            <p:cNvSpPr/>
            <p:nvPr/>
          </p:nvSpPr>
          <p:spPr>
            <a:xfrm>
              <a:off x="419105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5" name="Google Shape;1005;p4"/>
            <p:cNvSpPr/>
            <p:nvPr/>
          </p:nvSpPr>
          <p:spPr>
            <a:xfrm>
              <a:off x="457206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6" name="Google Shape;1006;p4"/>
            <p:cNvSpPr/>
            <p:nvPr/>
          </p:nvSpPr>
          <p:spPr>
            <a:xfrm>
              <a:off x="495306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7" name="Google Shape;1007;p4"/>
            <p:cNvSpPr/>
            <p:nvPr/>
          </p:nvSpPr>
          <p:spPr>
            <a:xfrm>
              <a:off x="533407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8" name="Google Shape;1008;p4"/>
            <p:cNvSpPr/>
            <p:nvPr/>
          </p:nvSpPr>
          <p:spPr>
            <a:xfrm>
              <a:off x="571507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9" name="Google Shape;1009;p4"/>
            <p:cNvSpPr/>
            <p:nvPr/>
          </p:nvSpPr>
          <p:spPr>
            <a:xfrm>
              <a:off x="609608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0" name="Google Shape;1010;p4"/>
            <p:cNvSpPr/>
            <p:nvPr/>
          </p:nvSpPr>
          <p:spPr>
            <a:xfrm>
              <a:off x="647708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1" name="Google Shape;1011;p4"/>
            <p:cNvSpPr/>
            <p:nvPr/>
          </p:nvSpPr>
          <p:spPr>
            <a:xfrm>
              <a:off x="685809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2" name="Google Shape;1012;p4"/>
            <p:cNvSpPr/>
            <p:nvPr/>
          </p:nvSpPr>
          <p:spPr>
            <a:xfrm>
              <a:off x="723909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3" name="Google Shape;1013;p4"/>
            <p:cNvSpPr/>
            <p:nvPr/>
          </p:nvSpPr>
          <p:spPr>
            <a:xfrm>
              <a:off x="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4" name="Google Shape;1014;p4"/>
            <p:cNvSpPr/>
            <p:nvPr/>
          </p:nvSpPr>
          <p:spPr>
            <a:xfrm>
              <a:off x="38100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5" name="Google Shape;1015;p4"/>
            <p:cNvSpPr/>
            <p:nvPr/>
          </p:nvSpPr>
          <p:spPr>
            <a:xfrm>
              <a:off x="76201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6" name="Google Shape;1016;p4"/>
            <p:cNvSpPr/>
            <p:nvPr/>
          </p:nvSpPr>
          <p:spPr>
            <a:xfrm>
              <a:off x="114301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7" name="Google Shape;1017;p4"/>
            <p:cNvSpPr/>
            <p:nvPr/>
          </p:nvSpPr>
          <p:spPr>
            <a:xfrm>
              <a:off x="152402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8" name="Google Shape;1018;p4"/>
            <p:cNvSpPr/>
            <p:nvPr/>
          </p:nvSpPr>
          <p:spPr>
            <a:xfrm>
              <a:off x="190502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9" name="Google Shape;1019;p4"/>
            <p:cNvSpPr/>
            <p:nvPr/>
          </p:nvSpPr>
          <p:spPr>
            <a:xfrm>
              <a:off x="228603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0" name="Google Shape;1020;p4"/>
            <p:cNvSpPr/>
            <p:nvPr/>
          </p:nvSpPr>
          <p:spPr>
            <a:xfrm>
              <a:off x="266703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1" name="Google Shape;1021;p4"/>
            <p:cNvSpPr/>
            <p:nvPr/>
          </p:nvSpPr>
          <p:spPr>
            <a:xfrm>
              <a:off x="304804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2" name="Google Shape;1022;p4"/>
            <p:cNvSpPr/>
            <p:nvPr/>
          </p:nvSpPr>
          <p:spPr>
            <a:xfrm>
              <a:off x="342904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3" name="Google Shape;1023;p4"/>
            <p:cNvSpPr/>
            <p:nvPr/>
          </p:nvSpPr>
          <p:spPr>
            <a:xfrm>
              <a:off x="381005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4" name="Google Shape;1024;p4"/>
            <p:cNvSpPr/>
            <p:nvPr/>
          </p:nvSpPr>
          <p:spPr>
            <a:xfrm>
              <a:off x="419105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5" name="Google Shape;1025;p4"/>
            <p:cNvSpPr/>
            <p:nvPr/>
          </p:nvSpPr>
          <p:spPr>
            <a:xfrm>
              <a:off x="457206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6" name="Google Shape;1026;p4"/>
            <p:cNvSpPr/>
            <p:nvPr/>
          </p:nvSpPr>
          <p:spPr>
            <a:xfrm>
              <a:off x="495306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7" name="Google Shape;1027;p4"/>
            <p:cNvSpPr/>
            <p:nvPr/>
          </p:nvSpPr>
          <p:spPr>
            <a:xfrm>
              <a:off x="533407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8" name="Google Shape;1028;p4"/>
            <p:cNvSpPr/>
            <p:nvPr/>
          </p:nvSpPr>
          <p:spPr>
            <a:xfrm>
              <a:off x="571507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9" name="Google Shape;1029;p4"/>
            <p:cNvSpPr/>
            <p:nvPr/>
          </p:nvSpPr>
          <p:spPr>
            <a:xfrm>
              <a:off x="609608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0" name="Google Shape;1030;p4"/>
            <p:cNvSpPr/>
            <p:nvPr/>
          </p:nvSpPr>
          <p:spPr>
            <a:xfrm>
              <a:off x="647708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1" name="Google Shape;1031;p4"/>
            <p:cNvSpPr/>
            <p:nvPr/>
          </p:nvSpPr>
          <p:spPr>
            <a:xfrm>
              <a:off x="685809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2" name="Google Shape;1032;p4"/>
            <p:cNvSpPr/>
            <p:nvPr/>
          </p:nvSpPr>
          <p:spPr>
            <a:xfrm>
              <a:off x="723909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3" name="Google Shape;1033;p4"/>
            <p:cNvSpPr/>
            <p:nvPr/>
          </p:nvSpPr>
          <p:spPr>
            <a:xfrm>
              <a:off x="7620110" y="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4" name="Google Shape;1034;p4"/>
            <p:cNvSpPr/>
            <p:nvPr/>
          </p:nvSpPr>
          <p:spPr>
            <a:xfrm>
              <a:off x="8001115" y="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5" name="Google Shape;1035;p4"/>
            <p:cNvSpPr/>
            <p:nvPr/>
          </p:nvSpPr>
          <p:spPr>
            <a:xfrm>
              <a:off x="8382120" y="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6" name="Google Shape;1036;p4"/>
            <p:cNvSpPr/>
            <p:nvPr/>
          </p:nvSpPr>
          <p:spPr>
            <a:xfrm>
              <a:off x="8763125" y="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7" name="Google Shape;1037;p4"/>
            <p:cNvSpPr/>
            <p:nvPr/>
          </p:nvSpPr>
          <p:spPr>
            <a:xfrm>
              <a:off x="7620110" y="342894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8" name="Google Shape;1038;p4"/>
            <p:cNvSpPr/>
            <p:nvPr/>
          </p:nvSpPr>
          <p:spPr>
            <a:xfrm>
              <a:off x="8001115" y="342894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9" name="Google Shape;1039;p4"/>
            <p:cNvSpPr/>
            <p:nvPr/>
          </p:nvSpPr>
          <p:spPr>
            <a:xfrm>
              <a:off x="8382120" y="342894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0" name="Google Shape;1040;p4"/>
            <p:cNvSpPr/>
            <p:nvPr/>
          </p:nvSpPr>
          <p:spPr>
            <a:xfrm>
              <a:off x="8763125" y="342894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1" name="Google Shape;1041;p4"/>
            <p:cNvSpPr/>
            <p:nvPr/>
          </p:nvSpPr>
          <p:spPr>
            <a:xfrm>
              <a:off x="7620110" y="685788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2" name="Google Shape;1042;p4"/>
            <p:cNvSpPr/>
            <p:nvPr/>
          </p:nvSpPr>
          <p:spPr>
            <a:xfrm>
              <a:off x="8001115" y="685788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3" name="Google Shape;1043;p4"/>
            <p:cNvSpPr/>
            <p:nvPr/>
          </p:nvSpPr>
          <p:spPr>
            <a:xfrm>
              <a:off x="8382120" y="685788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4" name="Google Shape;1044;p4"/>
            <p:cNvSpPr/>
            <p:nvPr/>
          </p:nvSpPr>
          <p:spPr>
            <a:xfrm>
              <a:off x="8763125" y="685788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5" name="Google Shape;1045;p4"/>
            <p:cNvSpPr/>
            <p:nvPr/>
          </p:nvSpPr>
          <p:spPr>
            <a:xfrm>
              <a:off x="7620110" y="1028682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6" name="Google Shape;1046;p4"/>
            <p:cNvSpPr/>
            <p:nvPr/>
          </p:nvSpPr>
          <p:spPr>
            <a:xfrm>
              <a:off x="8001115" y="1028682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7" name="Google Shape;1047;p4"/>
            <p:cNvSpPr/>
            <p:nvPr/>
          </p:nvSpPr>
          <p:spPr>
            <a:xfrm>
              <a:off x="8382120" y="1028682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8" name="Google Shape;1048;p4"/>
            <p:cNvSpPr/>
            <p:nvPr/>
          </p:nvSpPr>
          <p:spPr>
            <a:xfrm>
              <a:off x="8763125" y="1028682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9" name="Google Shape;1049;p4"/>
            <p:cNvSpPr/>
            <p:nvPr/>
          </p:nvSpPr>
          <p:spPr>
            <a:xfrm>
              <a:off x="7620110" y="1371576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0" name="Google Shape;1050;p4"/>
            <p:cNvSpPr/>
            <p:nvPr/>
          </p:nvSpPr>
          <p:spPr>
            <a:xfrm>
              <a:off x="8001115" y="1371576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1" name="Google Shape;1051;p4"/>
            <p:cNvSpPr/>
            <p:nvPr/>
          </p:nvSpPr>
          <p:spPr>
            <a:xfrm>
              <a:off x="8382120" y="1371576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2" name="Google Shape;1052;p4"/>
            <p:cNvSpPr/>
            <p:nvPr/>
          </p:nvSpPr>
          <p:spPr>
            <a:xfrm>
              <a:off x="8763125" y="1371576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3" name="Google Shape;1053;p4"/>
            <p:cNvSpPr/>
            <p:nvPr/>
          </p:nvSpPr>
          <p:spPr>
            <a:xfrm>
              <a:off x="7620110" y="171447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4" name="Google Shape;1054;p4"/>
            <p:cNvSpPr/>
            <p:nvPr/>
          </p:nvSpPr>
          <p:spPr>
            <a:xfrm>
              <a:off x="8001115" y="171447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5" name="Google Shape;1055;p4"/>
            <p:cNvSpPr/>
            <p:nvPr/>
          </p:nvSpPr>
          <p:spPr>
            <a:xfrm>
              <a:off x="8382120" y="171447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6" name="Google Shape;1056;p4"/>
            <p:cNvSpPr/>
            <p:nvPr/>
          </p:nvSpPr>
          <p:spPr>
            <a:xfrm>
              <a:off x="8763125" y="171447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7" name="Google Shape;1057;p4"/>
            <p:cNvSpPr/>
            <p:nvPr/>
          </p:nvSpPr>
          <p:spPr>
            <a:xfrm>
              <a:off x="7620110" y="205736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8" name="Google Shape;1058;p4"/>
            <p:cNvSpPr/>
            <p:nvPr/>
          </p:nvSpPr>
          <p:spPr>
            <a:xfrm>
              <a:off x="8001115" y="205736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9" name="Google Shape;1059;p4"/>
            <p:cNvSpPr/>
            <p:nvPr/>
          </p:nvSpPr>
          <p:spPr>
            <a:xfrm>
              <a:off x="8382120" y="205736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0" name="Google Shape;1060;p4"/>
            <p:cNvSpPr/>
            <p:nvPr/>
          </p:nvSpPr>
          <p:spPr>
            <a:xfrm>
              <a:off x="8763125" y="205736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1" name="Google Shape;1061;p4"/>
            <p:cNvSpPr/>
            <p:nvPr/>
          </p:nvSpPr>
          <p:spPr>
            <a:xfrm>
              <a:off x="7620110" y="2400259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2" name="Google Shape;1062;p4"/>
            <p:cNvSpPr/>
            <p:nvPr/>
          </p:nvSpPr>
          <p:spPr>
            <a:xfrm>
              <a:off x="8001115" y="2400259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3" name="Google Shape;1063;p4"/>
            <p:cNvSpPr/>
            <p:nvPr/>
          </p:nvSpPr>
          <p:spPr>
            <a:xfrm>
              <a:off x="8382120" y="2400259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4" name="Google Shape;1064;p4"/>
            <p:cNvSpPr/>
            <p:nvPr/>
          </p:nvSpPr>
          <p:spPr>
            <a:xfrm>
              <a:off x="8763125" y="2400259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5" name="Google Shape;1065;p4"/>
            <p:cNvSpPr/>
            <p:nvPr/>
          </p:nvSpPr>
          <p:spPr>
            <a:xfrm>
              <a:off x="7620110" y="274315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6" name="Google Shape;1066;p4"/>
            <p:cNvSpPr/>
            <p:nvPr/>
          </p:nvSpPr>
          <p:spPr>
            <a:xfrm>
              <a:off x="8001115" y="274315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7" name="Google Shape;1067;p4"/>
            <p:cNvSpPr/>
            <p:nvPr/>
          </p:nvSpPr>
          <p:spPr>
            <a:xfrm>
              <a:off x="8382120" y="274315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8" name="Google Shape;1068;p4"/>
            <p:cNvSpPr/>
            <p:nvPr/>
          </p:nvSpPr>
          <p:spPr>
            <a:xfrm>
              <a:off x="8763125" y="274315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9" name="Google Shape;1069;p4"/>
            <p:cNvSpPr/>
            <p:nvPr/>
          </p:nvSpPr>
          <p:spPr>
            <a:xfrm>
              <a:off x="7620110" y="308604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0" name="Google Shape;1070;p4"/>
            <p:cNvSpPr/>
            <p:nvPr/>
          </p:nvSpPr>
          <p:spPr>
            <a:xfrm>
              <a:off x="8001115" y="308604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1" name="Google Shape;1071;p4"/>
            <p:cNvSpPr/>
            <p:nvPr/>
          </p:nvSpPr>
          <p:spPr>
            <a:xfrm>
              <a:off x="8382120" y="308604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2" name="Google Shape;1072;p4"/>
            <p:cNvSpPr/>
            <p:nvPr/>
          </p:nvSpPr>
          <p:spPr>
            <a:xfrm>
              <a:off x="8763125" y="308604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3" name="Google Shape;1073;p4"/>
            <p:cNvSpPr/>
            <p:nvPr/>
          </p:nvSpPr>
          <p:spPr>
            <a:xfrm>
              <a:off x="7620110" y="342894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4" name="Google Shape;1074;p4"/>
            <p:cNvSpPr/>
            <p:nvPr/>
          </p:nvSpPr>
          <p:spPr>
            <a:xfrm>
              <a:off x="8001115" y="342894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5" name="Google Shape;1075;p4"/>
            <p:cNvSpPr/>
            <p:nvPr/>
          </p:nvSpPr>
          <p:spPr>
            <a:xfrm>
              <a:off x="8382120" y="342894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6" name="Google Shape;1076;p4"/>
            <p:cNvSpPr/>
            <p:nvPr/>
          </p:nvSpPr>
          <p:spPr>
            <a:xfrm>
              <a:off x="8763125" y="342894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7" name="Google Shape;1077;p4"/>
            <p:cNvSpPr/>
            <p:nvPr/>
          </p:nvSpPr>
          <p:spPr>
            <a:xfrm>
              <a:off x="7620110" y="377182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8" name="Google Shape;1078;p4"/>
            <p:cNvSpPr/>
            <p:nvPr/>
          </p:nvSpPr>
          <p:spPr>
            <a:xfrm>
              <a:off x="8001115" y="377182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9" name="Google Shape;1079;p4"/>
            <p:cNvSpPr/>
            <p:nvPr/>
          </p:nvSpPr>
          <p:spPr>
            <a:xfrm>
              <a:off x="8382120" y="377182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0" name="Google Shape;1080;p4"/>
            <p:cNvSpPr/>
            <p:nvPr/>
          </p:nvSpPr>
          <p:spPr>
            <a:xfrm>
              <a:off x="8763125" y="377182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1" name="Google Shape;1081;p4"/>
            <p:cNvSpPr/>
            <p:nvPr/>
          </p:nvSpPr>
          <p:spPr>
            <a:xfrm>
              <a:off x="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2" name="Google Shape;1082;p4"/>
            <p:cNvSpPr/>
            <p:nvPr/>
          </p:nvSpPr>
          <p:spPr>
            <a:xfrm>
              <a:off x="38100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3" name="Google Shape;1083;p4"/>
            <p:cNvSpPr/>
            <p:nvPr/>
          </p:nvSpPr>
          <p:spPr>
            <a:xfrm>
              <a:off x="76201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4" name="Google Shape;1084;p4"/>
            <p:cNvSpPr/>
            <p:nvPr/>
          </p:nvSpPr>
          <p:spPr>
            <a:xfrm>
              <a:off x="114301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5" name="Google Shape;1085;p4"/>
            <p:cNvSpPr/>
            <p:nvPr/>
          </p:nvSpPr>
          <p:spPr>
            <a:xfrm>
              <a:off x="152402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6" name="Google Shape;1086;p4"/>
            <p:cNvSpPr/>
            <p:nvPr/>
          </p:nvSpPr>
          <p:spPr>
            <a:xfrm>
              <a:off x="190502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7" name="Google Shape;1087;p4"/>
            <p:cNvSpPr/>
            <p:nvPr/>
          </p:nvSpPr>
          <p:spPr>
            <a:xfrm>
              <a:off x="228603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8" name="Google Shape;1088;p4"/>
            <p:cNvSpPr/>
            <p:nvPr/>
          </p:nvSpPr>
          <p:spPr>
            <a:xfrm>
              <a:off x="266703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9" name="Google Shape;1089;p4"/>
            <p:cNvSpPr/>
            <p:nvPr/>
          </p:nvSpPr>
          <p:spPr>
            <a:xfrm>
              <a:off x="304804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0" name="Google Shape;1090;p4"/>
            <p:cNvSpPr/>
            <p:nvPr/>
          </p:nvSpPr>
          <p:spPr>
            <a:xfrm>
              <a:off x="342904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1" name="Google Shape;1091;p4"/>
            <p:cNvSpPr/>
            <p:nvPr/>
          </p:nvSpPr>
          <p:spPr>
            <a:xfrm>
              <a:off x="381005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2" name="Google Shape;1092;p4"/>
            <p:cNvSpPr/>
            <p:nvPr/>
          </p:nvSpPr>
          <p:spPr>
            <a:xfrm>
              <a:off x="419105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3" name="Google Shape;1093;p4"/>
            <p:cNvSpPr/>
            <p:nvPr/>
          </p:nvSpPr>
          <p:spPr>
            <a:xfrm>
              <a:off x="457206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4" name="Google Shape;1094;p4"/>
            <p:cNvSpPr/>
            <p:nvPr/>
          </p:nvSpPr>
          <p:spPr>
            <a:xfrm>
              <a:off x="495306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5" name="Google Shape;1095;p4"/>
            <p:cNvSpPr/>
            <p:nvPr/>
          </p:nvSpPr>
          <p:spPr>
            <a:xfrm>
              <a:off x="533407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6" name="Google Shape;1096;p4"/>
            <p:cNvSpPr/>
            <p:nvPr/>
          </p:nvSpPr>
          <p:spPr>
            <a:xfrm>
              <a:off x="571507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7" name="Google Shape;1097;p4"/>
            <p:cNvSpPr/>
            <p:nvPr/>
          </p:nvSpPr>
          <p:spPr>
            <a:xfrm>
              <a:off x="609608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8" name="Google Shape;1098;p4"/>
            <p:cNvSpPr/>
            <p:nvPr/>
          </p:nvSpPr>
          <p:spPr>
            <a:xfrm>
              <a:off x="647708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9" name="Google Shape;1099;p4"/>
            <p:cNvSpPr/>
            <p:nvPr/>
          </p:nvSpPr>
          <p:spPr>
            <a:xfrm>
              <a:off x="685809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0" name="Google Shape;1100;p4"/>
            <p:cNvSpPr/>
            <p:nvPr/>
          </p:nvSpPr>
          <p:spPr>
            <a:xfrm>
              <a:off x="723909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1" name="Google Shape;1101;p4"/>
            <p:cNvSpPr/>
            <p:nvPr/>
          </p:nvSpPr>
          <p:spPr>
            <a:xfrm>
              <a:off x="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2" name="Google Shape;1102;p4"/>
            <p:cNvSpPr/>
            <p:nvPr/>
          </p:nvSpPr>
          <p:spPr>
            <a:xfrm>
              <a:off x="38100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3" name="Google Shape;1103;p4"/>
            <p:cNvSpPr/>
            <p:nvPr/>
          </p:nvSpPr>
          <p:spPr>
            <a:xfrm>
              <a:off x="76201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4" name="Google Shape;1104;p4"/>
            <p:cNvSpPr/>
            <p:nvPr/>
          </p:nvSpPr>
          <p:spPr>
            <a:xfrm>
              <a:off x="114301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5" name="Google Shape;1105;p4"/>
            <p:cNvSpPr/>
            <p:nvPr/>
          </p:nvSpPr>
          <p:spPr>
            <a:xfrm>
              <a:off x="152402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6" name="Google Shape;1106;p4"/>
            <p:cNvSpPr/>
            <p:nvPr/>
          </p:nvSpPr>
          <p:spPr>
            <a:xfrm>
              <a:off x="190502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7" name="Google Shape;1107;p4"/>
            <p:cNvSpPr/>
            <p:nvPr/>
          </p:nvSpPr>
          <p:spPr>
            <a:xfrm>
              <a:off x="228603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8" name="Google Shape;1108;p4"/>
            <p:cNvSpPr/>
            <p:nvPr/>
          </p:nvSpPr>
          <p:spPr>
            <a:xfrm>
              <a:off x="266703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9" name="Google Shape;1109;p4"/>
            <p:cNvSpPr/>
            <p:nvPr/>
          </p:nvSpPr>
          <p:spPr>
            <a:xfrm>
              <a:off x="304804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0" name="Google Shape;1110;p4"/>
            <p:cNvSpPr/>
            <p:nvPr/>
          </p:nvSpPr>
          <p:spPr>
            <a:xfrm>
              <a:off x="342904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1" name="Google Shape;1111;p4"/>
            <p:cNvSpPr/>
            <p:nvPr/>
          </p:nvSpPr>
          <p:spPr>
            <a:xfrm>
              <a:off x="381005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2" name="Google Shape;1112;p4"/>
            <p:cNvSpPr/>
            <p:nvPr/>
          </p:nvSpPr>
          <p:spPr>
            <a:xfrm>
              <a:off x="419105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3" name="Google Shape;1113;p4"/>
            <p:cNvSpPr/>
            <p:nvPr/>
          </p:nvSpPr>
          <p:spPr>
            <a:xfrm>
              <a:off x="457206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4" name="Google Shape;1114;p4"/>
            <p:cNvSpPr/>
            <p:nvPr/>
          </p:nvSpPr>
          <p:spPr>
            <a:xfrm>
              <a:off x="495306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5" name="Google Shape;1115;p4"/>
            <p:cNvSpPr/>
            <p:nvPr/>
          </p:nvSpPr>
          <p:spPr>
            <a:xfrm>
              <a:off x="533407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6" name="Google Shape;1116;p4"/>
            <p:cNvSpPr/>
            <p:nvPr/>
          </p:nvSpPr>
          <p:spPr>
            <a:xfrm>
              <a:off x="571507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7" name="Google Shape;1117;p4"/>
            <p:cNvSpPr/>
            <p:nvPr/>
          </p:nvSpPr>
          <p:spPr>
            <a:xfrm>
              <a:off x="609608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8" name="Google Shape;1118;p4"/>
            <p:cNvSpPr/>
            <p:nvPr/>
          </p:nvSpPr>
          <p:spPr>
            <a:xfrm>
              <a:off x="647708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9" name="Google Shape;1119;p4"/>
            <p:cNvSpPr/>
            <p:nvPr/>
          </p:nvSpPr>
          <p:spPr>
            <a:xfrm>
              <a:off x="685809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0" name="Google Shape;1120;p4"/>
            <p:cNvSpPr/>
            <p:nvPr/>
          </p:nvSpPr>
          <p:spPr>
            <a:xfrm>
              <a:off x="723909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1" name="Google Shape;1121;p4"/>
            <p:cNvSpPr/>
            <p:nvPr/>
          </p:nvSpPr>
          <p:spPr>
            <a:xfrm>
              <a:off x="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2" name="Google Shape;1122;p4"/>
            <p:cNvSpPr/>
            <p:nvPr/>
          </p:nvSpPr>
          <p:spPr>
            <a:xfrm>
              <a:off x="38100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3" name="Google Shape;1123;p4"/>
            <p:cNvSpPr/>
            <p:nvPr/>
          </p:nvSpPr>
          <p:spPr>
            <a:xfrm>
              <a:off x="76201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4" name="Google Shape;1124;p4"/>
            <p:cNvSpPr/>
            <p:nvPr/>
          </p:nvSpPr>
          <p:spPr>
            <a:xfrm>
              <a:off x="114301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5" name="Google Shape;1125;p4"/>
            <p:cNvSpPr/>
            <p:nvPr/>
          </p:nvSpPr>
          <p:spPr>
            <a:xfrm>
              <a:off x="152402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6" name="Google Shape;1126;p4"/>
            <p:cNvSpPr/>
            <p:nvPr/>
          </p:nvSpPr>
          <p:spPr>
            <a:xfrm>
              <a:off x="190502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7" name="Google Shape;1127;p4"/>
            <p:cNvSpPr/>
            <p:nvPr/>
          </p:nvSpPr>
          <p:spPr>
            <a:xfrm>
              <a:off x="228603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8" name="Google Shape;1128;p4"/>
            <p:cNvSpPr/>
            <p:nvPr/>
          </p:nvSpPr>
          <p:spPr>
            <a:xfrm>
              <a:off x="266703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9" name="Google Shape;1129;p4"/>
            <p:cNvSpPr/>
            <p:nvPr/>
          </p:nvSpPr>
          <p:spPr>
            <a:xfrm>
              <a:off x="304804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0" name="Google Shape;1130;p4"/>
            <p:cNvSpPr/>
            <p:nvPr/>
          </p:nvSpPr>
          <p:spPr>
            <a:xfrm>
              <a:off x="342904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1" name="Google Shape;1131;p4"/>
            <p:cNvSpPr/>
            <p:nvPr/>
          </p:nvSpPr>
          <p:spPr>
            <a:xfrm>
              <a:off x="381005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2" name="Google Shape;1132;p4"/>
            <p:cNvSpPr/>
            <p:nvPr/>
          </p:nvSpPr>
          <p:spPr>
            <a:xfrm>
              <a:off x="419105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3" name="Google Shape;1133;p4"/>
            <p:cNvSpPr/>
            <p:nvPr/>
          </p:nvSpPr>
          <p:spPr>
            <a:xfrm>
              <a:off x="457206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4" name="Google Shape;1134;p4"/>
            <p:cNvSpPr/>
            <p:nvPr/>
          </p:nvSpPr>
          <p:spPr>
            <a:xfrm>
              <a:off x="495306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5" name="Google Shape;1135;p4"/>
            <p:cNvSpPr/>
            <p:nvPr/>
          </p:nvSpPr>
          <p:spPr>
            <a:xfrm>
              <a:off x="533407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6" name="Google Shape;1136;p4"/>
            <p:cNvSpPr/>
            <p:nvPr/>
          </p:nvSpPr>
          <p:spPr>
            <a:xfrm>
              <a:off x="571507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7" name="Google Shape;1137;p4"/>
            <p:cNvSpPr/>
            <p:nvPr/>
          </p:nvSpPr>
          <p:spPr>
            <a:xfrm>
              <a:off x="609608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8" name="Google Shape;1138;p4"/>
            <p:cNvSpPr/>
            <p:nvPr/>
          </p:nvSpPr>
          <p:spPr>
            <a:xfrm>
              <a:off x="647708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9" name="Google Shape;1139;p4"/>
            <p:cNvSpPr/>
            <p:nvPr/>
          </p:nvSpPr>
          <p:spPr>
            <a:xfrm>
              <a:off x="685809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0" name="Google Shape;1140;p4"/>
            <p:cNvSpPr/>
            <p:nvPr/>
          </p:nvSpPr>
          <p:spPr>
            <a:xfrm>
              <a:off x="723909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1" name="Google Shape;1141;p4"/>
            <p:cNvSpPr/>
            <p:nvPr/>
          </p:nvSpPr>
          <p:spPr>
            <a:xfrm>
              <a:off x="7620110" y="411471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2" name="Google Shape;1142;p4"/>
            <p:cNvSpPr/>
            <p:nvPr/>
          </p:nvSpPr>
          <p:spPr>
            <a:xfrm>
              <a:off x="8001115" y="411471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3" name="Google Shape;1143;p4"/>
            <p:cNvSpPr/>
            <p:nvPr/>
          </p:nvSpPr>
          <p:spPr>
            <a:xfrm>
              <a:off x="8382120" y="411471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4" name="Google Shape;1144;p4"/>
            <p:cNvSpPr/>
            <p:nvPr/>
          </p:nvSpPr>
          <p:spPr>
            <a:xfrm>
              <a:off x="8763125" y="411471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5" name="Google Shape;1145;p4"/>
            <p:cNvSpPr/>
            <p:nvPr/>
          </p:nvSpPr>
          <p:spPr>
            <a:xfrm>
              <a:off x="7620110" y="445760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6" name="Google Shape;1146;p4"/>
            <p:cNvSpPr/>
            <p:nvPr/>
          </p:nvSpPr>
          <p:spPr>
            <a:xfrm>
              <a:off x="8001115" y="445760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7" name="Google Shape;1147;p4"/>
            <p:cNvSpPr/>
            <p:nvPr/>
          </p:nvSpPr>
          <p:spPr>
            <a:xfrm>
              <a:off x="8382120" y="445760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8" name="Google Shape;1148;p4"/>
            <p:cNvSpPr/>
            <p:nvPr/>
          </p:nvSpPr>
          <p:spPr>
            <a:xfrm>
              <a:off x="8763125" y="445760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9" name="Google Shape;1149;p4"/>
            <p:cNvSpPr/>
            <p:nvPr/>
          </p:nvSpPr>
          <p:spPr>
            <a:xfrm>
              <a:off x="7620110" y="480049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0" name="Google Shape;1150;p4"/>
            <p:cNvSpPr/>
            <p:nvPr/>
          </p:nvSpPr>
          <p:spPr>
            <a:xfrm>
              <a:off x="8001115" y="480049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1" name="Google Shape;1151;p4"/>
            <p:cNvSpPr/>
            <p:nvPr/>
          </p:nvSpPr>
          <p:spPr>
            <a:xfrm>
              <a:off x="8382120" y="480049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2" name="Google Shape;1152;p4"/>
            <p:cNvSpPr/>
            <p:nvPr/>
          </p:nvSpPr>
          <p:spPr>
            <a:xfrm>
              <a:off x="8763125" y="480049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53" name="Google Shape;1153;p4"/>
          <p:cNvSpPr/>
          <p:nvPr/>
        </p:nvSpPr>
        <p:spPr>
          <a:xfrm flipH="1">
            <a:off x="0" y="0"/>
            <a:ext cx="9144000" cy="5143500"/>
          </a:xfrm>
          <a:prstGeom prst="rtTriangle">
            <a:avLst/>
          </a:prstGeom>
          <a:solidFill>
            <a:srgbClr val="005051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54" name="Google Shape;1154;p4"/>
          <p:cNvGrpSpPr/>
          <p:nvPr/>
        </p:nvGrpSpPr>
        <p:grpSpPr>
          <a:xfrm>
            <a:off x="553048" y="535000"/>
            <a:ext cx="8105852" cy="4302000"/>
            <a:chOff x="553048" y="535000"/>
            <a:chExt cx="8105852" cy="4302000"/>
          </a:xfrm>
        </p:grpSpPr>
        <p:sp>
          <p:nvSpPr>
            <p:cNvPr id="1155" name="Google Shape;1155;p4"/>
            <p:cNvSpPr/>
            <p:nvPr/>
          </p:nvSpPr>
          <p:spPr>
            <a:xfrm>
              <a:off x="942300" y="763600"/>
              <a:ext cx="7716600" cy="4073400"/>
            </a:xfrm>
            <a:prstGeom prst="roundRect">
              <a:avLst>
                <a:gd fmla="val 2480" name="adj"/>
              </a:avLst>
            </a:prstGeom>
            <a:solidFill>
              <a:srgbClr val="222828">
                <a:alpha val="2039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6" name="Google Shape;1156;p4"/>
            <p:cNvSpPr/>
            <p:nvPr/>
          </p:nvSpPr>
          <p:spPr>
            <a:xfrm>
              <a:off x="712275" y="535000"/>
              <a:ext cx="7716600" cy="4073400"/>
            </a:xfrm>
            <a:prstGeom prst="roundRect">
              <a:avLst>
                <a:gd fmla="val 2480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7" name="Google Shape;1157;p4"/>
            <p:cNvSpPr/>
            <p:nvPr/>
          </p:nvSpPr>
          <p:spPr>
            <a:xfrm>
              <a:off x="848698" y="898261"/>
              <a:ext cx="317374" cy="317436"/>
            </a:xfrm>
            <a:custGeom>
              <a:rect b="b" l="l" r="r" t="t"/>
              <a:pathLst>
                <a:path extrusionOk="0" h="15212" w="15209">
                  <a:moveTo>
                    <a:pt x="7604" y="0"/>
                  </a:moveTo>
                  <a:cubicBezTo>
                    <a:pt x="3404" y="0"/>
                    <a:pt x="0" y="3405"/>
                    <a:pt x="0" y="7605"/>
                  </a:cubicBezTo>
                  <a:cubicBezTo>
                    <a:pt x="0" y="11805"/>
                    <a:pt x="3404" y="15212"/>
                    <a:pt x="7604" y="15212"/>
                  </a:cubicBezTo>
                  <a:cubicBezTo>
                    <a:pt x="11804" y="15212"/>
                    <a:pt x="15209" y="11805"/>
                    <a:pt x="15209" y="7605"/>
                  </a:cubicBezTo>
                  <a:cubicBezTo>
                    <a:pt x="15209" y="3405"/>
                    <a:pt x="11804" y="0"/>
                    <a:pt x="760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8" name="Google Shape;1158;p4"/>
            <p:cNvSpPr/>
            <p:nvPr/>
          </p:nvSpPr>
          <p:spPr>
            <a:xfrm>
              <a:off x="553048" y="931482"/>
              <a:ext cx="549400" cy="250994"/>
            </a:xfrm>
            <a:custGeom>
              <a:rect b="b" l="l" r="r" t="t"/>
              <a:pathLst>
                <a:path extrusionOk="0" h="12028" w="26328">
                  <a:moveTo>
                    <a:pt x="1493" y="0"/>
                  </a:moveTo>
                  <a:cubicBezTo>
                    <a:pt x="671" y="0"/>
                    <a:pt x="0" y="668"/>
                    <a:pt x="0" y="1494"/>
                  </a:cubicBezTo>
                  <a:cubicBezTo>
                    <a:pt x="0" y="2319"/>
                    <a:pt x="671" y="2990"/>
                    <a:pt x="1493" y="2990"/>
                  </a:cubicBezTo>
                  <a:lnTo>
                    <a:pt x="19596" y="2990"/>
                  </a:lnTo>
                  <a:cubicBezTo>
                    <a:pt x="21591" y="2990"/>
                    <a:pt x="23340" y="4081"/>
                    <a:pt x="23340" y="5330"/>
                  </a:cubicBezTo>
                  <a:lnTo>
                    <a:pt x="23340" y="6698"/>
                  </a:lnTo>
                  <a:cubicBezTo>
                    <a:pt x="23340" y="7944"/>
                    <a:pt x="21591" y="9038"/>
                    <a:pt x="19596" y="9038"/>
                  </a:cubicBezTo>
                  <a:lnTo>
                    <a:pt x="1493" y="9038"/>
                  </a:lnTo>
                  <a:cubicBezTo>
                    <a:pt x="671" y="9038"/>
                    <a:pt x="0" y="9706"/>
                    <a:pt x="0" y="10532"/>
                  </a:cubicBezTo>
                  <a:cubicBezTo>
                    <a:pt x="0" y="11357"/>
                    <a:pt x="671" y="12028"/>
                    <a:pt x="1493" y="12028"/>
                  </a:cubicBezTo>
                  <a:lnTo>
                    <a:pt x="19596" y="12028"/>
                  </a:lnTo>
                  <a:lnTo>
                    <a:pt x="19596" y="12025"/>
                  </a:lnTo>
                  <a:cubicBezTo>
                    <a:pt x="23370" y="12025"/>
                    <a:pt x="26327" y="9685"/>
                    <a:pt x="26327" y="6695"/>
                  </a:cubicBezTo>
                  <a:lnTo>
                    <a:pt x="26327" y="5327"/>
                  </a:lnTo>
                  <a:cubicBezTo>
                    <a:pt x="26327" y="2340"/>
                    <a:pt x="23370" y="0"/>
                    <a:pt x="19596" y="0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9" name="Google Shape;1159;p4"/>
            <p:cNvSpPr/>
            <p:nvPr/>
          </p:nvSpPr>
          <p:spPr>
            <a:xfrm>
              <a:off x="848698" y="1332681"/>
              <a:ext cx="317374" cy="317457"/>
            </a:xfrm>
            <a:custGeom>
              <a:rect b="b" l="l" r="r" t="t"/>
              <a:pathLst>
                <a:path extrusionOk="0" h="15213" w="15209">
                  <a:moveTo>
                    <a:pt x="7604" y="1"/>
                  </a:moveTo>
                  <a:cubicBezTo>
                    <a:pt x="3404" y="1"/>
                    <a:pt x="0" y="3408"/>
                    <a:pt x="0" y="7608"/>
                  </a:cubicBezTo>
                  <a:cubicBezTo>
                    <a:pt x="0" y="11808"/>
                    <a:pt x="3404" y="15212"/>
                    <a:pt x="7604" y="15212"/>
                  </a:cubicBezTo>
                  <a:cubicBezTo>
                    <a:pt x="11804" y="15212"/>
                    <a:pt x="15209" y="11808"/>
                    <a:pt x="15209" y="7608"/>
                  </a:cubicBezTo>
                  <a:cubicBezTo>
                    <a:pt x="15209" y="3408"/>
                    <a:pt x="11804" y="1"/>
                    <a:pt x="760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0" name="Google Shape;1160;p4"/>
            <p:cNvSpPr/>
            <p:nvPr/>
          </p:nvSpPr>
          <p:spPr>
            <a:xfrm>
              <a:off x="553048" y="1365902"/>
              <a:ext cx="549400" cy="251015"/>
            </a:xfrm>
            <a:custGeom>
              <a:rect b="b" l="l" r="r" t="t"/>
              <a:pathLst>
                <a:path extrusionOk="0" h="12029" w="26328">
                  <a:moveTo>
                    <a:pt x="1493" y="1"/>
                  </a:moveTo>
                  <a:cubicBezTo>
                    <a:pt x="671" y="1"/>
                    <a:pt x="0" y="671"/>
                    <a:pt x="0" y="1497"/>
                  </a:cubicBezTo>
                  <a:cubicBezTo>
                    <a:pt x="0" y="2320"/>
                    <a:pt x="671" y="2990"/>
                    <a:pt x="1493" y="2990"/>
                  </a:cubicBezTo>
                  <a:lnTo>
                    <a:pt x="19596" y="2990"/>
                  </a:lnTo>
                  <a:cubicBezTo>
                    <a:pt x="21591" y="2990"/>
                    <a:pt x="23340" y="4084"/>
                    <a:pt x="23340" y="5330"/>
                  </a:cubicBezTo>
                  <a:lnTo>
                    <a:pt x="23340" y="6699"/>
                  </a:lnTo>
                  <a:cubicBezTo>
                    <a:pt x="23340" y="7948"/>
                    <a:pt x="21591" y="9042"/>
                    <a:pt x="19596" y="9042"/>
                  </a:cubicBezTo>
                  <a:lnTo>
                    <a:pt x="1493" y="9042"/>
                  </a:lnTo>
                  <a:cubicBezTo>
                    <a:pt x="671" y="9042"/>
                    <a:pt x="0" y="9709"/>
                    <a:pt x="0" y="10535"/>
                  </a:cubicBezTo>
                  <a:cubicBezTo>
                    <a:pt x="0" y="11361"/>
                    <a:pt x="671" y="12028"/>
                    <a:pt x="1493" y="12028"/>
                  </a:cubicBezTo>
                  <a:lnTo>
                    <a:pt x="19596" y="12028"/>
                  </a:lnTo>
                  <a:cubicBezTo>
                    <a:pt x="23370" y="12028"/>
                    <a:pt x="26327" y="9688"/>
                    <a:pt x="26327" y="6699"/>
                  </a:cubicBezTo>
                  <a:lnTo>
                    <a:pt x="26327" y="5330"/>
                  </a:lnTo>
                  <a:cubicBezTo>
                    <a:pt x="26327" y="2344"/>
                    <a:pt x="23370" y="1"/>
                    <a:pt x="19596" y="1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1" name="Google Shape;1161;p4"/>
            <p:cNvSpPr/>
            <p:nvPr/>
          </p:nvSpPr>
          <p:spPr>
            <a:xfrm>
              <a:off x="848698" y="1767184"/>
              <a:ext cx="317374" cy="317436"/>
            </a:xfrm>
            <a:custGeom>
              <a:rect b="b" l="l" r="r" t="t"/>
              <a:pathLst>
                <a:path extrusionOk="0" h="15212" w="15209">
                  <a:moveTo>
                    <a:pt x="7604" y="0"/>
                  </a:moveTo>
                  <a:cubicBezTo>
                    <a:pt x="3404" y="0"/>
                    <a:pt x="0" y="3404"/>
                    <a:pt x="0" y="7605"/>
                  </a:cubicBezTo>
                  <a:cubicBezTo>
                    <a:pt x="0" y="11805"/>
                    <a:pt x="3404" y="15212"/>
                    <a:pt x="7604" y="15212"/>
                  </a:cubicBezTo>
                  <a:cubicBezTo>
                    <a:pt x="11804" y="15212"/>
                    <a:pt x="15209" y="11805"/>
                    <a:pt x="15209" y="7605"/>
                  </a:cubicBezTo>
                  <a:cubicBezTo>
                    <a:pt x="15209" y="3404"/>
                    <a:pt x="11804" y="0"/>
                    <a:pt x="760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2" name="Google Shape;1162;p4"/>
            <p:cNvSpPr/>
            <p:nvPr/>
          </p:nvSpPr>
          <p:spPr>
            <a:xfrm>
              <a:off x="553048" y="1800405"/>
              <a:ext cx="549400" cy="250994"/>
            </a:xfrm>
            <a:custGeom>
              <a:rect b="b" l="l" r="r" t="t"/>
              <a:pathLst>
                <a:path extrusionOk="0" h="12028" w="26328">
                  <a:moveTo>
                    <a:pt x="1493" y="0"/>
                  </a:moveTo>
                  <a:cubicBezTo>
                    <a:pt x="671" y="0"/>
                    <a:pt x="0" y="668"/>
                    <a:pt x="0" y="1493"/>
                  </a:cubicBezTo>
                  <a:cubicBezTo>
                    <a:pt x="0" y="2319"/>
                    <a:pt x="671" y="2990"/>
                    <a:pt x="1493" y="2990"/>
                  </a:cubicBezTo>
                  <a:lnTo>
                    <a:pt x="19596" y="2990"/>
                  </a:lnTo>
                  <a:cubicBezTo>
                    <a:pt x="21591" y="2990"/>
                    <a:pt x="23340" y="4081"/>
                    <a:pt x="23340" y="5330"/>
                  </a:cubicBezTo>
                  <a:lnTo>
                    <a:pt x="23340" y="6695"/>
                  </a:lnTo>
                  <a:cubicBezTo>
                    <a:pt x="23340" y="7944"/>
                    <a:pt x="21591" y="9038"/>
                    <a:pt x="19596" y="9038"/>
                  </a:cubicBezTo>
                  <a:lnTo>
                    <a:pt x="1493" y="9038"/>
                  </a:lnTo>
                  <a:cubicBezTo>
                    <a:pt x="671" y="9038"/>
                    <a:pt x="0" y="9706"/>
                    <a:pt x="0" y="10532"/>
                  </a:cubicBezTo>
                  <a:cubicBezTo>
                    <a:pt x="0" y="11357"/>
                    <a:pt x="671" y="12028"/>
                    <a:pt x="1493" y="12028"/>
                  </a:cubicBezTo>
                  <a:lnTo>
                    <a:pt x="19596" y="12028"/>
                  </a:lnTo>
                  <a:lnTo>
                    <a:pt x="19596" y="12025"/>
                  </a:lnTo>
                  <a:cubicBezTo>
                    <a:pt x="23370" y="12025"/>
                    <a:pt x="26327" y="9685"/>
                    <a:pt x="26327" y="6695"/>
                  </a:cubicBezTo>
                  <a:lnTo>
                    <a:pt x="26327" y="5327"/>
                  </a:lnTo>
                  <a:cubicBezTo>
                    <a:pt x="26327" y="2340"/>
                    <a:pt x="23370" y="0"/>
                    <a:pt x="19596" y="0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3" name="Google Shape;1163;p4"/>
            <p:cNvSpPr/>
            <p:nvPr/>
          </p:nvSpPr>
          <p:spPr>
            <a:xfrm>
              <a:off x="848698" y="2201603"/>
              <a:ext cx="317374" cy="317457"/>
            </a:xfrm>
            <a:custGeom>
              <a:rect b="b" l="l" r="r" t="t"/>
              <a:pathLst>
                <a:path extrusionOk="0" h="15213" w="15209">
                  <a:moveTo>
                    <a:pt x="7604" y="1"/>
                  </a:moveTo>
                  <a:cubicBezTo>
                    <a:pt x="3404" y="1"/>
                    <a:pt x="0" y="3405"/>
                    <a:pt x="0" y="7608"/>
                  </a:cubicBezTo>
                  <a:cubicBezTo>
                    <a:pt x="0" y="11808"/>
                    <a:pt x="3404" y="15212"/>
                    <a:pt x="7604" y="15212"/>
                  </a:cubicBezTo>
                  <a:cubicBezTo>
                    <a:pt x="11804" y="15212"/>
                    <a:pt x="15209" y="11808"/>
                    <a:pt x="15209" y="7608"/>
                  </a:cubicBezTo>
                  <a:cubicBezTo>
                    <a:pt x="15209" y="3405"/>
                    <a:pt x="11804" y="1"/>
                    <a:pt x="760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4" name="Google Shape;1164;p4"/>
            <p:cNvSpPr/>
            <p:nvPr/>
          </p:nvSpPr>
          <p:spPr>
            <a:xfrm>
              <a:off x="553048" y="2234824"/>
              <a:ext cx="549400" cy="251015"/>
            </a:xfrm>
            <a:custGeom>
              <a:rect b="b" l="l" r="r" t="t"/>
              <a:pathLst>
                <a:path extrusionOk="0" h="12029" w="26328">
                  <a:moveTo>
                    <a:pt x="1493" y="1"/>
                  </a:moveTo>
                  <a:cubicBezTo>
                    <a:pt x="671" y="1"/>
                    <a:pt x="0" y="668"/>
                    <a:pt x="0" y="1494"/>
                  </a:cubicBezTo>
                  <a:cubicBezTo>
                    <a:pt x="0" y="2320"/>
                    <a:pt x="671" y="2990"/>
                    <a:pt x="1493" y="2990"/>
                  </a:cubicBezTo>
                  <a:lnTo>
                    <a:pt x="19596" y="2990"/>
                  </a:lnTo>
                  <a:cubicBezTo>
                    <a:pt x="21591" y="2990"/>
                    <a:pt x="23340" y="4084"/>
                    <a:pt x="23340" y="5330"/>
                  </a:cubicBezTo>
                  <a:lnTo>
                    <a:pt x="23340" y="6699"/>
                  </a:lnTo>
                  <a:cubicBezTo>
                    <a:pt x="23340" y="7945"/>
                    <a:pt x="21591" y="9039"/>
                    <a:pt x="19596" y="9039"/>
                  </a:cubicBezTo>
                  <a:lnTo>
                    <a:pt x="1493" y="9039"/>
                  </a:lnTo>
                  <a:cubicBezTo>
                    <a:pt x="671" y="9039"/>
                    <a:pt x="0" y="9706"/>
                    <a:pt x="0" y="10532"/>
                  </a:cubicBezTo>
                  <a:cubicBezTo>
                    <a:pt x="0" y="11358"/>
                    <a:pt x="671" y="12028"/>
                    <a:pt x="1493" y="12028"/>
                  </a:cubicBezTo>
                  <a:lnTo>
                    <a:pt x="19596" y="12028"/>
                  </a:lnTo>
                  <a:lnTo>
                    <a:pt x="19596" y="12025"/>
                  </a:lnTo>
                  <a:cubicBezTo>
                    <a:pt x="23370" y="12025"/>
                    <a:pt x="26327" y="9685"/>
                    <a:pt x="26327" y="6699"/>
                  </a:cubicBezTo>
                  <a:lnTo>
                    <a:pt x="26327" y="5330"/>
                  </a:lnTo>
                  <a:cubicBezTo>
                    <a:pt x="26327" y="2341"/>
                    <a:pt x="23370" y="1"/>
                    <a:pt x="19596" y="1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5" name="Google Shape;1165;p4"/>
            <p:cNvSpPr/>
            <p:nvPr/>
          </p:nvSpPr>
          <p:spPr>
            <a:xfrm>
              <a:off x="848698" y="2636106"/>
              <a:ext cx="317374" cy="317374"/>
            </a:xfrm>
            <a:custGeom>
              <a:rect b="b" l="l" r="r" t="t"/>
              <a:pathLst>
                <a:path extrusionOk="0" h="15209" w="15209">
                  <a:moveTo>
                    <a:pt x="7604" y="0"/>
                  </a:moveTo>
                  <a:cubicBezTo>
                    <a:pt x="3404" y="0"/>
                    <a:pt x="0" y="3404"/>
                    <a:pt x="0" y="7604"/>
                  </a:cubicBezTo>
                  <a:cubicBezTo>
                    <a:pt x="0" y="11805"/>
                    <a:pt x="3404" y="15209"/>
                    <a:pt x="7604" y="15209"/>
                  </a:cubicBezTo>
                  <a:cubicBezTo>
                    <a:pt x="11804" y="15209"/>
                    <a:pt x="15209" y="11805"/>
                    <a:pt x="15209" y="7604"/>
                  </a:cubicBezTo>
                  <a:cubicBezTo>
                    <a:pt x="15209" y="3404"/>
                    <a:pt x="11804" y="0"/>
                    <a:pt x="760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6" name="Google Shape;1166;p4"/>
            <p:cNvSpPr/>
            <p:nvPr/>
          </p:nvSpPr>
          <p:spPr>
            <a:xfrm>
              <a:off x="553048" y="2669265"/>
              <a:ext cx="549400" cy="250994"/>
            </a:xfrm>
            <a:custGeom>
              <a:rect b="b" l="l" r="r" t="t"/>
              <a:pathLst>
                <a:path extrusionOk="0" h="12028" w="26328">
                  <a:moveTo>
                    <a:pt x="1493" y="0"/>
                  </a:moveTo>
                  <a:cubicBezTo>
                    <a:pt x="671" y="0"/>
                    <a:pt x="0" y="671"/>
                    <a:pt x="0" y="1496"/>
                  </a:cubicBezTo>
                  <a:cubicBezTo>
                    <a:pt x="0" y="2322"/>
                    <a:pt x="671" y="2990"/>
                    <a:pt x="1493" y="2990"/>
                  </a:cubicBezTo>
                  <a:lnTo>
                    <a:pt x="19596" y="2990"/>
                  </a:lnTo>
                  <a:cubicBezTo>
                    <a:pt x="21591" y="2990"/>
                    <a:pt x="23340" y="4084"/>
                    <a:pt x="23340" y="5330"/>
                  </a:cubicBezTo>
                  <a:lnTo>
                    <a:pt x="23340" y="6698"/>
                  </a:lnTo>
                  <a:cubicBezTo>
                    <a:pt x="23340" y="7947"/>
                    <a:pt x="21591" y="9041"/>
                    <a:pt x="19596" y="9041"/>
                  </a:cubicBezTo>
                  <a:lnTo>
                    <a:pt x="1493" y="9041"/>
                  </a:lnTo>
                  <a:cubicBezTo>
                    <a:pt x="671" y="9041"/>
                    <a:pt x="0" y="9709"/>
                    <a:pt x="0" y="10534"/>
                  </a:cubicBezTo>
                  <a:cubicBezTo>
                    <a:pt x="0" y="11360"/>
                    <a:pt x="671" y="12028"/>
                    <a:pt x="1493" y="12028"/>
                  </a:cubicBezTo>
                  <a:lnTo>
                    <a:pt x="19596" y="12028"/>
                  </a:lnTo>
                  <a:cubicBezTo>
                    <a:pt x="23370" y="12028"/>
                    <a:pt x="26327" y="9688"/>
                    <a:pt x="26327" y="6698"/>
                  </a:cubicBezTo>
                  <a:lnTo>
                    <a:pt x="26327" y="5330"/>
                  </a:lnTo>
                  <a:cubicBezTo>
                    <a:pt x="26327" y="2343"/>
                    <a:pt x="23370" y="0"/>
                    <a:pt x="19596" y="0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7" name="Google Shape;1167;p4"/>
            <p:cNvSpPr/>
            <p:nvPr/>
          </p:nvSpPr>
          <p:spPr>
            <a:xfrm>
              <a:off x="848698" y="3070526"/>
              <a:ext cx="317374" cy="317457"/>
            </a:xfrm>
            <a:custGeom>
              <a:rect b="b" l="l" r="r" t="t"/>
              <a:pathLst>
                <a:path extrusionOk="0" h="15213" w="15209">
                  <a:moveTo>
                    <a:pt x="7604" y="1"/>
                  </a:moveTo>
                  <a:cubicBezTo>
                    <a:pt x="3404" y="1"/>
                    <a:pt x="0" y="3405"/>
                    <a:pt x="0" y="7605"/>
                  </a:cubicBezTo>
                  <a:cubicBezTo>
                    <a:pt x="0" y="11805"/>
                    <a:pt x="3404" y="15212"/>
                    <a:pt x="7604" y="15212"/>
                  </a:cubicBezTo>
                  <a:cubicBezTo>
                    <a:pt x="11804" y="15212"/>
                    <a:pt x="15209" y="11805"/>
                    <a:pt x="15209" y="7605"/>
                  </a:cubicBezTo>
                  <a:cubicBezTo>
                    <a:pt x="15209" y="3405"/>
                    <a:pt x="11804" y="1"/>
                    <a:pt x="760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8" name="Google Shape;1168;p4"/>
            <p:cNvSpPr/>
            <p:nvPr/>
          </p:nvSpPr>
          <p:spPr>
            <a:xfrm>
              <a:off x="553048" y="3103747"/>
              <a:ext cx="549400" cy="251015"/>
            </a:xfrm>
            <a:custGeom>
              <a:rect b="b" l="l" r="r" t="t"/>
              <a:pathLst>
                <a:path extrusionOk="0" h="12029" w="26328">
                  <a:moveTo>
                    <a:pt x="1493" y="0"/>
                  </a:moveTo>
                  <a:cubicBezTo>
                    <a:pt x="671" y="0"/>
                    <a:pt x="0" y="668"/>
                    <a:pt x="0" y="1494"/>
                  </a:cubicBezTo>
                  <a:cubicBezTo>
                    <a:pt x="0" y="2320"/>
                    <a:pt x="671" y="2987"/>
                    <a:pt x="1493" y="2987"/>
                  </a:cubicBezTo>
                  <a:lnTo>
                    <a:pt x="19596" y="2987"/>
                  </a:lnTo>
                  <a:cubicBezTo>
                    <a:pt x="21591" y="2987"/>
                    <a:pt x="23340" y="4081"/>
                    <a:pt x="23340" y="5330"/>
                  </a:cubicBezTo>
                  <a:lnTo>
                    <a:pt x="23340" y="6696"/>
                  </a:lnTo>
                  <a:cubicBezTo>
                    <a:pt x="23340" y="7945"/>
                    <a:pt x="21591" y="9039"/>
                    <a:pt x="19596" y="9039"/>
                  </a:cubicBezTo>
                  <a:lnTo>
                    <a:pt x="1493" y="9039"/>
                  </a:lnTo>
                  <a:cubicBezTo>
                    <a:pt x="671" y="9039"/>
                    <a:pt x="0" y="9706"/>
                    <a:pt x="0" y="10532"/>
                  </a:cubicBezTo>
                  <a:cubicBezTo>
                    <a:pt x="0" y="11358"/>
                    <a:pt x="671" y="12028"/>
                    <a:pt x="1493" y="12028"/>
                  </a:cubicBezTo>
                  <a:lnTo>
                    <a:pt x="19596" y="12028"/>
                  </a:lnTo>
                  <a:lnTo>
                    <a:pt x="19596" y="12025"/>
                  </a:lnTo>
                  <a:cubicBezTo>
                    <a:pt x="23370" y="12025"/>
                    <a:pt x="26327" y="9685"/>
                    <a:pt x="26327" y="6696"/>
                  </a:cubicBezTo>
                  <a:lnTo>
                    <a:pt x="26327" y="5330"/>
                  </a:lnTo>
                  <a:cubicBezTo>
                    <a:pt x="26327" y="2340"/>
                    <a:pt x="23370" y="0"/>
                    <a:pt x="19596" y="0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9" name="Google Shape;1169;p4"/>
            <p:cNvSpPr/>
            <p:nvPr/>
          </p:nvSpPr>
          <p:spPr>
            <a:xfrm>
              <a:off x="848698" y="3504966"/>
              <a:ext cx="317374" cy="317436"/>
            </a:xfrm>
            <a:custGeom>
              <a:rect b="b" l="l" r="r" t="t"/>
              <a:pathLst>
                <a:path extrusionOk="0" h="15212" w="15209">
                  <a:moveTo>
                    <a:pt x="7604" y="0"/>
                  </a:moveTo>
                  <a:cubicBezTo>
                    <a:pt x="3404" y="0"/>
                    <a:pt x="0" y="3407"/>
                    <a:pt x="0" y="7607"/>
                  </a:cubicBezTo>
                  <a:cubicBezTo>
                    <a:pt x="0" y="11807"/>
                    <a:pt x="3404" y="15212"/>
                    <a:pt x="7604" y="15212"/>
                  </a:cubicBezTo>
                  <a:cubicBezTo>
                    <a:pt x="11804" y="15212"/>
                    <a:pt x="15209" y="11807"/>
                    <a:pt x="15209" y="7607"/>
                  </a:cubicBezTo>
                  <a:cubicBezTo>
                    <a:pt x="15209" y="3407"/>
                    <a:pt x="11804" y="0"/>
                    <a:pt x="760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0" name="Google Shape;1170;p4"/>
            <p:cNvSpPr/>
            <p:nvPr/>
          </p:nvSpPr>
          <p:spPr>
            <a:xfrm>
              <a:off x="553048" y="3538167"/>
              <a:ext cx="549400" cy="251015"/>
            </a:xfrm>
            <a:custGeom>
              <a:rect b="b" l="l" r="r" t="t"/>
              <a:pathLst>
                <a:path extrusionOk="0" h="12029" w="26328">
                  <a:moveTo>
                    <a:pt x="1493" y="1"/>
                  </a:moveTo>
                  <a:cubicBezTo>
                    <a:pt x="671" y="1"/>
                    <a:pt x="0" y="672"/>
                    <a:pt x="0" y="1497"/>
                  </a:cubicBezTo>
                  <a:cubicBezTo>
                    <a:pt x="0" y="2320"/>
                    <a:pt x="671" y="2991"/>
                    <a:pt x="1493" y="2991"/>
                  </a:cubicBezTo>
                  <a:lnTo>
                    <a:pt x="19596" y="2991"/>
                  </a:lnTo>
                  <a:cubicBezTo>
                    <a:pt x="21591" y="2991"/>
                    <a:pt x="23340" y="4085"/>
                    <a:pt x="23340" y="5331"/>
                  </a:cubicBezTo>
                  <a:lnTo>
                    <a:pt x="23340" y="6699"/>
                  </a:lnTo>
                  <a:cubicBezTo>
                    <a:pt x="23340" y="7948"/>
                    <a:pt x="21591" y="9042"/>
                    <a:pt x="19596" y="9042"/>
                  </a:cubicBezTo>
                  <a:lnTo>
                    <a:pt x="1493" y="9042"/>
                  </a:lnTo>
                  <a:cubicBezTo>
                    <a:pt x="671" y="9042"/>
                    <a:pt x="0" y="9710"/>
                    <a:pt x="0" y="10535"/>
                  </a:cubicBezTo>
                  <a:cubicBezTo>
                    <a:pt x="0" y="11361"/>
                    <a:pt x="671" y="12029"/>
                    <a:pt x="1493" y="12029"/>
                  </a:cubicBezTo>
                  <a:lnTo>
                    <a:pt x="19596" y="12029"/>
                  </a:lnTo>
                  <a:cubicBezTo>
                    <a:pt x="23370" y="12029"/>
                    <a:pt x="26327" y="9689"/>
                    <a:pt x="26327" y="6699"/>
                  </a:cubicBezTo>
                  <a:lnTo>
                    <a:pt x="26327" y="5331"/>
                  </a:lnTo>
                  <a:cubicBezTo>
                    <a:pt x="26327" y="2344"/>
                    <a:pt x="23370" y="1"/>
                    <a:pt x="19596" y="1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1" name="Google Shape;1171;p4"/>
            <p:cNvSpPr/>
            <p:nvPr/>
          </p:nvSpPr>
          <p:spPr>
            <a:xfrm>
              <a:off x="848698" y="3939449"/>
              <a:ext cx="317374" cy="317395"/>
            </a:xfrm>
            <a:custGeom>
              <a:rect b="b" l="l" r="r" t="t"/>
              <a:pathLst>
                <a:path extrusionOk="0" h="15210" w="15209">
                  <a:moveTo>
                    <a:pt x="7604" y="1"/>
                  </a:moveTo>
                  <a:cubicBezTo>
                    <a:pt x="3404" y="1"/>
                    <a:pt x="0" y="3405"/>
                    <a:pt x="0" y="7605"/>
                  </a:cubicBezTo>
                  <a:cubicBezTo>
                    <a:pt x="0" y="11805"/>
                    <a:pt x="3404" y="15209"/>
                    <a:pt x="7604" y="15209"/>
                  </a:cubicBezTo>
                  <a:cubicBezTo>
                    <a:pt x="11804" y="15209"/>
                    <a:pt x="15209" y="11805"/>
                    <a:pt x="15209" y="7605"/>
                  </a:cubicBezTo>
                  <a:cubicBezTo>
                    <a:pt x="15209" y="3405"/>
                    <a:pt x="11804" y="1"/>
                    <a:pt x="760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2" name="Google Shape;1172;p4"/>
            <p:cNvSpPr/>
            <p:nvPr/>
          </p:nvSpPr>
          <p:spPr>
            <a:xfrm>
              <a:off x="553048" y="3972670"/>
              <a:ext cx="549400" cy="251015"/>
            </a:xfrm>
            <a:custGeom>
              <a:rect b="b" l="l" r="r" t="t"/>
              <a:pathLst>
                <a:path extrusionOk="0" h="12029" w="26328">
                  <a:moveTo>
                    <a:pt x="1493" y="0"/>
                  </a:moveTo>
                  <a:cubicBezTo>
                    <a:pt x="671" y="0"/>
                    <a:pt x="0" y="668"/>
                    <a:pt x="0" y="1494"/>
                  </a:cubicBezTo>
                  <a:cubicBezTo>
                    <a:pt x="0" y="2320"/>
                    <a:pt x="671" y="2990"/>
                    <a:pt x="1493" y="2990"/>
                  </a:cubicBezTo>
                  <a:lnTo>
                    <a:pt x="19596" y="2990"/>
                  </a:lnTo>
                  <a:cubicBezTo>
                    <a:pt x="21591" y="2990"/>
                    <a:pt x="23340" y="4081"/>
                    <a:pt x="23340" y="5330"/>
                  </a:cubicBezTo>
                  <a:lnTo>
                    <a:pt x="23340" y="6695"/>
                  </a:lnTo>
                  <a:cubicBezTo>
                    <a:pt x="23340" y="7944"/>
                    <a:pt x="21591" y="9038"/>
                    <a:pt x="19596" y="9038"/>
                  </a:cubicBezTo>
                  <a:lnTo>
                    <a:pt x="1493" y="9038"/>
                  </a:lnTo>
                  <a:cubicBezTo>
                    <a:pt x="671" y="9038"/>
                    <a:pt x="0" y="9706"/>
                    <a:pt x="0" y="10532"/>
                  </a:cubicBezTo>
                  <a:cubicBezTo>
                    <a:pt x="0" y="11358"/>
                    <a:pt x="671" y="12028"/>
                    <a:pt x="1493" y="12028"/>
                  </a:cubicBezTo>
                  <a:lnTo>
                    <a:pt x="19596" y="12028"/>
                  </a:lnTo>
                  <a:lnTo>
                    <a:pt x="19596" y="12025"/>
                  </a:lnTo>
                  <a:cubicBezTo>
                    <a:pt x="23370" y="12025"/>
                    <a:pt x="26327" y="9685"/>
                    <a:pt x="26327" y="6695"/>
                  </a:cubicBezTo>
                  <a:lnTo>
                    <a:pt x="26327" y="5327"/>
                  </a:lnTo>
                  <a:cubicBezTo>
                    <a:pt x="26327" y="2340"/>
                    <a:pt x="23370" y="0"/>
                    <a:pt x="19596" y="0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73" name="Google Shape;1173;p4"/>
          <p:cNvSpPr/>
          <p:nvPr/>
        </p:nvSpPr>
        <p:spPr>
          <a:xfrm>
            <a:off x="8428900" y="1041975"/>
            <a:ext cx="143750" cy="647425"/>
          </a:xfrm>
          <a:custGeom>
            <a:rect b="b" l="l" r="r" t="t"/>
            <a:pathLst>
              <a:path extrusionOk="0" h="25897" w="5750">
                <a:moveTo>
                  <a:pt x="0" y="0"/>
                </a:moveTo>
                <a:lnTo>
                  <a:pt x="0" y="25897"/>
                </a:lnTo>
                <a:cubicBezTo>
                  <a:pt x="3176" y="25897"/>
                  <a:pt x="5749" y="23323"/>
                  <a:pt x="5749" y="20147"/>
                </a:cubicBezTo>
                <a:lnTo>
                  <a:pt x="5749" y="5752"/>
                </a:lnTo>
                <a:cubicBezTo>
                  <a:pt x="5749" y="2576"/>
                  <a:pt x="3176" y="0"/>
                  <a:pt x="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4" name="Google Shape;1174;p4"/>
          <p:cNvSpPr/>
          <p:nvPr/>
        </p:nvSpPr>
        <p:spPr>
          <a:xfrm>
            <a:off x="8428900" y="2620900"/>
            <a:ext cx="143750" cy="647425"/>
          </a:xfrm>
          <a:custGeom>
            <a:rect b="b" l="l" r="r" t="t"/>
            <a:pathLst>
              <a:path extrusionOk="0" h="25897" w="5750">
                <a:moveTo>
                  <a:pt x="0" y="0"/>
                </a:moveTo>
                <a:lnTo>
                  <a:pt x="0" y="25897"/>
                </a:lnTo>
                <a:cubicBezTo>
                  <a:pt x="3176" y="25897"/>
                  <a:pt x="5749" y="23323"/>
                  <a:pt x="5749" y="20148"/>
                </a:cubicBezTo>
                <a:lnTo>
                  <a:pt x="5749" y="5752"/>
                </a:lnTo>
                <a:cubicBezTo>
                  <a:pt x="5749" y="2577"/>
                  <a:pt x="3176" y="0"/>
                  <a:pt x="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5" name="Google Shape;1175;p4"/>
          <p:cNvSpPr/>
          <p:nvPr/>
        </p:nvSpPr>
        <p:spPr>
          <a:xfrm>
            <a:off x="8428900" y="1811900"/>
            <a:ext cx="143750" cy="647425"/>
          </a:xfrm>
          <a:custGeom>
            <a:rect b="b" l="l" r="r" t="t"/>
            <a:pathLst>
              <a:path extrusionOk="0" h="25897" w="5750">
                <a:moveTo>
                  <a:pt x="0" y="0"/>
                </a:moveTo>
                <a:lnTo>
                  <a:pt x="0" y="25897"/>
                </a:lnTo>
                <a:cubicBezTo>
                  <a:pt x="3176" y="25897"/>
                  <a:pt x="5749" y="23320"/>
                  <a:pt x="5749" y="20147"/>
                </a:cubicBezTo>
                <a:lnTo>
                  <a:pt x="5749" y="5749"/>
                </a:lnTo>
                <a:cubicBezTo>
                  <a:pt x="5749" y="2574"/>
                  <a:pt x="3176" y="0"/>
                  <a:pt x="0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6" name="Google Shape;1176;p4"/>
          <p:cNvSpPr/>
          <p:nvPr/>
        </p:nvSpPr>
        <p:spPr>
          <a:xfrm>
            <a:off x="8428900" y="3454000"/>
            <a:ext cx="143750" cy="647425"/>
          </a:xfrm>
          <a:custGeom>
            <a:rect b="b" l="l" r="r" t="t"/>
            <a:pathLst>
              <a:path extrusionOk="0" h="25897" w="5750">
                <a:moveTo>
                  <a:pt x="0" y="1"/>
                </a:moveTo>
                <a:lnTo>
                  <a:pt x="0" y="25897"/>
                </a:lnTo>
                <a:cubicBezTo>
                  <a:pt x="3176" y="25897"/>
                  <a:pt x="5749" y="23323"/>
                  <a:pt x="5749" y="20148"/>
                </a:cubicBezTo>
                <a:lnTo>
                  <a:pt x="5749" y="5752"/>
                </a:lnTo>
                <a:cubicBezTo>
                  <a:pt x="5749" y="2577"/>
                  <a:pt x="3176" y="1"/>
                  <a:pt x="0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7" name="Google Shape;1177;p4"/>
          <p:cNvSpPr txBox="1"/>
          <p:nvPr>
            <p:ph type="title"/>
          </p:nvPr>
        </p:nvSpPr>
        <p:spPr>
          <a:xfrm>
            <a:off x="1270650" y="629375"/>
            <a:ext cx="7020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300"/>
              <a:buFont typeface="Gantari ExtraBold"/>
              <a:buNone/>
              <a:defRPr sz="3300">
                <a:solidFill>
                  <a:schemeClr val="lt2"/>
                </a:solidFill>
                <a:latin typeface="Gantari ExtraBold"/>
                <a:ea typeface="Gantari ExtraBold"/>
                <a:cs typeface="Gantari ExtraBold"/>
                <a:sym typeface="Gantari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300"/>
              <a:buFont typeface="Gantari ExtraBold"/>
              <a:buNone/>
              <a:defRPr sz="3300">
                <a:solidFill>
                  <a:schemeClr val="lt2"/>
                </a:solidFill>
                <a:latin typeface="Gantari ExtraBold"/>
                <a:ea typeface="Gantari ExtraBold"/>
                <a:cs typeface="Gantari ExtraBold"/>
                <a:sym typeface="Gantari Extra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300"/>
              <a:buFont typeface="Gantari ExtraBold"/>
              <a:buNone/>
              <a:defRPr sz="3300">
                <a:solidFill>
                  <a:schemeClr val="lt2"/>
                </a:solidFill>
                <a:latin typeface="Gantari ExtraBold"/>
                <a:ea typeface="Gantari ExtraBold"/>
                <a:cs typeface="Gantari ExtraBold"/>
                <a:sym typeface="Gantari Extra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300"/>
              <a:buFont typeface="Gantari ExtraBold"/>
              <a:buNone/>
              <a:defRPr sz="3300">
                <a:solidFill>
                  <a:schemeClr val="lt2"/>
                </a:solidFill>
                <a:latin typeface="Gantari ExtraBold"/>
                <a:ea typeface="Gantari ExtraBold"/>
                <a:cs typeface="Gantari ExtraBold"/>
                <a:sym typeface="Gantari Extra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300"/>
              <a:buFont typeface="Gantari ExtraBold"/>
              <a:buNone/>
              <a:defRPr sz="3300">
                <a:solidFill>
                  <a:schemeClr val="lt2"/>
                </a:solidFill>
                <a:latin typeface="Gantari ExtraBold"/>
                <a:ea typeface="Gantari ExtraBold"/>
                <a:cs typeface="Gantari ExtraBold"/>
                <a:sym typeface="Gantari Extra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300"/>
              <a:buFont typeface="Gantari ExtraBold"/>
              <a:buNone/>
              <a:defRPr sz="3300">
                <a:solidFill>
                  <a:schemeClr val="lt2"/>
                </a:solidFill>
                <a:latin typeface="Gantari ExtraBold"/>
                <a:ea typeface="Gantari ExtraBold"/>
                <a:cs typeface="Gantari ExtraBold"/>
                <a:sym typeface="Gantari Extra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300"/>
              <a:buFont typeface="Gantari ExtraBold"/>
              <a:buNone/>
              <a:defRPr sz="3300">
                <a:solidFill>
                  <a:schemeClr val="lt2"/>
                </a:solidFill>
                <a:latin typeface="Gantari ExtraBold"/>
                <a:ea typeface="Gantari ExtraBold"/>
                <a:cs typeface="Gantari ExtraBold"/>
                <a:sym typeface="Gantari Extra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300"/>
              <a:buFont typeface="Gantari ExtraBold"/>
              <a:buNone/>
              <a:defRPr sz="3300">
                <a:solidFill>
                  <a:schemeClr val="lt2"/>
                </a:solidFill>
                <a:latin typeface="Gantari ExtraBold"/>
                <a:ea typeface="Gantari ExtraBold"/>
                <a:cs typeface="Gantari ExtraBold"/>
                <a:sym typeface="Gantari Extra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300"/>
              <a:buFont typeface="Gantari ExtraBold"/>
              <a:buNone/>
              <a:defRPr sz="3300">
                <a:solidFill>
                  <a:schemeClr val="lt2"/>
                </a:solidFill>
                <a:latin typeface="Gantari ExtraBold"/>
                <a:ea typeface="Gantari ExtraBold"/>
                <a:cs typeface="Gantari ExtraBold"/>
                <a:sym typeface="Gantari Extra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solidFill>
          <a:schemeClr val="lt1"/>
        </a:solidFill>
      </p:bgPr>
    </p:bg>
    <p:spTree>
      <p:nvGrpSpPr>
        <p:cNvPr id="1178" name="Shape 1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79" name="Google Shape;1179;p5"/>
          <p:cNvGrpSpPr/>
          <p:nvPr/>
        </p:nvGrpSpPr>
        <p:grpSpPr>
          <a:xfrm>
            <a:off x="0" y="0"/>
            <a:ext cx="9144125" cy="5143391"/>
            <a:chOff x="0" y="0"/>
            <a:chExt cx="9144125" cy="5143391"/>
          </a:xfrm>
        </p:grpSpPr>
        <p:sp>
          <p:nvSpPr>
            <p:cNvPr id="1180" name="Google Shape;1180;p5"/>
            <p:cNvSpPr/>
            <p:nvPr/>
          </p:nvSpPr>
          <p:spPr>
            <a:xfrm>
              <a:off x="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1" name="Google Shape;1181;p5"/>
            <p:cNvSpPr/>
            <p:nvPr/>
          </p:nvSpPr>
          <p:spPr>
            <a:xfrm>
              <a:off x="38100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2" name="Google Shape;1182;p5"/>
            <p:cNvSpPr/>
            <p:nvPr/>
          </p:nvSpPr>
          <p:spPr>
            <a:xfrm>
              <a:off x="76201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3" name="Google Shape;1183;p5"/>
            <p:cNvSpPr/>
            <p:nvPr/>
          </p:nvSpPr>
          <p:spPr>
            <a:xfrm>
              <a:off x="114301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4" name="Google Shape;1184;p5"/>
            <p:cNvSpPr/>
            <p:nvPr/>
          </p:nvSpPr>
          <p:spPr>
            <a:xfrm>
              <a:off x="152402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5" name="Google Shape;1185;p5"/>
            <p:cNvSpPr/>
            <p:nvPr/>
          </p:nvSpPr>
          <p:spPr>
            <a:xfrm>
              <a:off x="190502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6" name="Google Shape;1186;p5"/>
            <p:cNvSpPr/>
            <p:nvPr/>
          </p:nvSpPr>
          <p:spPr>
            <a:xfrm>
              <a:off x="228603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7" name="Google Shape;1187;p5"/>
            <p:cNvSpPr/>
            <p:nvPr/>
          </p:nvSpPr>
          <p:spPr>
            <a:xfrm>
              <a:off x="266703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8" name="Google Shape;1188;p5"/>
            <p:cNvSpPr/>
            <p:nvPr/>
          </p:nvSpPr>
          <p:spPr>
            <a:xfrm>
              <a:off x="304804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9" name="Google Shape;1189;p5"/>
            <p:cNvSpPr/>
            <p:nvPr/>
          </p:nvSpPr>
          <p:spPr>
            <a:xfrm>
              <a:off x="342904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0" name="Google Shape;1190;p5"/>
            <p:cNvSpPr/>
            <p:nvPr/>
          </p:nvSpPr>
          <p:spPr>
            <a:xfrm>
              <a:off x="381005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1" name="Google Shape;1191;p5"/>
            <p:cNvSpPr/>
            <p:nvPr/>
          </p:nvSpPr>
          <p:spPr>
            <a:xfrm>
              <a:off x="419105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2" name="Google Shape;1192;p5"/>
            <p:cNvSpPr/>
            <p:nvPr/>
          </p:nvSpPr>
          <p:spPr>
            <a:xfrm>
              <a:off x="457206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3" name="Google Shape;1193;p5"/>
            <p:cNvSpPr/>
            <p:nvPr/>
          </p:nvSpPr>
          <p:spPr>
            <a:xfrm>
              <a:off x="495306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4" name="Google Shape;1194;p5"/>
            <p:cNvSpPr/>
            <p:nvPr/>
          </p:nvSpPr>
          <p:spPr>
            <a:xfrm>
              <a:off x="533407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5" name="Google Shape;1195;p5"/>
            <p:cNvSpPr/>
            <p:nvPr/>
          </p:nvSpPr>
          <p:spPr>
            <a:xfrm>
              <a:off x="571507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6" name="Google Shape;1196;p5"/>
            <p:cNvSpPr/>
            <p:nvPr/>
          </p:nvSpPr>
          <p:spPr>
            <a:xfrm>
              <a:off x="609608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7" name="Google Shape;1197;p5"/>
            <p:cNvSpPr/>
            <p:nvPr/>
          </p:nvSpPr>
          <p:spPr>
            <a:xfrm>
              <a:off x="647708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8" name="Google Shape;1198;p5"/>
            <p:cNvSpPr/>
            <p:nvPr/>
          </p:nvSpPr>
          <p:spPr>
            <a:xfrm>
              <a:off x="685809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9" name="Google Shape;1199;p5"/>
            <p:cNvSpPr/>
            <p:nvPr/>
          </p:nvSpPr>
          <p:spPr>
            <a:xfrm>
              <a:off x="723909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0" name="Google Shape;1200;p5"/>
            <p:cNvSpPr/>
            <p:nvPr/>
          </p:nvSpPr>
          <p:spPr>
            <a:xfrm>
              <a:off x="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1" name="Google Shape;1201;p5"/>
            <p:cNvSpPr/>
            <p:nvPr/>
          </p:nvSpPr>
          <p:spPr>
            <a:xfrm>
              <a:off x="38100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2" name="Google Shape;1202;p5"/>
            <p:cNvSpPr/>
            <p:nvPr/>
          </p:nvSpPr>
          <p:spPr>
            <a:xfrm>
              <a:off x="76201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3" name="Google Shape;1203;p5"/>
            <p:cNvSpPr/>
            <p:nvPr/>
          </p:nvSpPr>
          <p:spPr>
            <a:xfrm>
              <a:off x="114301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4" name="Google Shape;1204;p5"/>
            <p:cNvSpPr/>
            <p:nvPr/>
          </p:nvSpPr>
          <p:spPr>
            <a:xfrm>
              <a:off x="152402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5" name="Google Shape;1205;p5"/>
            <p:cNvSpPr/>
            <p:nvPr/>
          </p:nvSpPr>
          <p:spPr>
            <a:xfrm>
              <a:off x="190502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6" name="Google Shape;1206;p5"/>
            <p:cNvSpPr/>
            <p:nvPr/>
          </p:nvSpPr>
          <p:spPr>
            <a:xfrm>
              <a:off x="228603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7" name="Google Shape;1207;p5"/>
            <p:cNvSpPr/>
            <p:nvPr/>
          </p:nvSpPr>
          <p:spPr>
            <a:xfrm>
              <a:off x="266703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8" name="Google Shape;1208;p5"/>
            <p:cNvSpPr/>
            <p:nvPr/>
          </p:nvSpPr>
          <p:spPr>
            <a:xfrm>
              <a:off x="304804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9" name="Google Shape;1209;p5"/>
            <p:cNvSpPr/>
            <p:nvPr/>
          </p:nvSpPr>
          <p:spPr>
            <a:xfrm>
              <a:off x="342904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0" name="Google Shape;1210;p5"/>
            <p:cNvSpPr/>
            <p:nvPr/>
          </p:nvSpPr>
          <p:spPr>
            <a:xfrm>
              <a:off x="381005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1" name="Google Shape;1211;p5"/>
            <p:cNvSpPr/>
            <p:nvPr/>
          </p:nvSpPr>
          <p:spPr>
            <a:xfrm>
              <a:off x="419105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2" name="Google Shape;1212;p5"/>
            <p:cNvSpPr/>
            <p:nvPr/>
          </p:nvSpPr>
          <p:spPr>
            <a:xfrm>
              <a:off x="457206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3" name="Google Shape;1213;p5"/>
            <p:cNvSpPr/>
            <p:nvPr/>
          </p:nvSpPr>
          <p:spPr>
            <a:xfrm>
              <a:off x="495306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4" name="Google Shape;1214;p5"/>
            <p:cNvSpPr/>
            <p:nvPr/>
          </p:nvSpPr>
          <p:spPr>
            <a:xfrm>
              <a:off x="533407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5" name="Google Shape;1215;p5"/>
            <p:cNvSpPr/>
            <p:nvPr/>
          </p:nvSpPr>
          <p:spPr>
            <a:xfrm>
              <a:off x="571507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6" name="Google Shape;1216;p5"/>
            <p:cNvSpPr/>
            <p:nvPr/>
          </p:nvSpPr>
          <p:spPr>
            <a:xfrm>
              <a:off x="609608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7" name="Google Shape;1217;p5"/>
            <p:cNvSpPr/>
            <p:nvPr/>
          </p:nvSpPr>
          <p:spPr>
            <a:xfrm>
              <a:off x="647708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8" name="Google Shape;1218;p5"/>
            <p:cNvSpPr/>
            <p:nvPr/>
          </p:nvSpPr>
          <p:spPr>
            <a:xfrm>
              <a:off x="685809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9" name="Google Shape;1219;p5"/>
            <p:cNvSpPr/>
            <p:nvPr/>
          </p:nvSpPr>
          <p:spPr>
            <a:xfrm>
              <a:off x="723909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0" name="Google Shape;1220;p5"/>
            <p:cNvSpPr/>
            <p:nvPr/>
          </p:nvSpPr>
          <p:spPr>
            <a:xfrm>
              <a:off x="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1" name="Google Shape;1221;p5"/>
            <p:cNvSpPr/>
            <p:nvPr/>
          </p:nvSpPr>
          <p:spPr>
            <a:xfrm>
              <a:off x="38100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2" name="Google Shape;1222;p5"/>
            <p:cNvSpPr/>
            <p:nvPr/>
          </p:nvSpPr>
          <p:spPr>
            <a:xfrm>
              <a:off x="76201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3" name="Google Shape;1223;p5"/>
            <p:cNvSpPr/>
            <p:nvPr/>
          </p:nvSpPr>
          <p:spPr>
            <a:xfrm>
              <a:off x="114301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4" name="Google Shape;1224;p5"/>
            <p:cNvSpPr/>
            <p:nvPr/>
          </p:nvSpPr>
          <p:spPr>
            <a:xfrm>
              <a:off x="152402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5" name="Google Shape;1225;p5"/>
            <p:cNvSpPr/>
            <p:nvPr/>
          </p:nvSpPr>
          <p:spPr>
            <a:xfrm>
              <a:off x="190502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6" name="Google Shape;1226;p5"/>
            <p:cNvSpPr/>
            <p:nvPr/>
          </p:nvSpPr>
          <p:spPr>
            <a:xfrm>
              <a:off x="228603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7" name="Google Shape;1227;p5"/>
            <p:cNvSpPr/>
            <p:nvPr/>
          </p:nvSpPr>
          <p:spPr>
            <a:xfrm>
              <a:off x="266703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8" name="Google Shape;1228;p5"/>
            <p:cNvSpPr/>
            <p:nvPr/>
          </p:nvSpPr>
          <p:spPr>
            <a:xfrm>
              <a:off x="304804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9" name="Google Shape;1229;p5"/>
            <p:cNvSpPr/>
            <p:nvPr/>
          </p:nvSpPr>
          <p:spPr>
            <a:xfrm>
              <a:off x="342904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0" name="Google Shape;1230;p5"/>
            <p:cNvSpPr/>
            <p:nvPr/>
          </p:nvSpPr>
          <p:spPr>
            <a:xfrm>
              <a:off x="381005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1" name="Google Shape;1231;p5"/>
            <p:cNvSpPr/>
            <p:nvPr/>
          </p:nvSpPr>
          <p:spPr>
            <a:xfrm>
              <a:off x="419105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2" name="Google Shape;1232;p5"/>
            <p:cNvSpPr/>
            <p:nvPr/>
          </p:nvSpPr>
          <p:spPr>
            <a:xfrm>
              <a:off x="457206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3" name="Google Shape;1233;p5"/>
            <p:cNvSpPr/>
            <p:nvPr/>
          </p:nvSpPr>
          <p:spPr>
            <a:xfrm>
              <a:off x="495306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4" name="Google Shape;1234;p5"/>
            <p:cNvSpPr/>
            <p:nvPr/>
          </p:nvSpPr>
          <p:spPr>
            <a:xfrm>
              <a:off x="533407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5" name="Google Shape;1235;p5"/>
            <p:cNvSpPr/>
            <p:nvPr/>
          </p:nvSpPr>
          <p:spPr>
            <a:xfrm>
              <a:off x="571507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6" name="Google Shape;1236;p5"/>
            <p:cNvSpPr/>
            <p:nvPr/>
          </p:nvSpPr>
          <p:spPr>
            <a:xfrm>
              <a:off x="609608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7" name="Google Shape;1237;p5"/>
            <p:cNvSpPr/>
            <p:nvPr/>
          </p:nvSpPr>
          <p:spPr>
            <a:xfrm>
              <a:off x="647708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8" name="Google Shape;1238;p5"/>
            <p:cNvSpPr/>
            <p:nvPr/>
          </p:nvSpPr>
          <p:spPr>
            <a:xfrm>
              <a:off x="685809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9" name="Google Shape;1239;p5"/>
            <p:cNvSpPr/>
            <p:nvPr/>
          </p:nvSpPr>
          <p:spPr>
            <a:xfrm>
              <a:off x="723909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0" name="Google Shape;1240;p5"/>
            <p:cNvSpPr/>
            <p:nvPr/>
          </p:nvSpPr>
          <p:spPr>
            <a:xfrm>
              <a:off x="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1" name="Google Shape;1241;p5"/>
            <p:cNvSpPr/>
            <p:nvPr/>
          </p:nvSpPr>
          <p:spPr>
            <a:xfrm>
              <a:off x="38100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2" name="Google Shape;1242;p5"/>
            <p:cNvSpPr/>
            <p:nvPr/>
          </p:nvSpPr>
          <p:spPr>
            <a:xfrm>
              <a:off x="76201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3" name="Google Shape;1243;p5"/>
            <p:cNvSpPr/>
            <p:nvPr/>
          </p:nvSpPr>
          <p:spPr>
            <a:xfrm>
              <a:off x="114301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4" name="Google Shape;1244;p5"/>
            <p:cNvSpPr/>
            <p:nvPr/>
          </p:nvSpPr>
          <p:spPr>
            <a:xfrm>
              <a:off x="152402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5" name="Google Shape;1245;p5"/>
            <p:cNvSpPr/>
            <p:nvPr/>
          </p:nvSpPr>
          <p:spPr>
            <a:xfrm>
              <a:off x="190502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6" name="Google Shape;1246;p5"/>
            <p:cNvSpPr/>
            <p:nvPr/>
          </p:nvSpPr>
          <p:spPr>
            <a:xfrm>
              <a:off x="228603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7" name="Google Shape;1247;p5"/>
            <p:cNvSpPr/>
            <p:nvPr/>
          </p:nvSpPr>
          <p:spPr>
            <a:xfrm>
              <a:off x="266703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8" name="Google Shape;1248;p5"/>
            <p:cNvSpPr/>
            <p:nvPr/>
          </p:nvSpPr>
          <p:spPr>
            <a:xfrm>
              <a:off x="304804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9" name="Google Shape;1249;p5"/>
            <p:cNvSpPr/>
            <p:nvPr/>
          </p:nvSpPr>
          <p:spPr>
            <a:xfrm>
              <a:off x="342904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0" name="Google Shape;1250;p5"/>
            <p:cNvSpPr/>
            <p:nvPr/>
          </p:nvSpPr>
          <p:spPr>
            <a:xfrm>
              <a:off x="381005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1" name="Google Shape;1251;p5"/>
            <p:cNvSpPr/>
            <p:nvPr/>
          </p:nvSpPr>
          <p:spPr>
            <a:xfrm>
              <a:off x="419105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2" name="Google Shape;1252;p5"/>
            <p:cNvSpPr/>
            <p:nvPr/>
          </p:nvSpPr>
          <p:spPr>
            <a:xfrm>
              <a:off x="457206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3" name="Google Shape;1253;p5"/>
            <p:cNvSpPr/>
            <p:nvPr/>
          </p:nvSpPr>
          <p:spPr>
            <a:xfrm>
              <a:off x="495306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4" name="Google Shape;1254;p5"/>
            <p:cNvSpPr/>
            <p:nvPr/>
          </p:nvSpPr>
          <p:spPr>
            <a:xfrm>
              <a:off x="533407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5" name="Google Shape;1255;p5"/>
            <p:cNvSpPr/>
            <p:nvPr/>
          </p:nvSpPr>
          <p:spPr>
            <a:xfrm>
              <a:off x="571507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6" name="Google Shape;1256;p5"/>
            <p:cNvSpPr/>
            <p:nvPr/>
          </p:nvSpPr>
          <p:spPr>
            <a:xfrm>
              <a:off x="609608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7" name="Google Shape;1257;p5"/>
            <p:cNvSpPr/>
            <p:nvPr/>
          </p:nvSpPr>
          <p:spPr>
            <a:xfrm>
              <a:off x="647708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8" name="Google Shape;1258;p5"/>
            <p:cNvSpPr/>
            <p:nvPr/>
          </p:nvSpPr>
          <p:spPr>
            <a:xfrm>
              <a:off x="685809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9" name="Google Shape;1259;p5"/>
            <p:cNvSpPr/>
            <p:nvPr/>
          </p:nvSpPr>
          <p:spPr>
            <a:xfrm>
              <a:off x="723909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0" name="Google Shape;1260;p5"/>
            <p:cNvSpPr/>
            <p:nvPr/>
          </p:nvSpPr>
          <p:spPr>
            <a:xfrm>
              <a:off x="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1" name="Google Shape;1261;p5"/>
            <p:cNvSpPr/>
            <p:nvPr/>
          </p:nvSpPr>
          <p:spPr>
            <a:xfrm>
              <a:off x="38100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2" name="Google Shape;1262;p5"/>
            <p:cNvSpPr/>
            <p:nvPr/>
          </p:nvSpPr>
          <p:spPr>
            <a:xfrm>
              <a:off x="76201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3" name="Google Shape;1263;p5"/>
            <p:cNvSpPr/>
            <p:nvPr/>
          </p:nvSpPr>
          <p:spPr>
            <a:xfrm>
              <a:off x="114301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4" name="Google Shape;1264;p5"/>
            <p:cNvSpPr/>
            <p:nvPr/>
          </p:nvSpPr>
          <p:spPr>
            <a:xfrm>
              <a:off x="152402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5" name="Google Shape;1265;p5"/>
            <p:cNvSpPr/>
            <p:nvPr/>
          </p:nvSpPr>
          <p:spPr>
            <a:xfrm>
              <a:off x="190502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6" name="Google Shape;1266;p5"/>
            <p:cNvSpPr/>
            <p:nvPr/>
          </p:nvSpPr>
          <p:spPr>
            <a:xfrm>
              <a:off x="228603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7" name="Google Shape;1267;p5"/>
            <p:cNvSpPr/>
            <p:nvPr/>
          </p:nvSpPr>
          <p:spPr>
            <a:xfrm>
              <a:off x="266703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8" name="Google Shape;1268;p5"/>
            <p:cNvSpPr/>
            <p:nvPr/>
          </p:nvSpPr>
          <p:spPr>
            <a:xfrm>
              <a:off x="304804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9" name="Google Shape;1269;p5"/>
            <p:cNvSpPr/>
            <p:nvPr/>
          </p:nvSpPr>
          <p:spPr>
            <a:xfrm>
              <a:off x="342904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0" name="Google Shape;1270;p5"/>
            <p:cNvSpPr/>
            <p:nvPr/>
          </p:nvSpPr>
          <p:spPr>
            <a:xfrm>
              <a:off x="381005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1" name="Google Shape;1271;p5"/>
            <p:cNvSpPr/>
            <p:nvPr/>
          </p:nvSpPr>
          <p:spPr>
            <a:xfrm>
              <a:off x="419105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2" name="Google Shape;1272;p5"/>
            <p:cNvSpPr/>
            <p:nvPr/>
          </p:nvSpPr>
          <p:spPr>
            <a:xfrm>
              <a:off x="457206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3" name="Google Shape;1273;p5"/>
            <p:cNvSpPr/>
            <p:nvPr/>
          </p:nvSpPr>
          <p:spPr>
            <a:xfrm>
              <a:off x="495306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4" name="Google Shape;1274;p5"/>
            <p:cNvSpPr/>
            <p:nvPr/>
          </p:nvSpPr>
          <p:spPr>
            <a:xfrm>
              <a:off x="533407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5" name="Google Shape;1275;p5"/>
            <p:cNvSpPr/>
            <p:nvPr/>
          </p:nvSpPr>
          <p:spPr>
            <a:xfrm>
              <a:off x="571507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6" name="Google Shape;1276;p5"/>
            <p:cNvSpPr/>
            <p:nvPr/>
          </p:nvSpPr>
          <p:spPr>
            <a:xfrm>
              <a:off x="609608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7" name="Google Shape;1277;p5"/>
            <p:cNvSpPr/>
            <p:nvPr/>
          </p:nvSpPr>
          <p:spPr>
            <a:xfrm>
              <a:off x="647708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8" name="Google Shape;1278;p5"/>
            <p:cNvSpPr/>
            <p:nvPr/>
          </p:nvSpPr>
          <p:spPr>
            <a:xfrm>
              <a:off x="685809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9" name="Google Shape;1279;p5"/>
            <p:cNvSpPr/>
            <p:nvPr/>
          </p:nvSpPr>
          <p:spPr>
            <a:xfrm>
              <a:off x="723909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0" name="Google Shape;1280;p5"/>
            <p:cNvSpPr/>
            <p:nvPr/>
          </p:nvSpPr>
          <p:spPr>
            <a:xfrm>
              <a:off x="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1" name="Google Shape;1281;p5"/>
            <p:cNvSpPr/>
            <p:nvPr/>
          </p:nvSpPr>
          <p:spPr>
            <a:xfrm>
              <a:off x="38100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2" name="Google Shape;1282;p5"/>
            <p:cNvSpPr/>
            <p:nvPr/>
          </p:nvSpPr>
          <p:spPr>
            <a:xfrm>
              <a:off x="76201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3" name="Google Shape;1283;p5"/>
            <p:cNvSpPr/>
            <p:nvPr/>
          </p:nvSpPr>
          <p:spPr>
            <a:xfrm>
              <a:off x="114301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4" name="Google Shape;1284;p5"/>
            <p:cNvSpPr/>
            <p:nvPr/>
          </p:nvSpPr>
          <p:spPr>
            <a:xfrm>
              <a:off x="152402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5" name="Google Shape;1285;p5"/>
            <p:cNvSpPr/>
            <p:nvPr/>
          </p:nvSpPr>
          <p:spPr>
            <a:xfrm>
              <a:off x="190502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6" name="Google Shape;1286;p5"/>
            <p:cNvSpPr/>
            <p:nvPr/>
          </p:nvSpPr>
          <p:spPr>
            <a:xfrm>
              <a:off x="228603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7" name="Google Shape;1287;p5"/>
            <p:cNvSpPr/>
            <p:nvPr/>
          </p:nvSpPr>
          <p:spPr>
            <a:xfrm>
              <a:off x="266703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8" name="Google Shape;1288;p5"/>
            <p:cNvSpPr/>
            <p:nvPr/>
          </p:nvSpPr>
          <p:spPr>
            <a:xfrm>
              <a:off x="304804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9" name="Google Shape;1289;p5"/>
            <p:cNvSpPr/>
            <p:nvPr/>
          </p:nvSpPr>
          <p:spPr>
            <a:xfrm>
              <a:off x="342904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0" name="Google Shape;1290;p5"/>
            <p:cNvSpPr/>
            <p:nvPr/>
          </p:nvSpPr>
          <p:spPr>
            <a:xfrm>
              <a:off x="381005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1" name="Google Shape;1291;p5"/>
            <p:cNvSpPr/>
            <p:nvPr/>
          </p:nvSpPr>
          <p:spPr>
            <a:xfrm>
              <a:off x="419105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2" name="Google Shape;1292;p5"/>
            <p:cNvSpPr/>
            <p:nvPr/>
          </p:nvSpPr>
          <p:spPr>
            <a:xfrm>
              <a:off x="457206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3" name="Google Shape;1293;p5"/>
            <p:cNvSpPr/>
            <p:nvPr/>
          </p:nvSpPr>
          <p:spPr>
            <a:xfrm>
              <a:off x="495306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4" name="Google Shape;1294;p5"/>
            <p:cNvSpPr/>
            <p:nvPr/>
          </p:nvSpPr>
          <p:spPr>
            <a:xfrm>
              <a:off x="533407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5" name="Google Shape;1295;p5"/>
            <p:cNvSpPr/>
            <p:nvPr/>
          </p:nvSpPr>
          <p:spPr>
            <a:xfrm>
              <a:off x="571507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6" name="Google Shape;1296;p5"/>
            <p:cNvSpPr/>
            <p:nvPr/>
          </p:nvSpPr>
          <p:spPr>
            <a:xfrm>
              <a:off x="609608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7" name="Google Shape;1297;p5"/>
            <p:cNvSpPr/>
            <p:nvPr/>
          </p:nvSpPr>
          <p:spPr>
            <a:xfrm>
              <a:off x="647708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8" name="Google Shape;1298;p5"/>
            <p:cNvSpPr/>
            <p:nvPr/>
          </p:nvSpPr>
          <p:spPr>
            <a:xfrm>
              <a:off x="685809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9" name="Google Shape;1299;p5"/>
            <p:cNvSpPr/>
            <p:nvPr/>
          </p:nvSpPr>
          <p:spPr>
            <a:xfrm>
              <a:off x="723909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0" name="Google Shape;1300;p5"/>
            <p:cNvSpPr/>
            <p:nvPr/>
          </p:nvSpPr>
          <p:spPr>
            <a:xfrm>
              <a:off x="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1" name="Google Shape;1301;p5"/>
            <p:cNvSpPr/>
            <p:nvPr/>
          </p:nvSpPr>
          <p:spPr>
            <a:xfrm>
              <a:off x="38100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2" name="Google Shape;1302;p5"/>
            <p:cNvSpPr/>
            <p:nvPr/>
          </p:nvSpPr>
          <p:spPr>
            <a:xfrm>
              <a:off x="76201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3" name="Google Shape;1303;p5"/>
            <p:cNvSpPr/>
            <p:nvPr/>
          </p:nvSpPr>
          <p:spPr>
            <a:xfrm>
              <a:off x="114301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4" name="Google Shape;1304;p5"/>
            <p:cNvSpPr/>
            <p:nvPr/>
          </p:nvSpPr>
          <p:spPr>
            <a:xfrm>
              <a:off x="152402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5" name="Google Shape;1305;p5"/>
            <p:cNvSpPr/>
            <p:nvPr/>
          </p:nvSpPr>
          <p:spPr>
            <a:xfrm>
              <a:off x="190502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6" name="Google Shape;1306;p5"/>
            <p:cNvSpPr/>
            <p:nvPr/>
          </p:nvSpPr>
          <p:spPr>
            <a:xfrm>
              <a:off x="228603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7" name="Google Shape;1307;p5"/>
            <p:cNvSpPr/>
            <p:nvPr/>
          </p:nvSpPr>
          <p:spPr>
            <a:xfrm>
              <a:off x="266703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8" name="Google Shape;1308;p5"/>
            <p:cNvSpPr/>
            <p:nvPr/>
          </p:nvSpPr>
          <p:spPr>
            <a:xfrm>
              <a:off x="304804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9" name="Google Shape;1309;p5"/>
            <p:cNvSpPr/>
            <p:nvPr/>
          </p:nvSpPr>
          <p:spPr>
            <a:xfrm>
              <a:off x="342904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0" name="Google Shape;1310;p5"/>
            <p:cNvSpPr/>
            <p:nvPr/>
          </p:nvSpPr>
          <p:spPr>
            <a:xfrm>
              <a:off x="381005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1" name="Google Shape;1311;p5"/>
            <p:cNvSpPr/>
            <p:nvPr/>
          </p:nvSpPr>
          <p:spPr>
            <a:xfrm>
              <a:off x="419105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2" name="Google Shape;1312;p5"/>
            <p:cNvSpPr/>
            <p:nvPr/>
          </p:nvSpPr>
          <p:spPr>
            <a:xfrm>
              <a:off x="457206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3" name="Google Shape;1313;p5"/>
            <p:cNvSpPr/>
            <p:nvPr/>
          </p:nvSpPr>
          <p:spPr>
            <a:xfrm>
              <a:off x="495306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4" name="Google Shape;1314;p5"/>
            <p:cNvSpPr/>
            <p:nvPr/>
          </p:nvSpPr>
          <p:spPr>
            <a:xfrm>
              <a:off x="533407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5" name="Google Shape;1315;p5"/>
            <p:cNvSpPr/>
            <p:nvPr/>
          </p:nvSpPr>
          <p:spPr>
            <a:xfrm>
              <a:off x="571507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6" name="Google Shape;1316;p5"/>
            <p:cNvSpPr/>
            <p:nvPr/>
          </p:nvSpPr>
          <p:spPr>
            <a:xfrm>
              <a:off x="609608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7" name="Google Shape;1317;p5"/>
            <p:cNvSpPr/>
            <p:nvPr/>
          </p:nvSpPr>
          <p:spPr>
            <a:xfrm>
              <a:off x="647708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8" name="Google Shape;1318;p5"/>
            <p:cNvSpPr/>
            <p:nvPr/>
          </p:nvSpPr>
          <p:spPr>
            <a:xfrm>
              <a:off x="685809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9" name="Google Shape;1319;p5"/>
            <p:cNvSpPr/>
            <p:nvPr/>
          </p:nvSpPr>
          <p:spPr>
            <a:xfrm>
              <a:off x="723909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0" name="Google Shape;1320;p5"/>
            <p:cNvSpPr/>
            <p:nvPr/>
          </p:nvSpPr>
          <p:spPr>
            <a:xfrm>
              <a:off x="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1" name="Google Shape;1321;p5"/>
            <p:cNvSpPr/>
            <p:nvPr/>
          </p:nvSpPr>
          <p:spPr>
            <a:xfrm>
              <a:off x="38100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2" name="Google Shape;1322;p5"/>
            <p:cNvSpPr/>
            <p:nvPr/>
          </p:nvSpPr>
          <p:spPr>
            <a:xfrm>
              <a:off x="76201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3" name="Google Shape;1323;p5"/>
            <p:cNvSpPr/>
            <p:nvPr/>
          </p:nvSpPr>
          <p:spPr>
            <a:xfrm>
              <a:off x="114301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4" name="Google Shape;1324;p5"/>
            <p:cNvSpPr/>
            <p:nvPr/>
          </p:nvSpPr>
          <p:spPr>
            <a:xfrm>
              <a:off x="152402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5" name="Google Shape;1325;p5"/>
            <p:cNvSpPr/>
            <p:nvPr/>
          </p:nvSpPr>
          <p:spPr>
            <a:xfrm>
              <a:off x="190502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6" name="Google Shape;1326;p5"/>
            <p:cNvSpPr/>
            <p:nvPr/>
          </p:nvSpPr>
          <p:spPr>
            <a:xfrm>
              <a:off x="228603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7" name="Google Shape;1327;p5"/>
            <p:cNvSpPr/>
            <p:nvPr/>
          </p:nvSpPr>
          <p:spPr>
            <a:xfrm>
              <a:off x="266703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8" name="Google Shape;1328;p5"/>
            <p:cNvSpPr/>
            <p:nvPr/>
          </p:nvSpPr>
          <p:spPr>
            <a:xfrm>
              <a:off x="304804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9" name="Google Shape;1329;p5"/>
            <p:cNvSpPr/>
            <p:nvPr/>
          </p:nvSpPr>
          <p:spPr>
            <a:xfrm>
              <a:off x="342904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0" name="Google Shape;1330;p5"/>
            <p:cNvSpPr/>
            <p:nvPr/>
          </p:nvSpPr>
          <p:spPr>
            <a:xfrm>
              <a:off x="381005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1" name="Google Shape;1331;p5"/>
            <p:cNvSpPr/>
            <p:nvPr/>
          </p:nvSpPr>
          <p:spPr>
            <a:xfrm>
              <a:off x="419105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2" name="Google Shape;1332;p5"/>
            <p:cNvSpPr/>
            <p:nvPr/>
          </p:nvSpPr>
          <p:spPr>
            <a:xfrm>
              <a:off x="457206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3" name="Google Shape;1333;p5"/>
            <p:cNvSpPr/>
            <p:nvPr/>
          </p:nvSpPr>
          <p:spPr>
            <a:xfrm>
              <a:off x="495306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4" name="Google Shape;1334;p5"/>
            <p:cNvSpPr/>
            <p:nvPr/>
          </p:nvSpPr>
          <p:spPr>
            <a:xfrm>
              <a:off x="533407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5" name="Google Shape;1335;p5"/>
            <p:cNvSpPr/>
            <p:nvPr/>
          </p:nvSpPr>
          <p:spPr>
            <a:xfrm>
              <a:off x="571507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6" name="Google Shape;1336;p5"/>
            <p:cNvSpPr/>
            <p:nvPr/>
          </p:nvSpPr>
          <p:spPr>
            <a:xfrm>
              <a:off x="609608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7" name="Google Shape;1337;p5"/>
            <p:cNvSpPr/>
            <p:nvPr/>
          </p:nvSpPr>
          <p:spPr>
            <a:xfrm>
              <a:off x="647708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8" name="Google Shape;1338;p5"/>
            <p:cNvSpPr/>
            <p:nvPr/>
          </p:nvSpPr>
          <p:spPr>
            <a:xfrm>
              <a:off x="685809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9" name="Google Shape;1339;p5"/>
            <p:cNvSpPr/>
            <p:nvPr/>
          </p:nvSpPr>
          <p:spPr>
            <a:xfrm>
              <a:off x="723909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0" name="Google Shape;1340;p5"/>
            <p:cNvSpPr/>
            <p:nvPr/>
          </p:nvSpPr>
          <p:spPr>
            <a:xfrm>
              <a:off x="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1" name="Google Shape;1341;p5"/>
            <p:cNvSpPr/>
            <p:nvPr/>
          </p:nvSpPr>
          <p:spPr>
            <a:xfrm>
              <a:off x="38100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2" name="Google Shape;1342;p5"/>
            <p:cNvSpPr/>
            <p:nvPr/>
          </p:nvSpPr>
          <p:spPr>
            <a:xfrm>
              <a:off x="76201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3" name="Google Shape;1343;p5"/>
            <p:cNvSpPr/>
            <p:nvPr/>
          </p:nvSpPr>
          <p:spPr>
            <a:xfrm>
              <a:off x="114301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4" name="Google Shape;1344;p5"/>
            <p:cNvSpPr/>
            <p:nvPr/>
          </p:nvSpPr>
          <p:spPr>
            <a:xfrm>
              <a:off x="152402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5" name="Google Shape;1345;p5"/>
            <p:cNvSpPr/>
            <p:nvPr/>
          </p:nvSpPr>
          <p:spPr>
            <a:xfrm>
              <a:off x="190502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6" name="Google Shape;1346;p5"/>
            <p:cNvSpPr/>
            <p:nvPr/>
          </p:nvSpPr>
          <p:spPr>
            <a:xfrm>
              <a:off x="228603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7" name="Google Shape;1347;p5"/>
            <p:cNvSpPr/>
            <p:nvPr/>
          </p:nvSpPr>
          <p:spPr>
            <a:xfrm>
              <a:off x="266703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8" name="Google Shape;1348;p5"/>
            <p:cNvSpPr/>
            <p:nvPr/>
          </p:nvSpPr>
          <p:spPr>
            <a:xfrm>
              <a:off x="304804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9" name="Google Shape;1349;p5"/>
            <p:cNvSpPr/>
            <p:nvPr/>
          </p:nvSpPr>
          <p:spPr>
            <a:xfrm>
              <a:off x="342904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0" name="Google Shape;1350;p5"/>
            <p:cNvSpPr/>
            <p:nvPr/>
          </p:nvSpPr>
          <p:spPr>
            <a:xfrm>
              <a:off x="381005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1" name="Google Shape;1351;p5"/>
            <p:cNvSpPr/>
            <p:nvPr/>
          </p:nvSpPr>
          <p:spPr>
            <a:xfrm>
              <a:off x="419105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2" name="Google Shape;1352;p5"/>
            <p:cNvSpPr/>
            <p:nvPr/>
          </p:nvSpPr>
          <p:spPr>
            <a:xfrm>
              <a:off x="457206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3" name="Google Shape;1353;p5"/>
            <p:cNvSpPr/>
            <p:nvPr/>
          </p:nvSpPr>
          <p:spPr>
            <a:xfrm>
              <a:off x="495306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4" name="Google Shape;1354;p5"/>
            <p:cNvSpPr/>
            <p:nvPr/>
          </p:nvSpPr>
          <p:spPr>
            <a:xfrm>
              <a:off x="533407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5" name="Google Shape;1355;p5"/>
            <p:cNvSpPr/>
            <p:nvPr/>
          </p:nvSpPr>
          <p:spPr>
            <a:xfrm>
              <a:off x="571507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6" name="Google Shape;1356;p5"/>
            <p:cNvSpPr/>
            <p:nvPr/>
          </p:nvSpPr>
          <p:spPr>
            <a:xfrm>
              <a:off x="609608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7" name="Google Shape;1357;p5"/>
            <p:cNvSpPr/>
            <p:nvPr/>
          </p:nvSpPr>
          <p:spPr>
            <a:xfrm>
              <a:off x="647708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8" name="Google Shape;1358;p5"/>
            <p:cNvSpPr/>
            <p:nvPr/>
          </p:nvSpPr>
          <p:spPr>
            <a:xfrm>
              <a:off x="685809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9" name="Google Shape;1359;p5"/>
            <p:cNvSpPr/>
            <p:nvPr/>
          </p:nvSpPr>
          <p:spPr>
            <a:xfrm>
              <a:off x="723909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0" name="Google Shape;1360;p5"/>
            <p:cNvSpPr/>
            <p:nvPr/>
          </p:nvSpPr>
          <p:spPr>
            <a:xfrm>
              <a:off x="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1" name="Google Shape;1361;p5"/>
            <p:cNvSpPr/>
            <p:nvPr/>
          </p:nvSpPr>
          <p:spPr>
            <a:xfrm>
              <a:off x="38100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2" name="Google Shape;1362;p5"/>
            <p:cNvSpPr/>
            <p:nvPr/>
          </p:nvSpPr>
          <p:spPr>
            <a:xfrm>
              <a:off x="76201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3" name="Google Shape;1363;p5"/>
            <p:cNvSpPr/>
            <p:nvPr/>
          </p:nvSpPr>
          <p:spPr>
            <a:xfrm>
              <a:off x="114301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4" name="Google Shape;1364;p5"/>
            <p:cNvSpPr/>
            <p:nvPr/>
          </p:nvSpPr>
          <p:spPr>
            <a:xfrm>
              <a:off x="152402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5" name="Google Shape;1365;p5"/>
            <p:cNvSpPr/>
            <p:nvPr/>
          </p:nvSpPr>
          <p:spPr>
            <a:xfrm>
              <a:off x="190502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6" name="Google Shape;1366;p5"/>
            <p:cNvSpPr/>
            <p:nvPr/>
          </p:nvSpPr>
          <p:spPr>
            <a:xfrm>
              <a:off x="228603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7" name="Google Shape;1367;p5"/>
            <p:cNvSpPr/>
            <p:nvPr/>
          </p:nvSpPr>
          <p:spPr>
            <a:xfrm>
              <a:off x="266703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8" name="Google Shape;1368;p5"/>
            <p:cNvSpPr/>
            <p:nvPr/>
          </p:nvSpPr>
          <p:spPr>
            <a:xfrm>
              <a:off x="304804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9" name="Google Shape;1369;p5"/>
            <p:cNvSpPr/>
            <p:nvPr/>
          </p:nvSpPr>
          <p:spPr>
            <a:xfrm>
              <a:off x="342904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0" name="Google Shape;1370;p5"/>
            <p:cNvSpPr/>
            <p:nvPr/>
          </p:nvSpPr>
          <p:spPr>
            <a:xfrm>
              <a:off x="381005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1" name="Google Shape;1371;p5"/>
            <p:cNvSpPr/>
            <p:nvPr/>
          </p:nvSpPr>
          <p:spPr>
            <a:xfrm>
              <a:off x="419105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2" name="Google Shape;1372;p5"/>
            <p:cNvSpPr/>
            <p:nvPr/>
          </p:nvSpPr>
          <p:spPr>
            <a:xfrm>
              <a:off x="457206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3" name="Google Shape;1373;p5"/>
            <p:cNvSpPr/>
            <p:nvPr/>
          </p:nvSpPr>
          <p:spPr>
            <a:xfrm>
              <a:off x="495306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4" name="Google Shape;1374;p5"/>
            <p:cNvSpPr/>
            <p:nvPr/>
          </p:nvSpPr>
          <p:spPr>
            <a:xfrm>
              <a:off x="533407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5" name="Google Shape;1375;p5"/>
            <p:cNvSpPr/>
            <p:nvPr/>
          </p:nvSpPr>
          <p:spPr>
            <a:xfrm>
              <a:off x="571507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6" name="Google Shape;1376;p5"/>
            <p:cNvSpPr/>
            <p:nvPr/>
          </p:nvSpPr>
          <p:spPr>
            <a:xfrm>
              <a:off x="609608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7" name="Google Shape;1377;p5"/>
            <p:cNvSpPr/>
            <p:nvPr/>
          </p:nvSpPr>
          <p:spPr>
            <a:xfrm>
              <a:off x="647708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8" name="Google Shape;1378;p5"/>
            <p:cNvSpPr/>
            <p:nvPr/>
          </p:nvSpPr>
          <p:spPr>
            <a:xfrm>
              <a:off x="685809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9" name="Google Shape;1379;p5"/>
            <p:cNvSpPr/>
            <p:nvPr/>
          </p:nvSpPr>
          <p:spPr>
            <a:xfrm>
              <a:off x="723909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0" name="Google Shape;1380;p5"/>
            <p:cNvSpPr/>
            <p:nvPr/>
          </p:nvSpPr>
          <p:spPr>
            <a:xfrm>
              <a:off x="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1" name="Google Shape;1381;p5"/>
            <p:cNvSpPr/>
            <p:nvPr/>
          </p:nvSpPr>
          <p:spPr>
            <a:xfrm>
              <a:off x="38100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2" name="Google Shape;1382;p5"/>
            <p:cNvSpPr/>
            <p:nvPr/>
          </p:nvSpPr>
          <p:spPr>
            <a:xfrm>
              <a:off x="76201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3" name="Google Shape;1383;p5"/>
            <p:cNvSpPr/>
            <p:nvPr/>
          </p:nvSpPr>
          <p:spPr>
            <a:xfrm>
              <a:off x="114301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4" name="Google Shape;1384;p5"/>
            <p:cNvSpPr/>
            <p:nvPr/>
          </p:nvSpPr>
          <p:spPr>
            <a:xfrm>
              <a:off x="152402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5" name="Google Shape;1385;p5"/>
            <p:cNvSpPr/>
            <p:nvPr/>
          </p:nvSpPr>
          <p:spPr>
            <a:xfrm>
              <a:off x="190502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6" name="Google Shape;1386;p5"/>
            <p:cNvSpPr/>
            <p:nvPr/>
          </p:nvSpPr>
          <p:spPr>
            <a:xfrm>
              <a:off x="228603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7" name="Google Shape;1387;p5"/>
            <p:cNvSpPr/>
            <p:nvPr/>
          </p:nvSpPr>
          <p:spPr>
            <a:xfrm>
              <a:off x="266703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8" name="Google Shape;1388;p5"/>
            <p:cNvSpPr/>
            <p:nvPr/>
          </p:nvSpPr>
          <p:spPr>
            <a:xfrm>
              <a:off x="304804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9" name="Google Shape;1389;p5"/>
            <p:cNvSpPr/>
            <p:nvPr/>
          </p:nvSpPr>
          <p:spPr>
            <a:xfrm>
              <a:off x="342904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0" name="Google Shape;1390;p5"/>
            <p:cNvSpPr/>
            <p:nvPr/>
          </p:nvSpPr>
          <p:spPr>
            <a:xfrm>
              <a:off x="381005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1" name="Google Shape;1391;p5"/>
            <p:cNvSpPr/>
            <p:nvPr/>
          </p:nvSpPr>
          <p:spPr>
            <a:xfrm>
              <a:off x="419105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2" name="Google Shape;1392;p5"/>
            <p:cNvSpPr/>
            <p:nvPr/>
          </p:nvSpPr>
          <p:spPr>
            <a:xfrm>
              <a:off x="457206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3" name="Google Shape;1393;p5"/>
            <p:cNvSpPr/>
            <p:nvPr/>
          </p:nvSpPr>
          <p:spPr>
            <a:xfrm>
              <a:off x="495306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4" name="Google Shape;1394;p5"/>
            <p:cNvSpPr/>
            <p:nvPr/>
          </p:nvSpPr>
          <p:spPr>
            <a:xfrm>
              <a:off x="533407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5" name="Google Shape;1395;p5"/>
            <p:cNvSpPr/>
            <p:nvPr/>
          </p:nvSpPr>
          <p:spPr>
            <a:xfrm>
              <a:off x="571507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6" name="Google Shape;1396;p5"/>
            <p:cNvSpPr/>
            <p:nvPr/>
          </p:nvSpPr>
          <p:spPr>
            <a:xfrm>
              <a:off x="609608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7" name="Google Shape;1397;p5"/>
            <p:cNvSpPr/>
            <p:nvPr/>
          </p:nvSpPr>
          <p:spPr>
            <a:xfrm>
              <a:off x="647708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8" name="Google Shape;1398;p5"/>
            <p:cNvSpPr/>
            <p:nvPr/>
          </p:nvSpPr>
          <p:spPr>
            <a:xfrm>
              <a:off x="685809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9" name="Google Shape;1399;p5"/>
            <p:cNvSpPr/>
            <p:nvPr/>
          </p:nvSpPr>
          <p:spPr>
            <a:xfrm>
              <a:off x="723909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0" name="Google Shape;1400;p5"/>
            <p:cNvSpPr/>
            <p:nvPr/>
          </p:nvSpPr>
          <p:spPr>
            <a:xfrm>
              <a:off x="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1" name="Google Shape;1401;p5"/>
            <p:cNvSpPr/>
            <p:nvPr/>
          </p:nvSpPr>
          <p:spPr>
            <a:xfrm>
              <a:off x="38100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2" name="Google Shape;1402;p5"/>
            <p:cNvSpPr/>
            <p:nvPr/>
          </p:nvSpPr>
          <p:spPr>
            <a:xfrm>
              <a:off x="76201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3" name="Google Shape;1403;p5"/>
            <p:cNvSpPr/>
            <p:nvPr/>
          </p:nvSpPr>
          <p:spPr>
            <a:xfrm>
              <a:off x="114301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4" name="Google Shape;1404;p5"/>
            <p:cNvSpPr/>
            <p:nvPr/>
          </p:nvSpPr>
          <p:spPr>
            <a:xfrm>
              <a:off x="152402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5" name="Google Shape;1405;p5"/>
            <p:cNvSpPr/>
            <p:nvPr/>
          </p:nvSpPr>
          <p:spPr>
            <a:xfrm>
              <a:off x="190502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6" name="Google Shape;1406;p5"/>
            <p:cNvSpPr/>
            <p:nvPr/>
          </p:nvSpPr>
          <p:spPr>
            <a:xfrm>
              <a:off x="228603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7" name="Google Shape;1407;p5"/>
            <p:cNvSpPr/>
            <p:nvPr/>
          </p:nvSpPr>
          <p:spPr>
            <a:xfrm>
              <a:off x="266703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8" name="Google Shape;1408;p5"/>
            <p:cNvSpPr/>
            <p:nvPr/>
          </p:nvSpPr>
          <p:spPr>
            <a:xfrm>
              <a:off x="304804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9" name="Google Shape;1409;p5"/>
            <p:cNvSpPr/>
            <p:nvPr/>
          </p:nvSpPr>
          <p:spPr>
            <a:xfrm>
              <a:off x="342904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0" name="Google Shape;1410;p5"/>
            <p:cNvSpPr/>
            <p:nvPr/>
          </p:nvSpPr>
          <p:spPr>
            <a:xfrm>
              <a:off x="381005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1" name="Google Shape;1411;p5"/>
            <p:cNvSpPr/>
            <p:nvPr/>
          </p:nvSpPr>
          <p:spPr>
            <a:xfrm>
              <a:off x="419105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2" name="Google Shape;1412;p5"/>
            <p:cNvSpPr/>
            <p:nvPr/>
          </p:nvSpPr>
          <p:spPr>
            <a:xfrm>
              <a:off x="457206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3" name="Google Shape;1413;p5"/>
            <p:cNvSpPr/>
            <p:nvPr/>
          </p:nvSpPr>
          <p:spPr>
            <a:xfrm>
              <a:off x="495306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4" name="Google Shape;1414;p5"/>
            <p:cNvSpPr/>
            <p:nvPr/>
          </p:nvSpPr>
          <p:spPr>
            <a:xfrm>
              <a:off x="533407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5" name="Google Shape;1415;p5"/>
            <p:cNvSpPr/>
            <p:nvPr/>
          </p:nvSpPr>
          <p:spPr>
            <a:xfrm>
              <a:off x="571507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6" name="Google Shape;1416;p5"/>
            <p:cNvSpPr/>
            <p:nvPr/>
          </p:nvSpPr>
          <p:spPr>
            <a:xfrm>
              <a:off x="609608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7" name="Google Shape;1417;p5"/>
            <p:cNvSpPr/>
            <p:nvPr/>
          </p:nvSpPr>
          <p:spPr>
            <a:xfrm>
              <a:off x="647708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8" name="Google Shape;1418;p5"/>
            <p:cNvSpPr/>
            <p:nvPr/>
          </p:nvSpPr>
          <p:spPr>
            <a:xfrm>
              <a:off x="685809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9" name="Google Shape;1419;p5"/>
            <p:cNvSpPr/>
            <p:nvPr/>
          </p:nvSpPr>
          <p:spPr>
            <a:xfrm>
              <a:off x="723909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0" name="Google Shape;1420;p5"/>
            <p:cNvSpPr/>
            <p:nvPr/>
          </p:nvSpPr>
          <p:spPr>
            <a:xfrm>
              <a:off x="7620110" y="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1" name="Google Shape;1421;p5"/>
            <p:cNvSpPr/>
            <p:nvPr/>
          </p:nvSpPr>
          <p:spPr>
            <a:xfrm>
              <a:off x="8001115" y="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2" name="Google Shape;1422;p5"/>
            <p:cNvSpPr/>
            <p:nvPr/>
          </p:nvSpPr>
          <p:spPr>
            <a:xfrm>
              <a:off x="8382120" y="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3" name="Google Shape;1423;p5"/>
            <p:cNvSpPr/>
            <p:nvPr/>
          </p:nvSpPr>
          <p:spPr>
            <a:xfrm>
              <a:off x="8763125" y="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4" name="Google Shape;1424;p5"/>
            <p:cNvSpPr/>
            <p:nvPr/>
          </p:nvSpPr>
          <p:spPr>
            <a:xfrm>
              <a:off x="7620110" y="342894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5" name="Google Shape;1425;p5"/>
            <p:cNvSpPr/>
            <p:nvPr/>
          </p:nvSpPr>
          <p:spPr>
            <a:xfrm>
              <a:off x="8001115" y="342894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6" name="Google Shape;1426;p5"/>
            <p:cNvSpPr/>
            <p:nvPr/>
          </p:nvSpPr>
          <p:spPr>
            <a:xfrm>
              <a:off x="8382120" y="342894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7" name="Google Shape;1427;p5"/>
            <p:cNvSpPr/>
            <p:nvPr/>
          </p:nvSpPr>
          <p:spPr>
            <a:xfrm>
              <a:off x="8763125" y="342894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8" name="Google Shape;1428;p5"/>
            <p:cNvSpPr/>
            <p:nvPr/>
          </p:nvSpPr>
          <p:spPr>
            <a:xfrm>
              <a:off x="7620110" y="685788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9" name="Google Shape;1429;p5"/>
            <p:cNvSpPr/>
            <p:nvPr/>
          </p:nvSpPr>
          <p:spPr>
            <a:xfrm>
              <a:off x="8001115" y="685788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0" name="Google Shape;1430;p5"/>
            <p:cNvSpPr/>
            <p:nvPr/>
          </p:nvSpPr>
          <p:spPr>
            <a:xfrm>
              <a:off x="8382120" y="685788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1" name="Google Shape;1431;p5"/>
            <p:cNvSpPr/>
            <p:nvPr/>
          </p:nvSpPr>
          <p:spPr>
            <a:xfrm>
              <a:off x="8763125" y="685788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2" name="Google Shape;1432;p5"/>
            <p:cNvSpPr/>
            <p:nvPr/>
          </p:nvSpPr>
          <p:spPr>
            <a:xfrm>
              <a:off x="7620110" y="1028682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3" name="Google Shape;1433;p5"/>
            <p:cNvSpPr/>
            <p:nvPr/>
          </p:nvSpPr>
          <p:spPr>
            <a:xfrm>
              <a:off x="8001115" y="1028682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4" name="Google Shape;1434;p5"/>
            <p:cNvSpPr/>
            <p:nvPr/>
          </p:nvSpPr>
          <p:spPr>
            <a:xfrm>
              <a:off x="8382120" y="1028682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5" name="Google Shape;1435;p5"/>
            <p:cNvSpPr/>
            <p:nvPr/>
          </p:nvSpPr>
          <p:spPr>
            <a:xfrm>
              <a:off x="8763125" y="1028682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6" name="Google Shape;1436;p5"/>
            <p:cNvSpPr/>
            <p:nvPr/>
          </p:nvSpPr>
          <p:spPr>
            <a:xfrm>
              <a:off x="7620110" y="1371576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7" name="Google Shape;1437;p5"/>
            <p:cNvSpPr/>
            <p:nvPr/>
          </p:nvSpPr>
          <p:spPr>
            <a:xfrm>
              <a:off x="8001115" y="1371576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8" name="Google Shape;1438;p5"/>
            <p:cNvSpPr/>
            <p:nvPr/>
          </p:nvSpPr>
          <p:spPr>
            <a:xfrm>
              <a:off x="8382120" y="1371576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9" name="Google Shape;1439;p5"/>
            <p:cNvSpPr/>
            <p:nvPr/>
          </p:nvSpPr>
          <p:spPr>
            <a:xfrm>
              <a:off x="8763125" y="1371576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0" name="Google Shape;1440;p5"/>
            <p:cNvSpPr/>
            <p:nvPr/>
          </p:nvSpPr>
          <p:spPr>
            <a:xfrm>
              <a:off x="7620110" y="171447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1" name="Google Shape;1441;p5"/>
            <p:cNvSpPr/>
            <p:nvPr/>
          </p:nvSpPr>
          <p:spPr>
            <a:xfrm>
              <a:off x="8001115" y="171447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2" name="Google Shape;1442;p5"/>
            <p:cNvSpPr/>
            <p:nvPr/>
          </p:nvSpPr>
          <p:spPr>
            <a:xfrm>
              <a:off x="8382120" y="171447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3" name="Google Shape;1443;p5"/>
            <p:cNvSpPr/>
            <p:nvPr/>
          </p:nvSpPr>
          <p:spPr>
            <a:xfrm>
              <a:off x="8763125" y="171447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4" name="Google Shape;1444;p5"/>
            <p:cNvSpPr/>
            <p:nvPr/>
          </p:nvSpPr>
          <p:spPr>
            <a:xfrm>
              <a:off x="7620110" y="205736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5" name="Google Shape;1445;p5"/>
            <p:cNvSpPr/>
            <p:nvPr/>
          </p:nvSpPr>
          <p:spPr>
            <a:xfrm>
              <a:off x="8001115" y="205736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6" name="Google Shape;1446;p5"/>
            <p:cNvSpPr/>
            <p:nvPr/>
          </p:nvSpPr>
          <p:spPr>
            <a:xfrm>
              <a:off x="8382120" y="205736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7" name="Google Shape;1447;p5"/>
            <p:cNvSpPr/>
            <p:nvPr/>
          </p:nvSpPr>
          <p:spPr>
            <a:xfrm>
              <a:off x="8763125" y="205736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8" name="Google Shape;1448;p5"/>
            <p:cNvSpPr/>
            <p:nvPr/>
          </p:nvSpPr>
          <p:spPr>
            <a:xfrm>
              <a:off x="7620110" y="2400259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9" name="Google Shape;1449;p5"/>
            <p:cNvSpPr/>
            <p:nvPr/>
          </p:nvSpPr>
          <p:spPr>
            <a:xfrm>
              <a:off x="8001115" y="2400259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0" name="Google Shape;1450;p5"/>
            <p:cNvSpPr/>
            <p:nvPr/>
          </p:nvSpPr>
          <p:spPr>
            <a:xfrm>
              <a:off x="8382120" y="2400259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1" name="Google Shape;1451;p5"/>
            <p:cNvSpPr/>
            <p:nvPr/>
          </p:nvSpPr>
          <p:spPr>
            <a:xfrm>
              <a:off x="8763125" y="2400259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2" name="Google Shape;1452;p5"/>
            <p:cNvSpPr/>
            <p:nvPr/>
          </p:nvSpPr>
          <p:spPr>
            <a:xfrm>
              <a:off x="7620110" y="274315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3" name="Google Shape;1453;p5"/>
            <p:cNvSpPr/>
            <p:nvPr/>
          </p:nvSpPr>
          <p:spPr>
            <a:xfrm>
              <a:off x="8001115" y="274315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4" name="Google Shape;1454;p5"/>
            <p:cNvSpPr/>
            <p:nvPr/>
          </p:nvSpPr>
          <p:spPr>
            <a:xfrm>
              <a:off x="8382120" y="274315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5" name="Google Shape;1455;p5"/>
            <p:cNvSpPr/>
            <p:nvPr/>
          </p:nvSpPr>
          <p:spPr>
            <a:xfrm>
              <a:off x="8763125" y="274315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6" name="Google Shape;1456;p5"/>
            <p:cNvSpPr/>
            <p:nvPr/>
          </p:nvSpPr>
          <p:spPr>
            <a:xfrm>
              <a:off x="7620110" y="308604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7" name="Google Shape;1457;p5"/>
            <p:cNvSpPr/>
            <p:nvPr/>
          </p:nvSpPr>
          <p:spPr>
            <a:xfrm>
              <a:off x="8001115" y="308604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8" name="Google Shape;1458;p5"/>
            <p:cNvSpPr/>
            <p:nvPr/>
          </p:nvSpPr>
          <p:spPr>
            <a:xfrm>
              <a:off x="8382120" y="308604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9" name="Google Shape;1459;p5"/>
            <p:cNvSpPr/>
            <p:nvPr/>
          </p:nvSpPr>
          <p:spPr>
            <a:xfrm>
              <a:off x="8763125" y="308604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0" name="Google Shape;1460;p5"/>
            <p:cNvSpPr/>
            <p:nvPr/>
          </p:nvSpPr>
          <p:spPr>
            <a:xfrm>
              <a:off x="7620110" y="342894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1" name="Google Shape;1461;p5"/>
            <p:cNvSpPr/>
            <p:nvPr/>
          </p:nvSpPr>
          <p:spPr>
            <a:xfrm>
              <a:off x="8001115" y="342894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2" name="Google Shape;1462;p5"/>
            <p:cNvSpPr/>
            <p:nvPr/>
          </p:nvSpPr>
          <p:spPr>
            <a:xfrm>
              <a:off x="8382120" y="342894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3" name="Google Shape;1463;p5"/>
            <p:cNvSpPr/>
            <p:nvPr/>
          </p:nvSpPr>
          <p:spPr>
            <a:xfrm>
              <a:off x="8763125" y="342894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4" name="Google Shape;1464;p5"/>
            <p:cNvSpPr/>
            <p:nvPr/>
          </p:nvSpPr>
          <p:spPr>
            <a:xfrm>
              <a:off x="7620110" y="377182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5" name="Google Shape;1465;p5"/>
            <p:cNvSpPr/>
            <p:nvPr/>
          </p:nvSpPr>
          <p:spPr>
            <a:xfrm>
              <a:off x="8001115" y="377182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6" name="Google Shape;1466;p5"/>
            <p:cNvSpPr/>
            <p:nvPr/>
          </p:nvSpPr>
          <p:spPr>
            <a:xfrm>
              <a:off x="8382120" y="377182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7" name="Google Shape;1467;p5"/>
            <p:cNvSpPr/>
            <p:nvPr/>
          </p:nvSpPr>
          <p:spPr>
            <a:xfrm>
              <a:off x="8763125" y="377182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8" name="Google Shape;1468;p5"/>
            <p:cNvSpPr/>
            <p:nvPr/>
          </p:nvSpPr>
          <p:spPr>
            <a:xfrm>
              <a:off x="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9" name="Google Shape;1469;p5"/>
            <p:cNvSpPr/>
            <p:nvPr/>
          </p:nvSpPr>
          <p:spPr>
            <a:xfrm>
              <a:off x="38100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0" name="Google Shape;1470;p5"/>
            <p:cNvSpPr/>
            <p:nvPr/>
          </p:nvSpPr>
          <p:spPr>
            <a:xfrm>
              <a:off x="76201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1" name="Google Shape;1471;p5"/>
            <p:cNvSpPr/>
            <p:nvPr/>
          </p:nvSpPr>
          <p:spPr>
            <a:xfrm>
              <a:off x="114301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2" name="Google Shape;1472;p5"/>
            <p:cNvSpPr/>
            <p:nvPr/>
          </p:nvSpPr>
          <p:spPr>
            <a:xfrm>
              <a:off x="152402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3" name="Google Shape;1473;p5"/>
            <p:cNvSpPr/>
            <p:nvPr/>
          </p:nvSpPr>
          <p:spPr>
            <a:xfrm>
              <a:off x="190502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4" name="Google Shape;1474;p5"/>
            <p:cNvSpPr/>
            <p:nvPr/>
          </p:nvSpPr>
          <p:spPr>
            <a:xfrm>
              <a:off x="228603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5" name="Google Shape;1475;p5"/>
            <p:cNvSpPr/>
            <p:nvPr/>
          </p:nvSpPr>
          <p:spPr>
            <a:xfrm>
              <a:off x="266703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6" name="Google Shape;1476;p5"/>
            <p:cNvSpPr/>
            <p:nvPr/>
          </p:nvSpPr>
          <p:spPr>
            <a:xfrm>
              <a:off x="304804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7" name="Google Shape;1477;p5"/>
            <p:cNvSpPr/>
            <p:nvPr/>
          </p:nvSpPr>
          <p:spPr>
            <a:xfrm>
              <a:off x="342904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8" name="Google Shape;1478;p5"/>
            <p:cNvSpPr/>
            <p:nvPr/>
          </p:nvSpPr>
          <p:spPr>
            <a:xfrm>
              <a:off x="381005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9" name="Google Shape;1479;p5"/>
            <p:cNvSpPr/>
            <p:nvPr/>
          </p:nvSpPr>
          <p:spPr>
            <a:xfrm>
              <a:off x="419105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0" name="Google Shape;1480;p5"/>
            <p:cNvSpPr/>
            <p:nvPr/>
          </p:nvSpPr>
          <p:spPr>
            <a:xfrm>
              <a:off x="457206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1" name="Google Shape;1481;p5"/>
            <p:cNvSpPr/>
            <p:nvPr/>
          </p:nvSpPr>
          <p:spPr>
            <a:xfrm>
              <a:off x="495306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2" name="Google Shape;1482;p5"/>
            <p:cNvSpPr/>
            <p:nvPr/>
          </p:nvSpPr>
          <p:spPr>
            <a:xfrm>
              <a:off x="533407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3" name="Google Shape;1483;p5"/>
            <p:cNvSpPr/>
            <p:nvPr/>
          </p:nvSpPr>
          <p:spPr>
            <a:xfrm>
              <a:off x="571507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4" name="Google Shape;1484;p5"/>
            <p:cNvSpPr/>
            <p:nvPr/>
          </p:nvSpPr>
          <p:spPr>
            <a:xfrm>
              <a:off x="609608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5" name="Google Shape;1485;p5"/>
            <p:cNvSpPr/>
            <p:nvPr/>
          </p:nvSpPr>
          <p:spPr>
            <a:xfrm>
              <a:off x="647708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6" name="Google Shape;1486;p5"/>
            <p:cNvSpPr/>
            <p:nvPr/>
          </p:nvSpPr>
          <p:spPr>
            <a:xfrm>
              <a:off x="685809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7" name="Google Shape;1487;p5"/>
            <p:cNvSpPr/>
            <p:nvPr/>
          </p:nvSpPr>
          <p:spPr>
            <a:xfrm>
              <a:off x="723909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8" name="Google Shape;1488;p5"/>
            <p:cNvSpPr/>
            <p:nvPr/>
          </p:nvSpPr>
          <p:spPr>
            <a:xfrm>
              <a:off x="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9" name="Google Shape;1489;p5"/>
            <p:cNvSpPr/>
            <p:nvPr/>
          </p:nvSpPr>
          <p:spPr>
            <a:xfrm>
              <a:off x="38100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0" name="Google Shape;1490;p5"/>
            <p:cNvSpPr/>
            <p:nvPr/>
          </p:nvSpPr>
          <p:spPr>
            <a:xfrm>
              <a:off x="76201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1" name="Google Shape;1491;p5"/>
            <p:cNvSpPr/>
            <p:nvPr/>
          </p:nvSpPr>
          <p:spPr>
            <a:xfrm>
              <a:off x="114301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2" name="Google Shape;1492;p5"/>
            <p:cNvSpPr/>
            <p:nvPr/>
          </p:nvSpPr>
          <p:spPr>
            <a:xfrm>
              <a:off x="152402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3" name="Google Shape;1493;p5"/>
            <p:cNvSpPr/>
            <p:nvPr/>
          </p:nvSpPr>
          <p:spPr>
            <a:xfrm>
              <a:off x="190502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4" name="Google Shape;1494;p5"/>
            <p:cNvSpPr/>
            <p:nvPr/>
          </p:nvSpPr>
          <p:spPr>
            <a:xfrm>
              <a:off x="228603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5" name="Google Shape;1495;p5"/>
            <p:cNvSpPr/>
            <p:nvPr/>
          </p:nvSpPr>
          <p:spPr>
            <a:xfrm>
              <a:off x="266703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6" name="Google Shape;1496;p5"/>
            <p:cNvSpPr/>
            <p:nvPr/>
          </p:nvSpPr>
          <p:spPr>
            <a:xfrm>
              <a:off x="304804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7" name="Google Shape;1497;p5"/>
            <p:cNvSpPr/>
            <p:nvPr/>
          </p:nvSpPr>
          <p:spPr>
            <a:xfrm>
              <a:off x="342904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8" name="Google Shape;1498;p5"/>
            <p:cNvSpPr/>
            <p:nvPr/>
          </p:nvSpPr>
          <p:spPr>
            <a:xfrm>
              <a:off x="381005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9" name="Google Shape;1499;p5"/>
            <p:cNvSpPr/>
            <p:nvPr/>
          </p:nvSpPr>
          <p:spPr>
            <a:xfrm>
              <a:off x="419105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0" name="Google Shape;1500;p5"/>
            <p:cNvSpPr/>
            <p:nvPr/>
          </p:nvSpPr>
          <p:spPr>
            <a:xfrm>
              <a:off x="457206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1" name="Google Shape;1501;p5"/>
            <p:cNvSpPr/>
            <p:nvPr/>
          </p:nvSpPr>
          <p:spPr>
            <a:xfrm>
              <a:off x="495306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2" name="Google Shape;1502;p5"/>
            <p:cNvSpPr/>
            <p:nvPr/>
          </p:nvSpPr>
          <p:spPr>
            <a:xfrm>
              <a:off x="533407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3" name="Google Shape;1503;p5"/>
            <p:cNvSpPr/>
            <p:nvPr/>
          </p:nvSpPr>
          <p:spPr>
            <a:xfrm>
              <a:off x="571507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4" name="Google Shape;1504;p5"/>
            <p:cNvSpPr/>
            <p:nvPr/>
          </p:nvSpPr>
          <p:spPr>
            <a:xfrm>
              <a:off x="609608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5" name="Google Shape;1505;p5"/>
            <p:cNvSpPr/>
            <p:nvPr/>
          </p:nvSpPr>
          <p:spPr>
            <a:xfrm>
              <a:off x="647708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6" name="Google Shape;1506;p5"/>
            <p:cNvSpPr/>
            <p:nvPr/>
          </p:nvSpPr>
          <p:spPr>
            <a:xfrm>
              <a:off x="685809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7" name="Google Shape;1507;p5"/>
            <p:cNvSpPr/>
            <p:nvPr/>
          </p:nvSpPr>
          <p:spPr>
            <a:xfrm>
              <a:off x="723909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8" name="Google Shape;1508;p5"/>
            <p:cNvSpPr/>
            <p:nvPr/>
          </p:nvSpPr>
          <p:spPr>
            <a:xfrm>
              <a:off x="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9" name="Google Shape;1509;p5"/>
            <p:cNvSpPr/>
            <p:nvPr/>
          </p:nvSpPr>
          <p:spPr>
            <a:xfrm>
              <a:off x="38100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0" name="Google Shape;1510;p5"/>
            <p:cNvSpPr/>
            <p:nvPr/>
          </p:nvSpPr>
          <p:spPr>
            <a:xfrm>
              <a:off x="76201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1" name="Google Shape;1511;p5"/>
            <p:cNvSpPr/>
            <p:nvPr/>
          </p:nvSpPr>
          <p:spPr>
            <a:xfrm>
              <a:off x="114301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2" name="Google Shape;1512;p5"/>
            <p:cNvSpPr/>
            <p:nvPr/>
          </p:nvSpPr>
          <p:spPr>
            <a:xfrm>
              <a:off x="152402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3" name="Google Shape;1513;p5"/>
            <p:cNvSpPr/>
            <p:nvPr/>
          </p:nvSpPr>
          <p:spPr>
            <a:xfrm>
              <a:off x="190502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4" name="Google Shape;1514;p5"/>
            <p:cNvSpPr/>
            <p:nvPr/>
          </p:nvSpPr>
          <p:spPr>
            <a:xfrm>
              <a:off x="228603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5" name="Google Shape;1515;p5"/>
            <p:cNvSpPr/>
            <p:nvPr/>
          </p:nvSpPr>
          <p:spPr>
            <a:xfrm>
              <a:off x="266703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6" name="Google Shape;1516;p5"/>
            <p:cNvSpPr/>
            <p:nvPr/>
          </p:nvSpPr>
          <p:spPr>
            <a:xfrm>
              <a:off x="304804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7" name="Google Shape;1517;p5"/>
            <p:cNvSpPr/>
            <p:nvPr/>
          </p:nvSpPr>
          <p:spPr>
            <a:xfrm>
              <a:off x="342904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8" name="Google Shape;1518;p5"/>
            <p:cNvSpPr/>
            <p:nvPr/>
          </p:nvSpPr>
          <p:spPr>
            <a:xfrm>
              <a:off x="381005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9" name="Google Shape;1519;p5"/>
            <p:cNvSpPr/>
            <p:nvPr/>
          </p:nvSpPr>
          <p:spPr>
            <a:xfrm>
              <a:off x="419105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0" name="Google Shape;1520;p5"/>
            <p:cNvSpPr/>
            <p:nvPr/>
          </p:nvSpPr>
          <p:spPr>
            <a:xfrm>
              <a:off x="457206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1" name="Google Shape;1521;p5"/>
            <p:cNvSpPr/>
            <p:nvPr/>
          </p:nvSpPr>
          <p:spPr>
            <a:xfrm>
              <a:off x="495306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2" name="Google Shape;1522;p5"/>
            <p:cNvSpPr/>
            <p:nvPr/>
          </p:nvSpPr>
          <p:spPr>
            <a:xfrm>
              <a:off x="533407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3" name="Google Shape;1523;p5"/>
            <p:cNvSpPr/>
            <p:nvPr/>
          </p:nvSpPr>
          <p:spPr>
            <a:xfrm>
              <a:off x="571507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4" name="Google Shape;1524;p5"/>
            <p:cNvSpPr/>
            <p:nvPr/>
          </p:nvSpPr>
          <p:spPr>
            <a:xfrm>
              <a:off x="609608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5" name="Google Shape;1525;p5"/>
            <p:cNvSpPr/>
            <p:nvPr/>
          </p:nvSpPr>
          <p:spPr>
            <a:xfrm>
              <a:off x="647708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6" name="Google Shape;1526;p5"/>
            <p:cNvSpPr/>
            <p:nvPr/>
          </p:nvSpPr>
          <p:spPr>
            <a:xfrm>
              <a:off x="685809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7" name="Google Shape;1527;p5"/>
            <p:cNvSpPr/>
            <p:nvPr/>
          </p:nvSpPr>
          <p:spPr>
            <a:xfrm>
              <a:off x="723909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8" name="Google Shape;1528;p5"/>
            <p:cNvSpPr/>
            <p:nvPr/>
          </p:nvSpPr>
          <p:spPr>
            <a:xfrm>
              <a:off x="7620110" y="411471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9" name="Google Shape;1529;p5"/>
            <p:cNvSpPr/>
            <p:nvPr/>
          </p:nvSpPr>
          <p:spPr>
            <a:xfrm>
              <a:off x="8001115" y="411471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0" name="Google Shape;1530;p5"/>
            <p:cNvSpPr/>
            <p:nvPr/>
          </p:nvSpPr>
          <p:spPr>
            <a:xfrm>
              <a:off x="8382120" y="411471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1" name="Google Shape;1531;p5"/>
            <p:cNvSpPr/>
            <p:nvPr/>
          </p:nvSpPr>
          <p:spPr>
            <a:xfrm>
              <a:off x="8763125" y="411471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2" name="Google Shape;1532;p5"/>
            <p:cNvSpPr/>
            <p:nvPr/>
          </p:nvSpPr>
          <p:spPr>
            <a:xfrm>
              <a:off x="7620110" y="445760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3" name="Google Shape;1533;p5"/>
            <p:cNvSpPr/>
            <p:nvPr/>
          </p:nvSpPr>
          <p:spPr>
            <a:xfrm>
              <a:off x="8001115" y="445760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4" name="Google Shape;1534;p5"/>
            <p:cNvSpPr/>
            <p:nvPr/>
          </p:nvSpPr>
          <p:spPr>
            <a:xfrm>
              <a:off x="8382120" y="445760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5" name="Google Shape;1535;p5"/>
            <p:cNvSpPr/>
            <p:nvPr/>
          </p:nvSpPr>
          <p:spPr>
            <a:xfrm>
              <a:off x="8763125" y="445760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6" name="Google Shape;1536;p5"/>
            <p:cNvSpPr/>
            <p:nvPr/>
          </p:nvSpPr>
          <p:spPr>
            <a:xfrm>
              <a:off x="7620110" y="480049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7" name="Google Shape;1537;p5"/>
            <p:cNvSpPr/>
            <p:nvPr/>
          </p:nvSpPr>
          <p:spPr>
            <a:xfrm>
              <a:off x="8001115" y="480049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8" name="Google Shape;1538;p5"/>
            <p:cNvSpPr/>
            <p:nvPr/>
          </p:nvSpPr>
          <p:spPr>
            <a:xfrm>
              <a:off x="8382120" y="480049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9" name="Google Shape;1539;p5"/>
            <p:cNvSpPr/>
            <p:nvPr/>
          </p:nvSpPr>
          <p:spPr>
            <a:xfrm>
              <a:off x="8763125" y="480049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40" name="Google Shape;1540;p5"/>
          <p:cNvSpPr/>
          <p:nvPr/>
        </p:nvSpPr>
        <p:spPr>
          <a:xfrm flipH="1">
            <a:off x="0" y="0"/>
            <a:ext cx="9144000" cy="5143500"/>
          </a:xfrm>
          <a:prstGeom prst="rtTriangle">
            <a:avLst/>
          </a:prstGeom>
          <a:solidFill>
            <a:srgbClr val="005051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541" name="Google Shape;1541;p5"/>
          <p:cNvGrpSpPr/>
          <p:nvPr/>
        </p:nvGrpSpPr>
        <p:grpSpPr>
          <a:xfrm>
            <a:off x="553048" y="535000"/>
            <a:ext cx="8105852" cy="4302000"/>
            <a:chOff x="553048" y="535000"/>
            <a:chExt cx="8105852" cy="4302000"/>
          </a:xfrm>
        </p:grpSpPr>
        <p:sp>
          <p:nvSpPr>
            <p:cNvPr id="1542" name="Google Shape;1542;p5"/>
            <p:cNvSpPr/>
            <p:nvPr/>
          </p:nvSpPr>
          <p:spPr>
            <a:xfrm>
              <a:off x="942300" y="763600"/>
              <a:ext cx="7716600" cy="4073400"/>
            </a:xfrm>
            <a:prstGeom prst="roundRect">
              <a:avLst>
                <a:gd fmla="val 2480" name="adj"/>
              </a:avLst>
            </a:prstGeom>
            <a:solidFill>
              <a:srgbClr val="222828">
                <a:alpha val="2039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3" name="Google Shape;1543;p5"/>
            <p:cNvSpPr/>
            <p:nvPr/>
          </p:nvSpPr>
          <p:spPr>
            <a:xfrm>
              <a:off x="712275" y="535000"/>
              <a:ext cx="7716600" cy="4073400"/>
            </a:xfrm>
            <a:prstGeom prst="roundRect">
              <a:avLst>
                <a:gd fmla="val 2480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4" name="Google Shape;1544;p5"/>
            <p:cNvSpPr/>
            <p:nvPr/>
          </p:nvSpPr>
          <p:spPr>
            <a:xfrm>
              <a:off x="848698" y="898261"/>
              <a:ext cx="317374" cy="317436"/>
            </a:xfrm>
            <a:custGeom>
              <a:rect b="b" l="l" r="r" t="t"/>
              <a:pathLst>
                <a:path extrusionOk="0" h="15212" w="15209">
                  <a:moveTo>
                    <a:pt x="7604" y="0"/>
                  </a:moveTo>
                  <a:cubicBezTo>
                    <a:pt x="3404" y="0"/>
                    <a:pt x="0" y="3405"/>
                    <a:pt x="0" y="7605"/>
                  </a:cubicBezTo>
                  <a:cubicBezTo>
                    <a:pt x="0" y="11805"/>
                    <a:pt x="3404" y="15212"/>
                    <a:pt x="7604" y="15212"/>
                  </a:cubicBezTo>
                  <a:cubicBezTo>
                    <a:pt x="11804" y="15212"/>
                    <a:pt x="15209" y="11805"/>
                    <a:pt x="15209" y="7605"/>
                  </a:cubicBezTo>
                  <a:cubicBezTo>
                    <a:pt x="15209" y="3405"/>
                    <a:pt x="11804" y="0"/>
                    <a:pt x="760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5" name="Google Shape;1545;p5"/>
            <p:cNvSpPr/>
            <p:nvPr/>
          </p:nvSpPr>
          <p:spPr>
            <a:xfrm>
              <a:off x="553048" y="931482"/>
              <a:ext cx="549400" cy="250994"/>
            </a:xfrm>
            <a:custGeom>
              <a:rect b="b" l="l" r="r" t="t"/>
              <a:pathLst>
                <a:path extrusionOk="0" h="12028" w="26328">
                  <a:moveTo>
                    <a:pt x="1493" y="0"/>
                  </a:moveTo>
                  <a:cubicBezTo>
                    <a:pt x="671" y="0"/>
                    <a:pt x="0" y="668"/>
                    <a:pt x="0" y="1494"/>
                  </a:cubicBezTo>
                  <a:cubicBezTo>
                    <a:pt x="0" y="2319"/>
                    <a:pt x="671" y="2990"/>
                    <a:pt x="1493" y="2990"/>
                  </a:cubicBezTo>
                  <a:lnTo>
                    <a:pt x="19596" y="2990"/>
                  </a:lnTo>
                  <a:cubicBezTo>
                    <a:pt x="21591" y="2990"/>
                    <a:pt x="23340" y="4081"/>
                    <a:pt x="23340" y="5330"/>
                  </a:cubicBezTo>
                  <a:lnTo>
                    <a:pt x="23340" y="6698"/>
                  </a:lnTo>
                  <a:cubicBezTo>
                    <a:pt x="23340" y="7944"/>
                    <a:pt x="21591" y="9038"/>
                    <a:pt x="19596" y="9038"/>
                  </a:cubicBezTo>
                  <a:lnTo>
                    <a:pt x="1493" y="9038"/>
                  </a:lnTo>
                  <a:cubicBezTo>
                    <a:pt x="671" y="9038"/>
                    <a:pt x="0" y="9706"/>
                    <a:pt x="0" y="10532"/>
                  </a:cubicBezTo>
                  <a:cubicBezTo>
                    <a:pt x="0" y="11357"/>
                    <a:pt x="671" y="12028"/>
                    <a:pt x="1493" y="12028"/>
                  </a:cubicBezTo>
                  <a:lnTo>
                    <a:pt x="19596" y="12028"/>
                  </a:lnTo>
                  <a:lnTo>
                    <a:pt x="19596" y="12025"/>
                  </a:lnTo>
                  <a:cubicBezTo>
                    <a:pt x="23370" y="12025"/>
                    <a:pt x="26327" y="9685"/>
                    <a:pt x="26327" y="6695"/>
                  </a:cubicBezTo>
                  <a:lnTo>
                    <a:pt x="26327" y="5327"/>
                  </a:lnTo>
                  <a:cubicBezTo>
                    <a:pt x="26327" y="2340"/>
                    <a:pt x="23370" y="0"/>
                    <a:pt x="19596" y="0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6" name="Google Shape;1546;p5"/>
            <p:cNvSpPr/>
            <p:nvPr/>
          </p:nvSpPr>
          <p:spPr>
            <a:xfrm>
              <a:off x="848698" y="1332681"/>
              <a:ext cx="317374" cy="317457"/>
            </a:xfrm>
            <a:custGeom>
              <a:rect b="b" l="l" r="r" t="t"/>
              <a:pathLst>
                <a:path extrusionOk="0" h="15213" w="15209">
                  <a:moveTo>
                    <a:pt x="7604" y="1"/>
                  </a:moveTo>
                  <a:cubicBezTo>
                    <a:pt x="3404" y="1"/>
                    <a:pt x="0" y="3408"/>
                    <a:pt x="0" y="7608"/>
                  </a:cubicBezTo>
                  <a:cubicBezTo>
                    <a:pt x="0" y="11808"/>
                    <a:pt x="3404" y="15212"/>
                    <a:pt x="7604" y="15212"/>
                  </a:cubicBezTo>
                  <a:cubicBezTo>
                    <a:pt x="11804" y="15212"/>
                    <a:pt x="15209" y="11808"/>
                    <a:pt x="15209" y="7608"/>
                  </a:cubicBezTo>
                  <a:cubicBezTo>
                    <a:pt x="15209" y="3408"/>
                    <a:pt x="11804" y="1"/>
                    <a:pt x="760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7" name="Google Shape;1547;p5"/>
            <p:cNvSpPr/>
            <p:nvPr/>
          </p:nvSpPr>
          <p:spPr>
            <a:xfrm>
              <a:off x="553048" y="1365902"/>
              <a:ext cx="549400" cy="251015"/>
            </a:xfrm>
            <a:custGeom>
              <a:rect b="b" l="l" r="r" t="t"/>
              <a:pathLst>
                <a:path extrusionOk="0" h="12029" w="26328">
                  <a:moveTo>
                    <a:pt x="1493" y="1"/>
                  </a:moveTo>
                  <a:cubicBezTo>
                    <a:pt x="671" y="1"/>
                    <a:pt x="0" y="671"/>
                    <a:pt x="0" y="1497"/>
                  </a:cubicBezTo>
                  <a:cubicBezTo>
                    <a:pt x="0" y="2320"/>
                    <a:pt x="671" y="2990"/>
                    <a:pt x="1493" y="2990"/>
                  </a:cubicBezTo>
                  <a:lnTo>
                    <a:pt x="19596" y="2990"/>
                  </a:lnTo>
                  <a:cubicBezTo>
                    <a:pt x="21591" y="2990"/>
                    <a:pt x="23340" y="4084"/>
                    <a:pt x="23340" y="5330"/>
                  </a:cubicBezTo>
                  <a:lnTo>
                    <a:pt x="23340" y="6699"/>
                  </a:lnTo>
                  <a:cubicBezTo>
                    <a:pt x="23340" y="7948"/>
                    <a:pt x="21591" y="9042"/>
                    <a:pt x="19596" y="9042"/>
                  </a:cubicBezTo>
                  <a:lnTo>
                    <a:pt x="1493" y="9042"/>
                  </a:lnTo>
                  <a:cubicBezTo>
                    <a:pt x="671" y="9042"/>
                    <a:pt x="0" y="9709"/>
                    <a:pt x="0" y="10535"/>
                  </a:cubicBezTo>
                  <a:cubicBezTo>
                    <a:pt x="0" y="11361"/>
                    <a:pt x="671" y="12028"/>
                    <a:pt x="1493" y="12028"/>
                  </a:cubicBezTo>
                  <a:lnTo>
                    <a:pt x="19596" y="12028"/>
                  </a:lnTo>
                  <a:cubicBezTo>
                    <a:pt x="23370" y="12028"/>
                    <a:pt x="26327" y="9688"/>
                    <a:pt x="26327" y="6699"/>
                  </a:cubicBezTo>
                  <a:lnTo>
                    <a:pt x="26327" y="5330"/>
                  </a:lnTo>
                  <a:cubicBezTo>
                    <a:pt x="26327" y="2344"/>
                    <a:pt x="23370" y="1"/>
                    <a:pt x="19596" y="1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8" name="Google Shape;1548;p5"/>
            <p:cNvSpPr/>
            <p:nvPr/>
          </p:nvSpPr>
          <p:spPr>
            <a:xfrm>
              <a:off x="848698" y="1767184"/>
              <a:ext cx="317374" cy="317436"/>
            </a:xfrm>
            <a:custGeom>
              <a:rect b="b" l="l" r="r" t="t"/>
              <a:pathLst>
                <a:path extrusionOk="0" h="15212" w="15209">
                  <a:moveTo>
                    <a:pt x="7604" y="0"/>
                  </a:moveTo>
                  <a:cubicBezTo>
                    <a:pt x="3404" y="0"/>
                    <a:pt x="0" y="3404"/>
                    <a:pt x="0" y="7605"/>
                  </a:cubicBezTo>
                  <a:cubicBezTo>
                    <a:pt x="0" y="11805"/>
                    <a:pt x="3404" y="15212"/>
                    <a:pt x="7604" y="15212"/>
                  </a:cubicBezTo>
                  <a:cubicBezTo>
                    <a:pt x="11804" y="15212"/>
                    <a:pt x="15209" y="11805"/>
                    <a:pt x="15209" y="7605"/>
                  </a:cubicBezTo>
                  <a:cubicBezTo>
                    <a:pt x="15209" y="3404"/>
                    <a:pt x="11804" y="0"/>
                    <a:pt x="760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9" name="Google Shape;1549;p5"/>
            <p:cNvSpPr/>
            <p:nvPr/>
          </p:nvSpPr>
          <p:spPr>
            <a:xfrm>
              <a:off x="553048" y="1800405"/>
              <a:ext cx="549400" cy="250994"/>
            </a:xfrm>
            <a:custGeom>
              <a:rect b="b" l="l" r="r" t="t"/>
              <a:pathLst>
                <a:path extrusionOk="0" h="12028" w="26328">
                  <a:moveTo>
                    <a:pt x="1493" y="0"/>
                  </a:moveTo>
                  <a:cubicBezTo>
                    <a:pt x="671" y="0"/>
                    <a:pt x="0" y="668"/>
                    <a:pt x="0" y="1493"/>
                  </a:cubicBezTo>
                  <a:cubicBezTo>
                    <a:pt x="0" y="2319"/>
                    <a:pt x="671" y="2990"/>
                    <a:pt x="1493" y="2990"/>
                  </a:cubicBezTo>
                  <a:lnTo>
                    <a:pt x="19596" y="2990"/>
                  </a:lnTo>
                  <a:cubicBezTo>
                    <a:pt x="21591" y="2990"/>
                    <a:pt x="23340" y="4081"/>
                    <a:pt x="23340" y="5330"/>
                  </a:cubicBezTo>
                  <a:lnTo>
                    <a:pt x="23340" y="6695"/>
                  </a:lnTo>
                  <a:cubicBezTo>
                    <a:pt x="23340" y="7944"/>
                    <a:pt x="21591" y="9038"/>
                    <a:pt x="19596" y="9038"/>
                  </a:cubicBezTo>
                  <a:lnTo>
                    <a:pt x="1493" y="9038"/>
                  </a:lnTo>
                  <a:cubicBezTo>
                    <a:pt x="671" y="9038"/>
                    <a:pt x="0" y="9706"/>
                    <a:pt x="0" y="10532"/>
                  </a:cubicBezTo>
                  <a:cubicBezTo>
                    <a:pt x="0" y="11357"/>
                    <a:pt x="671" y="12028"/>
                    <a:pt x="1493" y="12028"/>
                  </a:cubicBezTo>
                  <a:lnTo>
                    <a:pt x="19596" y="12028"/>
                  </a:lnTo>
                  <a:lnTo>
                    <a:pt x="19596" y="12025"/>
                  </a:lnTo>
                  <a:cubicBezTo>
                    <a:pt x="23370" y="12025"/>
                    <a:pt x="26327" y="9685"/>
                    <a:pt x="26327" y="6695"/>
                  </a:cubicBezTo>
                  <a:lnTo>
                    <a:pt x="26327" y="5327"/>
                  </a:lnTo>
                  <a:cubicBezTo>
                    <a:pt x="26327" y="2340"/>
                    <a:pt x="23370" y="0"/>
                    <a:pt x="19596" y="0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0" name="Google Shape;1550;p5"/>
            <p:cNvSpPr/>
            <p:nvPr/>
          </p:nvSpPr>
          <p:spPr>
            <a:xfrm>
              <a:off x="848698" y="2201603"/>
              <a:ext cx="317374" cy="317457"/>
            </a:xfrm>
            <a:custGeom>
              <a:rect b="b" l="l" r="r" t="t"/>
              <a:pathLst>
                <a:path extrusionOk="0" h="15213" w="15209">
                  <a:moveTo>
                    <a:pt x="7604" y="1"/>
                  </a:moveTo>
                  <a:cubicBezTo>
                    <a:pt x="3404" y="1"/>
                    <a:pt x="0" y="3405"/>
                    <a:pt x="0" y="7608"/>
                  </a:cubicBezTo>
                  <a:cubicBezTo>
                    <a:pt x="0" y="11808"/>
                    <a:pt x="3404" y="15212"/>
                    <a:pt x="7604" y="15212"/>
                  </a:cubicBezTo>
                  <a:cubicBezTo>
                    <a:pt x="11804" y="15212"/>
                    <a:pt x="15209" y="11808"/>
                    <a:pt x="15209" y="7608"/>
                  </a:cubicBezTo>
                  <a:cubicBezTo>
                    <a:pt x="15209" y="3405"/>
                    <a:pt x="11804" y="1"/>
                    <a:pt x="760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1" name="Google Shape;1551;p5"/>
            <p:cNvSpPr/>
            <p:nvPr/>
          </p:nvSpPr>
          <p:spPr>
            <a:xfrm>
              <a:off x="553048" y="2234824"/>
              <a:ext cx="549400" cy="251015"/>
            </a:xfrm>
            <a:custGeom>
              <a:rect b="b" l="l" r="r" t="t"/>
              <a:pathLst>
                <a:path extrusionOk="0" h="12029" w="26328">
                  <a:moveTo>
                    <a:pt x="1493" y="1"/>
                  </a:moveTo>
                  <a:cubicBezTo>
                    <a:pt x="671" y="1"/>
                    <a:pt x="0" y="668"/>
                    <a:pt x="0" y="1494"/>
                  </a:cubicBezTo>
                  <a:cubicBezTo>
                    <a:pt x="0" y="2320"/>
                    <a:pt x="671" y="2990"/>
                    <a:pt x="1493" y="2990"/>
                  </a:cubicBezTo>
                  <a:lnTo>
                    <a:pt x="19596" y="2990"/>
                  </a:lnTo>
                  <a:cubicBezTo>
                    <a:pt x="21591" y="2990"/>
                    <a:pt x="23340" y="4084"/>
                    <a:pt x="23340" y="5330"/>
                  </a:cubicBezTo>
                  <a:lnTo>
                    <a:pt x="23340" y="6699"/>
                  </a:lnTo>
                  <a:cubicBezTo>
                    <a:pt x="23340" y="7945"/>
                    <a:pt x="21591" y="9039"/>
                    <a:pt x="19596" y="9039"/>
                  </a:cubicBezTo>
                  <a:lnTo>
                    <a:pt x="1493" y="9039"/>
                  </a:lnTo>
                  <a:cubicBezTo>
                    <a:pt x="671" y="9039"/>
                    <a:pt x="0" y="9706"/>
                    <a:pt x="0" y="10532"/>
                  </a:cubicBezTo>
                  <a:cubicBezTo>
                    <a:pt x="0" y="11358"/>
                    <a:pt x="671" y="12028"/>
                    <a:pt x="1493" y="12028"/>
                  </a:cubicBezTo>
                  <a:lnTo>
                    <a:pt x="19596" y="12028"/>
                  </a:lnTo>
                  <a:lnTo>
                    <a:pt x="19596" y="12025"/>
                  </a:lnTo>
                  <a:cubicBezTo>
                    <a:pt x="23370" y="12025"/>
                    <a:pt x="26327" y="9685"/>
                    <a:pt x="26327" y="6699"/>
                  </a:cubicBezTo>
                  <a:lnTo>
                    <a:pt x="26327" y="5330"/>
                  </a:lnTo>
                  <a:cubicBezTo>
                    <a:pt x="26327" y="2341"/>
                    <a:pt x="23370" y="1"/>
                    <a:pt x="19596" y="1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2" name="Google Shape;1552;p5"/>
            <p:cNvSpPr/>
            <p:nvPr/>
          </p:nvSpPr>
          <p:spPr>
            <a:xfrm>
              <a:off x="848698" y="2636106"/>
              <a:ext cx="317374" cy="317374"/>
            </a:xfrm>
            <a:custGeom>
              <a:rect b="b" l="l" r="r" t="t"/>
              <a:pathLst>
                <a:path extrusionOk="0" h="15209" w="15209">
                  <a:moveTo>
                    <a:pt x="7604" y="0"/>
                  </a:moveTo>
                  <a:cubicBezTo>
                    <a:pt x="3404" y="0"/>
                    <a:pt x="0" y="3404"/>
                    <a:pt x="0" y="7604"/>
                  </a:cubicBezTo>
                  <a:cubicBezTo>
                    <a:pt x="0" y="11805"/>
                    <a:pt x="3404" y="15209"/>
                    <a:pt x="7604" y="15209"/>
                  </a:cubicBezTo>
                  <a:cubicBezTo>
                    <a:pt x="11804" y="15209"/>
                    <a:pt x="15209" y="11805"/>
                    <a:pt x="15209" y="7604"/>
                  </a:cubicBezTo>
                  <a:cubicBezTo>
                    <a:pt x="15209" y="3404"/>
                    <a:pt x="11804" y="0"/>
                    <a:pt x="760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3" name="Google Shape;1553;p5"/>
            <p:cNvSpPr/>
            <p:nvPr/>
          </p:nvSpPr>
          <p:spPr>
            <a:xfrm>
              <a:off x="553048" y="2669265"/>
              <a:ext cx="549400" cy="250994"/>
            </a:xfrm>
            <a:custGeom>
              <a:rect b="b" l="l" r="r" t="t"/>
              <a:pathLst>
                <a:path extrusionOk="0" h="12028" w="26328">
                  <a:moveTo>
                    <a:pt x="1493" y="0"/>
                  </a:moveTo>
                  <a:cubicBezTo>
                    <a:pt x="671" y="0"/>
                    <a:pt x="0" y="671"/>
                    <a:pt x="0" y="1496"/>
                  </a:cubicBezTo>
                  <a:cubicBezTo>
                    <a:pt x="0" y="2322"/>
                    <a:pt x="671" y="2990"/>
                    <a:pt x="1493" y="2990"/>
                  </a:cubicBezTo>
                  <a:lnTo>
                    <a:pt x="19596" y="2990"/>
                  </a:lnTo>
                  <a:cubicBezTo>
                    <a:pt x="21591" y="2990"/>
                    <a:pt x="23340" y="4084"/>
                    <a:pt x="23340" y="5330"/>
                  </a:cubicBezTo>
                  <a:lnTo>
                    <a:pt x="23340" y="6698"/>
                  </a:lnTo>
                  <a:cubicBezTo>
                    <a:pt x="23340" y="7947"/>
                    <a:pt x="21591" y="9041"/>
                    <a:pt x="19596" y="9041"/>
                  </a:cubicBezTo>
                  <a:lnTo>
                    <a:pt x="1493" y="9041"/>
                  </a:lnTo>
                  <a:cubicBezTo>
                    <a:pt x="671" y="9041"/>
                    <a:pt x="0" y="9709"/>
                    <a:pt x="0" y="10534"/>
                  </a:cubicBezTo>
                  <a:cubicBezTo>
                    <a:pt x="0" y="11360"/>
                    <a:pt x="671" y="12028"/>
                    <a:pt x="1493" y="12028"/>
                  </a:cubicBezTo>
                  <a:lnTo>
                    <a:pt x="19596" y="12028"/>
                  </a:lnTo>
                  <a:cubicBezTo>
                    <a:pt x="23370" y="12028"/>
                    <a:pt x="26327" y="9688"/>
                    <a:pt x="26327" y="6698"/>
                  </a:cubicBezTo>
                  <a:lnTo>
                    <a:pt x="26327" y="5330"/>
                  </a:lnTo>
                  <a:cubicBezTo>
                    <a:pt x="26327" y="2343"/>
                    <a:pt x="23370" y="0"/>
                    <a:pt x="19596" y="0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4" name="Google Shape;1554;p5"/>
            <p:cNvSpPr/>
            <p:nvPr/>
          </p:nvSpPr>
          <p:spPr>
            <a:xfrm>
              <a:off x="848698" y="3070526"/>
              <a:ext cx="317374" cy="317457"/>
            </a:xfrm>
            <a:custGeom>
              <a:rect b="b" l="l" r="r" t="t"/>
              <a:pathLst>
                <a:path extrusionOk="0" h="15213" w="15209">
                  <a:moveTo>
                    <a:pt x="7604" y="1"/>
                  </a:moveTo>
                  <a:cubicBezTo>
                    <a:pt x="3404" y="1"/>
                    <a:pt x="0" y="3405"/>
                    <a:pt x="0" y="7605"/>
                  </a:cubicBezTo>
                  <a:cubicBezTo>
                    <a:pt x="0" y="11805"/>
                    <a:pt x="3404" y="15212"/>
                    <a:pt x="7604" y="15212"/>
                  </a:cubicBezTo>
                  <a:cubicBezTo>
                    <a:pt x="11804" y="15212"/>
                    <a:pt x="15209" y="11805"/>
                    <a:pt x="15209" y="7605"/>
                  </a:cubicBezTo>
                  <a:cubicBezTo>
                    <a:pt x="15209" y="3405"/>
                    <a:pt x="11804" y="1"/>
                    <a:pt x="760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5" name="Google Shape;1555;p5"/>
            <p:cNvSpPr/>
            <p:nvPr/>
          </p:nvSpPr>
          <p:spPr>
            <a:xfrm>
              <a:off x="553048" y="3103747"/>
              <a:ext cx="549400" cy="251015"/>
            </a:xfrm>
            <a:custGeom>
              <a:rect b="b" l="l" r="r" t="t"/>
              <a:pathLst>
                <a:path extrusionOk="0" h="12029" w="26328">
                  <a:moveTo>
                    <a:pt x="1493" y="0"/>
                  </a:moveTo>
                  <a:cubicBezTo>
                    <a:pt x="671" y="0"/>
                    <a:pt x="0" y="668"/>
                    <a:pt x="0" y="1494"/>
                  </a:cubicBezTo>
                  <a:cubicBezTo>
                    <a:pt x="0" y="2320"/>
                    <a:pt x="671" y="2987"/>
                    <a:pt x="1493" y="2987"/>
                  </a:cubicBezTo>
                  <a:lnTo>
                    <a:pt x="19596" y="2987"/>
                  </a:lnTo>
                  <a:cubicBezTo>
                    <a:pt x="21591" y="2987"/>
                    <a:pt x="23340" y="4081"/>
                    <a:pt x="23340" y="5330"/>
                  </a:cubicBezTo>
                  <a:lnTo>
                    <a:pt x="23340" y="6696"/>
                  </a:lnTo>
                  <a:cubicBezTo>
                    <a:pt x="23340" y="7945"/>
                    <a:pt x="21591" y="9039"/>
                    <a:pt x="19596" y="9039"/>
                  </a:cubicBezTo>
                  <a:lnTo>
                    <a:pt x="1493" y="9039"/>
                  </a:lnTo>
                  <a:cubicBezTo>
                    <a:pt x="671" y="9039"/>
                    <a:pt x="0" y="9706"/>
                    <a:pt x="0" y="10532"/>
                  </a:cubicBezTo>
                  <a:cubicBezTo>
                    <a:pt x="0" y="11358"/>
                    <a:pt x="671" y="12028"/>
                    <a:pt x="1493" y="12028"/>
                  </a:cubicBezTo>
                  <a:lnTo>
                    <a:pt x="19596" y="12028"/>
                  </a:lnTo>
                  <a:lnTo>
                    <a:pt x="19596" y="12025"/>
                  </a:lnTo>
                  <a:cubicBezTo>
                    <a:pt x="23370" y="12025"/>
                    <a:pt x="26327" y="9685"/>
                    <a:pt x="26327" y="6696"/>
                  </a:cubicBezTo>
                  <a:lnTo>
                    <a:pt x="26327" y="5330"/>
                  </a:lnTo>
                  <a:cubicBezTo>
                    <a:pt x="26327" y="2340"/>
                    <a:pt x="23370" y="0"/>
                    <a:pt x="19596" y="0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6" name="Google Shape;1556;p5"/>
            <p:cNvSpPr/>
            <p:nvPr/>
          </p:nvSpPr>
          <p:spPr>
            <a:xfrm>
              <a:off x="848698" y="3504966"/>
              <a:ext cx="317374" cy="317436"/>
            </a:xfrm>
            <a:custGeom>
              <a:rect b="b" l="l" r="r" t="t"/>
              <a:pathLst>
                <a:path extrusionOk="0" h="15212" w="15209">
                  <a:moveTo>
                    <a:pt x="7604" y="0"/>
                  </a:moveTo>
                  <a:cubicBezTo>
                    <a:pt x="3404" y="0"/>
                    <a:pt x="0" y="3407"/>
                    <a:pt x="0" y="7607"/>
                  </a:cubicBezTo>
                  <a:cubicBezTo>
                    <a:pt x="0" y="11807"/>
                    <a:pt x="3404" y="15212"/>
                    <a:pt x="7604" y="15212"/>
                  </a:cubicBezTo>
                  <a:cubicBezTo>
                    <a:pt x="11804" y="15212"/>
                    <a:pt x="15209" y="11807"/>
                    <a:pt x="15209" y="7607"/>
                  </a:cubicBezTo>
                  <a:cubicBezTo>
                    <a:pt x="15209" y="3407"/>
                    <a:pt x="11804" y="0"/>
                    <a:pt x="760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7" name="Google Shape;1557;p5"/>
            <p:cNvSpPr/>
            <p:nvPr/>
          </p:nvSpPr>
          <p:spPr>
            <a:xfrm>
              <a:off x="553048" y="3538167"/>
              <a:ext cx="549400" cy="251015"/>
            </a:xfrm>
            <a:custGeom>
              <a:rect b="b" l="l" r="r" t="t"/>
              <a:pathLst>
                <a:path extrusionOk="0" h="12029" w="26328">
                  <a:moveTo>
                    <a:pt x="1493" y="1"/>
                  </a:moveTo>
                  <a:cubicBezTo>
                    <a:pt x="671" y="1"/>
                    <a:pt x="0" y="672"/>
                    <a:pt x="0" y="1497"/>
                  </a:cubicBezTo>
                  <a:cubicBezTo>
                    <a:pt x="0" y="2320"/>
                    <a:pt x="671" y="2991"/>
                    <a:pt x="1493" y="2991"/>
                  </a:cubicBezTo>
                  <a:lnTo>
                    <a:pt x="19596" y="2991"/>
                  </a:lnTo>
                  <a:cubicBezTo>
                    <a:pt x="21591" y="2991"/>
                    <a:pt x="23340" y="4085"/>
                    <a:pt x="23340" y="5331"/>
                  </a:cubicBezTo>
                  <a:lnTo>
                    <a:pt x="23340" y="6699"/>
                  </a:lnTo>
                  <a:cubicBezTo>
                    <a:pt x="23340" y="7948"/>
                    <a:pt x="21591" y="9042"/>
                    <a:pt x="19596" y="9042"/>
                  </a:cubicBezTo>
                  <a:lnTo>
                    <a:pt x="1493" y="9042"/>
                  </a:lnTo>
                  <a:cubicBezTo>
                    <a:pt x="671" y="9042"/>
                    <a:pt x="0" y="9710"/>
                    <a:pt x="0" y="10535"/>
                  </a:cubicBezTo>
                  <a:cubicBezTo>
                    <a:pt x="0" y="11361"/>
                    <a:pt x="671" y="12029"/>
                    <a:pt x="1493" y="12029"/>
                  </a:cubicBezTo>
                  <a:lnTo>
                    <a:pt x="19596" y="12029"/>
                  </a:lnTo>
                  <a:cubicBezTo>
                    <a:pt x="23370" y="12029"/>
                    <a:pt x="26327" y="9689"/>
                    <a:pt x="26327" y="6699"/>
                  </a:cubicBezTo>
                  <a:lnTo>
                    <a:pt x="26327" y="5331"/>
                  </a:lnTo>
                  <a:cubicBezTo>
                    <a:pt x="26327" y="2344"/>
                    <a:pt x="23370" y="1"/>
                    <a:pt x="19596" y="1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8" name="Google Shape;1558;p5"/>
            <p:cNvSpPr/>
            <p:nvPr/>
          </p:nvSpPr>
          <p:spPr>
            <a:xfrm>
              <a:off x="848698" y="3939449"/>
              <a:ext cx="317374" cy="317395"/>
            </a:xfrm>
            <a:custGeom>
              <a:rect b="b" l="l" r="r" t="t"/>
              <a:pathLst>
                <a:path extrusionOk="0" h="15210" w="15209">
                  <a:moveTo>
                    <a:pt x="7604" y="1"/>
                  </a:moveTo>
                  <a:cubicBezTo>
                    <a:pt x="3404" y="1"/>
                    <a:pt x="0" y="3405"/>
                    <a:pt x="0" y="7605"/>
                  </a:cubicBezTo>
                  <a:cubicBezTo>
                    <a:pt x="0" y="11805"/>
                    <a:pt x="3404" y="15209"/>
                    <a:pt x="7604" y="15209"/>
                  </a:cubicBezTo>
                  <a:cubicBezTo>
                    <a:pt x="11804" y="15209"/>
                    <a:pt x="15209" y="11805"/>
                    <a:pt x="15209" y="7605"/>
                  </a:cubicBezTo>
                  <a:cubicBezTo>
                    <a:pt x="15209" y="3405"/>
                    <a:pt x="11804" y="1"/>
                    <a:pt x="760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9" name="Google Shape;1559;p5"/>
            <p:cNvSpPr/>
            <p:nvPr/>
          </p:nvSpPr>
          <p:spPr>
            <a:xfrm>
              <a:off x="553048" y="3972670"/>
              <a:ext cx="549400" cy="251015"/>
            </a:xfrm>
            <a:custGeom>
              <a:rect b="b" l="l" r="r" t="t"/>
              <a:pathLst>
                <a:path extrusionOk="0" h="12029" w="26328">
                  <a:moveTo>
                    <a:pt x="1493" y="0"/>
                  </a:moveTo>
                  <a:cubicBezTo>
                    <a:pt x="671" y="0"/>
                    <a:pt x="0" y="668"/>
                    <a:pt x="0" y="1494"/>
                  </a:cubicBezTo>
                  <a:cubicBezTo>
                    <a:pt x="0" y="2320"/>
                    <a:pt x="671" y="2990"/>
                    <a:pt x="1493" y="2990"/>
                  </a:cubicBezTo>
                  <a:lnTo>
                    <a:pt x="19596" y="2990"/>
                  </a:lnTo>
                  <a:cubicBezTo>
                    <a:pt x="21591" y="2990"/>
                    <a:pt x="23340" y="4081"/>
                    <a:pt x="23340" y="5330"/>
                  </a:cubicBezTo>
                  <a:lnTo>
                    <a:pt x="23340" y="6695"/>
                  </a:lnTo>
                  <a:cubicBezTo>
                    <a:pt x="23340" y="7944"/>
                    <a:pt x="21591" y="9038"/>
                    <a:pt x="19596" y="9038"/>
                  </a:cubicBezTo>
                  <a:lnTo>
                    <a:pt x="1493" y="9038"/>
                  </a:lnTo>
                  <a:cubicBezTo>
                    <a:pt x="671" y="9038"/>
                    <a:pt x="0" y="9706"/>
                    <a:pt x="0" y="10532"/>
                  </a:cubicBezTo>
                  <a:cubicBezTo>
                    <a:pt x="0" y="11358"/>
                    <a:pt x="671" y="12028"/>
                    <a:pt x="1493" y="12028"/>
                  </a:cubicBezTo>
                  <a:lnTo>
                    <a:pt x="19596" y="12028"/>
                  </a:lnTo>
                  <a:lnTo>
                    <a:pt x="19596" y="12025"/>
                  </a:lnTo>
                  <a:cubicBezTo>
                    <a:pt x="23370" y="12025"/>
                    <a:pt x="26327" y="9685"/>
                    <a:pt x="26327" y="6695"/>
                  </a:cubicBezTo>
                  <a:lnTo>
                    <a:pt x="26327" y="5327"/>
                  </a:lnTo>
                  <a:cubicBezTo>
                    <a:pt x="26327" y="2340"/>
                    <a:pt x="23370" y="0"/>
                    <a:pt x="19596" y="0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60" name="Google Shape;1560;p5"/>
          <p:cNvSpPr txBox="1"/>
          <p:nvPr>
            <p:ph type="title"/>
          </p:nvPr>
        </p:nvSpPr>
        <p:spPr>
          <a:xfrm>
            <a:off x="1747800" y="1924800"/>
            <a:ext cx="5648400" cy="12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61" name="Google Shape;1561;p5"/>
          <p:cNvSpPr/>
          <p:nvPr/>
        </p:nvSpPr>
        <p:spPr>
          <a:xfrm>
            <a:off x="8428900" y="1041975"/>
            <a:ext cx="143750" cy="647425"/>
          </a:xfrm>
          <a:custGeom>
            <a:rect b="b" l="l" r="r" t="t"/>
            <a:pathLst>
              <a:path extrusionOk="0" h="25897" w="5750">
                <a:moveTo>
                  <a:pt x="0" y="0"/>
                </a:moveTo>
                <a:lnTo>
                  <a:pt x="0" y="25897"/>
                </a:lnTo>
                <a:cubicBezTo>
                  <a:pt x="3176" y="25897"/>
                  <a:pt x="5749" y="23323"/>
                  <a:pt x="5749" y="20147"/>
                </a:cubicBezTo>
                <a:lnTo>
                  <a:pt x="5749" y="5752"/>
                </a:lnTo>
                <a:cubicBezTo>
                  <a:pt x="5749" y="2576"/>
                  <a:pt x="3176" y="0"/>
                  <a:pt x="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2" name="Google Shape;1562;p5"/>
          <p:cNvSpPr/>
          <p:nvPr/>
        </p:nvSpPr>
        <p:spPr>
          <a:xfrm>
            <a:off x="8428900" y="2620900"/>
            <a:ext cx="143750" cy="647425"/>
          </a:xfrm>
          <a:custGeom>
            <a:rect b="b" l="l" r="r" t="t"/>
            <a:pathLst>
              <a:path extrusionOk="0" h="25897" w="5750">
                <a:moveTo>
                  <a:pt x="0" y="0"/>
                </a:moveTo>
                <a:lnTo>
                  <a:pt x="0" y="25897"/>
                </a:lnTo>
                <a:cubicBezTo>
                  <a:pt x="3176" y="25897"/>
                  <a:pt x="5749" y="23323"/>
                  <a:pt x="5749" y="20148"/>
                </a:cubicBezTo>
                <a:lnTo>
                  <a:pt x="5749" y="5752"/>
                </a:lnTo>
                <a:cubicBezTo>
                  <a:pt x="5749" y="2577"/>
                  <a:pt x="3176" y="0"/>
                  <a:pt x="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3" name="Google Shape;1563;p5"/>
          <p:cNvSpPr/>
          <p:nvPr/>
        </p:nvSpPr>
        <p:spPr>
          <a:xfrm>
            <a:off x="8428900" y="1811900"/>
            <a:ext cx="143750" cy="647425"/>
          </a:xfrm>
          <a:custGeom>
            <a:rect b="b" l="l" r="r" t="t"/>
            <a:pathLst>
              <a:path extrusionOk="0" h="25897" w="5750">
                <a:moveTo>
                  <a:pt x="0" y="0"/>
                </a:moveTo>
                <a:lnTo>
                  <a:pt x="0" y="25897"/>
                </a:lnTo>
                <a:cubicBezTo>
                  <a:pt x="3176" y="25897"/>
                  <a:pt x="5749" y="23320"/>
                  <a:pt x="5749" y="20147"/>
                </a:cubicBezTo>
                <a:lnTo>
                  <a:pt x="5749" y="5749"/>
                </a:lnTo>
                <a:cubicBezTo>
                  <a:pt x="5749" y="2574"/>
                  <a:pt x="3176" y="0"/>
                  <a:pt x="0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4" name="Google Shape;1564;p5"/>
          <p:cNvSpPr/>
          <p:nvPr/>
        </p:nvSpPr>
        <p:spPr>
          <a:xfrm>
            <a:off x="8428900" y="3454000"/>
            <a:ext cx="143750" cy="647425"/>
          </a:xfrm>
          <a:custGeom>
            <a:rect b="b" l="l" r="r" t="t"/>
            <a:pathLst>
              <a:path extrusionOk="0" h="25897" w="5750">
                <a:moveTo>
                  <a:pt x="0" y="1"/>
                </a:moveTo>
                <a:lnTo>
                  <a:pt x="0" y="25897"/>
                </a:lnTo>
                <a:cubicBezTo>
                  <a:pt x="3176" y="25897"/>
                  <a:pt x="5749" y="23323"/>
                  <a:pt x="5749" y="20148"/>
                </a:cubicBezTo>
                <a:lnTo>
                  <a:pt x="5749" y="5752"/>
                </a:lnTo>
                <a:cubicBezTo>
                  <a:pt x="5749" y="2577"/>
                  <a:pt x="3176" y="1"/>
                  <a:pt x="0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5" name="Google Shape;1565;p5"/>
          <p:cNvSpPr/>
          <p:nvPr/>
        </p:nvSpPr>
        <p:spPr>
          <a:xfrm rot="-900008">
            <a:off x="1818499" y="4153738"/>
            <a:ext cx="585793" cy="623413"/>
          </a:xfrm>
          <a:custGeom>
            <a:rect b="b" l="l" r="r" t="t"/>
            <a:pathLst>
              <a:path extrusionOk="0" h="29017" w="27269">
                <a:moveTo>
                  <a:pt x="22507" y="0"/>
                </a:moveTo>
                <a:cubicBezTo>
                  <a:pt x="21719" y="0"/>
                  <a:pt x="20932" y="201"/>
                  <a:pt x="20248" y="603"/>
                </a:cubicBezTo>
                <a:cubicBezTo>
                  <a:pt x="20101" y="684"/>
                  <a:pt x="19960" y="774"/>
                  <a:pt x="19827" y="877"/>
                </a:cubicBezTo>
                <a:cubicBezTo>
                  <a:pt x="19689" y="973"/>
                  <a:pt x="19562" y="1080"/>
                  <a:pt x="19439" y="1195"/>
                </a:cubicBezTo>
                <a:cubicBezTo>
                  <a:pt x="19306" y="1313"/>
                  <a:pt x="19214" y="1408"/>
                  <a:pt x="19117" y="1505"/>
                </a:cubicBezTo>
                <a:lnTo>
                  <a:pt x="18821" y="1800"/>
                </a:lnTo>
                <a:lnTo>
                  <a:pt x="17642" y="2975"/>
                </a:lnTo>
                <a:lnTo>
                  <a:pt x="8210" y="12373"/>
                </a:lnTo>
                <a:lnTo>
                  <a:pt x="3494" y="17071"/>
                </a:lnTo>
                <a:lnTo>
                  <a:pt x="2315" y="18246"/>
                </a:lnTo>
                <a:lnTo>
                  <a:pt x="1721" y="18842"/>
                </a:lnTo>
                <a:cubicBezTo>
                  <a:pt x="1504" y="19073"/>
                  <a:pt x="1291" y="19311"/>
                  <a:pt x="1110" y="19576"/>
                </a:cubicBezTo>
                <a:cubicBezTo>
                  <a:pt x="744" y="20099"/>
                  <a:pt x="454" y="20675"/>
                  <a:pt x="267" y="21287"/>
                </a:cubicBezTo>
                <a:cubicBezTo>
                  <a:pt x="86" y="21900"/>
                  <a:pt x="1" y="22538"/>
                  <a:pt x="13" y="23174"/>
                </a:cubicBezTo>
                <a:cubicBezTo>
                  <a:pt x="35" y="24451"/>
                  <a:pt x="496" y="25713"/>
                  <a:pt x="1281" y="26719"/>
                </a:cubicBezTo>
                <a:cubicBezTo>
                  <a:pt x="1679" y="27216"/>
                  <a:pt x="2146" y="27657"/>
                  <a:pt x="2675" y="28015"/>
                </a:cubicBezTo>
                <a:cubicBezTo>
                  <a:pt x="3210" y="28365"/>
                  <a:pt x="3798" y="28634"/>
                  <a:pt x="4413" y="28805"/>
                </a:cubicBezTo>
                <a:cubicBezTo>
                  <a:pt x="4924" y="28947"/>
                  <a:pt x="5453" y="29016"/>
                  <a:pt x="5983" y="29016"/>
                </a:cubicBezTo>
                <a:cubicBezTo>
                  <a:pt x="6728" y="29016"/>
                  <a:pt x="7474" y="28878"/>
                  <a:pt x="8170" y="28610"/>
                </a:cubicBezTo>
                <a:cubicBezTo>
                  <a:pt x="8765" y="28375"/>
                  <a:pt x="9319" y="28045"/>
                  <a:pt x="9814" y="27642"/>
                </a:cubicBezTo>
                <a:lnTo>
                  <a:pt x="10170" y="27323"/>
                </a:lnTo>
                <a:cubicBezTo>
                  <a:pt x="10285" y="27216"/>
                  <a:pt x="10371" y="27125"/>
                  <a:pt x="10472" y="27025"/>
                </a:cubicBezTo>
                <a:lnTo>
                  <a:pt x="11063" y="26437"/>
                </a:lnTo>
                <a:lnTo>
                  <a:pt x="20495" y="17039"/>
                </a:lnTo>
                <a:cubicBezTo>
                  <a:pt x="21385" y="16152"/>
                  <a:pt x="21860" y="15184"/>
                  <a:pt x="21554" y="14878"/>
                </a:cubicBezTo>
                <a:cubicBezTo>
                  <a:pt x="21491" y="14814"/>
                  <a:pt x="21400" y="14784"/>
                  <a:pt x="21287" y="14784"/>
                </a:cubicBezTo>
                <a:cubicBezTo>
                  <a:pt x="20852" y="14784"/>
                  <a:pt x="20096" y="15227"/>
                  <a:pt x="19389" y="15931"/>
                </a:cubicBezTo>
                <a:lnTo>
                  <a:pt x="9957" y="25329"/>
                </a:lnTo>
                <a:lnTo>
                  <a:pt x="9369" y="25916"/>
                </a:lnTo>
                <a:cubicBezTo>
                  <a:pt x="9272" y="26009"/>
                  <a:pt x="9166" y="26121"/>
                  <a:pt x="9079" y="26200"/>
                </a:cubicBezTo>
                <a:lnTo>
                  <a:pt x="8814" y="26439"/>
                </a:lnTo>
                <a:cubicBezTo>
                  <a:pt x="8448" y="26735"/>
                  <a:pt x="8041" y="26978"/>
                  <a:pt x="7603" y="27152"/>
                </a:cubicBezTo>
                <a:cubicBezTo>
                  <a:pt x="7090" y="27349"/>
                  <a:pt x="6538" y="27451"/>
                  <a:pt x="5987" y="27451"/>
                </a:cubicBezTo>
                <a:cubicBezTo>
                  <a:pt x="5595" y="27451"/>
                  <a:pt x="5204" y="27399"/>
                  <a:pt x="4826" y="27294"/>
                </a:cubicBezTo>
                <a:cubicBezTo>
                  <a:pt x="4373" y="27166"/>
                  <a:pt x="3939" y="26970"/>
                  <a:pt x="3544" y="26715"/>
                </a:cubicBezTo>
                <a:cubicBezTo>
                  <a:pt x="3154" y="26449"/>
                  <a:pt x="2808" y="26121"/>
                  <a:pt x="2512" y="25753"/>
                </a:cubicBezTo>
                <a:cubicBezTo>
                  <a:pt x="1935" y="25011"/>
                  <a:pt x="1591" y="24083"/>
                  <a:pt x="1577" y="23138"/>
                </a:cubicBezTo>
                <a:cubicBezTo>
                  <a:pt x="1570" y="22667"/>
                  <a:pt x="1633" y="22194"/>
                  <a:pt x="1764" y="21743"/>
                </a:cubicBezTo>
                <a:cubicBezTo>
                  <a:pt x="1902" y="21291"/>
                  <a:pt x="2118" y="20866"/>
                  <a:pt x="2387" y="20480"/>
                </a:cubicBezTo>
                <a:cubicBezTo>
                  <a:pt x="2520" y="20285"/>
                  <a:pt x="2677" y="20110"/>
                  <a:pt x="2838" y="19937"/>
                </a:cubicBezTo>
                <a:lnTo>
                  <a:pt x="3418" y="19355"/>
                </a:lnTo>
                <a:lnTo>
                  <a:pt x="4597" y="18180"/>
                </a:lnTo>
                <a:lnTo>
                  <a:pt x="9313" y="13480"/>
                </a:lnTo>
                <a:lnTo>
                  <a:pt x="18747" y="4082"/>
                </a:lnTo>
                <a:lnTo>
                  <a:pt x="19926" y="2907"/>
                </a:lnTo>
                <a:lnTo>
                  <a:pt x="20220" y="2615"/>
                </a:lnTo>
                <a:cubicBezTo>
                  <a:pt x="20318" y="2515"/>
                  <a:pt x="20421" y="2412"/>
                  <a:pt x="20497" y="2348"/>
                </a:cubicBezTo>
                <a:cubicBezTo>
                  <a:pt x="20576" y="2273"/>
                  <a:pt x="20660" y="2201"/>
                  <a:pt x="20751" y="2140"/>
                </a:cubicBezTo>
                <a:cubicBezTo>
                  <a:pt x="20836" y="2070"/>
                  <a:pt x="20930" y="2014"/>
                  <a:pt x="21027" y="1961"/>
                </a:cubicBezTo>
                <a:cubicBezTo>
                  <a:pt x="21473" y="1696"/>
                  <a:pt x="21990" y="1565"/>
                  <a:pt x="22507" y="1565"/>
                </a:cubicBezTo>
                <a:cubicBezTo>
                  <a:pt x="22870" y="1565"/>
                  <a:pt x="23232" y="1629"/>
                  <a:pt x="23570" y="1758"/>
                </a:cubicBezTo>
                <a:cubicBezTo>
                  <a:pt x="24397" y="2056"/>
                  <a:pt x="25065" y="2764"/>
                  <a:pt x="25342" y="3593"/>
                </a:cubicBezTo>
                <a:cubicBezTo>
                  <a:pt x="25634" y="4424"/>
                  <a:pt x="25517" y="5384"/>
                  <a:pt x="25051" y="6128"/>
                </a:cubicBezTo>
                <a:cubicBezTo>
                  <a:pt x="24938" y="6315"/>
                  <a:pt x="24797" y="6486"/>
                  <a:pt x="24646" y="6647"/>
                </a:cubicBezTo>
                <a:lnTo>
                  <a:pt x="24063" y="7229"/>
                </a:lnTo>
                <a:lnTo>
                  <a:pt x="22884" y="8404"/>
                </a:lnTo>
                <a:lnTo>
                  <a:pt x="20526" y="10752"/>
                </a:lnTo>
                <a:lnTo>
                  <a:pt x="15811" y="15452"/>
                </a:lnTo>
                <a:lnTo>
                  <a:pt x="11095" y="20150"/>
                </a:lnTo>
                <a:lnTo>
                  <a:pt x="10506" y="20739"/>
                </a:lnTo>
                <a:cubicBezTo>
                  <a:pt x="10283" y="20961"/>
                  <a:pt x="10170" y="21073"/>
                  <a:pt x="10011" y="21174"/>
                </a:cubicBezTo>
                <a:cubicBezTo>
                  <a:pt x="9754" y="21340"/>
                  <a:pt x="9447" y="21423"/>
                  <a:pt x="9141" y="21423"/>
                </a:cubicBezTo>
                <a:cubicBezTo>
                  <a:pt x="9072" y="21423"/>
                  <a:pt x="9004" y="21419"/>
                  <a:pt x="8936" y="21411"/>
                </a:cubicBezTo>
                <a:cubicBezTo>
                  <a:pt x="8184" y="21331"/>
                  <a:pt x="7552" y="20653"/>
                  <a:pt x="7524" y="19898"/>
                </a:cubicBezTo>
                <a:cubicBezTo>
                  <a:pt x="7500" y="19524"/>
                  <a:pt x="7607" y="19142"/>
                  <a:pt x="7834" y="18846"/>
                </a:cubicBezTo>
                <a:cubicBezTo>
                  <a:pt x="7858" y="18806"/>
                  <a:pt x="7890" y="18770"/>
                  <a:pt x="7922" y="18737"/>
                </a:cubicBezTo>
                <a:cubicBezTo>
                  <a:pt x="7951" y="18701"/>
                  <a:pt x="7979" y="18667"/>
                  <a:pt x="8035" y="18611"/>
                </a:cubicBezTo>
                <a:lnTo>
                  <a:pt x="8325" y="18313"/>
                </a:lnTo>
                <a:lnTo>
                  <a:pt x="8906" y="17717"/>
                </a:lnTo>
                <a:lnTo>
                  <a:pt x="11224" y="15333"/>
                </a:lnTo>
                <a:lnTo>
                  <a:pt x="15864" y="10561"/>
                </a:lnTo>
                <a:cubicBezTo>
                  <a:pt x="16739" y="9661"/>
                  <a:pt x="17200" y="8685"/>
                  <a:pt x="16894" y="8380"/>
                </a:cubicBezTo>
                <a:cubicBezTo>
                  <a:pt x="16832" y="8319"/>
                  <a:pt x="16743" y="8290"/>
                  <a:pt x="16633" y="8290"/>
                </a:cubicBezTo>
                <a:cubicBezTo>
                  <a:pt x="16201" y="8290"/>
                  <a:pt x="15448" y="8744"/>
                  <a:pt x="14749" y="9464"/>
                </a:cubicBezTo>
                <a:lnTo>
                  <a:pt x="10105" y="14239"/>
                </a:lnTo>
                <a:lnTo>
                  <a:pt x="7784" y="16627"/>
                </a:lnTo>
                <a:lnTo>
                  <a:pt x="7204" y="17224"/>
                </a:lnTo>
                <a:lnTo>
                  <a:pt x="6914" y="17522"/>
                </a:lnTo>
                <a:cubicBezTo>
                  <a:pt x="6870" y="17566"/>
                  <a:pt x="6806" y="17635"/>
                  <a:pt x="6745" y="17705"/>
                </a:cubicBezTo>
                <a:cubicBezTo>
                  <a:pt x="6685" y="17774"/>
                  <a:pt x="6625" y="17844"/>
                  <a:pt x="6574" y="17920"/>
                </a:cubicBezTo>
                <a:cubicBezTo>
                  <a:pt x="6130" y="18510"/>
                  <a:pt x="5916" y="19262"/>
                  <a:pt x="5963" y="19993"/>
                </a:cubicBezTo>
                <a:cubicBezTo>
                  <a:pt x="6005" y="20725"/>
                  <a:pt x="6307" y="21448"/>
                  <a:pt x="6816" y="21979"/>
                </a:cubicBezTo>
                <a:cubicBezTo>
                  <a:pt x="7313" y="22514"/>
                  <a:pt x="8009" y="22878"/>
                  <a:pt x="8739" y="22963"/>
                </a:cubicBezTo>
                <a:cubicBezTo>
                  <a:pt x="8873" y="22981"/>
                  <a:pt x="9009" y="22989"/>
                  <a:pt x="9144" y="22989"/>
                </a:cubicBezTo>
                <a:cubicBezTo>
                  <a:pt x="9743" y="22989"/>
                  <a:pt x="10342" y="22822"/>
                  <a:pt x="10848" y="22496"/>
                </a:cubicBezTo>
                <a:cubicBezTo>
                  <a:pt x="11003" y="22395"/>
                  <a:pt x="11152" y="22287"/>
                  <a:pt x="11286" y="22162"/>
                </a:cubicBezTo>
                <a:cubicBezTo>
                  <a:pt x="11439" y="22025"/>
                  <a:pt x="11502" y="21951"/>
                  <a:pt x="11612" y="21848"/>
                </a:cubicBezTo>
                <a:lnTo>
                  <a:pt x="12200" y="21260"/>
                </a:lnTo>
                <a:lnTo>
                  <a:pt x="16916" y="16562"/>
                </a:lnTo>
                <a:lnTo>
                  <a:pt x="21632" y="11862"/>
                </a:lnTo>
                <a:lnTo>
                  <a:pt x="23990" y="9514"/>
                </a:lnTo>
                <a:lnTo>
                  <a:pt x="25169" y="8339"/>
                </a:lnTo>
                <a:lnTo>
                  <a:pt x="25763" y="7742"/>
                </a:lnTo>
                <a:cubicBezTo>
                  <a:pt x="25994" y="7502"/>
                  <a:pt x="26206" y="7241"/>
                  <a:pt x="26381" y="6955"/>
                </a:cubicBezTo>
                <a:cubicBezTo>
                  <a:pt x="27093" y="5816"/>
                  <a:pt x="27268" y="4360"/>
                  <a:pt x="26825" y="3092"/>
                </a:cubicBezTo>
                <a:cubicBezTo>
                  <a:pt x="26397" y="1820"/>
                  <a:pt x="25389" y="758"/>
                  <a:pt x="24125" y="295"/>
                </a:cubicBezTo>
                <a:cubicBezTo>
                  <a:pt x="23609" y="98"/>
                  <a:pt x="23058" y="0"/>
                  <a:pt x="2250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566" name="Google Shape;1566;p5"/>
          <p:cNvGrpSpPr/>
          <p:nvPr/>
        </p:nvGrpSpPr>
        <p:grpSpPr>
          <a:xfrm>
            <a:off x="6340450" y="4088531"/>
            <a:ext cx="1055760" cy="753780"/>
            <a:chOff x="3308425" y="649500"/>
            <a:chExt cx="947975" cy="676825"/>
          </a:xfrm>
        </p:grpSpPr>
        <p:sp>
          <p:nvSpPr>
            <p:cNvPr id="1567" name="Google Shape;1567;p5"/>
            <p:cNvSpPr/>
            <p:nvPr/>
          </p:nvSpPr>
          <p:spPr>
            <a:xfrm>
              <a:off x="3308425" y="649500"/>
              <a:ext cx="947975" cy="676275"/>
            </a:xfrm>
            <a:custGeom>
              <a:rect b="b" l="l" r="r" t="t"/>
              <a:pathLst>
                <a:path extrusionOk="0" h="27051" w="37919">
                  <a:moveTo>
                    <a:pt x="12816" y="19976"/>
                  </a:moveTo>
                  <a:cubicBezTo>
                    <a:pt x="12818" y="19976"/>
                    <a:pt x="12821" y="19976"/>
                    <a:pt x="12824" y="19976"/>
                  </a:cubicBezTo>
                  <a:lnTo>
                    <a:pt x="12824" y="19976"/>
                  </a:lnTo>
                  <a:cubicBezTo>
                    <a:pt x="12815" y="19979"/>
                    <a:pt x="12808" y="19979"/>
                    <a:pt x="12804" y="19979"/>
                  </a:cubicBezTo>
                  <a:cubicBezTo>
                    <a:pt x="12796" y="19979"/>
                    <a:pt x="12800" y="19976"/>
                    <a:pt x="12816" y="19976"/>
                  </a:cubicBezTo>
                  <a:close/>
                  <a:moveTo>
                    <a:pt x="23205" y="24113"/>
                  </a:moveTo>
                  <a:cubicBezTo>
                    <a:pt x="23209" y="24113"/>
                    <a:pt x="23211" y="24115"/>
                    <a:pt x="23210" y="24120"/>
                  </a:cubicBezTo>
                  <a:cubicBezTo>
                    <a:pt x="23210" y="24121"/>
                    <a:pt x="23207" y="24122"/>
                    <a:pt x="23199" y="24122"/>
                  </a:cubicBezTo>
                  <a:cubicBezTo>
                    <a:pt x="23195" y="24122"/>
                    <a:pt x="23190" y="24121"/>
                    <a:pt x="23183" y="24121"/>
                  </a:cubicBezTo>
                  <a:lnTo>
                    <a:pt x="23183" y="24121"/>
                  </a:lnTo>
                  <a:cubicBezTo>
                    <a:pt x="23192" y="24116"/>
                    <a:pt x="23200" y="24113"/>
                    <a:pt x="23205" y="24113"/>
                  </a:cubicBezTo>
                  <a:close/>
                  <a:moveTo>
                    <a:pt x="36242" y="1377"/>
                  </a:moveTo>
                  <a:cubicBezTo>
                    <a:pt x="35424" y="2822"/>
                    <a:pt x="34606" y="4266"/>
                    <a:pt x="33786" y="5709"/>
                  </a:cubicBezTo>
                  <a:cubicBezTo>
                    <a:pt x="31759" y="9274"/>
                    <a:pt x="29728" y="12836"/>
                    <a:pt x="27681" y="16390"/>
                  </a:cubicBezTo>
                  <a:cubicBezTo>
                    <a:pt x="26227" y="18914"/>
                    <a:pt x="24824" y="21495"/>
                    <a:pt x="23229" y="23934"/>
                  </a:cubicBezTo>
                  <a:cubicBezTo>
                    <a:pt x="23191" y="23992"/>
                    <a:pt x="23148" y="24050"/>
                    <a:pt x="23106" y="24108"/>
                  </a:cubicBezTo>
                  <a:lnTo>
                    <a:pt x="23106" y="24108"/>
                  </a:lnTo>
                  <a:cubicBezTo>
                    <a:pt x="23088" y="24104"/>
                    <a:pt x="23067" y="24099"/>
                    <a:pt x="23044" y="24092"/>
                  </a:cubicBezTo>
                  <a:cubicBezTo>
                    <a:pt x="22905" y="24054"/>
                    <a:pt x="22768" y="24012"/>
                    <a:pt x="22633" y="23962"/>
                  </a:cubicBezTo>
                  <a:cubicBezTo>
                    <a:pt x="22302" y="23842"/>
                    <a:pt x="21982" y="23692"/>
                    <a:pt x="21664" y="23540"/>
                  </a:cubicBezTo>
                  <a:cubicBezTo>
                    <a:pt x="19793" y="22645"/>
                    <a:pt x="18001" y="21587"/>
                    <a:pt x="16189" y="20578"/>
                  </a:cubicBezTo>
                  <a:cubicBezTo>
                    <a:pt x="15443" y="20163"/>
                    <a:pt x="14697" y="19740"/>
                    <a:pt x="13928" y="19365"/>
                  </a:cubicBezTo>
                  <a:cubicBezTo>
                    <a:pt x="13607" y="19207"/>
                    <a:pt x="13229" y="18985"/>
                    <a:pt x="12857" y="18985"/>
                  </a:cubicBezTo>
                  <a:cubicBezTo>
                    <a:pt x="12737" y="18985"/>
                    <a:pt x="12617" y="19009"/>
                    <a:pt x="12500" y="19066"/>
                  </a:cubicBezTo>
                  <a:cubicBezTo>
                    <a:pt x="12209" y="19207"/>
                    <a:pt x="11959" y="19472"/>
                    <a:pt x="11729" y="19693"/>
                  </a:cubicBezTo>
                  <a:cubicBezTo>
                    <a:pt x="11318" y="20094"/>
                    <a:pt x="10928" y="20513"/>
                    <a:pt x="10534" y="20928"/>
                  </a:cubicBezTo>
                  <a:cubicBezTo>
                    <a:pt x="9428" y="22101"/>
                    <a:pt x="8325" y="23277"/>
                    <a:pt x="7166" y="24400"/>
                  </a:cubicBezTo>
                  <a:cubicBezTo>
                    <a:pt x="6929" y="24629"/>
                    <a:pt x="6690" y="24856"/>
                    <a:pt x="6448" y="25080"/>
                  </a:cubicBezTo>
                  <a:lnTo>
                    <a:pt x="6448" y="25080"/>
                  </a:lnTo>
                  <a:cubicBezTo>
                    <a:pt x="7055" y="22855"/>
                    <a:pt x="7613" y="20617"/>
                    <a:pt x="8177" y="18381"/>
                  </a:cubicBezTo>
                  <a:cubicBezTo>
                    <a:pt x="8331" y="17766"/>
                    <a:pt x="8727" y="16974"/>
                    <a:pt x="8278" y="16415"/>
                  </a:cubicBezTo>
                  <a:cubicBezTo>
                    <a:pt x="7575" y="15537"/>
                    <a:pt x="6292" y="15010"/>
                    <a:pt x="5320" y="14501"/>
                  </a:cubicBezTo>
                  <a:cubicBezTo>
                    <a:pt x="4122" y="13870"/>
                    <a:pt x="2890" y="13287"/>
                    <a:pt x="1708" y="12620"/>
                  </a:cubicBezTo>
                  <a:lnTo>
                    <a:pt x="1708" y="12620"/>
                  </a:lnTo>
                  <a:cubicBezTo>
                    <a:pt x="6998" y="10932"/>
                    <a:pt x="12278" y="9210"/>
                    <a:pt x="17556" y="7490"/>
                  </a:cubicBezTo>
                  <a:cubicBezTo>
                    <a:pt x="23048" y="5699"/>
                    <a:pt x="28536" y="3904"/>
                    <a:pt x="34026" y="2105"/>
                  </a:cubicBezTo>
                  <a:cubicBezTo>
                    <a:pt x="34765" y="1863"/>
                    <a:pt x="35503" y="1620"/>
                    <a:pt x="36242" y="1377"/>
                  </a:cubicBezTo>
                  <a:close/>
                  <a:moveTo>
                    <a:pt x="37319" y="0"/>
                  </a:moveTo>
                  <a:cubicBezTo>
                    <a:pt x="37273" y="0"/>
                    <a:pt x="37225" y="7"/>
                    <a:pt x="37176" y="23"/>
                  </a:cubicBezTo>
                  <a:cubicBezTo>
                    <a:pt x="33967" y="1077"/>
                    <a:pt x="30757" y="2128"/>
                    <a:pt x="27546" y="3179"/>
                  </a:cubicBezTo>
                  <a:cubicBezTo>
                    <a:pt x="21382" y="5195"/>
                    <a:pt x="15218" y="7209"/>
                    <a:pt x="9047" y="9209"/>
                  </a:cubicBezTo>
                  <a:cubicBezTo>
                    <a:pt x="6184" y="10137"/>
                    <a:pt x="3319" y="11064"/>
                    <a:pt x="452" y="11976"/>
                  </a:cubicBezTo>
                  <a:lnTo>
                    <a:pt x="452" y="11976"/>
                  </a:lnTo>
                  <a:cubicBezTo>
                    <a:pt x="371" y="11985"/>
                    <a:pt x="297" y="12018"/>
                    <a:pt x="233" y="12067"/>
                  </a:cubicBezTo>
                  <a:lnTo>
                    <a:pt x="233" y="12067"/>
                  </a:lnTo>
                  <a:cubicBezTo>
                    <a:pt x="111" y="12148"/>
                    <a:pt x="46" y="12272"/>
                    <a:pt x="28" y="12402"/>
                  </a:cubicBezTo>
                  <a:lnTo>
                    <a:pt x="28" y="12402"/>
                  </a:lnTo>
                  <a:cubicBezTo>
                    <a:pt x="0" y="12540"/>
                    <a:pt x="26" y="12688"/>
                    <a:pt x="128" y="12807"/>
                  </a:cubicBezTo>
                  <a:lnTo>
                    <a:pt x="128" y="12807"/>
                  </a:lnTo>
                  <a:cubicBezTo>
                    <a:pt x="180" y="12878"/>
                    <a:pt x="249" y="12934"/>
                    <a:pt x="332" y="12964"/>
                  </a:cubicBezTo>
                  <a:lnTo>
                    <a:pt x="332" y="12964"/>
                  </a:lnTo>
                  <a:cubicBezTo>
                    <a:pt x="1532" y="13711"/>
                    <a:pt x="2813" y="14326"/>
                    <a:pt x="4069" y="14970"/>
                  </a:cubicBezTo>
                  <a:cubicBezTo>
                    <a:pt x="5152" y="15529"/>
                    <a:pt x="6416" y="16055"/>
                    <a:pt x="7339" y="16873"/>
                  </a:cubicBezTo>
                  <a:cubicBezTo>
                    <a:pt x="7383" y="16913"/>
                    <a:pt x="7435" y="16989"/>
                    <a:pt x="7487" y="17027"/>
                  </a:cubicBezTo>
                  <a:lnTo>
                    <a:pt x="7487" y="17027"/>
                  </a:lnTo>
                  <a:cubicBezTo>
                    <a:pt x="7393" y="17359"/>
                    <a:pt x="7319" y="17699"/>
                    <a:pt x="7235" y="18033"/>
                  </a:cubicBezTo>
                  <a:cubicBezTo>
                    <a:pt x="6913" y="19321"/>
                    <a:pt x="6584" y="20606"/>
                    <a:pt x="6254" y="21891"/>
                  </a:cubicBezTo>
                  <a:cubicBezTo>
                    <a:pt x="5860" y="23410"/>
                    <a:pt x="5464" y="24931"/>
                    <a:pt x="5034" y="26439"/>
                  </a:cubicBezTo>
                  <a:cubicBezTo>
                    <a:pt x="4930" y="26803"/>
                    <a:pt x="5214" y="27050"/>
                    <a:pt x="5517" y="27050"/>
                  </a:cubicBezTo>
                  <a:cubicBezTo>
                    <a:pt x="5639" y="27050"/>
                    <a:pt x="5763" y="27011"/>
                    <a:pt x="5866" y="26924"/>
                  </a:cubicBezTo>
                  <a:cubicBezTo>
                    <a:pt x="8247" y="24910"/>
                    <a:pt x="10227" y="22525"/>
                    <a:pt x="12464" y="20370"/>
                  </a:cubicBezTo>
                  <a:cubicBezTo>
                    <a:pt x="12589" y="20250"/>
                    <a:pt x="12713" y="20123"/>
                    <a:pt x="12852" y="20018"/>
                  </a:cubicBezTo>
                  <a:cubicBezTo>
                    <a:pt x="12863" y="20009"/>
                    <a:pt x="12877" y="19999"/>
                    <a:pt x="12890" y="19990"/>
                  </a:cubicBezTo>
                  <a:lnTo>
                    <a:pt x="12890" y="19990"/>
                  </a:lnTo>
                  <a:cubicBezTo>
                    <a:pt x="12900" y="19993"/>
                    <a:pt x="12910" y="19997"/>
                    <a:pt x="12921" y="20001"/>
                  </a:cubicBezTo>
                  <a:cubicBezTo>
                    <a:pt x="13088" y="20068"/>
                    <a:pt x="13031" y="20039"/>
                    <a:pt x="13176" y="20106"/>
                  </a:cubicBezTo>
                  <a:cubicBezTo>
                    <a:pt x="13893" y="20437"/>
                    <a:pt x="14584" y="20827"/>
                    <a:pt x="15275" y="21210"/>
                  </a:cubicBezTo>
                  <a:cubicBezTo>
                    <a:pt x="17105" y="22224"/>
                    <a:pt x="18913" y="23285"/>
                    <a:pt x="20786" y="24217"/>
                  </a:cubicBezTo>
                  <a:cubicBezTo>
                    <a:pt x="21424" y="24535"/>
                    <a:pt x="22098" y="24897"/>
                    <a:pt x="22800" y="25057"/>
                  </a:cubicBezTo>
                  <a:cubicBezTo>
                    <a:pt x="22930" y="25087"/>
                    <a:pt x="23053" y="25105"/>
                    <a:pt x="23169" y="25105"/>
                  </a:cubicBezTo>
                  <a:cubicBezTo>
                    <a:pt x="23448" y="25105"/>
                    <a:pt x="23685" y="25004"/>
                    <a:pt x="23880" y="24741"/>
                  </a:cubicBezTo>
                  <a:cubicBezTo>
                    <a:pt x="24388" y="24059"/>
                    <a:pt x="24801" y="23292"/>
                    <a:pt x="25237" y="22563"/>
                  </a:cubicBezTo>
                  <a:cubicBezTo>
                    <a:pt x="26092" y="21124"/>
                    <a:pt x="26933" y="19677"/>
                    <a:pt x="27771" y="18227"/>
                  </a:cubicBezTo>
                  <a:cubicBezTo>
                    <a:pt x="29844" y="14642"/>
                    <a:pt x="31898" y="11043"/>
                    <a:pt x="33946" y="7443"/>
                  </a:cubicBezTo>
                  <a:cubicBezTo>
                    <a:pt x="35191" y="5254"/>
                    <a:pt x="36493" y="3084"/>
                    <a:pt x="37679" y="860"/>
                  </a:cubicBezTo>
                  <a:cubicBezTo>
                    <a:pt x="37698" y="826"/>
                    <a:pt x="37717" y="790"/>
                    <a:pt x="37738" y="754"/>
                  </a:cubicBezTo>
                  <a:cubicBezTo>
                    <a:pt x="37919" y="436"/>
                    <a:pt x="37673" y="0"/>
                    <a:pt x="3731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8" name="Google Shape;1568;p5"/>
            <p:cNvSpPr/>
            <p:nvPr/>
          </p:nvSpPr>
          <p:spPr>
            <a:xfrm>
              <a:off x="3492300" y="863350"/>
              <a:ext cx="474450" cy="278325"/>
            </a:xfrm>
            <a:custGeom>
              <a:rect b="b" l="l" r="r" t="t"/>
              <a:pathLst>
                <a:path extrusionOk="0" h="11133" w="18978">
                  <a:moveTo>
                    <a:pt x="18335" y="1"/>
                  </a:moveTo>
                  <a:cubicBezTo>
                    <a:pt x="18285" y="1"/>
                    <a:pt x="18233" y="10"/>
                    <a:pt x="18179" y="31"/>
                  </a:cubicBezTo>
                  <a:cubicBezTo>
                    <a:pt x="15036" y="1249"/>
                    <a:pt x="11985" y="2675"/>
                    <a:pt x="8954" y="4143"/>
                  </a:cubicBezTo>
                  <a:cubicBezTo>
                    <a:pt x="6184" y="5485"/>
                    <a:pt x="3415" y="6829"/>
                    <a:pt x="534" y="7916"/>
                  </a:cubicBezTo>
                  <a:cubicBezTo>
                    <a:pt x="1" y="8116"/>
                    <a:pt x="152" y="8911"/>
                    <a:pt x="623" y="8911"/>
                  </a:cubicBezTo>
                  <a:cubicBezTo>
                    <a:pt x="678" y="8911"/>
                    <a:pt x="737" y="8900"/>
                    <a:pt x="799" y="8877"/>
                  </a:cubicBezTo>
                  <a:cubicBezTo>
                    <a:pt x="5885" y="6960"/>
                    <a:pt x="10658" y="4331"/>
                    <a:pt x="15633" y="2155"/>
                  </a:cubicBezTo>
                  <a:lnTo>
                    <a:pt x="15633" y="2155"/>
                  </a:lnTo>
                  <a:cubicBezTo>
                    <a:pt x="12206" y="4952"/>
                    <a:pt x="8533" y="7433"/>
                    <a:pt x="5160" y="10303"/>
                  </a:cubicBezTo>
                  <a:cubicBezTo>
                    <a:pt x="4776" y="10629"/>
                    <a:pt x="5131" y="11132"/>
                    <a:pt x="5535" y="11132"/>
                  </a:cubicBezTo>
                  <a:cubicBezTo>
                    <a:pt x="5646" y="11132"/>
                    <a:pt x="5760" y="11095"/>
                    <a:pt x="5863" y="11007"/>
                  </a:cubicBezTo>
                  <a:cubicBezTo>
                    <a:pt x="10016" y="7474"/>
                    <a:pt x="14621" y="4533"/>
                    <a:pt x="18664" y="863"/>
                  </a:cubicBezTo>
                  <a:cubicBezTo>
                    <a:pt x="18977" y="577"/>
                    <a:pt x="18723" y="1"/>
                    <a:pt x="1833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9" name="Google Shape;1569;p5"/>
            <p:cNvSpPr/>
            <p:nvPr/>
          </p:nvSpPr>
          <p:spPr>
            <a:xfrm>
              <a:off x="3428775" y="1197550"/>
              <a:ext cx="352850" cy="128775"/>
            </a:xfrm>
            <a:custGeom>
              <a:rect b="b" l="l" r="r" t="t"/>
              <a:pathLst>
                <a:path extrusionOk="0" h="5151" w="14114">
                  <a:moveTo>
                    <a:pt x="13430" y="0"/>
                  </a:moveTo>
                  <a:cubicBezTo>
                    <a:pt x="13384" y="0"/>
                    <a:pt x="13335" y="7"/>
                    <a:pt x="13283" y="21"/>
                  </a:cubicBezTo>
                  <a:cubicBezTo>
                    <a:pt x="8994" y="1241"/>
                    <a:pt x="4865" y="2969"/>
                    <a:pt x="568" y="4169"/>
                  </a:cubicBezTo>
                  <a:cubicBezTo>
                    <a:pt x="1" y="4328"/>
                    <a:pt x="175" y="5151"/>
                    <a:pt x="688" y="5151"/>
                  </a:cubicBezTo>
                  <a:cubicBezTo>
                    <a:pt x="734" y="5151"/>
                    <a:pt x="782" y="5144"/>
                    <a:pt x="833" y="5130"/>
                  </a:cubicBezTo>
                  <a:cubicBezTo>
                    <a:pt x="5131" y="3929"/>
                    <a:pt x="9260" y="2202"/>
                    <a:pt x="13549" y="982"/>
                  </a:cubicBezTo>
                  <a:cubicBezTo>
                    <a:pt x="14113" y="822"/>
                    <a:pt x="13940" y="0"/>
                    <a:pt x="1343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70" name="Google Shape;1570;p5"/>
          <p:cNvSpPr/>
          <p:nvPr/>
        </p:nvSpPr>
        <p:spPr>
          <a:xfrm>
            <a:off x="7725050" y="845325"/>
            <a:ext cx="146125" cy="136975"/>
          </a:xfrm>
          <a:custGeom>
            <a:rect b="b" l="l" r="r" t="t"/>
            <a:pathLst>
              <a:path extrusionOk="0" h="5479" w="5845">
                <a:moveTo>
                  <a:pt x="3075" y="4462"/>
                </a:moveTo>
                <a:cubicBezTo>
                  <a:pt x="3073" y="4462"/>
                  <a:pt x="3072" y="4463"/>
                  <a:pt x="3071" y="4463"/>
                </a:cubicBezTo>
                <a:lnTo>
                  <a:pt x="3071" y="4463"/>
                </a:lnTo>
                <a:cubicBezTo>
                  <a:pt x="3072" y="4463"/>
                  <a:pt x="3073" y="4462"/>
                  <a:pt x="3075" y="4462"/>
                </a:cubicBezTo>
                <a:close/>
                <a:moveTo>
                  <a:pt x="3051" y="4466"/>
                </a:moveTo>
                <a:cubicBezTo>
                  <a:pt x="3036" y="4468"/>
                  <a:pt x="3030" y="4469"/>
                  <a:pt x="3030" y="4469"/>
                </a:cubicBezTo>
                <a:cubicBezTo>
                  <a:pt x="3030" y="4469"/>
                  <a:pt x="3040" y="4467"/>
                  <a:pt x="3051" y="4466"/>
                </a:cubicBezTo>
                <a:close/>
                <a:moveTo>
                  <a:pt x="3032" y="988"/>
                </a:moveTo>
                <a:cubicBezTo>
                  <a:pt x="3081" y="988"/>
                  <a:pt x="3130" y="990"/>
                  <a:pt x="3180" y="993"/>
                </a:cubicBezTo>
                <a:cubicBezTo>
                  <a:pt x="3209" y="995"/>
                  <a:pt x="3237" y="997"/>
                  <a:pt x="3266" y="999"/>
                </a:cubicBezTo>
                <a:cubicBezTo>
                  <a:pt x="3274" y="999"/>
                  <a:pt x="3280" y="999"/>
                  <a:pt x="3284" y="1000"/>
                </a:cubicBezTo>
                <a:lnTo>
                  <a:pt x="3284" y="1000"/>
                </a:lnTo>
                <a:cubicBezTo>
                  <a:pt x="3395" y="1021"/>
                  <a:pt x="3505" y="1046"/>
                  <a:pt x="3612" y="1081"/>
                </a:cubicBezTo>
                <a:cubicBezTo>
                  <a:pt x="3641" y="1090"/>
                  <a:pt x="3709" y="1119"/>
                  <a:pt x="3711" y="1119"/>
                </a:cubicBezTo>
                <a:cubicBezTo>
                  <a:pt x="3712" y="1119"/>
                  <a:pt x="3702" y="1114"/>
                  <a:pt x="3673" y="1100"/>
                </a:cubicBezTo>
                <a:lnTo>
                  <a:pt x="3673" y="1100"/>
                </a:lnTo>
                <a:cubicBezTo>
                  <a:pt x="3730" y="1125"/>
                  <a:pt x="3787" y="1153"/>
                  <a:pt x="3841" y="1184"/>
                </a:cubicBezTo>
                <a:cubicBezTo>
                  <a:pt x="3883" y="1208"/>
                  <a:pt x="3923" y="1235"/>
                  <a:pt x="3966" y="1262"/>
                </a:cubicBezTo>
                <a:cubicBezTo>
                  <a:pt x="3985" y="1274"/>
                  <a:pt x="3997" y="1281"/>
                  <a:pt x="4005" y="1285"/>
                </a:cubicBezTo>
                <a:lnTo>
                  <a:pt x="4005" y="1285"/>
                </a:lnTo>
                <a:cubicBezTo>
                  <a:pt x="4007" y="1287"/>
                  <a:pt x="4009" y="1289"/>
                  <a:pt x="4012" y="1292"/>
                </a:cubicBezTo>
                <a:cubicBezTo>
                  <a:pt x="4096" y="1368"/>
                  <a:pt x="4181" y="1443"/>
                  <a:pt x="4254" y="1530"/>
                </a:cubicBezTo>
                <a:cubicBezTo>
                  <a:pt x="4264" y="1542"/>
                  <a:pt x="4273" y="1553"/>
                  <a:pt x="4283" y="1565"/>
                </a:cubicBezTo>
                <a:lnTo>
                  <a:pt x="4283" y="1565"/>
                </a:lnTo>
                <a:cubicBezTo>
                  <a:pt x="4284" y="1566"/>
                  <a:pt x="4285" y="1568"/>
                  <a:pt x="4286" y="1570"/>
                </a:cubicBezTo>
                <a:cubicBezTo>
                  <a:pt x="4315" y="1614"/>
                  <a:pt x="4347" y="1656"/>
                  <a:pt x="4374" y="1703"/>
                </a:cubicBezTo>
                <a:cubicBezTo>
                  <a:pt x="4400" y="1743"/>
                  <a:pt x="4423" y="1785"/>
                  <a:pt x="4444" y="1827"/>
                </a:cubicBezTo>
                <a:cubicBezTo>
                  <a:pt x="4458" y="1852"/>
                  <a:pt x="4499" y="1948"/>
                  <a:pt x="4501" y="1948"/>
                </a:cubicBezTo>
                <a:cubicBezTo>
                  <a:pt x="4501" y="1948"/>
                  <a:pt x="4497" y="1936"/>
                  <a:pt x="4484" y="1903"/>
                </a:cubicBezTo>
                <a:lnTo>
                  <a:pt x="4484" y="1903"/>
                </a:lnTo>
                <a:cubicBezTo>
                  <a:pt x="4520" y="1991"/>
                  <a:pt x="4551" y="2082"/>
                  <a:pt x="4577" y="2174"/>
                </a:cubicBezTo>
                <a:cubicBezTo>
                  <a:pt x="4589" y="2221"/>
                  <a:pt x="4600" y="2267"/>
                  <a:pt x="4610" y="2314"/>
                </a:cubicBezTo>
                <a:cubicBezTo>
                  <a:pt x="4616" y="2344"/>
                  <a:pt x="4628" y="2444"/>
                  <a:pt x="4630" y="2444"/>
                </a:cubicBezTo>
                <a:cubicBezTo>
                  <a:pt x="4631" y="2444"/>
                  <a:pt x="4630" y="2431"/>
                  <a:pt x="4627" y="2396"/>
                </a:cubicBezTo>
                <a:lnTo>
                  <a:pt x="4627" y="2396"/>
                </a:lnTo>
                <a:cubicBezTo>
                  <a:pt x="4636" y="2497"/>
                  <a:pt x="4644" y="2600"/>
                  <a:pt x="4644" y="2703"/>
                </a:cubicBezTo>
                <a:cubicBezTo>
                  <a:pt x="4642" y="2756"/>
                  <a:pt x="4642" y="2811"/>
                  <a:pt x="4638" y="2865"/>
                </a:cubicBezTo>
                <a:cubicBezTo>
                  <a:pt x="4636" y="2887"/>
                  <a:pt x="4632" y="2911"/>
                  <a:pt x="4631" y="2933"/>
                </a:cubicBezTo>
                <a:lnTo>
                  <a:pt x="4631" y="2933"/>
                </a:lnTo>
                <a:cubicBezTo>
                  <a:pt x="4631" y="2933"/>
                  <a:pt x="4631" y="2933"/>
                  <a:pt x="4631" y="2933"/>
                </a:cubicBezTo>
                <a:cubicBezTo>
                  <a:pt x="4614" y="3034"/>
                  <a:pt x="4596" y="3135"/>
                  <a:pt x="4566" y="3234"/>
                </a:cubicBezTo>
                <a:cubicBezTo>
                  <a:pt x="4553" y="3280"/>
                  <a:pt x="4537" y="3327"/>
                  <a:pt x="4522" y="3373"/>
                </a:cubicBezTo>
                <a:cubicBezTo>
                  <a:pt x="4513" y="3396"/>
                  <a:pt x="4503" y="3417"/>
                  <a:pt x="4497" y="3441"/>
                </a:cubicBezTo>
                <a:cubicBezTo>
                  <a:pt x="4496" y="3441"/>
                  <a:pt x="4496" y="3441"/>
                  <a:pt x="4496" y="3441"/>
                </a:cubicBezTo>
                <a:lnTo>
                  <a:pt x="4496" y="3441"/>
                </a:lnTo>
                <a:cubicBezTo>
                  <a:pt x="4494" y="3445"/>
                  <a:pt x="4491" y="3450"/>
                  <a:pt x="4488" y="3455"/>
                </a:cubicBezTo>
                <a:cubicBezTo>
                  <a:pt x="4440" y="3542"/>
                  <a:pt x="4400" y="3630"/>
                  <a:pt x="4347" y="3712"/>
                </a:cubicBezTo>
                <a:cubicBezTo>
                  <a:pt x="4337" y="3727"/>
                  <a:pt x="4283" y="3802"/>
                  <a:pt x="4272" y="3820"/>
                </a:cubicBezTo>
                <a:lnTo>
                  <a:pt x="4272" y="3820"/>
                </a:lnTo>
                <a:cubicBezTo>
                  <a:pt x="4267" y="3826"/>
                  <a:pt x="4263" y="3832"/>
                  <a:pt x="4261" y="3835"/>
                </a:cubicBezTo>
                <a:cubicBezTo>
                  <a:pt x="4235" y="3862"/>
                  <a:pt x="4210" y="3891"/>
                  <a:pt x="4185" y="3919"/>
                </a:cubicBezTo>
                <a:cubicBezTo>
                  <a:pt x="4151" y="3955"/>
                  <a:pt x="4115" y="3990"/>
                  <a:pt x="4077" y="4024"/>
                </a:cubicBezTo>
                <a:cubicBezTo>
                  <a:pt x="4063" y="4037"/>
                  <a:pt x="3977" y="4106"/>
                  <a:pt x="3981" y="4106"/>
                </a:cubicBezTo>
                <a:cubicBezTo>
                  <a:pt x="3982" y="4106"/>
                  <a:pt x="3992" y="4099"/>
                  <a:pt x="4016" y="4081"/>
                </a:cubicBezTo>
                <a:lnTo>
                  <a:pt x="4016" y="4081"/>
                </a:lnTo>
                <a:cubicBezTo>
                  <a:pt x="3919" y="4153"/>
                  <a:pt x="3818" y="4216"/>
                  <a:pt x="3713" y="4271"/>
                </a:cubicBezTo>
                <a:cubicBezTo>
                  <a:pt x="3692" y="4282"/>
                  <a:pt x="3605" y="4320"/>
                  <a:pt x="3609" y="4320"/>
                </a:cubicBezTo>
                <a:cubicBezTo>
                  <a:pt x="3609" y="4320"/>
                  <a:pt x="3609" y="4320"/>
                  <a:pt x="3611" y="4319"/>
                </a:cubicBezTo>
                <a:lnTo>
                  <a:pt x="3611" y="4319"/>
                </a:lnTo>
                <a:cubicBezTo>
                  <a:pt x="3569" y="4335"/>
                  <a:pt x="3527" y="4350"/>
                  <a:pt x="3483" y="4365"/>
                </a:cubicBezTo>
                <a:cubicBezTo>
                  <a:pt x="3353" y="4408"/>
                  <a:pt x="3218" y="4437"/>
                  <a:pt x="3083" y="4460"/>
                </a:cubicBezTo>
                <a:cubicBezTo>
                  <a:pt x="3075" y="4462"/>
                  <a:pt x="3068" y="4463"/>
                  <a:pt x="3062" y="4464"/>
                </a:cubicBezTo>
                <a:lnTo>
                  <a:pt x="3062" y="4464"/>
                </a:lnTo>
                <a:cubicBezTo>
                  <a:pt x="3028" y="4467"/>
                  <a:pt x="2994" y="4471"/>
                  <a:pt x="2959" y="4473"/>
                </a:cubicBezTo>
                <a:cubicBezTo>
                  <a:pt x="2900" y="4477"/>
                  <a:pt x="2841" y="4481"/>
                  <a:pt x="2782" y="4481"/>
                </a:cubicBezTo>
                <a:cubicBezTo>
                  <a:pt x="2718" y="4481"/>
                  <a:pt x="2653" y="4479"/>
                  <a:pt x="2590" y="4475"/>
                </a:cubicBezTo>
                <a:cubicBezTo>
                  <a:pt x="2563" y="4473"/>
                  <a:pt x="2536" y="4471"/>
                  <a:pt x="2509" y="4469"/>
                </a:cubicBezTo>
                <a:lnTo>
                  <a:pt x="2509" y="4469"/>
                </a:lnTo>
                <a:cubicBezTo>
                  <a:pt x="2506" y="4468"/>
                  <a:pt x="2503" y="4467"/>
                  <a:pt x="2499" y="4467"/>
                </a:cubicBezTo>
                <a:cubicBezTo>
                  <a:pt x="2392" y="4445"/>
                  <a:pt x="2287" y="4422"/>
                  <a:pt x="2181" y="4389"/>
                </a:cubicBezTo>
                <a:cubicBezTo>
                  <a:pt x="2154" y="4379"/>
                  <a:pt x="2102" y="4357"/>
                  <a:pt x="2090" y="4352"/>
                </a:cubicBezTo>
                <a:lnTo>
                  <a:pt x="2090" y="4352"/>
                </a:lnTo>
                <a:cubicBezTo>
                  <a:pt x="2048" y="4332"/>
                  <a:pt x="2007" y="4312"/>
                  <a:pt x="1966" y="4290"/>
                </a:cubicBezTo>
                <a:cubicBezTo>
                  <a:pt x="1924" y="4266"/>
                  <a:pt x="1884" y="4241"/>
                  <a:pt x="1844" y="4214"/>
                </a:cubicBezTo>
                <a:cubicBezTo>
                  <a:pt x="1820" y="4198"/>
                  <a:pt x="1770" y="4158"/>
                  <a:pt x="1769" y="4158"/>
                </a:cubicBezTo>
                <a:lnTo>
                  <a:pt x="1769" y="4158"/>
                </a:lnTo>
                <a:cubicBezTo>
                  <a:pt x="1769" y="4158"/>
                  <a:pt x="1769" y="4158"/>
                  <a:pt x="1770" y="4159"/>
                </a:cubicBezTo>
                <a:lnTo>
                  <a:pt x="1770" y="4159"/>
                </a:lnTo>
                <a:cubicBezTo>
                  <a:pt x="1698" y="4097"/>
                  <a:pt x="1630" y="4032"/>
                  <a:pt x="1566" y="3961"/>
                </a:cubicBezTo>
                <a:cubicBezTo>
                  <a:pt x="1559" y="3952"/>
                  <a:pt x="1523" y="3908"/>
                  <a:pt x="1505" y="3886"/>
                </a:cubicBezTo>
                <a:lnTo>
                  <a:pt x="1505" y="3886"/>
                </a:lnTo>
                <a:cubicBezTo>
                  <a:pt x="1487" y="3859"/>
                  <a:pt x="1452" y="3809"/>
                  <a:pt x="1446" y="3799"/>
                </a:cubicBezTo>
                <a:cubicBezTo>
                  <a:pt x="1389" y="3710"/>
                  <a:pt x="1347" y="3618"/>
                  <a:pt x="1296" y="3525"/>
                </a:cubicBezTo>
                <a:cubicBezTo>
                  <a:pt x="1293" y="3520"/>
                  <a:pt x="1291" y="3516"/>
                  <a:pt x="1289" y="3513"/>
                </a:cubicBezTo>
                <a:lnTo>
                  <a:pt x="1289" y="3513"/>
                </a:lnTo>
                <a:cubicBezTo>
                  <a:pt x="1287" y="3505"/>
                  <a:pt x="1284" y="3496"/>
                  <a:pt x="1280" y="3485"/>
                </a:cubicBezTo>
                <a:cubicBezTo>
                  <a:pt x="1263" y="3441"/>
                  <a:pt x="1248" y="3396"/>
                  <a:pt x="1233" y="3352"/>
                </a:cubicBezTo>
                <a:cubicBezTo>
                  <a:pt x="1202" y="3251"/>
                  <a:pt x="1176" y="3150"/>
                  <a:pt x="1157" y="3047"/>
                </a:cubicBezTo>
                <a:cubicBezTo>
                  <a:pt x="1153" y="3023"/>
                  <a:pt x="1148" y="2988"/>
                  <a:pt x="1146" y="2969"/>
                </a:cubicBezTo>
                <a:lnTo>
                  <a:pt x="1146" y="2969"/>
                </a:lnTo>
                <a:cubicBezTo>
                  <a:pt x="1142" y="2928"/>
                  <a:pt x="1138" y="2887"/>
                  <a:pt x="1134" y="2847"/>
                </a:cubicBezTo>
                <a:cubicBezTo>
                  <a:pt x="1128" y="2743"/>
                  <a:pt x="1130" y="2638"/>
                  <a:pt x="1136" y="2533"/>
                </a:cubicBezTo>
                <a:cubicBezTo>
                  <a:pt x="1138" y="2513"/>
                  <a:pt x="1146" y="2433"/>
                  <a:pt x="1149" y="2401"/>
                </a:cubicBezTo>
                <a:lnTo>
                  <a:pt x="1149" y="2401"/>
                </a:lnTo>
                <a:cubicBezTo>
                  <a:pt x="1155" y="2369"/>
                  <a:pt x="1164" y="2316"/>
                  <a:pt x="1166" y="2301"/>
                </a:cubicBezTo>
                <a:cubicBezTo>
                  <a:pt x="1191" y="2189"/>
                  <a:pt x="1225" y="2080"/>
                  <a:pt x="1261" y="1970"/>
                </a:cubicBezTo>
                <a:cubicBezTo>
                  <a:pt x="1267" y="1952"/>
                  <a:pt x="1270" y="1940"/>
                  <a:pt x="1272" y="1933"/>
                </a:cubicBezTo>
                <a:lnTo>
                  <a:pt x="1272" y="1933"/>
                </a:lnTo>
                <a:cubicBezTo>
                  <a:pt x="1276" y="1925"/>
                  <a:pt x="1282" y="1914"/>
                  <a:pt x="1290" y="1898"/>
                </a:cubicBezTo>
                <a:cubicBezTo>
                  <a:pt x="1315" y="1848"/>
                  <a:pt x="1341" y="1797"/>
                  <a:pt x="1370" y="1747"/>
                </a:cubicBezTo>
                <a:cubicBezTo>
                  <a:pt x="1398" y="1698"/>
                  <a:pt x="1429" y="1652"/>
                  <a:pt x="1461" y="1604"/>
                </a:cubicBezTo>
                <a:cubicBezTo>
                  <a:pt x="1470" y="1590"/>
                  <a:pt x="1476" y="1580"/>
                  <a:pt x="1480" y="1574"/>
                </a:cubicBezTo>
                <a:lnTo>
                  <a:pt x="1480" y="1574"/>
                </a:lnTo>
                <a:cubicBezTo>
                  <a:pt x="1484" y="1570"/>
                  <a:pt x="1489" y="1565"/>
                  <a:pt x="1497" y="1557"/>
                </a:cubicBezTo>
                <a:cubicBezTo>
                  <a:pt x="1572" y="1477"/>
                  <a:pt x="1648" y="1401"/>
                  <a:pt x="1728" y="1328"/>
                </a:cubicBezTo>
                <a:cubicBezTo>
                  <a:pt x="1729" y="1327"/>
                  <a:pt x="1729" y="1327"/>
                  <a:pt x="1730" y="1326"/>
                </a:cubicBezTo>
                <a:lnTo>
                  <a:pt x="1730" y="1326"/>
                </a:lnTo>
                <a:cubicBezTo>
                  <a:pt x="1753" y="1312"/>
                  <a:pt x="1774" y="1295"/>
                  <a:pt x="1796" y="1281"/>
                </a:cubicBezTo>
                <a:cubicBezTo>
                  <a:pt x="1846" y="1248"/>
                  <a:pt x="1899" y="1218"/>
                  <a:pt x="1952" y="1191"/>
                </a:cubicBezTo>
                <a:cubicBezTo>
                  <a:pt x="1973" y="1180"/>
                  <a:pt x="1996" y="1170"/>
                  <a:pt x="2015" y="1159"/>
                </a:cubicBezTo>
                <a:cubicBezTo>
                  <a:pt x="2019" y="1157"/>
                  <a:pt x="2023" y="1154"/>
                  <a:pt x="2026" y="1152"/>
                </a:cubicBezTo>
                <a:lnTo>
                  <a:pt x="2026" y="1152"/>
                </a:lnTo>
                <a:cubicBezTo>
                  <a:pt x="2028" y="1152"/>
                  <a:pt x="2030" y="1151"/>
                  <a:pt x="2032" y="1151"/>
                </a:cubicBezTo>
                <a:cubicBezTo>
                  <a:pt x="2093" y="1132"/>
                  <a:pt x="2152" y="1108"/>
                  <a:pt x="2213" y="1092"/>
                </a:cubicBezTo>
                <a:cubicBezTo>
                  <a:pt x="2272" y="1075"/>
                  <a:pt x="2329" y="1064"/>
                  <a:pt x="2388" y="1052"/>
                </a:cubicBezTo>
                <a:cubicBezTo>
                  <a:pt x="2406" y="1047"/>
                  <a:pt x="2452" y="1041"/>
                  <a:pt x="2450" y="1041"/>
                </a:cubicBezTo>
                <a:lnTo>
                  <a:pt x="2450" y="1041"/>
                </a:lnTo>
                <a:cubicBezTo>
                  <a:pt x="2449" y="1041"/>
                  <a:pt x="2434" y="1042"/>
                  <a:pt x="2396" y="1047"/>
                </a:cubicBezTo>
                <a:cubicBezTo>
                  <a:pt x="2438" y="1041"/>
                  <a:pt x="2480" y="1037"/>
                  <a:pt x="2523" y="1035"/>
                </a:cubicBezTo>
                <a:cubicBezTo>
                  <a:pt x="2551" y="1033"/>
                  <a:pt x="2579" y="1028"/>
                  <a:pt x="2607" y="1022"/>
                </a:cubicBezTo>
                <a:lnTo>
                  <a:pt x="2607" y="1022"/>
                </a:lnTo>
                <a:cubicBezTo>
                  <a:pt x="2623" y="1021"/>
                  <a:pt x="2639" y="1018"/>
                  <a:pt x="2655" y="1016"/>
                </a:cubicBezTo>
                <a:cubicBezTo>
                  <a:pt x="2677" y="1012"/>
                  <a:pt x="2699" y="1009"/>
                  <a:pt x="2720" y="1006"/>
                </a:cubicBezTo>
                <a:lnTo>
                  <a:pt x="2720" y="1006"/>
                </a:lnTo>
                <a:cubicBezTo>
                  <a:pt x="2727" y="1005"/>
                  <a:pt x="2777" y="1000"/>
                  <a:pt x="2792" y="999"/>
                </a:cubicBezTo>
                <a:cubicBezTo>
                  <a:pt x="2853" y="995"/>
                  <a:pt x="2917" y="991"/>
                  <a:pt x="2978" y="988"/>
                </a:cubicBezTo>
                <a:cubicBezTo>
                  <a:pt x="2996" y="988"/>
                  <a:pt x="3014" y="988"/>
                  <a:pt x="3032" y="988"/>
                </a:cubicBezTo>
                <a:close/>
                <a:moveTo>
                  <a:pt x="3031" y="0"/>
                </a:moveTo>
                <a:cubicBezTo>
                  <a:pt x="2841" y="0"/>
                  <a:pt x="2651" y="16"/>
                  <a:pt x="2463" y="44"/>
                </a:cubicBezTo>
                <a:lnTo>
                  <a:pt x="2463" y="44"/>
                </a:lnTo>
                <a:cubicBezTo>
                  <a:pt x="1887" y="101"/>
                  <a:pt x="1345" y="305"/>
                  <a:pt x="921" y="715"/>
                </a:cubicBezTo>
                <a:cubicBezTo>
                  <a:pt x="551" y="1073"/>
                  <a:pt x="298" y="1566"/>
                  <a:pt x="199" y="2071"/>
                </a:cubicBezTo>
                <a:cubicBezTo>
                  <a:pt x="1" y="3089"/>
                  <a:pt x="296" y="4250"/>
                  <a:pt x="1128" y="4915"/>
                </a:cubicBezTo>
                <a:cubicBezTo>
                  <a:pt x="1602" y="5295"/>
                  <a:pt x="2207" y="5479"/>
                  <a:pt x="2815" y="5479"/>
                </a:cubicBezTo>
                <a:cubicBezTo>
                  <a:pt x="3435" y="5479"/>
                  <a:pt x="4059" y="5288"/>
                  <a:pt x="4551" y="4917"/>
                </a:cubicBezTo>
                <a:cubicBezTo>
                  <a:pt x="5478" y="4222"/>
                  <a:pt x="5845" y="2981"/>
                  <a:pt x="5529" y="1873"/>
                </a:cubicBezTo>
                <a:cubicBezTo>
                  <a:pt x="5356" y="1275"/>
                  <a:pt x="4989" y="750"/>
                  <a:pt x="4469" y="401"/>
                </a:cubicBezTo>
                <a:cubicBezTo>
                  <a:pt x="4037" y="112"/>
                  <a:pt x="3537" y="0"/>
                  <a:pt x="3031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1" name="Google Shape;1571;p5"/>
          <p:cNvSpPr/>
          <p:nvPr/>
        </p:nvSpPr>
        <p:spPr>
          <a:xfrm>
            <a:off x="7962600" y="3978450"/>
            <a:ext cx="117525" cy="110100"/>
          </a:xfrm>
          <a:custGeom>
            <a:rect b="b" l="l" r="r" t="t"/>
            <a:pathLst>
              <a:path extrusionOk="0" h="4404" w="4701">
                <a:moveTo>
                  <a:pt x="1951" y="1032"/>
                </a:moveTo>
                <a:cubicBezTo>
                  <a:pt x="1950" y="1033"/>
                  <a:pt x="1949" y="1033"/>
                  <a:pt x="1947" y="1033"/>
                </a:cubicBezTo>
                <a:cubicBezTo>
                  <a:pt x="1948" y="1033"/>
                  <a:pt x="1950" y="1033"/>
                  <a:pt x="1951" y="1032"/>
                </a:cubicBezTo>
                <a:close/>
                <a:moveTo>
                  <a:pt x="2857" y="1059"/>
                </a:moveTo>
                <a:cubicBezTo>
                  <a:pt x="2871" y="1059"/>
                  <a:pt x="2889" y="1066"/>
                  <a:pt x="2907" y="1075"/>
                </a:cubicBezTo>
                <a:lnTo>
                  <a:pt x="2907" y="1075"/>
                </a:lnTo>
                <a:cubicBezTo>
                  <a:pt x="2887" y="1068"/>
                  <a:pt x="2858" y="1059"/>
                  <a:pt x="2857" y="1059"/>
                </a:cubicBezTo>
                <a:close/>
                <a:moveTo>
                  <a:pt x="3091" y="1185"/>
                </a:moveTo>
                <a:cubicBezTo>
                  <a:pt x="3091" y="1185"/>
                  <a:pt x="3091" y="1185"/>
                  <a:pt x="3091" y="1185"/>
                </a:cubicBezTo>
                <a:lnTo>
                  <a:pt x="3091" y="1185"/>
                </a:lnTo>
                <a:cubicBezTo>
                  <a:pt x="3091" y="1185"/>
                  <a:pt x="3091" y="1185"/>
                  <a:pt x="3091" y="1185"/>
                </a:cubicBezTo>
                <a:close/>
                <a:moveTo>
                  <a:pt x="3104" y="1198"/>
                </a:moveTo>
                <a:cubicBezTo>
                  <a:pt x="3111" y="1203"/>
                  <a:pt x="3118" y="1208"/>
                  <a:pt x="3125" y="1213"/>
                </a:cubicBezTo>
                <a:cubicBezTo>
                  <a:pt x="3142" y="1224"/>
                  <a:pt x="3149" y="1229"/>
                  <a:pt x="3148" y="1229"/>
                </a:cubicBezTo>
                <a:cubicBezTo>
                  <a:pt x="3148" y="1229"/>
                  <a:pt x="3121" y="1211"/>
                  <a:pt x="3104" y="1198"/>
                </a:cubicBezTo>
                <a:close/>
                <a:moveTo>
                  <a:pt x="1747" y="3319"/>
                </a:moveTo>
                <a:cubicBezTo>
                  <a:pt x="1767" y="3326"/>
                  <a:pt x="1803" y="3338"/>
                  <a:pt x="1802" y="3338"/>
                </a:cubicBezTo>
                <a:cubicBezTo>
                  <a:pt x="1800" y="3339"/>
                  <a:pt x="1799" y="3339"/>
                  <a:pt x="1797" y="3339"/>
                </a:cubicBezTo>
                <a:cubicBezTo>
                  <a:pt x="1785" y="3339"/>
                  <a:pt x="1766" y="3330"/>
                  <a:pt x="1747" y="3319"/>
                </a:cubicBezTo>
                <a:close/>
                <a:moveTo>
                  <a:pt x="2463" y="3393"/>
                </a:moveTo>
                <a:cubicBezTo>
                  <a:pt x="2461" y="3393"/>
                  <a:pt x="2459" y="3393"/>
                  <a:pt x="2456" y="3393"/>
                </a:cubicBezTo>
                <a:lnTo>
                  <a:pt x="2456" y="3393"/>
                </a:lnTo>
                <a:cubicBezTo>
                  <a:pt x="2459" y="3393"/>
                  <a:pt x="2462" y="3393"/>
                  <a:pt x="2463" y="3393"/>
                </a:cubicBezTo>
                <a:close/>
                <a:moveTo>
                  <a:pt x="2387" y="989"/>
                </a:moveTo>
                <a:cubicBezTo>
                  <a:pt x="2440" y="989"/>
                  <a:pt x="2491" y="989"/>
                  <a:pt x="2541" y="993"/>
                </a:cubicBezTo>
                <a:cubicBezTo>
                  <a:pt x="2560" y="993"/>
                  <a:pt x="2582" y="997"/>
                  <a:pt x="2601" y="998"/>
                </a:cubicBezTo>
                <a:lnTo>
                  <a:pt x="2601" y="998"/>
                </a:lnTo>
                <a:cubicBezTo>
                  <a:pt x="2682" y="1018"/>
                  <a:pt x="2761" y="1029"/>
                  <a:pt x="2840" y="1057"/>
                </a:cubicBezTo>
                <a:cubicBezTo>
                  <a:pt x="2857" y="1061"/>
                  <a:pt x="2876" y="1069"/>
                  <a:pt x="2895" y="1076"/>
                </a:cubicBezTo>
                <a:cubicBezTo>
                  <a:pt x="2906" y="1079"/>
                  <a:pt x="2914" y="1081"/>
                  <a:pt x="2919" y="1082"/>
                </a:cubicBezTo>
                <a:lnTo>
                  <a:pt x="2919" y="1082"/>
                </a:lnTo>
                <a:cubicBezTo>
                  <a:pt x="2944" y="1096"/>
                  <a:pt x="2968" y="1113"/>
                  <a:pt x="2984" y="1122"/>
                </a:cubicBezTo>
                <a:cubicBezTo>
                  <a:pt x="3015" y="1139"/>
                  <a:pt x="3049" y="1160"/>
                  <a:pt x="3080" y="1181"/>
                </a:cubicBezTo>
                <a:cubicBezTo>
                  <a:pt x="3084" y="1184"/>
                  <a:pt x="3088" y="1186"/>
                  <a:pt x="3092" y="1189"/>
                </a:cubicBezTo>
                <a:lnTo>
                  <a:pt x="3092" y="1189"/>
                </a:lnTo>
                <a:cubicBezTo>
                  <a:pt x="3107" y="1217"/>
                  <a:pt x="3258" y="1347"/>
                  <a:pt x="3274" y="1366"/>
                </a:cubicBezTo>
                <a:cubicBezTo>
                  <a:pt x="3278" y="1370"/>
                  <a:pt x="3281" y="1374"/>
                  <a:pt x="3284" y="1378"/>
                </a:cubicBezTo>
                <a:lnTo>
                  <a:pt x="3284" y="1378"/>
                </a:lnTo>
                <a:cubicBezTo>
                  <a:pt x="3304" y="1410"/>
                  <a:pt x="3328" y="1440"/>
                  <a:pt x="3348" y="1474"/>
                </a:cubicBezTo>
                <a:cubicBezTo>
                  <a:pt x="3367" y="1503"/>
                  <a:pt x="3386" y="1535"/>
                  <a:pt x="3403" y="1569"/>
                </a:cubicBezTo>
                <a:cubicBezTo>
                  <a:pt x="3409" y="1579"/>
                  <a:pt x="3414" y="1591"/>
                  <a:pt x="3420" y="1604"/>
                </a:cubicBezTo>
                <a:lnTo>
                  <a:pt x="3420" y="1604"/>
                </a:lnTo>
                <a:cubicBezTo>
                  <a:pt x="3420" y="1602"/>
                  <a:pt x="3420" y="1600"/>
                  <a:pt x="3420" y="1598"/>
                </a:cubicBezTo>
                <a:lnTo>
                  <a:pt x="3420" y="1598"/>
                </a:lnTo>
                <a:cubicBezTo>
                  <a:pt x="3420" y="1600"/>
                  <a:pt x="3420" y="1602"/>
                  <a:pt x="3420" y="1604"/>
                </a:cubicBezTo>
                <a:lnTo>
                  <a:pt x="3420" y="1604"/>
                </a:lnTo>
                <a:cubicBezTo>
                  <a:pt x="3420" y="1604"/>
                  <a:pt x="3420" y="1604"/>
                  <a:pt x="3420" y="1604"/>
                </a:cubicBezTo>
                <a:lnTo>
                  <a:pt x="3420" y="1604"/>
                </a:lnTo>
                <a:cubicBezTo>
                  <a:pt x="3420" y="1621"/>
                  <a:pt x="3423" y="1634"/>
                  <a:pt x="3427" y="1644"/>
                </a:cubicBezTo>
                <a:lnTo>
                  <a:pt x="3427" y="1644"/>
                </a:lnTo>
                <a:cubicBezTo>
                  <a:pt x="3423" y="1630"/>
                  <a:pt x="3420" y="1616"/>
                  <a:pt x="3420" y="1604"/>
                </a:cubicBezTo>
                <a:lnTo>
                  <a:pt x="3420" y="1604"/>
                </a:lnTo>
                <a:cubicBezTo>
                  <a:pt x="3422" y="1608"/>
                  <a:pt x="3424" y="1613"/>
                  <a:pt x="3426" y="1617"/>
                </a:cubicBezTo>
                <a:cubicBezTo>
                  <a:pt x="3442" y="1646"/>
                  <a:pt x="3443" y="1659"/>
                  <a:pt x="3439" y="1659"/>
                </a:cubicBezTo>
                <a:cubicBezTo>
                  <a:pt x="3436" y="1659"/>
                  <a:pt x="3432" y="1654"/>
                  <a:pt x="3427" y="1644"/>
                </a:cubicBezTo>
                <a:lnTo>
                  <a:pt x="3427" y="1644"/>
                </a:lnTo>
                <a:cubicBezTo>
                  <a:pt x="3443" y="1697"/>
                  <a:pt x="3479" y="1760"/>
                  <a:pt x="3491" y="1802"/>
                </a:cubicBezTo>
                <a:cubicBezTo>
                  <a:pt x="3500" y="1838"/>
                  <a:pt x="3508" y="1874"/>
                  <a:pt x="3517" y="1910"/>
                </a:cubicBezTo>
                <a:cubicBezTo>
                  <a:pt x="3521" y="1933"/>
                  <a:pt x="3525" y="1954"/>
                  <a:pt x="3529" y="1977"/>
                </a:cubicBezTo>
                <a:cubicBezTo>
                  <a:pt x="3534" y="2005"/>
                  <a:pt x="3537" y="2015"/>
                  <a:pt x="3538" y="2015"/>
                </a:cubicBezTo>
                <a:cubicBezTo>
                  <a:pt x="3540" y="2015"/>
                  <a:pt x="3530" y="1942"/>
                  <a:pt x="3525" y="1939"/>
                </a:cubicBezTo>
                <a:lnTo>
                  <a:pt x="3525" y="1939"/>
                </a:lnTo>
                <a:cubicBezTo>
                  <a:pt x="3550" y="1954"/>
                  <a:pt x="3538" y="2142"/>
                  <a:pt x="3538" y="2173"/>
                </a:cubicBezTo>
                <a:cubicBezTo>
                  <a:pt x="3538" y="2215"/>
                  <a:pt x="3535" y="2257"/>
                  <a:pt x="3533" y="2297"/>
                </a:cubicBezTo>
                <a:cubicBezTo>
                  <a:pt x="3532" y="2312"/>
                  <a:pt x="3530" y="2326"/>
                  <a:pt x="3529" y="2339"/>
                </a:cubicBezTo>
                <a:lnTo>
                  <a:pt x="3529" y="2339"/>
                </a:lnTo>
                <a:cubicBezTo>
                  <a:pt x="3514" y="2409"/>
                  <a:pt x="3504" y="2477"/>
                  <a:pt x="3483" y="2546"/>
                </a:cubicBezTo>
                <a:cubicBezTo>
                  <a:pt x="3472" y="2582"/>
                  <a:pt x="3462" y="2618"/>
                  <a:pt x="3449" y="2651"/>
                </a:cubicBezTo>
                <a:cubicBezTo>
                  <a:pt x="3445" y="2663"/>
                  <a:pt x="3440" y="2676"/>
                  <a:pt x="3436" y="2688"/>
                </a:cubicBezTo>
                <a:lnTo>
                  <a:pt x="3436" y="2688"/>
                </a:lnTo>
                <a:cubicBezTo>
                  <a:pt x="3398" y="2751"/>
                  <a:pt x="3369" y="2818"/>
                  <a:pt x="3329" y="2881"/>
                </a:cubicBezTo>
                <a:cubicBezTo>
                  <a:pt x="3324" y="2889"/>
                  <a:pt x="3300" y="2922"/>
                  <a:pt x="3284" y="2945"/>
                </a:cubicBezTo>
                <a:lnTo>
                  <a:pt x="3284" y="2945"/>
                </a:lnTo>
                <a:cubicBezTo>
                  <a:pt x="3263" y="2968"/>
                  <a:pt x="3232" y="3005"/>
                  <a:pt x="3224" y="3014"/>
                </a:cubicBezTo>
                <a:cubicBezTo>
                  <a:pt x="3198" y="3041"/>
                  <a:pt x="3171" y="3069"/>
                  <a:pt x="3142" y="3094"/>
                </a:cubicBezTo>
                <a:cubicBezTo>
                  <a:pt x="3127" y="3106"/>
                  <a:pt x="3112" y="3119"/>
                  <a:pt x="3099" y="3132"/>
                </a:cubicBezTo>
                <a:cubicBezTo>
                  <a:pt x="3075" y="3154"/>
                  <a:pt x="3071" y="3163"/>
                  <a:pt x="3076" y="3163"/>
                </a:cubicBezTo>
                <a:cubicBezTo>
                  <a:pt x="3076" y="3163"/>
                  <a:pt x="3077" y="3163"/>
                  <a:pt x="3078" y="3162"/>
                </a:cubicBezTo>
                <a:lnTo>
                  <a:pt x="3078" y="3162"/>
                </a:lnTo>
                <a:cubicBezTo>
                  <a:pt x="3021" y="3203"/>
                  <a:pt x="2923" y="3245"/>
                  <a:pt x="2889" y="3262"/>
                </a:cubicBezTo>
                <a:cubicBezTo>
                  <a:pt x="2863" y="3275"/>
                  <a:pt x="2803" y="3296"/>
                  <a:pt x="2805" y="3296"/>
                </a:cubicBezTo>
                <a:cubicBezTo>
                  <a:pt x="2806" y="3296"/>
                  <a:pt x="2822" y="3291"/>
                  <a:pt x="2866" y="3277"/>
                </a:cubicBezTo>
                <a:lnTo>
                  <a:pt x="2866" y="3277"/>
                </a:lnTo>
                <a:cubicBezTo>
                  <a:pt x="2823" y="3292"/>
                  <a:pt x="2783" y="3309"/>
                  <a:pt x="2741" y="3323"/>
                </a:cubicBezTo>
                <a:cubicBezTo>
                  <a:pt x="2642" y="3355"/>
                  <a:pt x="2541" y="3376"/>
                  <a:pt x="2438" y="3395"/>
                </a:cubicBezTo>
                <a:cubicBezTo>
                  <a:pt x="2437" y="3395"/>
                  <a:pt x="2437" y="3395"/>
                  <a:pt x="2437" y="3395"/>
                </a:cubicBezTo>
                <a:lnTo>
                  <a:pt x="2437" y="3395"/>
                </a:lnTo>
                <a:cubicBezTo>
                  <a:pt x="2416" y="3397"/>
                  <a:pt x="2395" y="3400"/>
                  <a:pt x="2375" y="3401"/>
                </a:cubicBezTo>
                <a:cubicBezTo>
                  <a:pt x="2330" y="3403"/>
                  <a:pt x="2284" y="3406"/>
                  <a:pt x="2240" y="3406"/>
                </a:cubicBezTo>
                <a:cubicBezTo>
                  <a:pt x="2226" y="3406"/>
                  <a:pt x="2211" y="3406"/>
                  <a:pt x="2197" y="3406"/>
                </a:cubicBezTo>
                <a:cubicBezTo>
                  <a:pt x="2163" y="3406"/>
                  <a:pt x="2129" y="3405"/>
                  <a:pt x="2094" y="3403"/>
                </a:cubicBezTo>
                <a:cubicBezTo>
                  <a:pt x="2081" y="3402"/>
                  <a:pt x="2067" y="3400"/>
                  <a:pt x="2054" y="3398"/>
                </a:cubicBezTo>
                <a:lnTo>
                  <a:pt x="2054" y="3398"/>
                </a:lnTo>
                <a:cubicBezTo>
                  <a:pt x="1975" y="3376"/>
                  <a:pt x="1893" y="3365"/>
                  <a:pt x="1814" y="3340"/>
                </a:cubicBezTo>
                <a:cubicBezTo>
                  <a:pt x="1797" y="3334"/>
                  <a:pt x="1778" y="3326"/>
                  <a:pt x="1762" y="3321"/>
                </a:cubicBezTo>
                <a:cubicBezTo>
                  <a:pt x="1752" y="3318"/>
                  <a:pt x="1745" y="3316"/>
                  <a:pt x="1740" y="3315"/>
                </a:cubicBezTo>
                <a:lnTo>
                  <a:pt x="1740" y="3315"/>
                </a:lnTo>
                <a:cubicBezTo>
                  <a:pt x="1716" y="3301"/>
                  <a:pt x="1691" y="3283"/>
                  <a:pt x="1679" y="3277"/>
                </a:cubicBezTo>
                <a:cubicBezTo>
                  <a:pt x="1648" y="3258"/>
                  <a:pt x="1616" y="3241"/>
                  <a:pt x="1587" y="3220"/>
                </a:cubicBezTo>
                <a:cubicBezTo>
                  <a:pt x="1572" y="3210"/>
                  <a:pt x="1557" y="3199"/>
                  <a:pt x="1543" y="3191"/>
                </a:cubicBezTo>
                <a:cubicBezTo>
                  <a:pt x="1525" y="3180"/>
                  <a:pt x="1519" y="3175"/>
                  <a:pt x="1519" y="3175"/>
                </a:cubicBezTo>
                <a:lnTo>
                  <a:pt x="1519" y="3175"/>
                </a:lnTo>
                <a:cubicBezTo>
                  <a:pt x="1518" y="3175"/>
                  <a:pt x="1582" y="3218"/>
                  <a:pt x="1580" y="3218"/>
                </a:cubicBezTo>
                <a:cubicBezTo>
                  <a:pt x="1580" y="3218"/>
                  <a:pt x="1579" y="3218"/>
                  <a:pt x="1578" y="3218"/>
                </a:cubicBezTo>
                <a:cubicBezTo>
                  <a:pt x="1542" y="3218"/>
                  <a:pt x="1420" y="3070"/>
                  <a:pt x="1399" y="3045"/>
                </a:cubicBezTo>
                <a:cubicBezTo>
                  <a:pt x="1384" y="3030"/>
                  <a:pt x="1353" y="2977"/>
                  <a:pt x="1351" y="2977"/>
                </a:cubicBezTo>
                <a:lnTo>
                  <a:pt x="1351" y="2977"/>
                </a:lnTo>
                <a:cubicBezTo>
                  <a:pt x="1350" y="2977"/>
                  <a:pt x="1354" y="2985"/>
                  <a:pt x="1363" y="3005"/>
                </a:cubicBezTo>
                <a:cubicBezTo>
                  <a:pt x="1372" y="3025"/>
                  <a:pt x="1375" y="3032"/>
                  <a:pt x="1374" y="3032"/>
                </a:cubicBezTo>
                <a:cubicBezTo>
                  <a:pt x="1372" y="3032"/>
                  <a:pt x="1335" y="2962"/>
                  <a:pt x="1326" y="2946"/>
                </a:cubicBezTo>
                <a:cubicBezTo>
                  <a:pt x="1285" y="2881"/>
                  <a:pt x="1252" y="2814"/>
                  <a:pt x="1215" y="2746"/>
                </a:cubicBezTo>
                <a:lnTo>
                  <a:pt x="1215" y="2746"/>
                </a:lnTo>
                <a:cubicBezTo>
                  <a:pt x="1214" y="2743"/>
                  <a:pt x="1213" y="2740"/>
                  <a:pt x="1212" y="2736"/>
                </a:cubicBezTo>
                <a:cubicBezTo>
                  <a:pt x="1199" y="2702"/>
                  <a:pt x="1187" y="2668"/>
                  <a:pt x="1176" y="2635"/>
                </a:cubicBezTo>
                <a:cubicBezTo>
                  <a:pt x="1153" y="2559"/>
                  <a:pt x="1132" y="2481"/>
                  <a:pt x="1119" y="2403"/>
                </a:cubicBezTo>
                <a:cubicBezTo>
                  <a:pt x="1119" y="2401"/>
                  <a:pt x="1118" y="2399"/>
                  <a:pt x="1118" y="2397"/>
                </a:cubicBezTo>
                <a:lnTo>
                  <a:pt x="1118" y="2397"/>
                </a:lnTo>
                <a:cubicBezTo>
                  <a:pt x="1122" y="2365"/>
                  <a:pt x="1108" y="2315"/>
                  <a:pt x="1106" y="2283"/>
                </a:cubicBezTo>
                <a:cubicBezTo>
                  <a:pt x="1102" y="2203"/>
                  <a:pt x="1102" y="2123"/>
                  <a:pt x="1106" y="2043"/>
                </a:cubicBezTo>
                <a:cubicBezTo>
                  <a:pt x="1107" y="2033"/>
                  <a:pt x="1110" y="2004"/>
                  <a:pt x="1113" y="1978"/>
                </a:cubicBezTo>
                <a:lnTo>
                  <a:pt x="1113" y="1978"/>
                </a:lnTo>
                <a:cubicBezTo>
                  <a:pt x="1117" y="1953"/>
                  <a:pt x="1123" y="1911"/>
                  <a:pt x="1125" y="1899"/>
                </a:cubicBezTo>
                <a:cubicBezTo>
                  <a:pt x="1144" y="1813"/>
                  <a:pt x="1170" y="1731"/>
                  <a:pt x="1197" y="1647"/>
                </a:cubicBezTo>
                <a:cubicBezTo>
                  <a:pt x="1199" y="1642"/>
                  <a:pt x="1200" y="1637"/>
                  <a:pt x="1201" y="1634"/>
                </a:cubicBezTo>
                <a:lnTo>
                  <a:pt x="1201" y="1634"/>
                </a:lnTo>
                <a:cubicBezTo>
                  <a:pt x="1203" y="1630"/>
                  <a:pt x="1205" y="1626"/>
                  <a:pt x="1208" y="1621"/>
                </a:cubicBezTo>
                <a:cubicBezTo>
                  <a:pt x="1227" y="1583"/>
                  <a:pt x="1246" y="1543"/>
                  <a:pt x="1269" y="1507"/>
                </a:cubicBezTo>
                <a:cubicBezTo>
                  <a:pt x="1290" y="1470"/>
                  <a:pt x="1313" y="1434"/>
                  <a:pt x="1338" y="1398"/>
                </a:cubicBezTo>
                <a:cubicBezTo>
                  <a:pt x="1341" y="1394"/>
                  <a:pt x="1344" y="1390"/>
                  <a:pt x="1346" y="1386"/>
                </a:cubicBezTo>
                <a:lnTo>
                  <a:pt x="1346" y="1386"/>
                </a:lnTo>
                <a:cubicBezTo>
                  <a:pt x="1346" y="1386"/>
                  <a:pt x="1346" y="1386"/>
                  <a:pt x="1347" y="1385"/>
                </a:cubicBezTo>
                <a:cubicBezTo>
                  <a:pt x="1399" y="1329"/>
                  <a:pt x="1454" y="1275"/>
                  <a:pt x="1511" y="1223"/>
                </a:cubicBezTo>
                <a:lnTo>
                  <a:pt x="1511" y="1223"/>
                </a:lnTo>
                <a:cubicBezTo>
                  <a:pt x="1524" y="1213"/>
                  <a:pt x="1537" y="1203"/>
                  <a:pt x="1551" y="1194"/>
                </a:cubicBezTo>
                <a:cubicBezTo>
                  <a:pt x="1589" y="1170"/>
                  <a:pt x="1627" y="1147"/>
                  <a:pt x="1667" y="1126"/>
                </a:cubicBezTo>
                <a:cubicBezTo>
                  <a:pt x="1682" y="1119"/>
                  <a:pt x="1697" y="1111"/>
                  <a:pt x="1712" y="1103"/>
                </a:cubicBezTo>
                <a:lnTo>
                  <a:pt x="1712" y="1103"/>
                </a:lnTo>
                <a:cubicBezTo>
                  <a:pt x="1755" y="1090"/>
                  <a:pt x="1797" y="1075"/>
                  <a:pt x="1840" y="1063"/>
                </a:cubicBezTo>
                <a:cubicBezTo>
                  <a:pt x="1884" y="1050"/>
                  <a:pt x="1928" y="1042"/>
                  <a:pt x="1970" y="1031"/>
                </a:cubicBezTo>
                <a:cubicBezTo>
                  <a:pt x="1976" y="1030"/>
                  <a:pt x="1983" y="1028"/>
                  <a:pt x="1990" y="1026"/>
                </a:cubicBezTo>
                <a:lnTo>
                  <a:pt x="1990" y="1026"/>
                </a:lnTo>
                <a:cubicBezTo>
                  <a:pt x="2008" y="1025"/>
                  <a:pt x="2026" y="1024"/>
                  <a:pt x="2042" y="1023"/>
                </a:cubicBezTo>
                <a:cubicBezTo>
                  <a:pt x="2063" y="1021"/>
                  <a:pt x="2083" y="1018"/>
                  <a:pt x="2104" y="1015"/>
                </a:cubicBezTo>
                <a:lnTo>
                  <a:pt x="2104" y="1015"/>
                </a:lnTo>
                <a:cubicBezTo>
                  <a:pt x="2127" y="1013"/>
                  <a:pt x="2151" y="1010"/>
                  <a:pt x="2175" y="1006"/>
                </a:cubicBezTo>
                <a:cubicBezTo>
                  <a:pt x="2200" y="1002"/>
                  <a:pt x="2223" y="998"/>
                  <a:pt x="2248" y="996"/>
                </a:cubicBezTo>
                <a:lnTo>
                  <a:pt x="2248" y="996"/>
                </a:lnTo>
                <a:cubicBezTo>
                  <a:pt x="2202" y="1002"/>
                  <a:pt x="2186" y="1004"/>
                  <a:pt x="2186" y="1004"/>
                </a:cubicBezTo>
                <a:cubicBezTo>
                  <a:pt x="2187" y="1004"/>
                  <a:pt x="2227" y="999"/>
                  <a:pt x="2246" y="998"/>
                </a:cubicBezTo>
                <a:cubicBezTo>
                  <a:pt x="2293" y="996"/>
                  <a:pt x="2341" y="991"/>
                  <a:pt x="2387" y="989"/>
                </a:cubicBezTo>
                <a:close/>
                <a:moveTo>
                  <a:pt x="2431" y="0"/>
                </a:moveTo>
                <a:cubicBezTo>
                  <a:pt x="2283" y="0"/>
                  <a:pt x="2134" y="12"/>
                  <a:pt x="1987" y="33"/>
                </a:cubicBezTo>
                <a:lnTo>
                  <a:pt x="1987" y="33"/>
                </a:lnTo>
                <a:cubicBezTo>
                  <a:pt x="1519" y="79"/>
                  <a:pt x="1082" y="246"/>
                  <a:pt x="738" y="578"/>
                </a:cubicBezTo>
                <a:cubicBezTo>
                  <a:pt x="443" y="863"/>
                  <a:pt x="236" y="1259"/>
                  <a:pt x="158" y="1661"/>
                </a:cubicBezTo>
                <a:cubicBezTo>
                  <a:pt x="0" y="2477"/>
                  <a:pt x="228" y="3403"/>
                  <a:pt x="896" y="3941"/>
                </a:cubicBezTo>
                <a:cubicBezTo>
                  <a:pt x="1283" y="4251"/>
                  <a:pt x="1777" y="4404"/>
                  <a:pt x="2272" y="4404"/>
                </a:cubicBezTo>
                <a:cubicBezTo>
                  <a:pt x="2762" y="4404"/>
                  <a:pt x="3253" y="4255"/>
                  <a:pt x="3645" y="3962"/>
                </a:cubicBezTo>
                <a:cubicBezTo>
                  <a:pt x="4395" y="3401"/>
                  <a:pt x="4700" y="2409"/>
                  <a:pt x="4443" y="1512"/>
                </a:cubicBezTo>
                <a:cubicBezTo>
                  <a:pt x="4302" y="1025"/>
                  <a:pt x="4003" y="604"/>
                  <a:pt x="3582" y="321"/>
                </a:cubicBezTo>
                <a:cubicBezTo>
                  <a:pt x="3236" y="89"/>
                  <a:pt x="2836" y="0"/>
                  <a:pt x="2431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2" name="Google Shape;1572;p5"/>
          <p:cNvSpPr/>
          <p:nvPr/>
        </p:nvSpPr>
        <p:spPr>
          <a:xfrm>
            <a:off x="7578925" y="3242625"/>
            <a:ext cx="146125" cy="137000"/>
          </a:xfrm>
          <a:custGeom>
            <a:rect b="b" l="l" r="r" t="t"/>
            <a:pathLst>
              <a:path extrusionOk="0" h="5480" w="5845">
                <a:moveTo>
                  <a:pt x="3672" y="1101"/>
                </a:moveTo>
                <a:cubicBezTo>
                  <a:pt x="3677" y="1103"/>
                  <a:pt x="3681" y="1105"/>
                  <a:pt x="3685" y="1107"/>
                </a:cubicBezTo>
                <a:lnTo>
                  <a:pt x="3685" y="1107"/>
                </a:lnTo>
                <a:cubicBezTo>
                  <a:pt x="3681" y="1105"/>
                  <a:pt x="3677" y="1103"/>
                  <a:pt x="3672" y="1101"/>
                </a:cubicBezTo>
                <a:close/>
                <a:moveTo>
                  <a:pt x="3072" y="4464"/>
                </a:moveTo>
                <a:lnTo>
                  <a:pt x="3072" y="4464"/>
                </a:lnTo>
                <a:cubicBezTo>
                  <a:pt x="3071" y="4464"/>
                  <a:pt x="3070" y="4464"/>
                  <a:pt x="3069" y="4464"/>
                </a:cubicBezTo>
                <a:lnTo>
                  <a:pt x="3069" y="4464"/>
                </a:lnTo>
                <a:cubicBezTo>
                  <a:pt x="3070" y="4464"/>
                  <a:pt x="3071" y="4464"/>
                  <a:pt x="3072" y="4464"/>
                </a:cubicBezTo>
                <a:close/>
                <a:moveTo>
                  <a:pt x="3052" y="4466"/>
                </a:moveTo>
                <a:lnTo>
                  <a:pt x="3052" y="4466"/>
                </a:lnTo>
                <a:cubicBezTo>
                  <a:pt x="3035" y="4469"/>
                  <a:pt x="3029" y="4470"/>
                  <a:pt x="3029" y="4470"/>
                </a:cubicBezTo>
                <a:cubicBezTo>
                  <a:pt x="3028" y="4470"/>
                  <a:pt x="3040" y="4468"/>
                  <a:pt x="3052" y="4466"/>
                </a:cubicBezTo>
                <a:close/>
                <a:moveTo>
                  <a:pt x="3036" y="989"/>
                </a:moveTo>
                <a:cubicBezTo>
                  <a:pt x="3084" y="989"/>
                  <a:pt x="3131" y="990"/>
                  <a:pt x="3177" y="992"/>
                </a:cubicBezTo>
                <a:cubicBezTo>
                  <a:pt x="3207" y="994"/>
                  <a:pt x="3236" y="998"/>
                  <a:pt x="3264" y="1000"/>
                </a:cubicBezTo>
                <a:cubicBezTo>
                  <a:pt x="3270" y="1000"/>
                  <a:pt x="3275" y="1000"/>
                  <a:pt x="3280" y="1000"/>
                </a:cubicBezTo>
                <a:lnTo>
                  <a:pt x="3280" y="1000"/>
                </a:lnTo>
                <a:cubicBezTo>
                  <a:pt x="3393" y="1021"/>
                  <a:pt x="3502" y="1045"/>
                  <a:pt x="3611" y="1080"/>
                </a:cubicBezTo>
                <a:cubicBezTo>
                  <a:pt x="3640" y="1091"/>
                  <a:pt x="3708" y="1119"/>
                  <a:pt x="3711" y="1119"/>
                </a:cubicBezTo>
                <a:cubicBezTo>
                  <a:pt x="3711" y="1119"/>
                  <a:pt x="3710" y="1118"/>
                  <a:pt x="3707" y="1117"/>
                </a:cubicBezTo>
                <a:lnTo>
                  <a:pt x="3707" y="1117"/>
                </a:lnTo>
                <a:cubicBezTo>
                  <a:pt x="3752" y="1138"/>
                  <a:pt x="3795" y="1160"/>
                  <a:pt x="3839" y="1186"/>
                </a:cubicBezTo>
                <a:cubicBezTo>
                  <a:pt x="3883" y="1209"/>
                  <a:pt x="3923" y="1236"/>
                  <a:pt x="3965" y="1261"/>
                </a:cubicBezTo>
                <a:cubicBezTo>
                  <a:pt x="3979" y="1270"/>
                  <a:pt x="3990" y="1277"/>
                  <a:pt x="3997" y="1281"/>
                </a:cubicBezTo>
                <a:lnTo>
                  <a:pt x="3997" y="1281"/>
                </a:lnTo>
                <a:cubicBezTo>
                  <a:pt x="4000" y="1284"/>
                  <a:pt x="4004" y="1288"/>
                  <a:pt x="4010" y="1293"/>
                </a:cubicBezTo>
                <a:cubicBezTo>
                  <a:pt x="4096" y="1369"/>
                  <a:pt x="4178" y="1443"/>
                  <a:pt x="4252" y="1531"/>
                </a:cubicBezTo>
                <a:cubicBezTo>
                  <a:pt x="4265" y="1544"/>
                  <a:pt x="4276" y="1558"/>
                  <a:pt x="4288" y="1572"/>
                </a:cubicBezTo>
                <a:lnTo>
                  <a:pt x="4288" y="1572"/>
                </a:lnTo>
                <a:cubicBezTo>
                  <a:pt x="4314" y="1615"/>
                  <a:pt x="4345" y="1659"/>
                  <a:pt x="4374" y="1704"/>
                </a:cubicBezTo>
                <a:cubicBezTo>
                  <a:pt x="4397" y="1744"/>
                  <a:pt x="4422" y="1784"/>
                  <a:pt x="4444" y="1826"/>
                </a:cubicBezTo>
                <a:cubicBezTo>
                  <a:pt x="4456" y="1852"/>
                  <a:pt x="4498" y="1948"/>
                  <a:pt x="4500" y="1948"/>
                </a:cubicBezTo>
                <a:cubicBezTo>
                  <a:pt x="4500" y="1948"/>
                  <a:pt x="4500" y="1947"/>
                  <a:pt x="4500" y="1946"/>
                </a:cubicBezTo>
                <a:lnTo>
                  <a:pt x="4500" y="1946"/>
                </a:lnTo>
                <a:cubicBezTo>
                  <a:pt x="4527" y="2021"/>
                  <a:pt x="4553" y="2096"/>
                  <a:pt x="4574" y="2174"/>
                </a:cubicBezTo>
                <a:cubicBezTo>
                  <a:pt x="4587" y="2220"/>
                  <a:pt x="4597" y="2266"/>
                  <a:pt x="4608" y="2315"/>
                </a:cubicBezTo>
                <a:cubicBezTo>
                  <a:pt x="4614" y="2346"/>
                  <a:pt x="4627" y="2444"/>
                  <a:pt x="4628" y="2444"/>
                </a:cubicBezTo>
                <a:cubicBezTo>
                  <a:pt x="4629" y="2444"/>
                  <a:pt x="4628" y="2430"/>
                  <a:pt x="4625" y="2395"/>
                </a:cubicBezTo>
                <a:lnTo>
                  <a:pt x="4625" y="2395"/>
                </a:lnTo>
                <a:cubicBezTo>
                  <a:pt x="4635" y="2498"/>
                  <a:pt x="4644" y="2599"/>
                  <a:pt x="4642" y="2702"/>
                </a:cubicBezTo>
                <a:cubicBezTo>
                  <a:pt x="4642" y="2757"/>
                  <a:pt x="4639" y="2812"/>
                  <a:pt x="4635" y="2867"/>
                </a:cubicBezTo>
                <a:cubicBezTo>
                  <a:pt x="4633" y="2890"/>
                  <a:pt x="4631" y="2915"/>
                  <a:pt x="4629" y="2938"/>
                </a:cubicBezTo>
                <a:cubicBezTo>
                  <a:pt x="4629" y="2941"/>
                  <a:pt x="4629" y="2943"/>
                  <a:pt x="4629" y="2945"/>
                </a:cubicBezTo>
                <a:lnTo>
                  <a:pt x="4629" y="2945"/>
                </a:lnTo>
                <a:cubicBezTo>
                  <a:pt x="4610" y="3044"/>
                  <a:pt x="4592" y="3139"/>
                  <a:pt x="4564" y="3235"/>
                </a:cubicBezTo>
                <a:cubicBezTo>
                  <a:pt x="4551" y="3282"/>
                  <a:pt x="4536" y="3328"/>
                  <a:pt x="4519" y="3372"/>
                </a:cubicBezTo>
                <a:cubicBezTo>
                  <a:pt x="4511" y="3396"/>
                  <a:pt x="4503" y="3419"/>
                  <a:pt x="4494" y="3442"/>
                </a:cubicBezTo>
                <a:cubicBezTo>
                  <a:pt x="4493" y="3445"/>
                  <a:pt x="4492" y="3448"/>
                  <a:pt x="4491" y="3451"/>
                </a:cubicBezTo>
                <a:lnTo>
                  <a:pt x="4491" y="3451"/>
                </a:lnTo>
                <a:cubicBezTo>
                  <a:pt x="4490" y="3453"/>
                  <a:pt x="4489" y="3455"/>
                  <a:pt x="4488" y="3457"/>
                </a:cubicBezTo>
                <a:cubicBezTo>
                  <a:pt x="4439" y="3543"/>
                  <a:pt x="4399" y="3629"/>
                  <a:pt x="4345" y="3714"/>
                </a:cubicBezTo>
                <a:cubicBezTo>
                  <a:pt x="4335" y="3728"/>
                  <a:pt x="4281" y="3805"/>
                  <a:pt x="4270" y="3821"/>
                </a:cubicBezTo>
                <a:lnTo>
                  <a:pt x="4270" y="3821"/>
                </a:lnTo>
                <a:cubicBezTo>
                  <a:pt x="4265" y="3827"/>
                  <a:pt x="4261" y="3833"/>
                  <a:pt x="4258" y="3836"/>
                </a:cubicBezTo>
                <a:cubicBezTo>
                  <a:pt x="4233" y="3863"/>
                  <a:pt x="4210" y="3891"/>
                  <a:pt x="4184" y="3918"/>
                </a:cubicBezTo>
                <a:cubicBezTo>
                  <a:pt x="4149" y="3956"/>
                  <a:pt x="4113" y="3990"/>
                  <a:pt x="4077" y="4025"/>
                </a:cubicBezTo>
                <a:cubicBezTo>
                  <a:pt x="4063" y="4038"/>
                  <a:pt x="3976" y="4107"/>
                  <a:pt x="3979" y="4107"/>
                </a:cubicBezTo>
                <a:cubicBezTo>
                  <a:pt x="3979" y="4107"/>
                  <a:pt x="3980" y="4107"/>
                  <a:pt x="3980" y="4107"/>
                </a:cubicBezTo>
                <a:lnTo>
                  <a:pt x="3980" y="4107"/>
                </a:lnTo>
                <a:cubicBezTo>
                  <a:pt x="3895" y="4167"/>
                  <a:pt x="3805" y="4221"/>
                  <a:pt x="3713" y="4270"/>
                </a:cubicBezTo>
                <a:cubicBezTo>
                  <a:pt x="3690" y="4281"/>
                  <a:pt x="3603" y="4321"/>
                  <a:pt x="3608" y="4321"/>
                </a:cubicBezTo>
                <a:cubicBezTo>
                  <a:pt x="3609" y="4321"/>
                  <a:pt x="3610" y="4320"/>
                  <a:pt x="3614" y="4319"/>
                </a:cubicBezTo>
                <a:lnTo>
                  <a:pt x="3614" y="4319"/>
                </a:lnTo>
                <a:cubicBezTo>
                  <a:pt x="3570" y="4336"/>
                  <a:pt x="3525" y="4351"/>
                  <a:pt x="3481" y="4365"/>
                </a:cubicBezTo>
                <a:cubicBezTo>
                  <a:pt x="3350" y="4407"/>
                  <a:pt x="3217" y="4438"/>
                  <a:pt x="3080" y="4461"/>
                </a:cubicBezTo>
                <a:cubicBezTo>
                  <a:pt x="3073" y="4463"/>
                  <a:pt x="3067" y="4464"/>
                  <a:pt x="3061" y="4465"/>
                </a:cubicBezTo>
                <a:lnTo>
                  <a:pt x="3061" y="4465"/>
                </a:lnTo>
                <a:cubicBezTo>
                  <a:pt x="3027" y="4468"/>
                  <a:pt x="2993" y="4470"/>
                  <a:pt x="2958" y="4474"/>
                </a:cubicBezTo>
                <a:cubicBezTo>
                  <a:pt x="2899" y="4478"/>
                  <a:pt x="2840" y="4480"/>
                  <a:pt x="2779" y="4480"/>
                </a:cubicBezTo>
                <a:cubicBezTo>
                  <a:pt x="2762" y="4481"/>
                  <a:pt x="2745" y="4481"/>
                  <a:pt x="2728" y="4481"/>
                </a:cubicBezTo>
                <a:cubicBezTo>
                  <a:pt x="2682" y="4481"/>
                  <a:pt x="2635" y="4479"/>
                  <a:pt x="2588" y="4476"/>
                </a:cubicBezTo>
                <a:cubicBezTo>
                  <a:pt x="2560" y="4474"/>
                  <a:pt x="2533" y="4470"/>
                  <a:pt x="2505" y="4468"/>
                </a:cubicBezTo>
                <a:cubicBezTo>
                  <a:pt x="2503" y="4468"/>
                  <a:pt x="2500" y="4468"/>
                  <a:pt x="2498" y="4467"/>
                </a:cubicBezTo>
                <a:lnTo>
                  <a:pt x="2498" y="4467"/>
                </a:lnTo>
                <a:cubicBezTo>
                  <a:pt x="2389" y="4444"/>
                  <a:pt x="2284" y="4423"/>
                  <a:pt x="2179" y="4388"/>
                </a:cubicBezTo>
                <a:cubicBezTo>
                  <a:pt x="2150" y="4378"/>
                  <a:pt x="2089" y="4350"/>
                  <a:pt x="2086" y="4350"/>
                </a:cubicBezTo>
                <a:lnTo>
                  <a:pt x="2086" y="4350"/>
                </a:lnTo>
                <a:cubicBezTo>
                  <a:pt x="2085" y="4350"/>
                  <a:pt x="2095" y="4356"/>
                  <a:pt x="2126" y="4371"/>
                </a:cubicBezTo>
                <a:cubicBezTo>
                  <a:pt x="2071" y="4346"/>
                  <a:pt x="2017" y="4318"/>
                  <a:pt x="1964" y="4289"/>
                </a:cubicBezTo>
                <a:cubicBezTo>
                  <a:pt x="1924" y="4266"/>
                  <a:pt x="1884" y="4240"/>
                  <a:pt x="1844" y="4215"/>
                </a:cubicBezTo>
                <a:cubicBezTo>
                  <a:pt x="1818" y="4198"/>
                  <a:pt x="1769" y="4158"/>
                  <a:pt x="1768" y="4158"/>
                </a:cubicBezTo>
                <a:lnTo>
                  <a:pt x="1768" y="4158"/>
                </a:lnTo>
                <a:cubicBezTo>
                  <a:pt x="1768" y="4158"/>
                  <a:pt x="1777" y="4166"/>
                  <a:pt x="1804" y="4190"/>
                </a:cubicBezTo>
                <a:cubicBezTo>
                  <a:pt x="1720" y="4116"/>
                  <a:pt x="1637" y="4044"/>
                  <a:pt x="1564" y="3960"/>
                </a:cubicBezTo>
                <a:cubicBezTo>
                  <a:pt x="1558" y="3953"/>
                  <a:pt x="1523" y="3910"/>
                  <a:pt x="1505" y="3887"/>
                </a:cubicBezTo>
                <a:lnTo>
                  <a:pt x="1505" y="3887"/>
                </a:lnTo>
                <a:cubicBezTo>
                  <a:pt x="1486" y="3860"/>
                  <a:pt x="1451" y="3810"/>
                  <a:pt x="1444" y="3800"/>
                </a:cubicBezTo>
                <a:cubicBezTo>
                  <a:pt x="1389" y="3712"/>
                  <a:pt x="1345" y="3617"/>
                  <a:pt x="1294" y="3526"/>
                </a:cubicBezTo>
                <a:cubicBezTo>
                  <a:pt x="1292" y="3522"/>
                  <a:pt x="1290" y="3518"/>
                  <a:pt x="1288" y="3515"/>
                </a:cubicBezTo>
                <a:lnTo>
                  <a:pt x="1288" y="3515"/>
                </a:lnTo>
                <a:cubicBezTo>
                  <a:pt x="1286" y="3508"/>
                  <a:pt x="1282" y="3497"/>
                  <a:pt x="1277" y="3484"/>
                </a:cubicBezTo>
                <a:cubicBezTo>
                  <a:pt x="1262" y="3440"/>
                  <a:pt x="1246" y="3398"/>
                  <a:pt x="1231" y="3353"/>
                </a:cubicBezTo>
                <a:cubicBezTo>
                  <a:pt x="1199" y="3252"/>
                  <a:pt x="1174" y="3149"/>
                  <a:pt x="1155" y="3046"/>
                </a:cubicBezTo>
                <a:cubicBezTo>
                  <a:pt x="1149" y="3013"/>
                  <a:pt x="1144" y="2955"/>
                  <a:pt x="1143" y="2955"/>
                </a:cubicBezTo>
                <a:lnTo>
                  <a:pt x="1143" y="2955"/>
                </a:lnTo>
                <a:cubicBezTo>
                  <a:pt x="1143" y="2955"/>
                  <a:pt x="1144" y="2969"/>
                  <a:pt x="1147" y="3006"/>
                </a:cubicBezTo>
                <a:cubicBezTo>
                  <a:pt x="1142" y="2953"/>
                  <a:pt x="1136" y="2900"/>
                  <a:pt x="1134" y="2848"/>
                </a:cubicBezTo>
                <a:cubicBezTo>
                  <a:pt x="1128" y="2742"/>
                  <a:pt x="1128" y="2637"/>
                  <a:pt x="1134" y="2532"/>
                </a:cubicBezTo>
                <a:cubicBezTo>
                  <a:pt x="1135" y="2514"/>
                  <a:pt x="1144" y="2437"/>
                  <a:pt x="1147" y="2404"/>
                </a:cubicBezTo>
                <a:lnTo>
                  <a:pt x="1147" y="2404"/>
                </a:lnTo>
                <a:cubicBezTo>
                  <a:pt x="1152" y="2372"/>
                  <a:pt x="1162" y="2318"/>
                  <a:pt x="1166" y="2302"/>
                </a:cubicBezTo>
                <a:cubicBezTo>
                  <a:pt x="1189" y="2188"/>
                  <a:pt x="1222" y="2081"/>
                  <a:pt x="1260" y="1969"/>
                </a:cubicBezTo>
                <a:cubicBezTo>
                  <a:pt x="1266" y="1952"/>
                  <a:pt x="1270" y="1941"/>
                  <a:pt x="1272" y="1933"/>
                </a:cubicBezTo>
                <a:lnTo>
                  <a:pt x="1272" y="1933"/>
                </a:lnTo>
                <a:cubicBezTo>
                  <a:pt x="1276" y="1926"/>
                  <a:pt x="1282" y="1915"/>
                  <a:pt x="1290" y="1900"/>
                </a:cubicBezTo>
                <a:cubicBezTo>
                  <a:pt x="1315" y="1849"/>
                  <a:pt x="1340" y="1797"/>
                  <a:pt x="1368" y="1748"/>
                </a:cubicBezTo>
                <a:cubicBezTo>
                  <a:pt x="1397" y="1700"/>
                  <a:pt x="1429" y="1651"/>
                  <a:pt x="1460" y="1605"/>
                </a:cubicBezTo>
                <a:cubicBezTo>
                  <a:pt x="1471" y="1589"/>
                  <a:pt x="1477" y="1579"/>
                  <a:pt x="1481" y="1572"/>
                </a:cubicBezTo>
                <a:lnTo>
                  <a:pt x="1481" y="1572"/>
                </a:lnTo>
                <a:cubicBezTo>
                  <a:pt x="1485" y="1568"/>
                  <a:pt x="1490" y="1563"/>
                  <a:pt x="1496" y="1556"/>
                </a:cubicBezTo>
                <a:cubicBezTo>
                  <a:pt x="1571" y="1480"/>
                  <a:pt x="1645" y="1406"/>
                  <a:pt x="1723" y="1331"/>
                </a:cubicBezTo>
                <a:lnTo>
                  <a:pt x="1723" y="1331"/>
                </a:lnTo>
                <a:cubicBezTo>
                  <a:pt x="1723" y="1331"/>
                  <a:pt x="1724" y="1331"/>
                  <a:pt x="1724" y="1331"/>
                </a:cubicBezTo>
                <a:cubicBezTo>
                  <a:pt x="1747" y="1314"/>
                  <a:pt x="1770" y="1297"/>
                  <a:pt x="1795" y="1280"/>
                </a:cubicBezTo>
                <a:cubicBezTo>
                  <a:pt x="1846" y="1249"/>
                  <a:pt x="1897" y="1219"/>
                  <a:pt x="1949" y="1192"/>
                </a:cubicBezTo>
                <a:cubicBezTo>
                  <a:pt x="1970" y="1179"/>
                  <a:pt x="1993" y="1171"/>
                  <a:pt x="2015" y="1158"/>
                </a:cubicBezTo>
                <a:cubicBezTo>
                  <a:pt x="2019" y="1156"/>
                  <a:pt x="2023" y="1153"/>
                  <a:pt x="2026" y="1151"/>
                </a:cubicBezTo>
                <a:lnTo>
                  <a:pt x="2026" y="1151"/>
                </a:lnTo>
                <a:cubicBezTo>
                  <a:pt x="2028" y="1151"/>
                  <a:pt x="2030" y="1150"/>
                  <a:pt x="2031" y="1150"/>
                </a:cubicBezTo>
                <a:cubicBezTo>
                  <a:pt x="2092" y="1131"/>
                  <a:pt x="2151" y="1108"/>
                  <a:pt x="2213" y="1091"/>
                </a:cubicBezTo>
                <a:cubicBezTo>
                  <a:pt x="2269" y="1076"/>
                  <a:pt x="2328" y="1066"/>
                  <a:pt x="2385" y="1051"/>
                </a:cubicBezTo>
                <a:cubicBezTo>
                  <a:pt x="2395" y="1049"/>
                  <a:pt x="2412" y="1046"/>
                  <a:pt x="2426" y="1043"/>
                </a:cubicBezTo>
                <a:lnTo>
                  <a:pt x="2426" y="1043"/>
                </a:lnTo>
                <a:cubicBezTo>
                  <a:pt x="2457" y="1040"/>
                  <a:pt x="2490" y="1037"/>
                  <a:pt x="2522" y="1034"/>
                </a:cubicBezTo>
                <a:cubicBezTo>
                  <a:pt x="2545" y="1032"/>
                  <a:pt x="2568" y="1029"/>
                  <a:pt x="2590" y="1025"/>
                </a:cubicBezTo>
                <a:lnTo>
                  <a:pt x="2590" y="1025"/>
                </a:lnTo>
                <a:cubicBezTo>
                  <a:pt x="2612" y="1023"/>
                  <a:pt x="2633" y="1021"/>
                  <a:pt x="2655" y="1017"/>
                </a:cubicBezTo>
                <a:cubicBezTo>
                  <a:pt x="2687" y="1011"/>
                  <a:pt x="2720" y="1004"/>
                  <a:pt x="2754" y="1000"/>
                </a:cubicBezTo>
                <a:lnTo>
                  <a:pt x="2754" y="1000"/>
                </a:lnTo>
                <a:cubicBezTo>
                  <a:pt x="2725" y="1004"/>
                  <a:pt x="2717" y="1006"/>
                  <a:pt x="2719" y="1006"/>
                </a:cubicBezTo>
                <a:cubicBezTo>
                  <a:pt x="2724" y="1006"/>
                  <a:pt x="2776" y="1000"/>
                  <a:pt x="2790" y="998"/>
                </a:cubicBezTo>
                <a:cubicBezTo>
                  <a:pt x="2853" y="996"/>
                  <a:pt x="2914" y="990"/>
                  <a:pt x="2977" y="990"/>
                </a:cubicBezTo>
                <a:cubicBezTo>
                  <a:pt x="2997" y="989"/>
                  <a:pt x="3017" y="989"/>
                  <a:pt x="3036" y="989"/>
                </a:cubicBezTo>
                <a:close/>
                <a:moveTo>
                  <a:pt x="3033" y="0"/>
                </a:moveTo>
                <a:cubicBezTo>
                  <a:pt x="2855" y="0"/>
                  <a:pt x="2675" y="14"/>
                  <a:pt x="2498" y="40"/>
                </a:cubicBezTo>
                <a:lnTo>
                  <a:pt x="2498" y="40"/>
                </a:lnTo>
                <a:cubicBezTo>
                  <a:pt x="1906" y="92"/>
                  <a:pt x="1353" y="298"/>
                  <a:pt x="921" y="716"/>
                </a:cubicBezTo>
                <a:cubicBezTo>
                  <a:pt x="548" y="1074"/>
                  <a:pt x="295" y="1567"/>
                  <a:pt x="199" y="2073"/>
                </a:cubicBezTo>
                <a:cubicBezTo>
                  <a:pt x="1" y="3090"/>
                  <a:pt x="293" y="4249"/>
                  <a:pt x="1125" y="4914"/>
                </a:cubicBezTo>
                <a:cubicBezTo>
                  <a:pt x="1601" y="5295"/>
                  <a:pt x="2207" y="5480"/>
                  <a:pt x="2815" y="5480"/>
                </a:cubicBezTo>
                <a:cubicBezTo>
                  <a:pt x="3434" y="5480"/>
                  <a:pt x="4057" y="5289"/>
                  <a:pt x="4549" y="4919"/>
                </a:cubicBezTo>
                <a:cubicBezTo>
                  <a:pt x="5476" y="4221"/>
                  <a:pt x="5844" y="2983"/>
                  <a:pt x="5526" y="1874"/>
                </a:cubicBezTo>
                <a:cubicBezTo>
                  <a:pt x="5354" y="1274"/>
                  <a:pt x="4987" y="750"/>
                  <a:pt x="4469" y="402"/>
                </a:cubicBezTo>
                <a:cubicBezTo>
                  <a:pt x="4038" y="112"/>
                  <a:pt x="3538" y="0"/>
                  <a:pt x="3033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573" name="Google Shape;1573;p5"/>
          <p:cNvGrpSpPr/>
          <p:nvPr/>
        </p:nvGrpSpPr>
        <p:grpSpPr>
          <a:xfrm flipH="1" rot="-6299880">
            <a:off x="1406840" y="476245"/>
            <a:ext cx="708049" cy="444266"/>
            <a:chOff x="1445125" y="3867675"/>
            <a:chExt cx="803300" cy="502950"/>
          </a:xfrm>
        </p:grpSpPr>
        <p:sp>
          <p:nvSpPr>
            <p:cNvPr id="1574" name="Google Shape;1574;p5"/>
            <p:cNvSpPr/>
            <p:nvPr/>
          </p:nvSpPr>
          <p:spPr>
            <a:xfrm>
              <a:off x="1445125" y="3867675"/>
              <a:ext cx="535450" cy="502950"/>
            </a:xfrm>
            <a:custGeom>
              <a:rect b="b" l="l" r="r" t="t"/>
              <a:pathLst>
                <a:path extrusionOk="0" h="20118" w="21418">
                  <a:moveTo>
                    <a:pt x="5846" y="993"/>
                  </a:moveTo>
                  <a:cubicBezTo>
                    <a:pt x="6726" y="993"/>
                    <a:pt x="7300" y="1814"/>
                    <a:pt x="7545" y="2688"/>
                  </a:cubicBezTo>
                  <a:cubicBezTo>
                    <a:pt x="7686" y="3200"/>
                    <a:pt x="7749" y="3726"/>
                    <a:pt x="7770" y="4255"/>
                  </a:cubicBezTo>
                  <a:cubicBezTo>
                    <a:pt x="7787" y="4700"/>
                    <a:pt x="7676" y="5216"/>
                    <a:pt x="7812" y="5641"/>
                  </a:cubicBezTo>
                  <a:cubicBezTo>
                    <a:pt x="8017" y="6280"/>
                    <a:pt x="8790" y="6621"/>
                    <a:pt x="9352" y="6861"/>
                  </a:cubicBezTo>
                  <a:cubicBezTo>
                    <a:pt x="10899" y="7523"/>
                    <a:pt x="12588" y="7895"/>
                    <a:pt x="14238" y="8195"/>
                  </a:cubicBezTo>
                  <a:cubicBezTo>
                    <a:pt x="14279" y="8202"/>
                    <a:pt x="14320" y="8206"/>
                    <a:pt x="14360" y="8206"/>
                  </a:cubicBezTo>
                  <a:cubicBezTo>
                    <a:pt x="14538" y="8206"/>
                    <a:pt x="14697" y="8128"/>
                    <a:pt x="14800" y="7965"/>
                  </a:cubicBezTo>
                  <a:cubicBezTo>
                    <a:pt x="15658" y="6602"/>
                    <a:pt x="16673" y="5266"/>
                    <a:pt x="17868" y="4181"/>
                  </a:cubicBezTo>
                  <a:cubicBezTo>
                    <a:pt x="18246" y="3837"/>
                    <a:pt x="19055" y="3130"/>
                    <a:pt x="19662" y="3130"/>
                  </a:cubicBezTo>
                  <a:cubicBezTo>
                    <a:pt x="19761" y="3130"/>
                    <a:pt x="19855" y="3149"/>
                    <a:pt x="19941" y="3191"/>
                  </a:cubicBezTo>
                  <a:cubicBezTo>
                    <a:pt x="19972" y="3206"/>
                    <a:pt x="20042" y="3282"/>
                    <a:pt x="20078" y="3334"/>
                  </a:cubicBezTo>
                  <a:cubicBezTo>
                    <a:pt x="20170" y="3474"/>
                    <a:pt x="20200" y="3554"/>
                    <a:pt x="20244" y="3703"/>
                  </a:cubicBezTo>
                  <a:cubicBezTo>
                    <a:pt x="20356" y="4074"/>
                    <a:pt x="20385" y="4459"/>
                    <a:pt x="20391" y="4845"/>
                  </a:cubicBezTo>
                  <a:cubicBezTo>
                    <a:pt x="20434" y="7253"/>
                    <a:pt x="19715" y="9724"/>
                    <a:pt x="18959" y="11987"/>
                  </a:cubicBezTo>
                  <a:cubicBezTo>
                    <a:pt x="18546" y="13223"/>
                    <a:pt x="18074" y="14443"/>
                    <a:pt x="17505" y="15619"/>
                  </a:cubicBezTo>
                  <a:cubicBezTo>
                    <a:pt x="16974" y="16720"/>
                    <a:pt x="16385" y="17795"/>
                    <a:pt x="15472" y="18631"/>
                  </a:cubicBezTo>
                  <a:cubicBezTo>
                    <a:pt x="15279" y="18808"/>
                    <a:pt x="15055" y="19008"/>
                    <a:pt x="14800" y="19090"/>
                  </a:cubicBezTo>
                  <a:cubicBezTo>
                    <a:pt x="14731" y="19114"/>
                    <a:pt x="14679" y="19127"/>
                    <a:pt x="14633" y="19127"/>
                  </a:cubicBezTo>
                  <a:cubicBezTo>
                    <a:pt x="14584" y="19127"/>
                    <a:pt x="14541" y="19112"/>
                    <a:pt x="14491" y="19078"/>
                  </a:cubicBezTo>
                  <a:cubicBezTo>
                    <a:pt x="14179" y="18859"/>
                    <a:pt x="14040" y="18279"/>
                    <a:pt x="13943" y="17913"/>
                  </a:cubicBezTo>
                  <a:cubicBezTo>
                    <a:pt x="13496" y="16204"/>
                    <a:pt x="13420" y="14392"/>
                    <a:pt x="13231" y="12644"/>
                  </a:cubicBezTo>
                  <a:cubicBezTo>
                    <a:pt x="13231" y="12642"/>
                    <a:pt x="13231" y="12641"/>
                    <a:pt x="13230" y="12640"/>
                  </a:cubicBezTo>
                  <a:lnTo>
                    <a:pt x="13230" y="12640"/>
                  </a:lnTo>
                  <a:cubicBezTo>
                    <a:pt x="13241" y="12479"/>
                    <a:pt x="13172" y="12316"/>
                    <a:pt x="12984" y="12214"/>
                  </a:cubicBezTo>
                  <a:cubicBezTo>
                    <a:pt x="12340" y="11860"/>
                    <a:pt x="11598" y="11675"/>
                    <a:pt x="10890" y="11496"/>
                  </a:cubicBezTo>
                  <a:cubicBezTo>
                    <a:pt x="10069" y="11291"/>
                    <a:pt x="9239" y="11119"/>
                    <a:pt x="8404" y="10971"/>
                  </a:cubicBezTo>
                  <a:cubicBezTo>
                    <a:pt x="7943" y="10890"/>
                    <a:pt x="7439" y="10757"/>
                    <a:pt x="6964" y="10757"/>
                  </a:cubicBezTo>
                  <a:cubicBezTo>
                    <a:pt x="6933" y="10757"/>
                    <a:pt x="6903" y="10757"/>
                    <a:pt x="6873" y="10758"/>
                  </a:cubicBezTo>
                  <a:cubicBezTo>
                    <a:pt x="6281" y="10782"/>
                    <a:pt x="5857" y="11237"/>
                    <a:pt x="5518" y="11671"/>
                  </a:cubicBezTo>
                  <a:cubicBezTo>
                    <a:pt x="4848" y="12532"/>
                    <a:pt x="4110" y="13945"/>
                    <a:pt x="2900" y="13945"/>
                  </a:cubicBezTo>
                  <a:cubicBezTo>
                    <a:pt x="2748" y="13945"/>
                    <a:pt x="2589" y="13923"/>
                    <a:pt x="2421" y="13874"/>
                  </a:cubicBezTo>
                  <a:cubicBezTo>
                    <a:pt x="1265" y="13539"/>
                    <a:pt x="1147" y="12161"/>
                    <a:pt x="1191" y="11150"/>
                  </a:cubicBezTo>
                  <a:cubicBezTo>
                    <a:pt x="1259" y="9547"/>
                    <a:pt x="1735" y="7959"/>
                    <a:pt x="2242" y="6446"/>
                  </a:cubicBezTo>
                  <a:cubicBezTo>
                    <a:pt x="2666" y="5186"/>
                    <a:pt x="3155" y="3943"/>
                    <a:pt x="3669" y="2717"/>
                  </a:cubicBezTo>
                  <a:cubicBezTo>
                    <a:pt x="4014" y="1894"/>
                    <a:pt x="4701" y="1150"/>
                    <a:pt x="5619" y="1011"/>
                  </a:cubicBezTo>
                  <a:cubicBezTo>
                    <a:pt x="5697" y="999"/>
                    <a:pt x="5772" y="993"/>
                    <a:pt x="5846" y="993"/>
                  </a:cubicBezTo>
                  <a:close/>
                  <a:moveTo>
                    <a:pt x="5851" y="1"/>
                  </a:moveTo>
                  <a:cubicBezTo>
                    <a:pt x="4753" y="1"/>
                    <a:pt x="3750" y="699"/>
                    <a:pt x="3144" y="1580"/>
                  </a:cubicBezTo>
                  <a:cubicBezTo>
                    <a:pt x="2849" y="2009"/>
                    <a:pt x="2683" y="2515"/>
                    <a:pt x="2487" y="2993"/>
                  </a:cubicBezTo>
                  <a:cubicBezTo>
                    <a:pt x="2217" y="3653"/>
                    <a:pt x="1954" y="4314"/>
                    <a:pt x="1705" y="4982"/>
                  </a:cubicBezTo>
                  <a:cubicBezTo>
                    <a:pt x="1113" y="6581"/>
                    <a:pt x="576" y="8224"/>
                    <a:pt x="323" y="9914"/>
                  </a:cubicBezTo>
                  <a:cubicBezTo>
                    <a:pt x="121" y="11253"/>
                    <a:pt x="1" y="12901"/>
                    <a:pt x="913" y="14026"/>
                  </a:cubicBezTo>
                  <a:cubicBezTo>
                    <a:pt x="1411" y="14639"/>
                    <a:pt x="2111" y="14918"/>
                    <a:pt x="2824" y="14918"/>
                  </a:cubicBezTo>
                  <a:cubicBezTo>
                    <a:pt x="3509" y="14918"/>
                    <a:pt x="4207" y="14660"/>
                    <a:pt x="4751" y="14192"/>
                  </a:cubicBezTo>
                  <a:cubicBezTo>
                    <a:pt x="5371" y="13659"/>
                    <a:pt x="5777" y="12949"/>
                    <a:pt x="6272" y="12311"/>
                  </a:cubicBezTo>
                  <a:cubicBezTo>
                    <a:pt x="6566" y="11931"/>
                    <a:pt x="6732" y="11776"/>
                    <a:pt x="7065" y="11776"/>
                  </a:cubicBezTo>
                  <a:cubicBezTo>
                    <a:pt x="7129" y="11776"/>
                    <a:pt x="7199" y="11782"/>
                    <a:pt x="7277" y="11793"/>
                  </a:cubicBezTo>
                  <a:cubicBezTo>
                    <a:pt x="8166" y="11915"/>
                    <a:pt x="9053" y="12094"/>
                    <a:pt x="9930" y="12292"/>
                  </a:cubicBezTo>
                  <a:cubicBezTo>
                    <a:pt x="10726" y="12472"/>
                    <a:pt x="11550" y="12626"/>
                    <a:pt x="12268" y="12966"/>
                  </a:cubicBezTo>
                  <a:lnTo>
                    <a:pt x="12268" y="12966"/>
                  </a:lnTo>
                  <a:cubicBezTo>
                    <a:pt x="12439" y="14633"/>
                    <a:pt x="12548" y="16332"/>
                    <a:pt x="12930" y="17963"/>
                  </a:cubicBezTo>
                  <a:cubicBezTo>
                    <a:pt x="13136" y="18845"/>
                    <a:pt x="13555" y="20118"/>
                    <a:pt x="14640" y="20118"/>
                  </a:cubicBezTo>
                  <a:cubicBezTo>
                    <a:pt x="14672" y="20118"/>
                    <a:pt x="14706" y="20116"/>
                    <a:pt x="14739" y="20114"/>
                  </a:cubicBezTo>
                  <a:cubicBezTo>
                    <a:pt x="15314" y="20074"/>
                    <a:pt x="15818" y="19674"/>
                    <a:pt x="16220" y="19295"/>
                  </a:cubicBezTo>
                  <a:cubicBezTo>
                    <a:pt x="16778" y="18770"/>
                    <a:pt x="17242" y="18165"/>
                    <a:pt x="17630" y="17506"/>
                  </a:cubicBezTo>
                  <a:cubicBezTo>
                    <a:pt x="18329" y="16326"/>
                    <a:pt x="18879" y="15058"/>
                    <a:pt x="19372" y="13779"/>
                  </a:cubicBezTo>
                  <a:cubicBezTo>
                    <a:pt x="20387" y="11140"/>
                    <a:pt x="21255" y="8266"/>
                    <a:pt x="21379" y="5422"/>
                  </a:cubicBezTo>
                  <a:cubicBezTo>
                    <a:pt x="21417" y="4558"/>
                    <a:pt x="21409" y="3509"/>
                    <a:pt x="20893" y="2768"/>
                  </a:cubicBezTo>
                  <a:cubicBezTo>
                    <a:pt x="20591" y="2334"/>
                    <a:pt x="20167" y="2169"/>
                    <a:pt x="19717" y="2169"/>
                  </a:cubicBezTo>
                  <a:cubicBezTo>
                    <a:pt x="19269" y="2169"/>
                    <a:pt x="18796" y="2332"/>
                    <a:pt x="18392" y="2557"/>
                  </a:cubicBezTo>
                  <a:cubicBezTo>
                    <a:pt x="17206" y="3219"/>
                    <a:pt x="16258" y="4331"/>
                    <a:pt x="15430" y="5382"/>
                  </a:cubicBezTo>
                  <a:cubicBezTo>
                    <a:pt x="14975" y="5959"/>
                    <a:pt x="14535" y="6551"/>
                    <a:pt x="14131" y="7165"/>
                  </a:cubicBezTo>
                  <a:lnTo>
                    <a:pt x="14131" y="7165"/>
                  </a:lnTo>
                  <a:cubicBezTo>
                    <a:pt x="12741" y="6903"/>
                    <a:pt x="11340" y="6572"/>
                    <a:pt x="10022" y="6067"/>
                  </a:cubicBezTo>
                  <a:cubicBezTo>
                    <a:pt x="9692" y="5938"/>
                    <a:pt x="9355" y="5795"/>
                    <a:pt x="9057" y="5599"/>
                  </a:cubicBezTo>
                  <a:cubicBezTo>
                    <a:pt x="8975" y="5544"/>
                    <a:pt x="8902" y="5490"/>
                    <a:pt x="8830" y="5420"/>
                  </a:cubicBezTo>
                  <a:cubicBezTo>
                    <a:pt x="8801" y="5393"/>
                    <a:pt x="8791" y="5386"/>
                    <a:pt x="8788" y="5385"/>
                  </a:cubicBezTo>
                  <a:lnTo>
                    <a:pt x="8788" y="5385"/>
                  </a:lnTo>
                  <a:cubicBezTo>
                    <a:pt x="8787" y="5381"/>
                    <a:pt x="8781" y="5370"/>
                    <a:pt x="8767" y="5346"/>
                  </a:cubicBezTo>
                  <a:cubicBezTo>
                    <a:pt x="8764" y="5342"/>
                    <a:pt x="8761" y="5338"/>
                    <a:pt x="8759" y="5334"/>
                  </a:cubicBezTo>
                  <a:lnTo>
                    <a:pt x="8759" y="5334"/>
                  </a:lnTo>
                  <a:cubicBezTo>
                    <a:pt x="8759" y="5333"/>
                    <a:pt x="8759" y="5331"/>
                    <a:pt x="8758" y="5329"/>
                  </a:cubicBezTo>
                  <a:cubicBezTo>
                    <a:pt x="8680" y="4813"/>
                    <a:pt x="8779" y="4238"/>
                    <a:pt x="8729" y="3712"/>
                  </a:cubicBezTo>
                  <a:cubicBezTo>
                    <a:pt x="8683" y="3244"/>
                    <a:pt x="8611" y="2774"/>
                    <a:pt x="8476" y="2325"/>
                  </a:cubicBezTo>
                  <a:cubicBezTo>
                    <a:pt x="8116" y="1129"/>
                    <a:pt x="7256" y="33"/>
                    <a:pt x="5914" y="2"/>
                  </a:cubicBezTo>
                  <a:cubicBezTo>
                    <a:pt x="5893" y="1"/>
                    <a:pt x="5872" y="1"/>
                    <a:pt x="585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5" name="Google Shape;1575;p5"/>
            <p:cNvSpPr/>
            <p:nvPr/>
          </p:nvSpPr>
          <p:spPr>
            <a:xfrm>
              <a:off x="1903525" y="4088100"/>
              <a:ext cx="344900" cy="185850"/>
            </a:xfrm>
            <a:custGeom>
              <a:rect b="b" l="l" r="r" t="t"/>
              <a:pathLst>
                <a:path extrusionOk="0" h="7434" w="13796">
                  <a:moveTo>
                    <a:pt x="2035" y="1"/>
                  </a:moveTo>
                  <a:cubicBezTo>
                    <a:pt x="1593" y="1"/>
                    <a:pt x="1301" y="661"/>
                    <a:pt x="1777" y="928"/>
                  </a:cubicBezTo>
                  <a:cubicBezTo>
                    <a:pt x="5023" y="2748"/>
                    <a:pt x="8420" y="4238"/>
                    <a:pt x="11476" y="6352"/>
                  </a:cubicBezTo>
                  <a:lnTo>
                    <a:pt x="11476" y="6352"/>
                  </a:lnTo>
                  <a:cubicBezTo>
                    <a:pt x="7847" y="6103"/>
                    <a:pt x="4252" y="5482"/>
                    <a:pt x="636" y="5110"/>
                  </a:cubicBezTo>
                  <a:cubicBezTo>
                    <a:pt x="615" y="5108"/>
                    <a:pt x="596" y="5107"/>
                    <a:pt x="577" y="5107"/>
                  </a:cubicBezTo>
                  <a:cubicBezTo>
                    <a:pt x="0" y="5107"/>
                    <a:pt x="24" y="6045"/>
                    <a:pt x="636" y="6106"/>
                  </a:cubicBezTo>
                  <a:cubicBezTo>
                    <a:pt x="4792" y="6534"/>
                    <a:pt x="8919" y="7290"/>
                    <a:pt x="13101" y="7434"/>
                  </a:cubicBezTo>
                  <a:cubicBezTo>
                    <a:pt x="13106" y="7434"/>
                    <a:pt x="13111" y="7434"/>
                    <a:pt x="13115" y="7434"/>
                  </a:cubicBezTo>
                  <a:cubicBezTo>
                    <a:pt x="13508" y="7434"/>
                    <a:pt x="13796" y="6851"/>
                    <a:pt x="13455" y="6582"/>
                  </a:cubicBezTo>
                  <a:cubicBezTo>
                    <a:pt x="11767" y="5262"/>
                    <a:pt x="9981" y="4109"/>
                    <a:pt x="8087" y="3106"/>
                  </a:cubicBezTo>
                  <a:cubicBezTo>
                    <a:pt x="6157" y="2083"/>
                    <a:pt x="4187" y="1139"/>
                    <a:pt x="2281" y="69"/>
                  </a:cubicBezTo>
                  <a:cubicBezTo>
                    <a:pt x="2197" y="21"/>
                    <a:pt x="2114" y="1"/>
                    <a:pt x="203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6" name="Google Shape;1576;p5"/>
            <p:cNvSpPr/>
            <p:nvPr/>
          </p:nvSpPr>
          <p:spPr>
            <a:xfrm>
              <a:off x="1462675" y="3884050"/>
              <a:ext cx="125100" cy="332450"/>
            </a:xfrm>
            <a:custGeom>
              <a:rect b="b" l="l" r="r" t="t"/>
              <a:pathLst>
                <a:path extrusionOk="0" h="13298" w="5004">
                  <a:moveTo>
                    <a:pt x="4226" y="0"/>
                  </a:moveTo>
                  <a:cubicBezTo>
                    <a:pt x="3978" y="0"/>
                    <a:pt x="3745" y="159"/>
                    <a:pt x="3776" y="478"/>
                  </a:cubicBezTo>
                  <a:cubicBezTo>
                    <a:pt x="3995" y="2762"/>
                    <a:pt x="3470" y="4910"/>
                    <a:pt x="2764" y="7066"/>
                  </a:cubicBezTo>
                  <a:cubicBezTo>
                    <a:pt x="2160" y="8913"/>
                    <a:pt x="1574" y="10906"/>
                    <a:pt x="310" y="12425"/>
                  </a:cubicBezTo>
                  <a:cubicBezTo>
                    <a:pt x="1" y="12799"/>
                    <a:pt x="333" y="13298"/>
                    <a:pt x="690" y="13298"/>
                  </a:cubicBezTo>
                  <a:cubicBezTo>
                    <a:pt x="802" y="13298"/>
                    <a:pt x="916" y="13249"/>
                    <a:pt x="1014" y="13131"/>
                  </a:cubicBezTo>
                  <a:cubicBezTo>
                    <a:pt x="2366" y="11506"/>
                    <a:pt x="3030" y="9452"/>
                    <a:pt x="3679" y="7474"/>
                  </a:cubicBezTo>
                  <a:cubicBezTo>
                    <a:pt x="4424" y="5193"/>
                    <a:pt x="5004" y="2899"/>
                    <a:pt x="4772" y="478"/>
                  </a:cubicBezTo>
                  <a:cubicBezTo>
                    <a:pt x="4741" y="160"/>
                    <a:pt x="4476" y="0"/>
                    <a:pt x="422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77" name="Google Shape;1577;p5"/>
          <p:cNvSpPr/>
          <p:nvPr/>
        </p:nvSpPr>
        <p:spPr>
          <a:xfrm>
            <a:off x="2859550" y="831275"/>
            <a:ext cx="176025" cy="165050"/>
          </a:xfrm>
          <a:custGeom>
            <a:rect b="b" l="l" r="r" t="t"/>
            <a:pathLst>
              <a:path extrusionOk="0" h="6602" w="7041">
                <a:moveTo>
                  <a:pt x="4935" y="1378"/>
                </a:moveTo>
                <a:cubicBezTo>
                  <a:pt x="4939" y="1380"/>
                  <a:pt x="4948" y="1387"/>
                  <a:pt x="4965" y="1400"/>
                </a:cubicBezTo>
                <a:cubicBezTo>
                  <a:pt x="4955" y="1392"/>
                  <a:pt x="4945" y="1385"/>
                  <a:pt x="4935" y="1378"/>
                </a:cubicBezTo>
                <a:close/>
                <a:moveTo>
                  <a:pt x="1630" y="1762"/>
                </a:moveTo>
                <a:lnTo>
                  <a:pt x="1630" y="1762"/>
                </a:lnTo>
                <a:cubicBezTo>
                  <a:pt x="1621" y="1773"/>
                  <a:pt x="1618" y="1778"/>
                  <a:pt x="1618" y="1778"/>
                </a:cubicBezTo>
                <a:cubicBezTo>
                  <a:pt x="1618" y="1778"/>
                  <a:pt x="1623" y="1771"/>
                  <a:pt x="1630" y="1762"/>
                </a:cubicBezTo>
                <a:close/>
                <a:moveTo>
                  <a:pt x="3639" y="986"/>
                </a:moveTo>
                <a:cubicBezTo>
                  <a:pt x="4036" y="986"/>
                  <a:pt x="4418" y="1072"/>
                  <a:pt x="4734" y="1250"/>
                </a:cubicBezTo>
                <a:cubicBezTo>
                  <a:pt x="4786" y="1280"/>
                  <a:pt x="4839" y="1313"/>
                  <a:pt x="4890" y="1347"/>
                </a:cubicBezTo>
                <a:cubicBezTo>
                  <a:pt x="4906" y="1357"/>
                  <a:pt x="4921" y="1367"/>
                  <a:pt x="4935" y="1378"/>
                </a:cubicBezTo>
                <a:lnTo>
                  <a:pt x="4935" y="1378"/>
                </a:lnTo>
                <a:cubicBezTo>
                  <a:pt x="4934" y="1377"/>
                  <a:pt x="4933" y="1376"/>
                  <a:pt x="4933" y="1376"/>
                </a:cubicBezTo>
                <a:lnTo>
                  <a:pt x="4933" y="1376"/>
                </a:lnTo>
                <a:cubicBezTo>
                  <a:pt x="4934" y="1376"/>
                  <a:pt x="4964" y="1397"/>
                  <a:pt x="4972" y="1404"/>
                </a:cubicBezTo>
                <a:cubicBezTo>
                  <a:pt x="5081" y="1495"/>
                  <a:pt x="5182" y="1594"/>
                  <a:pt x="5275" y="1701"/>
                </a:cubicBezTo>
                <a:cubicBezTo>
                  <a:pt x="5296" y="1724"/>
                  <a:pt x="5315" y="1747"/>
                  <a:pt x="5332" y="1771"/>
                </a:cubicBezTo>
                <a:cubicBezTo>
                  <a:pt x="5336" y="1776"/>
                  <a:pt x="5339" y="1780"/>
                  <a:pt x="5342" y="1782"/>
                </a:cubicBezTo>
                <a:lnTo>
                  <a:pt x="5342" y="1782"/>
                </a:lnTo>
                <a:cubicBezTo>
                  <a:pt x="5378" y="1835"/>
                  <a:pt x="5414" y="1889"/>
                  <a:pt x="5446" y="1943"/>
                </a:cubicBezTo>
                <a:cubicBezTo>
                  <a:pt x="5477" y="1994"/>
                  <a:pt x="5507" y="2045"/>
                  <a:pt x="5534" y="2097"/>
                </a:cubicBezTo>
                <a:cubicBezTo>
                  <a:pt x="5548" y="2126"/>
                  <a:pt x="5603" y="2244"/>
                  <a:pt x="5604" y="2244"/>
                </a:cubicBezTo>
                <a:cubicBezTo>
                  <a:pt x="5605" y="2244"/>
                  <a:pt x="5604" y="2244"/>
                  <a:pt x="5604" y="2242"/>
                </a:cubicBezTo>
                <a:lnTo>
                  <a:pt x="5604" y="2242"/>
                </a:lnTo>
                <a:cubicBezTo>
                  <a:pt x="5646" y="2347"/>
                  <a:pt x="5682" y="2454"/>
                  <a:pt x="5711" y="2561"/>
                </a:cubicBezTo>
                <a:cubicBezTo>
                  <a:pt x="5726" y="2620"/>
                  <a:pt x="5741" y="2679"/>
                  <a:pt x="5751" y="2738"/>
                </a:cubicBezTo>
                <a:cubicBezTo>
                  <a:pt x="5756" y="2758"/>
                  <a:pt x="5778" y="2901"/>
                  <a:pt x="5781" y="2901"/>
                </a:cubicBezTo>
                <a:cubicBezTo>
                  <a:pt x="5781" y="2901"/>
                  <a:pt x="5781" y="2892"/>
                  <a:pt x="5779" y="2872"/>
                </a:cubicBezTo>
                <a:lnTo>
                  <a:pt x="5779" y="2872"/>
                </a:lnTo>
                <a:cubicBezTo>
                  <a:pt x="5793" y="2999"/>
                  <a:pt x="5800" y="3127"/>
                  <a:pt x="5800" y="3256"/>
                </a:cubicBezTo>
                <a:cubicBezTo>
                  <a:pt x="5798" y="3323"/>
                  <a:pt x="5796" y="3393"/>
                  <a:pt x="5791" y="3460"/>
                </a:cubicBezTo>
                <a:cubicBezTo>
                  <a:pt x="5787" y="3518"/>
                  <a:pt x="5781" y="3572"/>
                  <a:pt x="5780" y="3582"/>
                </a:cubicBezTo>
                <a:lnTo>
                  <a:pt x="5780" y="3582"/>
                </a:lnTo>
                <a:cubicBezTo>
                  <a:pt x="5759" y="3706"/>
                  <a:pt x="5734" y="3831"/>
                  <a:pt x="5699" y="3953"/>
                </a:cubicBezTo>
                <a:cubicBezTo>
                  <a:pt x="5682" y="4012"/>
                  <a:pt x="5663" y="4069"/>
                  <a:pt x="5642" y="4126"/>
                </a:cubicBezTo>
                <a:cubicBezTo>
                  <a:pt x="5631" y="4155"/>
                  <a:pt x="5621" y="4183"/>
                  <a:pt x="5610" y="4212"/>
                </a:cubicBezTo>
                <a:cubicBezTo>
                  <a:pt x="5606" y="4223"/>
                  <a:pt x="5602" y="4232"/>
                  <a:pt x="5600" y="4238"/>
                </a:cubicBezTo>
                <a:lnTo>
                  <a:pt x="5600" y="4238"/>
                </a:lnTo>
                <a:cubicBezTo>
                  <a:pt x="5597" y="4244"/>
                  <a:pt x="5593" y="4252"/>
                  <a:pt x="5589" y="4261"/>
                </a:cubicBezTo>
                <a:cubicBezTo>
                  <a:pt x="5534" y="4370"/>
                  <a:pt x="5477" y="4478"/>
                  <a:pt x="5412" y="4581"/>
                </a:cubicBezTo>
                <a:cubicBezTo>
                  <a:pt x="5311" y="4737"/>
                  <a:pt x="5324" y="4720"/>
                  <a:pt x="5189" y="4863"/>
                </a:cubicBezTo>
                <a:cubicBezTo>
                  <a:pt x="4814" y="5261"/>
                  <a:pt x="4355" y="5476"/>
                  <a:pt x="3756" y="5573"/>
                </a:cubicBezTo>
                <a:cubicBezTo>
                  <a:pt x="3620" y="5595"/>
                  <a:pt x="3482" y="5605"/>
                  <a:pt x="3344" y="5605"/>
                </a:cubicBezTo>
                <a:cubicBezTo>
                  <a:pt x="2954" y="5605"/>
                  <a:pt x="2572" y="5519"/>
                  <a:pt x="2265" y="5346"/>
                </a:cubicBezTo>
                <a:cubicBezTo>
                  <a:pt x="2214" y="5316"/>
                  <a:pt x="2164" y="5285"/>
                  <a:pt x="2113" y="5253"/>
                </a:cubicBezTo>
                <a:cubicBezTo>
                  <a:pt x="2098" y="5243"/>
                  <a:pt x="2015" y="5180"/>
                  <a:pt x="2013" y="5180"/>
                </a:cubicBezTo>
                <a:lnTo>
                  <a:pt x="2013" y="5180"/>
                </a:lnTo>
                <a:cubicBezTo>
                  <a:pt x="2013" y="5180"/>
                  <a:pt x="2019" y="5186"/>
                  <a:pt x="2037" y="5200"/>
                </a:cubicBezTo>
                <a:cubicBezTo>
                  <a:pt x="1930" y="5114"/>
                  <a:pt x="1831" y="5019"/>
                  <a:pt x="1740" y="4916"/>
                </a:cubicBezTo>
                <a:cubicBezTo>
                  <a:pt x="1728" y="4902"/>
                  <a:pt x="1675" y="4837"/>
                  <a:pt x="1657" y="4816"/>
                </a:cubicBezTo>
                <a:lnTo>
                  <a:pt x="1657" y="4816"/>
                </a:lnTo>
                <a:cubicBezTo>
                  <a:pt x="1647" y="4801"/>
                  <a:pt x="1584" y="4711"/>
                  <a:pt x="1570" y="4688"/>
                </a:cubicBezTo>
                <a:cubicBezTo>
                  <a:pt x="1500" y="4579"/>
                  <a:pt x="1439" y="4465"/>
                  <a:pt x="1382" y="4347"/>
                </a:cubicBezTo>
                <a:cubicBezTo>
                  <a:pt x="1372" y="4327"/>
                  <a:pt x="1369" y="4322"/>
                  <a:pt x="1368" y="4322"/>
                </a:cubicBezTo>
                <a:lnTo>
                  <a:pt x="1368" y="4322"/>
                </a:lnTo>
                <a:cubicBezTo>
                  <a:pt x="1368" y="4322"/>
                  <a:pt x="1368" y="4322"/>
                  <a:pt x="1368" y="4322"/>
                </a:cubicBezTo>
                <a:lnTo>
                  <a:pt x="1368" y="4322"/>
                </a:lnTo>
                <a:cubicBezTo>
                  <a:pt x="1366" y="4315"/>
                  <a:pt x="1360" y="4299"/>
                  <a:pt x="1348" y="4265"/>
                </a:cubicBezTo>
                <a:cubicBezTo>
                  <a:pt x="1329" y="4210"/>
                  <a:pt x="1308" y="4155"/>
                  <a:pt x="1291" y="4101"/>
                </a:cubicBezTo>
                <a:cubicBezTo>
                  <a:pt x="1251" y="3974"/>
                  <a:pt x="1220" y="3848"/>
                  <a:pt x="1197" y="3717"/>
                </a:cubicBezTo>
                <a:cubicBezTo>
                  <a:pt x="1192" y="3696"/>
                  <a:pt x="1179" y="3596"/>
                  <a:pt x="1178" y="3596"/>
                </a:cubicBezTo>
                <a:lnTo>
                  <a:pt x="1178" y="3596"/>
                </a:lnTo>
                <a:cubicBezTo>
                  <a:pt x="1178" y="3596"/>
                  <a:pt x="1179" y="3606"/>
                  <a:pt x="1182" y="3633"/>
                </a:cubicBezTo>
                <a:cubicBezTo>
                  <a:pt x="1173" y="3568"/>
                  <a:pt x="1167" y="3502"/>
                  <a:pt x="1165" y="3437"/>
                </a:cubicBezTo>
                <a:cubicBezTo>
                  <a:pt x="1157" y="3304"/>
                  <a:pt x="1157" y="3174"/>
                  <a:pt x="1165" y="3041"/>
                </a:cubicBezTo>
                <a:cubicBezTo>
                  <a:pt x="1167" y="3011"/>
                  <a:pt x="1179" y="2898"/>
                  <a:pt x="1181" y="2870"/>
                </a:cubicBezTo>
                <a:lnTo>
                  <a:pt x="1181" y="2870"/>
                </a:lnTo>
                <a:cubicBezTo>
                  <a:pt x="1186" y="2847"/>
                  <a:pt x="1203" y="2750"/>
                  <a:pt x="1209" y="2721"/>
                </a:cubicBezTo>
                <a:cubicBezTo>
                  <a:pt x="1239" y="2580"/>
                  <a:pt x="1281" y="2443"/>
                  <a:pt x="1327" y="2306"/>
                </a:cubicBezTo>
                <a:cubicBezTo>
                  <a:pt x="1342" y="2262"/>
                  <a:pt x="1345" y="2248"/>
                  <a:pt x="1346" y="2244"/>
                </a:cubicBezTo>
                <a:lnTo>
                  <a:pt x="1346" y="2244"/>
                </a:lnTo>
                <a:cubicBezTo>
                  <a:pt x="1348" y="2241"/>
                  <a:pt x="1355" y="2229"/>
                  <a:pt x="1376" y="2188"/>
                </a:cubicBezTo>
                <a:cubicBezTo>
                  <a:pt x="1407" y="2125"/>
                  <a:pt x="1439" y="2059"/>
                  <a:pt x="1475" y="1998"/>
                </a:cubicBezTo>
                <a:cubicBezTo>
                  <a:pt x="1511" y="1937"/>
                  <a:pt x="1551" y="1878"/>
                  <a:pt x="1588" y="1819"/>
                </a:cubicBezTo>
                <a:cubicBezTo>
                  <a:pt x="1603" y="1799"/>
                  <a:pt x="1618" y="1779"/>
                  <a:pt x="1632" y="1759"/>
                </a:cubicBezTo>
                <a:lnTo>
                  <a:pt x="1632" y="1759"/>
                </a:lnTo>
                <a:cubicBezTo>
                  <a:pt x="1639" y="1751"/>
                  <a:pt x="1646" y="1741"/>
                  <a:pt x="1654" y="1733"/>
                </a:cubicBezTo>
                <a:cubicBezTo>
                  <a:pt x="1744" y="1632"/>
                  <a:pt x="1839" y="1535"/>
                  <a:pt x="1945" y="1446"/>
                </a:cubicBezTo>
                <a:cubicBezTo>
                  <a:pt x="1949" y="1443"/>
                  <a:pt x="1952" y="1440"/>
                  <a:pt x="1955" y="1437"/>
                </a:cubicBezTo>
                <a:lnTo>
                  <a:pt x="1955" y="1437"/>
                </a:lnTo>
                <a:cubicBezTo>
                  <a:pt x="1958" y="1435"/>
                  <a:pt x="1960" y="1434"/>
                  <a:pt x="1963" y="1431"/>
                </a:cubicBezTo>
                <a:cubicBezTo>
                  <a:pt x="1993" y="1410"/>
                  <a:pt x="2022" y="1389"/>
                  <a:pt x="2054" y="1370"/>
                </a:cubicBezTo>
                <a:cubicBezTo>
                  <a:pt x="2115" y="1328"/>
                  <a:pt x="2180" y="1292"/>
                  <a:pt x="2246" y="1257"/>
                </a:cubicBezTo>
                <a:cubicBezTo>
                  <a:pt x="2372" y="1191"/>
                  <a:pt x="2412" y="1174"/>
                  <a:pt x="2604" y="1120"/>
                </a:cubicBezTo>
                <a:cubicBezTo>
                  <a:pt x="2802" y="1065"/>
                  <a:pt x="2859" y="1059"/>
                  <a:pt x="3023" y="1044"/>
                </a:cubicBezTo>
                <a:cubicBezTo>
                  <a:pt x="3046" y="1042"/>
                  <a:pt x="3069" y="1039"/>
                  <a:pt x="3092" y="1035"/>
                </a:cubicBezTo>
                <a:lnTo>
                  <a:pt x="3092" y="1035"/>
                </a:lnTo>
                <a:cubicBezTo>
                  <a:pt x="3113" y="1033"/>
                  <a:pt x="3134" y="1031"/>
                  <a:pt x="3156" y="1027"/>
                </a:cubicBezTo>
                <a:cubicBezTo>
                  <a:pt x="3317" y="1000"/>
                  <a:pt x="3479" y="986"/>
                  <a:pt x="3639" y="986"/>
                </a:cubicBezTo>
                <a:close/>
                <a:moveTo>
                  <a:pt x="3656" y="0"/>
                </a:moveTo>
                <a:cubicBezTo>
                  <a:pt x="3424" y="0"/>
                  <a:pt x="3191" y="20"/>
                  <a:pt x="2962" y="55"/>
                </a:cubicBezTo>
                <a:lnTo>
                  <a:pt x="2962" y="55"/>
                </a:lnTo>
                <a:cubicBezTo>
                  <a:pt x="1592" y="189"/>
                  <a:pt x="506" y="1128"/>
                  <a:pt x="238" y="2500"/>
                </a:cubicBezTo>
                <a:cubicBezTo>
                  <a:pt x="0" y="3730"/>
                  <a:pt x="360" y="5131"/>
                  <a:pt x="1367" y="5933"/>
                </a:cubicBezTo>
                <a:cubicBezTo>
                  <a:pt x="1934" y="6385"/>
                  <a:pt x="2656" y="6602"/>
                  <a:pt x="3382" y="6602"/>
                </a:cubicBezTo>
                <a:cubicBezTo>
                  <a:pt x="4138" y="6602"/>
                  <a:pt x="4898" y="6367"/>
                  <a:pt x="5494" y="5917"/>
                </a:cubicBezTo>
                <a:cubicBezTo>
                  <a:pt x="6607" y="5078"/>
                  <a:pt x="7041" y="3580"/>
                  <a:pt x="6659" y="2253"/>
                </a:cubicBezTo>
                <a:cubicBezTo>
                  <a:pt x="6453" y="1537"/>
                  <a:pt x="6015" y="905"/>
                  <a:pt x="5393" y="488"/>
                </a:cubicBezTo>
                <a:cubicBezTo>
                  <a:pt x="4872" y="137"/>
                  <a:pt x="4267" y="0"/>
                  <a:pt x="3656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_3">
    <p:bg>
      <p:bgPr>
        <a:solidFill>
          <a:schemeClr val="lt1"/>
        </a:solidFill>
      </p:bgPr>
    </p:bg>
    <p:spTree>
      <p:nvGrpSpPr>
        <p:cNvPr id="1578" name="Shape 1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79" name="Google Shape;1579;p6"/>
          <p:cNvGrpSpPr/>
          <p:nvPr/>
        </p:nvGrpSpPr>
        <p:grpSpPr>
          <a:xfrm>
            <a:off x="0" y="0"/>
            <a:ext cx="9144125" cy="5143391"/>
            <a:chOff x="0" y="0"/>
            <a:chExt cx="9144125" cy="5143391"/>
          </a:xfrm>
        </p:grpSpPr>
        <p:sp>
          <p:nvSpPr>
            <p:cNvPr id="1580" name="Google Shape;1580;p6"/>
            <p:cNvSpPr/>
            <p:nvPr/>
          </p:nvSpPr>
          <p:spPr>
            <a:xfrm>
              <a:off x="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1" name="Google Shape;1581;p6"/>
            <p:cNvSpPr/>
            <p:nvPr/>
          </p:nvSpPr>
          <p:spPr>
            <a:xfrm>
              <a:off x="38100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2" name="Google Shape;1582;p6"/>
            <p:cNvSpPr/>
            <p:nvPr/>
          </p:nvSpPr>
          <p:spPr>
            <a:xfrm>
              <a:off x="76201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3" name="Google Shape;1583;p6"/>
            <p:cNvSpPr/>
            <p:nvPr/>
          </p:nvSpPr>
          <p:spPr>
            <a:xfrm>
              <a:off x="114301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4" name="Google Shape;1584;p6"/>
            <p:cNvSpPr/>
            <p:nvPr/>
          </p:nvSpPr>
          <p:spPr>
            <a:xfrm>
              <a:off x="152402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5" name="Google Shape;1585;p6"/>
            <p:cNvSpPr/>
            <p:nvPr/>
          </p:nvSpPr>
          <p:spPr>
            <a:xfrm>
              <a:off x="190502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6" name="Google Shape;1586;p6"/>
            <p:cNvSpPr/>
            <p:nvPr/>
          </p:nvSpPr>
          <p:spPr>
            <a:xfrm>
              <a:off x="228603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7" name="Google Shape;1587;p6"/>
            <p:cNvSpPr/>
            <p:nvPr/>
          </p:nvSpPr>
          <p:spPr>
            <a:xfrm>
              <a:off x="266703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8" name="Google Shape;1588;p6"/>
            <p:cNvSpPr/>
            <p:nvPr/>
          </p:nvSpPr>
          <p:spPr>
            <a:xfrm>
              <a:off x="304804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9" name="Google Shape;1589;p6"/>
            <p:cNvSpPr/>
            <p:nvPr/>
          </p:nvSpPr>
          <p:spPr>
            <a:xfrm>
              <a:off x="342904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0" name="Google Shape;1590;p6"/>
            <p:cNvSpPr/>
            <p:nvPr/>
          </p:nvSpPr>
          <p:spPr>
            <a:xfrm>
              <a:off x="381005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1" name="Google Shape;1591;p6"/>
            <p:cNvSpPr/>
            <p:nvPr/>
          </p:nvSpPr>
          <p:spPr>
            <a:xfrm>
              <a:off x="419105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2" name="Google Shape;1592;p6"/>
            <p:cNvSpPr/>
            <p:nvPr/>
          </p:nvSpPr>
          <p:spPr>
            <a:xfrm>
              <a:off x="457206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3" name="Google Shape;1593;p6"/>
            <p:cNvSpPr/>
            <p:nvPr/>
          </p:nvSpPr>
          <p:spPr>
            <a:xfrm>
              <a:off x="495306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4" name="Google Shape;1594;p6"/>
            <p:cNvSpPr/>
            <p:nvPr/>
          </p:nvSpPr>
          <p:spPr>
            <a:xfrm>
              <a:off x="533407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5" name="Google Shape;1595;p6"/>
            <p:cNvSpPr/>
            <p:nvPr/>
          </p:nvSpPr>
          <p:spPr>
            <a:xfrm>
              <a:off x="571507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6" name="Google Shape;1596;p6"/>
            <p:cNvSpPr/>
            <p:nvPr/>
          </p:nvSpPr>
          <p:spPr>
            <a:xfrm>
              <a:off x="609608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7" name="Google Shape;1597;p6"/>
            <p:cNvSpPr/>
            <p:nvPr/>
          </p:nvSpPr>
          <p:spPr>
            <a:xfrm>
              <a:off x="647708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8" name="Google Shape;1598;p6"/>
            <p:cNvSpPr/>
            <p:nvPr/>
          </p:nvSpPr>
          <p:spPr>
            <a:xfrm>
              <a:off x="685809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9" name="Google Shape;1599;p6"/>
            <p:cNvSpPr/>
            <p:nvPr/>
          </p:nvSpPr>
          <p:spPr>
            <a:xfrm>
              <a:off x="723909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0" name="Google Shape;1600;p6"/>
            <p:cNvSpPr/>
            <p:nvPr/>
          </p:nvSpPr>
          <p:spPr>
            <a:xfrm>
              <a:off x="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1" name="Google Shape;1601;p6"/>
            <p:cNvSpPr/>
            <p:nvPr/>
          </p:nvSpPr>
          <p:spPr>
            <a:xfrm>
              <a:off x="38100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2" name="Google Shape;1602;p6"/>
            <p:cNvSpPr/>
            <p:nvPr/>
          </p:nvSpPr>
          <p:spPr>
            <a:xfrm>
              <a:off x="76201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3" name="Google Shape;1603;p6"/>
            <p:cNvSpPr/>
            <p:nvPr/>
          </p:nvSpPr>
          <p:spPr>
            <a:xfrm>
              <a:off x="114301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4" name="Google Shape;1604;p6"/>
            <p:cNvSpPr/>
            <p:nvPr/>
          </p:nvSpPr>
          <p:spPr>
            <a:xfrm>
              <a:off x="152402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5" name="Google Shape;1605;p6"/>
            <p:cNvSpPr/>
            <p:nvPr/>
          </p:nvSpPr>
          <p:spPr>
            <a:xfrm>
              <a:off x="190502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6" name="Google Shape;1606;p6"/>
            <p:cNvSpPr/>
            <p:nvPr/>
          </p:nvSpPr>
          <p:spPr>
            <a:xfrm>
              <a:off x="228603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7" name="Google Shape;1607;p6"/>
            <p:cNvSpPr/>
            <p:nvPr/>
          </p:nvSpPr>
          <p:spPr>
            <a:xfrm>
              <a:off x="266703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8" name="Google Shape;1608;p6"/>
            <p:cNvSpPr/>
            <p:nvPr/>
          </p:nvSpPr>
          <p:spPr>
            <a:xfrm>
              <a:off x="304804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9" name="Google Shape;1609;p6"/>
            <p:cNvSpPr/>
            <p:nvPr/>
          </p:nvSpPr>
          <p:spPr>
            <a:xfrm>
              <a:off x="342904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0" name="Google Shape;1610;p6"/>
            <p:cNvSpPr/>
            <p:nvPr/>
          </p:nvSpPr>
          <p:spPr>
            <a:xfrm>
              <a:off x="381005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1" name="Google Shape;1611;p6"/>
            <p:cNvSpPr/>
            <p:nvPr/>
          </p:nvSpPr>
          <p:spPr>
            <a:xfrm>
              <a:off x="419105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2" name="Google Shape;1612;p6"/>
            <p:cNvSpPr/>
            <p:nvPr/>
          </p:nvSpPr>
          <p:spPr>
            <a:xfrm>
              <a:off x="457206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3" name="Google Shape;1613;p6"/>
            <p:cNvSpPr/>
            <p:nvPr/>
          </p:nvSpPr>
          <p:spPr>
            <a:xfrm>
              <a:off x="495306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4" name="Google Shape;1614;p6"/>
            <p:cNvSpPr/>
            <p:nvPr/>
          </p:nvSpPr>
          <p:spPr>
            <a:xfrm>
              <a:off x="533407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5" name="Google Shape;1615;p6"/>
            <p:cNvSpPr/>
            <p:nvPr/>
          </p:nvSpPr>
          <p:spPr>
            <a:xfrm>
              <a:off x="571507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6" name="Google Shape;1616;p6"/>
            <p:cNvSpPr/>
            <p:nvPr/>
          </p:nvSpPr>
          <p:spPr>
            <a:xfrm>
              <a:off x="609608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7" name="Google Shape;1617;p6"/>
            <p:cNvSpPr/>
            <p:nvPr/>
          </p:nvSpPr>
          <p:spPr>
            <a:xfrm>
              <a:off x="647708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8" name="Google Shape;1618;p6"/>
            <p:cNvSpPr/>
            <p:nvPr/>
          </p:nvSpPr>
          <p:spPr>
            <a:xfrm>
              <a:off x="685809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9" name="Google Shape;1619;p6"/>
            <p:cNvSpPr/>
            <p:nvPr/>
          </p:nvSpPr>
          <p:spPr>
            <a:xfrm>
              <a:off x="723909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0" name="Google Shape;1620;p6"/>
            <p:cNvSpPr/>
            <p:nvPr/>
          </p:nvSpPr>
          <p:spPr>
            <a:xfrm>
              <a:off x="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1" name="Google Shape;1621;p6"/>
            <p:cNvSpPr/>
            <p:nvPr/>
          </p:nvSpPr>
          <p:spPr>
            <a:xfrm>
              <a:off x="38100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2" name="Google Shape;1622;p6"/>
            <p:cNvSpPr/>
            <p:nvPr/>
          </p:nvSpPr>
          <p:spPr>
            <a:xfrm>
              <a:off x="76201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3" name="Google Shape;1623;p6"/>
            <p:cNvSpPr/>
            <p:nvPr/>
          </p:nvSpPr>
          <p:spPr>
            <a:xfrm>
              <a:off x="114301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4" name="Google Shape;1624;p6"/>
            <p:cNvSpPr/>
            <p:nvPr/>
          </p:nvSpPr>
          <p:spPr>
            <a:xfrm>
              <a:off x="152402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5" name="Google Shape;1625;p6"/>
            <p:cNvSpPr/>
            <p:nvPr/>
          </p:nvSpPr>
          <p:spPr>
            <a:xfrm>
              <a:off x="190502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6" name="Google Shape;1626;p6"/>
            <p:cNvSpPr/>
            <p:nvPr/>
          </p:nvSpPr>
          <p:spPr>
            <a:xfrm>
              <a:off x="228603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7" name="Google Shape;1627;p6"/>
            <p:cNvSpPr/>
            <p:nvPr/>
          </p:nvSpPr>
          <p:spPr>
            <a:xfrm>
              <a:off x="266703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8" name="Google Shape;1628;p6"/>
            <p:cNvSpPr/>
            <p:nvPr/>
          </p:nvSpPr>
          <p:spPr>
            <a:xfrm>
              <a:off x="304804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9" name="Google Shape;1629;p6"/>
            <p:cNvSpPr/>
            <p:nvPr/>
          </p:nvSpPr>
          <p:spPr>
            <a:xfrm>
              <a:off x="342904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0" name="Google Shape;1630;p6"/>
            <p:cNvSpPr/>
            <p:nvPr/>
          </p:nvSpPr>
          <p:spPr>
            <a:xfrm>
              <a:off x="381005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1" name="Google Shape;1631;p6"/>
            <p:cNvSpPr/>
            <p:nvPr/>
          </p:nvSpPr>
          <p:spPr>
            <a:xfrm>
              <a:off x="419105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2" name="Google Shape;1632;p6"/>
            <p:cNvSpPr/>
            <p:nvPr/>
          </p:nvSpPr>
          <p:spPr>
            <a:xfrm>
              <a:off x="457206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3" name="Google Shape;1633;p6"/>
            <p:cNvSpPr/>
            <p:nvPr/>
          </p:nvSpPr>
          <p:spPr>
            <a:xfrm>
              <a:off x="495306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4" name="Google Shape;1634;p6"/>
            <p:cNvSpPr/>
            <p:nvPr/>
          </p:nvSpPr>
          <p:spPr>
            <a:xfrm>
              <a:off x="533407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5" name="Google Shape;1635;p6"/>
            <p:cNvSpPr/>
            <p:nvPr/>
          </p:nvSpPr>
          <p:spPr>
            <a:xfrm>
              <a:off x="571507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6" name="Google Shape;1636;p6"/>
            <p:cNvSpPr/>
            <p:nvPr/>
          </p:nvSpPr>
          <p:spPr>
            <a:xfrm>
              <a:off x="609608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7" name="Google Shape;1637;p6"/>
            <p:cNvSpPr/>
            <p:nvPr/>
          </p:nvSpPr>
          <p:spPr>
            <a:xfrm>
              <a:off x="647708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8" name="Google Shape;1638;p6"/>
            <p:cNvSpPr/>
            <p:nvPr/>
          </p:nvSpPr>
          <p:spPr>
            <a:xfrm>
              <a:off x="685809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9" name="Google Shape;1639;p6"/>
            <p:cNvSpPr/>
            <p:nvPr/>
          </p:nvSpPr>
          <p:spPr>
            <a:xfrm>
              <a:off x="723909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0" name="Google Shape;1640;p6"/>
            <p:cNvSpPr/>
            <p:nvPr/>
          </p:nvSpPr>
          <p:spPr>
            <a:xfrm>
              <a:off x="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1" name="Google Shape;1641;p6"/>
            <p:cNvSpPr/>
            <p:nvPr/>
          </p:nvSpPr>
          <p:spPr>
            <a:xfrm>
              <a:off x="38100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2" name="Google Shape;1642;p6"/>
            <p:cNvSpPr/>
            <p:nvPr/>
          </p:nvSpPr>
          <p:spPr>
            <a:xfrm>
              <a:off x="76201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3" name="Google Shape;1643;p6"/>
            <p:cNvSpPr/>
            <p:nvPr/>
          </p:nvSpPr>
          <p:spPr>
            <a:xfrm>
              <a:off x="114301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4" name="Google Shape;1644;p6"/>
            <p:cNvSpPr/>
            <p:nvPr/>
          </p:nvSpPr>
          <p:spPr>
            <a:xfrm>
              <a:off x="152402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5" name="Google Shape;1645;p6"/>
            <p:cNvSpPr/>
            <p:nvPr/>
          </p:nvSpPr>
          <p:spPr>
            <a:xfrm>
              <a:off x="190502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6" name="Google Shape;1646;p6"/>
            <p:cNvSpPr/>
            <p:nvPr/>
          </p:nvSpPr>
          <p:spPr>
            <a:xfrm>
              <a:off x="228603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7" name="Google Shape;1647;p6"/>
            <p:cNvSpPr/>
            <p:nvPr/>
          </p:nvSpPr>
          <p:spPr>
            <a:xfrm>
              <a:off x="266703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8" name="Google Shape;1648;p6"/>
            <p:cNvSpPr/>
            <p:nvPr/>
          </p:nvSpPr>
          <p:spPr>
            <a:xfrm>
              <a:off x="304804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9" name="Google Shape;1649;p6"/>
            <p:cNvSpPr/>
            <p:nvPr/>
          </p:nvSpPr>
          <p:spPr>
            <a:xfrm>
              <a:off x="342904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0" name="Google Shape;1650;p6"/>
            <p:cNvSpPr/>
            <p:nvPr/>
          </p:nvSpPr>
          <p:spPr>
            <a:xfrm>
              <a:off x="381005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1" name="Google Shape;1651;p6"/>
            <p:cNvSpPr/>
            <p:nvPr/>
          </p:nvSpPr>
          <p:spPr>
            <a:xfrm>
              <a:off x="419105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2" name="Google Shape;1652;p6"/>
            <p:cNvSpPr/>
            <p:nvPr/>
          </p:nvSpPr>
          <p:spPr>
            <a:xfrm>
              <a:off x="457206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3" name="Google Shape;1653;p6"/>
            <p:cNvSpPr/>
            <p:nvPr/>
          </p:nvSpPr>
          <p:spPr>
            <a:xfrm>
              <a:off x="495306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4" name="Google Shape;1654;p6"/>
            <p:cNvSpPr/>
            <p:nvPr/>
          </p:nvSpPr>
          <p:spPr>
            <a:xfrm>
              <a:off x="533407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5" name="Google Shape;1655;p6"/>
            <p:cNvSpPr/>
            <p:nvPr/>
          </p:nvSpPr>
          <p:spPr>
            <a:xfrm>
              <a:off x="571507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6" name="Google Shape;1656;p6"/>
            <p:cNvSpPr/>
            <p:nvPr/>
          </p:nvSpPr>
          <p:spPr>
            <a:xfrm>
              <a:off x="609608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7" name="Google Shape;1657;p6"/>
            <p:cNvSpPr/>
            <p:nvPr/>
          </p:nvSpPr>
          <p:spPr>
            <a:xfrm>
              <a:off x="647708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8" name="Google Shape;1658;p6"/>
            <p:cNvSpPr/>
            <p:nvPr/>
          </p:nvSpPr>
          <p:spPr>
            <a:xfrm>
              <a:off x="685809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9" name="Google Shape;1659;p6"/>
            <p:cNvSpPr/>
            <p:nvPr/>
          </p:nvSpPr>
          <p:spPr>
            <a:xfrm>
              <a:off x="723909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0" name="Google Shape;1660;p6"/>
            <p:cNvSpPr/>
            <p:nvPr/>
          </p:nvSpPr>
          <p:spPr>
            <a:xfrm>
              <a:off x="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1" name="Google Shape;1661;p6"/>
            <p:cNvSpPr/>
            <p:nvPr/>
          </p:nvSpPr>
          <p:spPr>
            <a:xfrm>
              <a:off x="38100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2" name="Google Shape;1662;p6"/>
            <p:cNvSpPr/>
            <p:nvPr/>
          </p:nvSpPr>
          <p:spPr>
            <a:xfrm>
              <a:off x="76201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3" name="Google Shape;1663;p6"/>
            <p:cNvSpPr/>
            <p:nvPr/>
          </p:nvSpPr>
          <p:spPr>
            <a:xfrm>
              <a:off x="114301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4" name="Google Shape;1664;p6"/>
            <p:cNvSpPr/>
            <p:nvPr/>
          </p:nvSpPr>
          <p:spPr>
            <a:xfrm>
              <a:off x="152402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5" name="Google Shape;1665;p6"/>
            <p:cNvSpPr/>
            <p:nvPr/>
          </p:nvSpPr>
          <p:spPr>
            <a:xfrm>
              <a:off x="190502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6" name="Google Shape;1666;p6"/>
            <p:cNvSpPr/>
            <p:nvPr/>
          </p:nvSpPr>
          <p:spPr>
            <a:xfrm>
              <a:off x="228603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7" name="Google Shape;1667;p6"/>
            <p:cNvSpPr/>
            <p:nvPr/>
          </p:nvSpPr>
          <p:spPr>
            <a:xfrm>
              <a:off x="266703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8" name="Google Shape;1668;p6"/>
            <p:cNvSpPr/>
            <p:nvPr/>
          </p:nvSpPr>
          <p:spPr>
            <a:xfrm>
              <a:off x="304804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9" name="Google Shape;1669;p6"/>
            <p:cNvSpPr/>
            <p:nvPr/>
          </p:nvSpPr>
          <p:spPr>
            <a:xfrm>
              <a:off x="342904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0" name="Google Shape;1670;p6"/>
            <p:cNvSpPr/>
            <p:nvPr/>
          </p:nvSpPr>
          <p:spPr>
            <a:xfrm>
              <a:off x="381005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1" name="Google Shape;1671;p6"/>
            <p:cNvSpPr/>
            <p:nvPr/>
          </p:nvSpPr>
          <p:spPr>
            <a:xfrm>
              <a:off x="419105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2" name="Google Shape;1672;p6"/>
            <p:cNvSpPr/>
            <p:nvPr/>
          </p:nvSpPr>
          <p:spPr>
            <a:xfrm>
              <a:off x="457206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3" name="Google Shape;1673;p6"/>
            <p:cNvSpPr/>
            <p:nvPr/>
          </p:nvSpPr>
          <p:spPr>
            <a:xfrm>
              <a:off x="495306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4" name="Google Shape;1674;p6"/>
            <p:cNvSpPr/>
            <p:nvPr/>
          </p:nvSpPr>
          <p:spPr>
            <a:xfrm>
              <a:off x="533407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5" name="Google Shape;1675;p6"/>
            <p:cNvSpPr/>
            <p:nvPr/>
          </p:nvSpPr>
          <p:spPr>
            <a:xfrm>
              <a:off x="571507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6" name="Google Shape;1676;p6"/>
            <p:cNvSpPr/>
            <p:nvPr/>
          </p:nvSpPr>
          <p:spPr>
            <a:xfrm>
              <a:off x="609608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7" name="Google Shape;1677;p6"/>
            <p:cNvSpPr/>
            <p:nvPr/>
          </p:nvSpPr>
          <p:spPr>
            <a:xfrm>
              <a:off x="647708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8" name="Google Shape;1678;p6"/>
            <p:cNvSpPr/>
            <p:nvPr/>
          </p:nvSpPr>
          <p:spPr>
            <a:xfrm>
              <a:off x="685809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9" name="Google Shape;1679;p6"/>
            <p:cNvSpPr/>
            <p:nvPr/>
          </p:nvSpPr>
          <p:spPr>
            <a:xfrm>
              <a:off x="723909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0" name="Google Shape;1680;p6"/>
            <p:cNvSpPr/>
            <p:nvPr/>
          </p:nvSpPr>
          <p:spPr>
            <a:xfrm>
              <a:off x="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1" name="Google Shape;1681;p6"/>
            <p:cNvSpPr/>
            <p:nvPr/>
          </p:nvSpPr>
          <p:spPr>
            <a:xfrm>
              <a:off x="38100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2" name="Google Shape;1682;p6"/>
            <p:cNvSpPr/>
            <p:nvPr/>
          </p:nvSpPr>
          <p:spPr>
            <a:xfrm>
              <a:off x="76201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3" name="Google Shape;1683;p6"/>
            <p:cNvSpPr/>
            <p:nvPr/>
          </p:nvSpPr>
          <p:spPr>
            <a:xfrm>
              <a:off x="114301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4" name="Google Shape;1684;p6"/>
            <p:cNvSpPr/>
            <p:nvPr/>
          </p:nvSpPr>
          <p:spPr>
            <a:xfrm>
              <a:off x="152402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5" name="Google Shape;1685;p6"/>
            <p:cNvSpPr/>
            <p:nvPr/>
          </p:nvSpPr>
          <p:spPr>
            <a:xfrm>
              <a:off x="190502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6" name="Google Shape;1686;p6"/>
            <p:cNvSpPr/>
            <p:nvPr/>
          </p:nvSpPr>
          <p:spPr>
            <a:xfrm>
              <a:off x="228603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7" name="Google Shape;1687;p6"/>
            <p:cNvSpPr/>
            <p:nvPr/>
          </p:nvSpPr>
          <p:spPr>
            <a:xfrm>
              <a:off x="266703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8" name="Google Shape;1688;p6"/>
            <p:cNvSpPr/>
            <p:nvPr/>
          </p:nvSpPr>
          <p:spPr>
            <a:xfrm>
              <a:off x="304804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9" name="Google Shape;1689;p6"/>
            <p:cNvSpPr/>
            <p:nvPr/>
          </p:nvSpPr>
          <p:spPr>
            <a:xfrm>
              <a:off x="342904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0" name="Google Shape;1690;p6"/>
            <p:cNvSpPr/>
            <p:nvPr/>
          </p:nvSpPr>
          <p:spPr>
            <a:xfrm>
              <a:off x="381005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1" name="Google Shape;1691;p6"/>
            <p:cNvSpPr/>
            <p:nvPr/>
          </p:nvSpPr>
          <p:spPr>
            <a:xfrm>
              <a:off x="419105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2" name="Google Shape;1692;p6"/>
            <p:cNvSpPr/>
            <p:nvPr/>
          </p:nvSpPr>
          <p:spPr>
            <a:xfrm>
              <a:off x="457206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3" name="Google Shape;1693;p6"/>
            <p:cNvSpPr/>
            <p:nvPr/>
          </p:nvSpPr>
          <p:spPr>
            <a:xfrm>
              <a:off x="495306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4" name="Google Shape;1694;p6"/>
            <p:cNvSpPr/>
            <p:nvPr/>
          </p:nvSpPr>
          <p:spPr>
            <a:xfrm>
              <a:off x="533407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5" name="Google Shape;1695;p6"/>
            <p:cNvSpPr/>
            <p:nvPr/>
          </p:nvSpPr>
          <p:spPr>
            <a:xfrm>
              <a:off x="571507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6" name="Google Shape;1696;p6"/>
            <p:cNvSpPr/>
            <p:nvPr/>
          </p:nvSpPr>
          <p:spPr>
            <a:xfrm>
              <a:off x="609608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7" name="Google Shape;1697;p6"/>
            <p:cNvSpPr/>
            <p:nvPr/>
          </p:nvSpPr>
          <p:spPr>
            <a:xfrm>
              <a:off x="647708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8" name="Google Shape;1698;p6"/>
            <p:cNvSpPr/>
            <p:nvPr/>
          </p:nvSpPr>
          <p:spPr>
            <a:xfrm>
              <a:off x="685809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9" name="Google Shape;1699;p6"/>
            <p:cNvSpPr/>
            <p:nvPr/>
          </p:nvSpPr>
          <p:spPr>
            <a:xfrm>
              <a:off x="723909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0" name="Google Shape;1700;p6"/>
            <p:cNvSpPr/>
            <p:nvPr/>
          </p:nvSpPr>
          <p:spPr>
            <a:xfrm>
              <a:off x="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1" name="Google Shape;1701;p6"/>
            <p:cNvSpPr/>
            <p:nvPr/>
          </p:nvSpPr>
          <p:spPr>
            <a:xfrm>
              <a:off x="38100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2" name="Google Shape;1702;p6"/>
            <p:cNvSpPr/>
            <p:nvPr/>
          </p:nvSpPr>
          <p:spPr>
            <a:xfrm>
              <a:off x="76201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3" name="Google Shape;1703;p6"/>
            <p:cNvSpPr/>
            <p:nvPr/>
          </p:nvSpPr>
          <p:spPr>
            <a:xfrm>
              <a:off x="114301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4" name="Google Shape;1704;p6"/>
            <p:cNvSpPr/>
            <p:nvPr/>
          </p:nvSpPr>
          <p:spPr>
            <a:xfrm>
              <a:off x="152402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5" name="Google Shape;1705;p6"/>
            <p:cNvSpPr/>
            <p:nvPr/>
          </p:nvSpPr>
          <p:spPr>
            <a:xfrm>
              <a:off x="190502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6" name="Google Shape;1706;p6"/>
            <p:cNvSpPr/>
            <p:nvPr/>
          </p:nvSpPr>
          <p:spPr>
            <a:xfrm>
              <a:off x="228603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7" name="Google Shape;1707;p6"/>
            <p:cNvSpPr/>
            <p:nvPr/>
          </p:nvSpPr>
          <p:spPr>
            <a:xfrm>
              <a:off x="266703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8" name="Google Shape;1708;p6"/>
            <p:cNvSpPr/>
            <p:nvPr/>
          </p:nvSpPr>
          <p:spPr>
            <a:xfrm>
              <a:off x="304804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9" name="Google Shape;1709;p6"/>
            <p:cNvSpPr/>
            <p:nvPr/>
          </p:nvSpPr>
          <p:spPr>
            <a:xfrm>
              <a:off x="342904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0" name="Google Shape;1710;p6"/>
            <p:cNvSpPr/>
            <p:nvPr/>
          </p:nvSpPr>
          <p:spPr>
            <a:xfrm>
              <a:off x="381005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1" name="Google Shape;1711;p6"/>
            <p:cNvSpPr/>
            <p:nvPr/>
          </p:nvSpPr>
          <p:spPr>
            <a:xfrm>
              <a:off x="419105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2" name="Google Shape;1712;p6"/>
            <p:cNvSpPr/>
            <p:nvPr/>
          </p:nvSpPr>
          <p:spPr>
            <a:xfrm>
              <a:off x="457206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3" name="Google Shape;1713;p6"/>
            <p:cNvSpPr/>
            <p:nvPr/>
          </p:nvSpPr>
          <p:spPr>
            <a:xfrm>
              <a:off x="495306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4" name="Google Shape;1714;p6"/>
            <p:cNvSpPr/>
            <p:nvPr/>
          </p:nvSpPr>
          <p:spPr>
            <a:xfrm>
              <a:off x="533407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5" name="Google Shape;1715;p6"/>
            <p:cNvSpPr/>
            <p:nvPr/>
          </p:nvSpPr>
          <p:spPr>
            <a:xfrm>
              <a:off x="571507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6" name="Google Shape;1716;p6"/>
            <p:cNvSpPr/>
            <p:nvPr/>
          </p:nvSpPr>
          <p:spPr>
            <a:xfrm>
              <a:off x="609608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7" name="Google Shape;1717;p6"/>
            <p:cNvSpPr/>
            <p:nvPr/>
          </p:nvSpPr>
          <p:spPr>
            <a:xfrm>
              <a:off x="647708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8" name="Google Shape;1718;p6"/>
            <p:cNvSpPr/>
            <p:nvPr/>
          </p:nvSpPr>
          <p:spPr>
            <a:xfrm>
              <a:off x="685809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9" name="Google Shape;1719;p6"/>
            <p:cNvSpPr/>
            <p:nvPr/>
          </p:nvSpPr>
          <p:spPr>
            <a:xfrm>
              <a:off x="723909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0" name="Google Shape;1720;p6"/>
            <p:cNvSpPr/>
            <p:nvPr/>
          </p:nvSpPr>
          <p:spPr>
            <a:xfrm>
              <a:off x="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1" name="Google Shape;1721;p6"/>
            <p:cNvSpPr/>
            <p:nvPr/>
          </p:nvSpPr>
          <p:spPr>
            <a:xfrm>
              <a:off x="38100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2" name="Google Shape;1722;p6"/>
            <p:cNvSpPr/>
            <p:nvPr/>
          </p:nvSpPr>
          <p:spPr>
            <a:xfrm>
              <a:off x="76201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3" name="Google Shape;1723;p6"/>
            <p:cNvSpPr/>
            <p:nvPr/>
          </p:nvSpPr>
          <p:spPr>
            <a:xfrm>
              <a:off x="114301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4" name="Google Shape;1724;p6"/>
            <p:cNvSpPr/>
            <p:nvPr/>
          </p:nvSpPr>
          <p:spPr>
            <a:xfrm>
              <a:off x="152402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5" name="Google Shape;1725;p6"/>
            <p:cNvSpPr/>
            <p:nvPr/>
          </p:nvSpPr>
          <p:spPr>
            <a:xfrm>
              <a:off x="190502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6" name="Google Shape;1726;p6"/>
            <p:cNvSpPr/>
            <p:nvPr/>
          </p:nvSpPr>
          <p:spPr>
            <a:xfrm>
              <a:off x="228603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7" name="Google Shape;1727;p6"/>
            <p:cNvSpPr/>
            <p:nvPr/>
          </p:nvSpPr>
          <p:spPr>
            <a:xfrm>
              <a:off x="266703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8" name="Google Shape;1728;p6"/>
            <p:cNvSpPr/>
            <p:nvPr/>
          </p:nvSpPr>
          <p:spPr>
            <a:xfrm>
              <a:off x="304804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9" name="Google Shape;1729;p6"/>
            <p:cNvSpPr/>
            <p:nvPr/>
          </p:nvSpPr>
          <p:spPr>
            <a:xfrm>
              <a:off x="342904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0" name="Google Shape;1730;p6"/>
            <p:cNvSpPr/>
            <p:nvPr/>
          </p:nvSpPr>
          <p:spPr>
            <a:xfrm>
              <a:off x="381005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1" name="Google Shape;1731;p6"/>
            <p:cNvSpPr/>
            <p:nvPr/>
          </p:nvSpPr>
          <p:spPr>
            <a:xfrm>
              <a:off x="419105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2" name="Google Shape;1732;p6"/>
            <p:cNvSpPr/>
            <p:nvPr/>
          </p:nvSpPr>
          <p:spPr>
            <a:xfrm>
              <a:off x="457206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3" name="Google Shape;1733;p6"/>
            <p:cNvSpPr/>
            <p:nvPr/>
          </p:nvSpPr>
          <p:spPr>
            <a:xfrm>
              <a:off x="495306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4" name="Google Shape;1734;p6"/>
            <p:cNvSpPr/>
            <p:nvPr/>
          </p:nvSpPr>
          <p:spPr>
            <a:xfrm>
              <a:off x="533407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5" name="Google Shape;1735;p6"/>
            <p:cNvSpPr/>
            <p:nvPr/>
          </p:nvSpPr>
          <p:spPr>
            <a:xfrm>
              <a:off x="571507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6" name="Google Shape;1736;p6"/>
            <p:cNvSpPr/>
            <p:nvPr/>
          </p:nvSpPr>
          <p:spPr>
            <a:xfrm>
              <a:off x="609608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7" name="Google Shape;1737;p6"/>
            <p:cNvSpPr/>
            <p:nvPr/>
          </p:nvSpPr>
          <p:spPr>
            <a:xfrm>
              <a:off x="647708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8" name="Google Shape;1738;p6"/>
            <p:cNvSpPr/>
            <p:nvPr/>
          </p:nvSpPr>
          <p:spPr>
            <a:xfrm>
              <a:off x="685809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9" name="Google Shape;1739;p6"/>
            <p:cNvSpPr/>
            <p:nvPr/>
          </p:nvSpPr>
          <p:spPr>
            <a:xfrm>
              <a:off x="723909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0" name="Google Shape;1740;p6"/>
            <p:cNvSpPr/>
            <p:nvPr/>
          </p:nvSpPr>
          <p:spPr>
            <a:xfrm>
              <a:off x="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1" name="Google Shape;1741;p6"/>
            <p:cNvSpPr/>
            <p:nvPr/>
          </p:nvSpPr>
          <p:spPr>
            <a:xfrm>
              <a:off x="38100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2" name="Google Shape;1742;p6"/>
            <p:cNvSpPr/>
            <p:nvPr/>
          </p:nvSpPr>
          <p:spPr>
            <a:xfrm>
              <a:off x="76201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3" name="Google Shape;1743;p6"/>
            <p:cNvSpPr/>
            <p:nvPr/>
          </p:nvSpPr>
          <p:spPr>
            <a:xfrm>
              <a:off x="114301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4" name="Google Shape;1744;p6"/>
            <p:cNvSpPr/>
            <p:nvPr/>
          </p:nvSpPr>
          <p:spPr>
            <a:xfrm>
              <a:off x="152402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5" name="Google Shape;1745;p6"/>
            <p:cNvSpPr/>
            <p:nvPr/>
          </p:nvSpPr>
          <p:spPr>
            <a:xfrm>
              <a:off x="190502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6" name="Google Shape;1746;p6"/>
            <p:cNvSpPr/>
            <p:nvPr/>
          </p:nvSpPr>
          <p:spPr>
            <a:xfrm>
              <a:off x="228603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7" name="Google Shape;1747;p6"/>
            <p:cNvSpPr/>
            <p:nvPr/>
          </p:nvSpPr>
          <p:spPr>
            <a:xfrm>
              <a:off x="266703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8" name="Google Shape;1748;p6"/>
            <p:cNvSpPr/>
            <p:nvPr/>
          </p:nvSpPr>
          <p:spPr>
            <a:xfrm>
              <a:off x="304804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9" name="Google Shape;1749;p6"/>
            <p:cNvSpPr/>
            <p:nvPr/>
          </p:nvSpPr>
          <p:spPr>
            <a:xfrm>
              <a:off x="342904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0" name="Google Shape;1750;p6"/>
            <p:cNvSpPr/>
            <p:nvPr/>
          </p:nvSpPr>
          <p:spPr>
            <a:xfrm>
              <a:off x="381005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1" name="Google Shape;1751;p6"/>
            <p:cNvSpPr/>
            <p:nvPr/>
          </p:nvSpPr>
          <p:spPr>
            <a:xfrm>
              <a:off x="419105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2" name="Google Shape;1752;p6"/>
            <p:cNvSpPr/>
            <p:nvPr/>
          </p:nvSpPr>
          <p:spPr>
            <a:xfrm>
              <a:off x="457206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3" name="Google Shape;1753;p6"/>
            <p:cNvSpPr/>
            <p:nvPr/>
          </p:nvSpPr>
          <p:spPr>
            <a:xfrm>
              <a:off x="495306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4" name="Google Shape;1754;p6"/>
            <p:cNvSpPr/>
            <p:nvPr/>
          </p:nvSpPr>
          <p:spPr>
            <a:xfrm>
              <a:off x="533407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5" name="Google Shape;1755;p6"/>
            <p:cNvSpPr/>
            <p:nvPr/>
          </p:nvSpPr>
          <p:spPr>
            <a:xfrm>
              <a:off x="571507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6" name="Google Shape;1756;p6"/>
            <p:cNvSpPr/>
            <p:nvPr/>
          </p:nvSpPr>
          <p:spPr>
            <a:xfrm>
              <a:off x="609608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7" name="Google Shape;1757;p6"/>
            <p:cNvSpPr/>
            <p:nvPr/>
          </p:nvSpPr>
          <p:spPr>
            <a:xfrm>
              <a:off x="647708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8" name="Google Shape;1758;p6"/>
            <p:cNvSpPr/>
            <p:nvPr/>
          </p:nvSpPr>
          <p:spPr>
            <a:xfrm>
              <a:off x="685809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9" name="Google Shape;1759;p6"/>
            <p:cNvSpPr/>
            <p:nvPr/>
          </p:nvSpPr>
          <p:spPr>
            <a:xfrm>
              <a:off x="723909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0" name="Google Shape;1760;p6"/>
            <p:cNvSpPr/>
            <p:nvPr/>
          </p:nvSpPr>
          <p:spPr>
            <a:xfrm>
              <a:off x="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1" name="Google Shape;1761;p6"/>
            <p:cNvSpPr/>
            <p:nvPr/>
          </p:nvSpPr>
          <p:spPr>
            <a:xfrm>
              <a:off x="38100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2" name="Google Shape;1762;p6"/>
            <p:cNvSpPr/>
            <p:nvPr/>
          </p:nvSpPr>
          <p:spPr>
            <a:xfrm>
              <a:off x="76201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3" name="Google Shape;1763;p6"/>
            <p:cNvSpPr/>
            <p:nvPr/>
          </p:nvSpPr>
          <p:spPr>
            <a:xfrm>
              <a:off x="114301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4" name="Google Shape;1764;p6"/>
            <p:cNvSpPr/>
            <p:nvPr/>
          </p:nvSpPr>
          <p:spPr>
            <a:xfrm>
              <a:off x="152402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5" name="Google Shape;1765;p6"/>
            <p:cNvSpPr/>
            <p:nvPr/>
          </p:nvSpPr>
          <p:spPr>
            <a:xfrm>
              <a:off x="190502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6" name="Google Shape;1766;p6"/>
            <p:cNvSpPr/>
            <p:nvPr/>
          </p:nvSpPr>
          <p:spPr>
            <a:xfrm>
              <a:off x="228603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7" name="Google Shape;1767;p6"/>
            <p:cNvSpPr/>
            <p:nvPr/>
          </p:nvSpPr>
          <p:spPr>
            <a:xfrm>
              <a:off x="266703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8" name="Google Shape;1768;p6"/>
            <p:cNvSpPr/>
            <p:nvPr/>
          </p:nvSpPr>
          <p:spPr>
            <a:xfrm>
              <a:off x="304804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9" name="Google Shape;1769;p6"/>
            <p:cNvSpPr/>
            <p:nvPr/>
          </p:nvSpPr>
          <p:spPr>
            <a:xfrm>
              <a:off x="342904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0" name="Google Shape;1770;p6"/>
            <p:cNvSpPr/>
            <p:nvPr/>
          </p:nvSpPr>
          <p:spPr>
            <a:xfrm>
              <a:off x="381005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1" name="Google Shape;1771;p6"/>
            <p:cNvSpPr/>
            <p:nvPr/>
          </p:nvSpPr>
          <p:spPr>
            <a:xfrm>
              <a:off x="419105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2" name="Google Shape;1772;p6"/>
            <p:cNvSpPr/>
            <p:nvPr/>
          </p:nvSpPr>
          <p:spPr>
            <a:xfrm>
              <a:off x="457206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3" name="Google Shape;1773;p6"/>
            <p:cNvSpPr/>
            <p:nvPr/>
          </p:nvSpPr>
          <p:spPr>
            <a:xfrm>
              <a:off x="495306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4" name="Google Shape;1774;p6"/>
            <p:cNvSpPr/>
            <p:nvPr/>
          </p:nvSpPr>
          <p:spPr>
            <a:xfrm>
              <a:off x="533407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5" name="Google Shape;1775;p6"/>
            <p:cNvSpPr/>
            <p:nvPr/>
          </p:nvSpPr>
          <p:spPr>
            <a:xfrm>
              <a:off x="571507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6" name="Google Shape;1776;p6"/>
            <p:cNvSpPr/>
            <p:nvPr/>
          </p:nvSpPr>
          <p:spPr>
            <a:xfrm>
              <a:off x="609608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7" name="Google Shape;1777;p6"/>
            <p:cNvSpPr/>
            <p:nvPr/>
          </p:nvSpPr>
          <p:spPr>
            <a:xfrm>
              <a:off x="647708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8" name="Google Shape;1778;p6"/>
            <p:cNvSpPr/>
            <p:nvPr/>
          </p:nvSpPr>
          <p:spPr>
            <a:xfrm>
              <a:off x="685809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9" name="Google Shape;1779;p6"/>
            <p:cNvSpPr/>
            <p:nvPr/>
          </p:nvSpPr>
          <p:spPr>
            <a:xfrm>
              <a:off x="723909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0" name="Google Shape;1780;p6"/>
            <p:cNvSpPr/>
            <p:nvPr/>
          </p:nvSpPr>
          <p:spPr>
            <a:xfrm>
              <a:off x="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1" name="Google Shape;1781;p6"/>
            <p:cNvSpPr/>
            <p:nvPr/>
          </p:nvSpPr>
          <p:spPr>
            <a:xfrm>
              <a:off x="38100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2" name="Google Shape;1782;p6"/>
            <p:cNvSpPr/>
            <p:nvPr/>
          </p:nvSpPr>
          <p:spPr>
            <a:xfrm>
              <a:off x="76201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3" name="Google Shape;1783;p6"/>
            <p:cNvSpPr/>
            <p:nvPr/>
          </p:nvSpPr>
          <p:spPr>
            <a:xfrm>
              <a:off x="114301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4" name="Google Shape;1784;p6"/>
            <p:cNvSpPr/>
            <p:nvPr/>
          </p:nvSpPr>
          <p:spPr>
            <a:xfrm>
              <a:off x="152402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5" name="Google Shape;1785;p6"/>
            <p:cNvSpPr/>
            <p:nvPr/>
          </p:nvSpPr>
          <p:spPr>
            <a:xfrm>
              <a:off x="190502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6" name="Google Shape;1786;p6"/>
            <p:cNvSpPr/>
            <p:nvPr/>
          </p:nvSpPr>
          <p:spPr>
            <a:xfrm>
              <a:off x="228603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7" name="Google Shape;1787;p6"/>
            <p:cNvSpPr/>
            <p:nvPr/>
          </p:nvSpPr>
          <p:spPr>
            <a:xfrm>
              <a:off x="266703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8" name="Google Shape;1788;p6"/>
            <p:cNvSpPr/>
            <p:nvPr/>
          </p:nvSpPr>
          <p:spPr>
            <a:xfrm>
              <a:off x="304804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9" name="Google Shape;1789;p6"/>
            <p:cNvSpPr/>
            <p:nvPr/>
          </p:nvSpPr>
          <p:spPr>
            <a:xfrm>
              <a:off x="342904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0" name="Google Shape;1790;p6"/>
            <p:cNvSpPr/>
            <p:nvPr/>
          </p:nvSpPr>
          <p:spPr>
            <a:xfrm>
              <a:off x="381005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1" name="Google Shape;1791;p6"/>
            <p:cNvSpPr/>
            <p:nvPr/>
          </p:nvSpPr>
          <p:spPr>
            <a:xfrm>
              <a:off x="419105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2" name="Google Shape;1792;p6"/>
            <p:cNvSpPr/>
            <p:nvPr/>
          </p:nvSpPr>
          <p:spPr>
            <a:xfrm>
              <a:off x="457206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3" name="Google Shape;1793;p6"/>
            <p:cNvSpPr/>
            <p:nvPr/>
          </p:nvSpPr>
          <p:spPr>
            <a:xfrm>
              <a:off x="495306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4" name="Google Shape;1794;p6"/>
            <p:cNvSpPr/>
            <p:nvPr/>
          </p:nvSpPr>
          <p:spPr>
            <a:xfrm>
              <a:off x="533407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5" name="Google Shape;1795;p6"/>
            <p:cNvSpPr/>
            <p:nvPr/>
          </p:nvSpPr>
          <p:spPr>
            <a:xfrm>
              <a:off x="571507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6" name="Google Shape;1796;p6"/>
            <p:cNvSpPr/>
            <p:nvPr/>
          </p:nvSpPr>
          <p:spPr>
            <a:xfrm>
              <a:off x="609608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7" name="Google Shape;1797;p6"/>
            <p:cNvSpPr/>
            <p:nvPr/>
          </p:nvSpPr>
          <p:spPr>
            <a:xfrm>
              <a:off x="647708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8" name="Google Shape;1798;p6"/>
            <p:cNvSpPr/>
            <p:nvPr/>
          </p:nvSpPr>
          <p:spPr>
            <a:xfrm>
              <a:off x="685809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9" name="Google Shape;1799;p6"/>
            <p:cNvSpPr/>
            <p:nvPr/>
          </p:nvSpPr>
          <p:spPr>
            <a:xfrm>
              <a:off x="723909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0" name="Google Shape;1800;p6"/>
            <p:cNvSpPr/>
            <p:nvPr/>
          </p:nvSpPr>
          <p:spPr>
            <a:xfrm>
              <a:off x="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1" name="Google Shape;1801;p6"/>
            <p:cNvSpPr/>
            <p:nvPr/>
          </p:nvSpPr>
          <p:spPr>
            <a:xfrm>
              <a:off x="38100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2" name="Google Shape;1802;p6"/>
            <p:cNvSpPr/>
            <p:nvPr/>
          </p:nvSpPr>
          <p:spPr>
            <a:xfrm>
              <a:off x="76201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3" name="Google Shape;1803;p6"/>
            <p:cNvSpPr/>
            <p:nvPr/>
          </p:nvSpPr>
          <p:spPr>
            <a:xfrm>
              <a:off x="114301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4" name="Google Shape;1804;p6"/>
            <p:cNvSpPr/>
            <p:nvPr/>
          </p:nvSpPr>
          <p:spPr>
            <a:xfrm>
              <a:off x="152402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5" name="Google Shape;1805;p6"/>
            <p:cNvSpPr/>
            <p:nvPr/>
          </p:nvSpPr>
          <p:spPr>
            <a:xfrm>
              <a:off x="190502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6" name="Google Shape;1806;p6"/>
            <p:cNvSpPr/>
            <p:nvPr/>
          </p:nvSpPr>
          <p:spPr>
            <a:xfrm>
              <a:off x="228603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7" name="Google Shape;1807;p6"/>
            <p:cNvSpPr/>
            <p:nvPr/>
          </p:nvSpPr>
          <p:spPr>
            <a:xfrm>
              <a:off x="266703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8" name="Google Shape;1808;p6"/>
            <p:cNvSpPr/>
            <p:nvPr/>
          </p:nvSpPr>
          <p:spPr>
            <a:xfrm>
              <a:off x="304804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9" name="Google Shape;1809;p6"/>
            <p:cNvSpPr/>
            <p:nvPr/>
          </p:nvSpPr>
          <p:spPr>
            <a:xfrm>
              <a:off x="342904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0" name="Google Shape;1810;p6"/>
            <p:cNvSpPr/>
            <p:nvPr/>
          </p:nvSpPr>
          <p:spPr>
            <a:xfrm>
              <a:off x="381005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1" name="Google Shape;1811;p6"/>
            <p:cNvSpPr/>
            <p:nvPr/>
          </p:nvSpPr>
          <p:spPr>
            <a:xfrm>
              <a:off x="419105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2" name="Google Shape;1812;p6"/>
            <p:cNvSpPr/>
            <p:nvPr/>
          </p:nvSpPr>
          <p:spPr>
            <a:xfrm>
              <a:off x="457206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3" name="Google Shape;1813;p6"/>
            <p:cNvSpPr/>
            <p:nvPr/>
          </p:nvSpPr>
          <p:spPr>
            <a:xfrm>
              <a:off x="495306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4" name="Google Shape;1814;p6"/>
            <p:cNvSpPr/>
            <p:nvPr/>
          </p:nvSpPr>
          <p:spPr>
            <a:xfrm>
              <a:off x="533407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5" name="Google Shape;1815;p6"/>
            <p:cNvSpPr/>
            <p:nvPr/>
          </p:nvSpPr>
          <p:spPr>
            <a:xfrm>
              <a:off x="571507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6" name="Google Shape;1816;p6"/>
            <p:cNvSpPr/>
            <p:nvPr/>
          </p:nvSpPr>
          <p:spPr>
            <a:xfrm>
              <a:off x="609608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7" name="Google Shape;1817;p6"/>
            <p:cNvSpPr/>
            <p:nvPr/>
          </p:nvSpPr>
          <p:spPr>
            <a:xfrm>
              <a:off x="647708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8" name="Google Shape;1818;p6"/>
            <p:cNvSpPr/>
            <p:nvPr/>
          </p:nvSpPr>
          <p:spPr>
            <a:xfrm>
              <a:off x="685809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9" name="Google Shape;1819;p6"/>
            <p:cNvSpPr/>
            <p:nvPr/>
          </p:nvSpPr>
          <p:spPr>
            <a:xfrm>
              <a:off x="723909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0" name="Google Shape;1820;p6"/>
            <p:cNvSpPr/>
            <p:nvPr/>
          </p:nvSpPr>
          <p:spPr>
            <a:xfrm>
              <a:off x="7620110" y="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1" name="Google Shape;1821;p6"/>
            <p:cNvSpPr/>
            <p:nvPr/>
          </p:nvSpPr>
          <p:spPr>
            <a:xfrm>
              <a:off x="8001115" y="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2" name="Google Shape;1822;p6"/>
            <p:cNvSpPr/>
            <p:nvPr/>
          </p:nvSpPr>
          <p:spPr>
            <a:xfrm>
              <a:off x="8382120" y="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3" name="Google Shape;1823;p6"/>
            <p:cNvSpPr/>
            <p:nvPr/>
          </p:nvSpPr>
          <p:spPr>
            <a:xfrm>
              <a:off x="8763125" y="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4" name="Google Shape;1824;p6"/>
            <p:cNvSpPr/>
            <p:nvPr/>
          </p:nvSpPr>
          <p:spPr>
            <a:xfrm>
              <a:off x="7620110" y="342894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5" name="Google Shape;1825;p6"/>
            <p:cNvSpPr/>
            <p:nvPr/>
          </p:nvSpPr>
          <p:spPr>
            <a:xfrm>
              <a:off x="8001115" y="342894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6" name="Google Shape;1826;p6"/>
            <p:cNvSpPr/>
            <p:nvPr/>
          </p:nvSpPr>
          <p:spPr>
            <a:xfrm>
              <a:off x="8382120" y="342894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7" name="Google Shape;1827;p6"/>
            <p:cNvSpPr/>
            <p:nvPr/>
          </p:nvSpPr>
          <p:spPr>
            <a:xfrm>
              <a:off x="8763125" y="342894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8" name="Google Shape;1828;p6"/>
            <p:cNvSpPr/>
            <p:nvPr/>
          </p:nvSpPr>
          <p:spPr>
            <a:xfrm>
              <a:off x="7620110" y="685788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9" name="Google Shape;1829;p6"/>
            <p:cNvSpPr/>
            <p:nvPr/>
          </p:nvSpPr>
          <p:spPr>
            <a:xfrm>
              <a:off x="8001115" y="685788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0" name="Google Shape;1830;p6"/>
            <p:cNvSpPr/>
            <p:nvPr/>
          </p:nvSpPr>
          <p:spPr>
            <a:xfrm>
              <a:off x="8382120" y="685788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1" name="Google Shape;1831;p6"/>
            <p:cNvSpPr/>
            <p:nvPr/>
          </p:nvSpPr>
          <p:spPr>
            <a:xfrm>
              <a:off x="8763125" y="685788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2" name="Google Shape;1832;p6"/>
            <p:cNvSpPr/>
            <p:nvPr/>
          </p:nvSpPr>
          <p:spPr>
            <a:xfrm>
              <a:off x="7620110" y="1028682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3" name="Google Shape;1833;p6"/>
            <p:cNvSpPr/>
            <p:nvPr/>
          </p:nvSpPr>
          <p:spPr>
            <a:xfrm>
              <a:off x="8001115" y="1028682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4" name="Google Shape;1834;p6"/>
            <p:cNvSpPr/>
            <p:nvPr/>
          </p:nvSpPr>
          <p:spPr>
            <a:xfrm>
              <a:off x="8382120" y="1028682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5" name="Google Shape;1835;p6"/>
            <p:cNvSpPr/>
            <p:nvPr/>
          </p:nvSpPr>
          <p:spPr>
            <a:xfrm>
              <a:off x="8763125" y="1028682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6" name="Google Shape;1836;p6"/>
            <p:cNvSpPr/>
            <p:nvPr/>
          </p:nvSpPr>
          <p:spPr>
            <a:xfrm>
              <a:off x="7620110" y="1371576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7" name="Google Shape;1837;p6"/>
            <p:cNvSpPr/>
            <p:nvPr/>
          </p:nvSpPr>
          <p:spPr>
            <a:xfrm>
              <a:off x="8001115" y="1371576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8" name="Google Shape;1838;p6"/>
            <p:cNvSpPr/>
            <p:nvPr/>
          </p:nvSpPr>
          <p:spPr>
            <a:xfrm>
              <a:off x="8382120" y="1371576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9" name="Google Shape;1839;p6"/>
            <p:cNvSpPr/>
            <p:nvPr/>
          </p:nvSpPr>
          <p:spPr>
            <a:xfrm>
              <a:off x="8763125" y="1371576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0" name="Google Shape;1840;p6"/>
            <p:cNvSpPr/>
            <p:nvPr/>
          </p:nvSpPr>
          <p:spPr>
            <a:xfrm>
              <a:off x="7620110" y="171447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1" name="Google Shape;1841;p6"/>
            <p:cNvSpPr/>
            <p:nvPr/>
          </p:nvSpPr>
          <p:spPr>
            <a:xfrm>
              <a:off x="8001115" y="171447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2" name="Google Shape;1842;p6"/>
            <p:cNvSpPr/>
            <p:nvPr/>
          </p:nvSpPr>
          <p:spPr>
            <a:xfrm>
              <a:off x="8382120" y="171447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3" name="Google Shape;1843;p6"/>
            <p:cNvSpPr/>
            <p:nvPr/>
          </p:nvSpPr>
          <p:spPr>
            <a:xfrm>
              <a:off x="8763125" y="171447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4" name="Google Shape;1844;p6"/>
            <p:cNvSpPr/>
            <p:nvPr/>
          </p:nvSpPr>
          <p:spPr>
            <a:xfrm>
              <a:off x="7620110" y="205736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5" name="Google Shape;1845;p6"/>
            <p:cNvSpPr/>
            <p:nvPr/>
          </p:nvSpPr>
          <p:spPr>
            <a:xfrm>
              <a:off x="8001115" y="205736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6" name="Google Shape;1846;p6"/>
            <p:cNvSpPr/>
            <p:nvPr/>
          </p:nvSpPr>
          <p:spPr>
            <a:xfrm>
              <a:off x="8382120" y="205736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7" name="Google Shape;1847;p6"/>
            <p:cNvSpPr/>
            <p:nvPr/>
          </p:nvSpPr>
          <p:spPr>
            <a:xfrm>
              <a:off x="8763125" y="205736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8" name="Google Shape;1848;p6"/>
            <p:cNvSpPr/>
            <p:nvPr/>
          </p:nvSpPr>
          <p:spPr>
            <a:xfrm>
              <a:off x="7620110" y="2400259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9" name="Google Shape;1849;p6"/>
            <p:cNvSpPr/>
            <p:nvPr/>
          </p:nvSpPr>
          <p:spPr>
            <a:xfrm>
              <a:off x="8001115" y="2400259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0" name="Google Shape;1850;p6"/>
            <p:cNvSpPr/>
            <p:nvPr/>
          </p:nvSpPr>
          <p:spPr>
            <a:xfrm>
              <a:off x="8382120" y="2400259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1" name="Google Shape;1851;p6"/>
            <p:cNvSpPr/>
            <p:nvPr/>
          </p:nvSpPr>
          <p:spPr>
            <a:xfrm>
              <a:off x="8763125" y="2400259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2" name="Google Shape;1852;p6"/>
            <p:cNvSpPr/>
            <p:nvPr/>
          </p:nvSpPr>
          <p:spPr>
            <a:xfrm>
              <a:off x="7620110" y="274315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3" name="Google Shape;1853;p6"/>
            <p:cNvSpPr/>
            <p:nvPr/>
          </p:nvSpPr>
          <p:spPr>
            <a:xfrm>
              <a:off x="8001115" y="274315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4" name="Google Shape;1854;p6"/>
            <p:cNvSpPr/>
            <p:nvPr/>
          </p:nvSpPr>
          <p:spPr>
            <a:xfrm>
              <a:off x="8382120" y="274315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5" name="Google Shape;1855;p6"/>
            <p:cNvSpPr/>
            <p:nvPr/>
          </p:nvSpPr>
          <p:spPr>
            <a:xfrm>
              <a:off x="8763125" y="274315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6" name="Google Shape;1856;p6"/>
            <p:cNvSpPr/>
            <p:nvPr/>
          </p:nvSpPr>
          <p:spPr>
            <a:xfrm>
              <a:off x="7620110" y="308604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7" name="Google Shape;1857;p6"/>
            <p:cNvSpPr/>
            <p:nvPr/>
          </p:nvSpPr>
          <p:spPr>
            <a:xfrm>
              <a:off x="8001115" y="308604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8" name="Google Shape;1858;p6"/>
            <p:cNvSpPr/>
            <p:nvPr/>
          </p:nvSpPr>
          <p:spPr>
            <a:xfrm>
              <a:off x="8382120" y="308604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9" name="Google Shape;1859;p6"/>
            <p:cNvSpPr/>
            <p:nvPr/>
          </p:nvSpPr>
          <p:spPr>
            <a:xfrm>
              <a:off x="8763125" y="308604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0" name="Google Shape;1860;p6"/>
            <p:cNvSpPr/>
            <p:nvPr/>
          </p:nvSpPr>
          <p:spPr>
            <a:xfrm>
              <a:off x="7620110" y="342894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1" name="Google Shape;1861;p6"/>
            <p:cNvSpPr/>
            <p:nvPr/>
          </p:nvSpPr>
          <p:spPr>
            <a:xfrm>
              <a:off x="8001115" y="342894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2" name="Google Shape;1862;p6"/>
            <p:cNvSpPr/>
            <p:nvPr/>
          </p:nvSpPr>
          <p:spPr>
            <a:xfrm>
              <a:off x="8382120" y="342894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3" name="Google Shape;1863;p6"/>
            <p:cNvSpPr/>
            <p:nvPr/>
          </p:nvSpPr>
          <p:spPr>
            <a:xfrm>
              <a:off x="8763125" y="342894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4" name="Google Shape;1864;p6"/>
            <p:cNvSpPr/>
            <p:nvPr/>
          </p:nvSpPr>
          <p:spPr>
            <a:xfrm>
              <a:off x="7620110" y="377182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5" name="Google Shape;1865;p6"/>
            <p:cNvSpPr/>
            <p:nvPr/>
          </p:nvSpPr>
          <p:spPr>
            <a:xfrm>
              <a:off x="8001115" y="377182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6" name="Google Shape;1866;p6"/>
            <p:cNvSpPr/>
            <p:nvPr/>
          </p:nvSpPr>
          <p:spPr>
            <a:xfrm>
              <a:off x="8382120" y="377182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7" name="Google Shape;1867;p6"/>
            <p:cNvSpPr/>
            <p:nvPr/>
          </p:nvSpPr>
          <p:spPr>
            <a:xfrm>
              <a:off x="8763125" y="377182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8" name="Google Shape;1868;p6"/>
            <p:cNvSpPr/>
            <p:nvPr/>
          </p:nvSpPr>
          <p:spPr>
            <a:xfrm>
              <a:off x="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9" name="Google Shape;1869;p6"/>
            <p:cNvSpPr/>
            <p:nvPr/>
          </p:nvSpPr>
          <p:spPr>
            <a:xfrm>
              <a:off x="38100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0" name="Google Shape;1870;p6"/>
            <p:cNvSpPr/>
            <p:nvPr/>
          </p:nvSpPr>
          <p:spPr>
            <a:xfrm>
              <a:off x="76201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1" name="Google Shape;1871;p6"/>
            <p:cNvSpPr/>
            <p:nvPr/>
          </p:nvSpPr>
          <p:spPr>
            <a:xfrm>
              <a:off x="114301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2" name="Google Shape;1872;p6"/>
            <p:cNvSpPr/>
            <p:nvPr/>
          </p:nvSpPr>
          <p:spPr>
            <a:xfrm>
              <a:off x="152402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3" name="Google Shape;1873;p6"/>
            <p:cNvSpPr/>
            <p:nvPr/>
          </p:nvSpPr>
          <p:spPr>
            <a:xfrm>
              <a:off x="190502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4" name="Google Shape;1874;p6"/>
            <p:cNvSpPr/>
            <p:nvPr/>
          </p:nvSpPr>
          <p:spPr>
            <a:xfrm>
              <a:off x="228603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5" name="Google Shape;1875;p6"/>
            <p:cNvSpPr/>
            <p:nvPr/>
          </p:nvSpPr>
          <p:spPr>
            <a:xfrm>
              <a:off x="266703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6" name="Google Shape;1876;p6"/>
            <p:cNvSpPr/>
            <p:nvPr/>
          </p:nvSpPr>
          <p:spPr>
            <a:xfrm>
              <a:off x="304804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7" name="Google Shape;1877;p6"/>
            <p:cNvSpPr/>
            <p:nvPr/>
          </p:nvSpPr>
          <p:spPr>
            <a:xfrm>
              <a:off x="342904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8" name="Google Shape;1878;p6"/>
            <p:cNvSpPr/>
            <p:nvPr/>
          </p:nvSpPr>
          <p:spPr>
            <a:xfrm>
              <a:off x="381005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9" name="Google Shape;1879;p6"/>
            <p:cNvSpPr/>
            <p:nvPr/>
          </p:nvSpPr>
          <p:spPr>
            <a:xfrm>
              <a:off x="419105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0" name="Google Shape;1880;p6"/>
            <p:cNvSpPr/>
            <p:nvPr/>
          </p:nvSpPr>
          <p:spPr>
            <a:xfrm>
              <a:off x="457206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1" name="Google Shape;1881;p6"/>
            <p:cNvSpPr/>
            <p:nvPr/>
          </p:nvSpPr>
          <p:spPr>
            <a:xfrm>
              <a:off x="495306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2" name="Google Shape;1882;p6"/>
            <p:cNvSpPr/>
            <p:nvPr/>
          </p:nvSpPr>
          <p:spPr>
            <a:xfrm>
              <a:off x="533407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3" name="Google Shape;1883;p6"/>
            <p:cNvSpPr/>
            <p:nvPr/>
          </p:nvSpPr>
          <p:spPr>
            <a:xfrm>
              <a:off x="571507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4" name="Google Shape;1884;p6"/>
            <p:cNvSpPr/>
            <p:nvPr/>
          </p:nvSpPr>
          <p:spPr>
            <a:xfrm>
              <a:off x="609608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5" name="Google Shape;1885;p6"/>
            <p:cNvSpPr/>
            <p:nvPr/>
          </p:nvSpPr>
          <p:spPr>
            <a:xfrm>
              <a:off x="647708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6" name="Google Shape;1886;p6"/>
            <p:cNvSpPr/>
            <p:nvPr/>
          </p:nvSpPr>
          <p:spPr>
            <a:xfrm>
              <a:off x="685809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7" name="Google Shape;1887;p6"/>
            <p:cNvSpPr/>
            <p:nvPr/>
          </p:nvSpPr>
          <p:spPr>
            <a:xfrm>
              <a:off x="723909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8" name="Google Shape;1888;p6"/>
            <p:cNvSpPr/>
            <p:nvPr/>
          </p:nvSpPr>
          <p:spPr>
            <a:xfrm>
              <a:off x="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9" name="Google Shape;1889;p6"/>
            <p:cNvSpPr/>
            <p:nvPr/>
          </p:nvSpPr>
          <p:spPr>
            <a:xfrm>
              <a:off x="38100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0" name="Google Shape;1890;p6"/>
            <p:cNvSpPr/>
            <p:nvPr/>
          </p:nvSpPr>
          <p:spPr>
            <a:xfrm>
              <a:off x="76201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1" name="Google Shape;1891;p6"/>
            <p:cNvSpPr/>
            <p:nvPr/>
          </p:nvSpPr>
          <p:spPr>
            <a:xfrm>
              <a:off x="114301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2" name="Google Shape;1892;p6"/>
            <p:cNvSpPr/>
            <p:nvPr/>
          </p:nvSpPr>
          <p:spPr>
            <a:xfrm>
              <a:off x="152402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3" name="Google Shape;1893;p6"/>
            <p:cNvSpPr/>
            <p:nvPr/>
          </p:nvSpPr>
          <p:spPr>
            <a:xfrm>
              <a:off x="190502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4" name="Google Shape;1894;p6"/>
            <p:cNvSpPr/>
            <p:nvPr/>
          </p:nvSpPr>
          <p:spPr>
            <a:xfrm>
              <a:off x="228603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5" name="Google Shape;1895;p6"/>
            <p:cNvSpPr/>
            <p:nvPr/>
          </p:nvSpPr>
          <p:spPr>
            <a:xfrm>
              <a:off x="266703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6" name="Google Shape;1896;p6"/>
            <p:cNvSpPr/>
            <p:nvPr/>
          </p:nvSpPr>
          <p:spPr>
            <a:xfrm>
              <a:off x="304804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7" name="Google Shape;1897;p6"/>
            <p:cNvSpPr/>
            <p:nvPr/>
          </p:nvSpPr>
          <p:spPr>
            <a:xfrm>
              <a:off x="342904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8" name="Google Shape;1898;p6"/>
            <p:cNvSpPr/>
            <p:nvPr/>
          </p:nvSpPr>
          <p:spPr>
            <a:xfrm>
              <a:off x="381005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9" name="Google Shape;1899;p6"/>
            <p:cNvSpPr/>
            <p:nvPr/>
          </p:nvSpPr>
          <p:spPr>
            <a:xfrm>
              <a:off x="419105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0" name="Google Shape;1900;p6"/>
            <p:cNvSpPr/>
            <p:nvPr/>
          </p:nvSpPr>
          <p:spPr>
            <a:xfrm>
              <a:off x="457206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1" name="Google Shape;1901;p6"/>
            <p:cNvSpPr/>
            <p:nvPr/>
          </p:nvSpPr>
          <p:spPr>
            <a:xfrm>
              <a:off x="495306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2" name="Google Shape;1902;p6"/>
            <p:cNvSpPr/>
            <p:nvPr/>
          </p:nvSpPr>
          <p:spPr>
            <a:xfrm>
              <a:off x="533407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3" name="Google Shape;1903;p6"/>
            <p:cNvSpPr/>
            <p:nvPr/>
          </p:nvSpPr>
          <p:spPr>
            <a:xfrm>
              <a:off x="571507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4" name="Google Shape;1904;p6"/>
            <p:cNvSpPr/>
            <p:nvPr/>
          </p:nvSpPr>
          <p:spPr>
            <a:xfrm>
              <a:off x="609608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5" name="Google Shape;1905;p6"/>
            <p:cNvSpPr/>
            <p:nvPr/>
          </p:nvSpPr>
          <p:spPr>
            <a:xfrm>
              <a:off x="647708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6" name="Google Shape;1906;p6"/>
            <p:cNvSpPr/>
            <p:nvPr/>
          </p:nvSpPr>
          <p:spPr>
            <a:xfrm>
              <a:off x="685809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7" name="Google Shape;1907;p6"/>
            <p:cNvSpPr/>
            <p:nvPr/>
          </p:nvSpPr>
          <p:spPr>
            <a:xfrm>
              <a:off x="723909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8" name="Google Shape;1908;p6"/>
            <p:cNvSpPr/>
            <p:nvPr/>
          </p:nvSpPr>
          <p:spPr>
            <a:xfrm>
              <a:off x="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9" name="Google Shape;1909;p6"/>
            <p:cNvSpPr/>
            <p:nvPr/>
          </p:nvSpPr>
          <p:spPr>
            <a:xfrm>
              <a:off x="38100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0" name="Google Shape;1910;p6"/>
            <p:cNvSpPr/>
            <p:nvPr/>
          </p:nvSpPr>
          <p:spPr>
            <a:xfrm>
              <a:off x="76201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1" name="Google Shape;1911;p6"/>
            <p:cNvSpPr/>
            <p:nvPr/>
          </p:nvSpPr>
          <p:spPr>
            <a:xfrm>
              <a:off x="114301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2" name="Google Shape;1912;p6"/>
            <p:cNvSpPr/>
            <p:nvPr/>
          </p:nvSpPr>
          <p:spPr>
            <a:xfrm>
              <a:off x="152402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3" name="Google Shape;1913;p6"/>
            <p:cNvSpPr/>
            <p:nvPr/>
          </p:nvSpPr>
          <p:spPr>
            <a:xfrm>
              <a:off x="190502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4" name="Google Shape;1914;p6"/>
            <p:cNvSpPr/>
            <p:nvPr/>
          </p:nvSpPr>
          <p:spPr>
            <a:xfrm>
              <a:off x="228603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5" name="Google Shape;1915;p6"/>
            <p:cNvSpPr/>
            <p:nvPr/>
          </p:nvSpPr>
          <p:spPr>
            <a:xfrm>
              <a:off x="266703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6" name="Google Shape;1916;p6"/>
            <p:cNvSpPr/>
            <p:nvPr/>
          </p:nvSpPr>
          <p:spPr>
            <a:xfrm>
              <a:off x="304804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7" name="Google Shape;1917;p6"/>
            <p:cNvSpPr/>
            <p:nvPr/>
          </p:nvSpPr>
          <p:spPr>
            <a:xfrm>
              <a:off x="342904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8" name="Google Shape;1918;p6"/>
            <p:cNvSpPr/>
            <p:nvPr/>
          </p:nvSpPr>
          <p:spPr>
            <a:xfrm>
              <a:off x="381005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9" name="Google Shape;1919;p6"/>
            <p:cNvSpPr/>
            <p:nvPr/>
          </p:nvSpPr>
          <p:spPr>
            <a:xfrm>
              <a:off x="419105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0" name="Google Shape;1920;p6"/>
            <p:cNvSpPr/>
            <p:nvPr/>
          </p:nvSpPr>
          <p:spPr>
            <a:xfrm>
              <a:off x="457206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1" name="Google Shape;1921;p6"/>
            <p:cNvSpPr/>
            <p:nvPr/>
          </p:nvSpPr>
          <p:spPr>
            <a:xfrm>
              <a:off x="495306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2" name="Google Shape;1922;p6"/>
            <p:cNvSpPr/>
            <p:nvPr/>
          </p:nvSpPr>
          <p:spPr>
            <a:xfrm>
              <a:off x="533407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3" name="Google Shape;1923;p6"/>
            <p:cNvSpPr/>
            <p:nvPr/>
          </p:nvSpPr>
          <p:spPr>
            <a:xfrm>
              <a:off x="571507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4" name="Google Shape;1924;p6"/>
            <p:cNvSpPr/>
            <p:nvPr/>
          </p:nvSpPr>
          <p:spPr>
            <a:xfrm>
              <a:off x="609608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5" name="Google Shape;1925;p6"/>
            <p:cNvSpPr/>
            <p:nvPr/>
          </p:nvSpPr>
          <p:spPr>
            <a:xfrm>
              <a:off x="647708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6" name="Google Shape;1926;p6"/>
            <p:cNvSpPr/>
            <p:nvPr/>
          </p:nvSpPr>
          <p:spPr>
            <a:xfrm>
              <a:off x="685809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7" name="Google Shape;1927;p6"/>
            <p:cNvSpPr/>
            <p:nvPr/>
          </p:nvSpPr>
          <p:spPr>
            <a:xfrm>
              <a:off x="723909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8" name="Google Shape;1928;p6"/>
            <p:cNvSpPr/>
            <p:nvPr/>
          </p:nvSpPr>
          <p:spPr>
            <a:xfrm>
              <a:off x="7620110" y="411471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9" name="Google Shape;1929;p6"/>
            <p:cNvSpPr/>
            <p:nvPr/>
          </p:nvSpPr>
          <p:spPr>
            <a:xfrm>
              <a:off x="8001115" y="411471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0" name="Google Shape;1930;p6"/>
            <p:cNvSpPr/>
            <p:nvPr/>
          </p:nvSpPr>
          <p:spPr>
            <a:xfrm>
              <a:off x="8382120" y="411471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1" name="Google Shape;1931;p6"/>
            <p:cNvSpPr/>
            <p:nvPr/>
          </p:nvSpPr>
          <p:spPr>
            <a:xfrm>
              <a:off x="8763125" y="411471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2" name="Google Shape;1932;p6"/>
            <p:cNvSpPr/>
            <p:nvPr/>
          </p:nvSpPr>
          <p:spPr>
            <a:xfrm>
              <a:off x="7620110" y="445760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3" name="Google Shape;1933;p6"/>
            <p:cNvSpPr/>
            <p:nvPr/>
          </p:nvSpPr>
          <p:spPr>
            <a:xfrm>
              <a:off x="8001115" y="445760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4" name="Google Shape;1934;p6"/>
            <p:cNvSpPr/>
            <p:nvPr/>
          </p:nvSpPr>
          <p:spPr>
            <a:xfrm>
              <a:off x="8382120" y="445760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5" name="Google Shape;1935;p6"/>
            <p:cNvSpPr/>
            <p:nvPr/>
          </p:nvSpPr>
          <p:spPr>
            <a:xfrm>
              <a:off x="8763125" y="445760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6" name="Google Shape;1936;p6"/>
            <p:cNvSpPr/>
            <p:nvPr/>
          </p:nvSpPr>
          <p:spPr>
            <a:xfrm>
              <a:off x="7620110" y="480049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7" name="Google Shape;1937;p6"/>
            <p:cNvSpPr/>
            <p:nvPr/>
          </p:nvSpPr>
          <p:spPr>
            <a:xfrm>
              <a:off x="8001115" y="480049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8" name="Google Shape;1938;p6"/>
            <p:cNvSpPr/>
            <p:nvPr/>
          </p:nvSpPr>
          <p:spPr>
            <a:xfrm>
              <a:off x="8382120" y="480049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9" name="Google Shape;1939;p6"/>
            <p:cNvSpPr/>
            <p:nvPr/>
          </p:nvSpPr>
          <p:spPr>
            <a:xfrm>
              <a:off x="8763125" y="480049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940" name="Google Shape;1940;p6"/>
          <p:cNvSpPr/>
          <p:nvPr/>
        </p:nvSpPr>
        <p:spPr>
          <a:xfrm flipH="1">
            <a:off x="0" y="0"/>
            <a:ext cx="9144000" cy="5143500"/>
          </a:xfrm>
          <a:prstGeom prst="rtTriangle">
            <a:avLst/>
          </a:prstGeom>
          <a:solidFill>
            <a:srgbClr val="005051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941" name="Google Shape;1941;p6"/>
          <p:cNvGrpSpPr/>
          <p:nvPr/>
        </p:nvGrpSpPr>
        <p:grpSpPr>
          <a:xfrm>
            <a:off x="553048" y="535000"/>
            <a:ext cx="8105852" cy="4302000"/>
            <a:chOff x="553048" y="535000"/>
            <a:chExt cx="8105852" cy="4302000"/>
          </a:xfrm>
        </p:grpSpPr>
        <p:sp>
          <p:nvSpPr>
            <p:cNvPr id="1942" name="Google Shape;1942;p6"/>
            <p:cNvSpPr/>
            <p:nvPr/>
          </p:nvSpPr>
          <p:spPr>
            <a:xfrm>
              <a:off x="942300" y="763600"/>
              <a:ext cx="7716600" cy="4073400"/>
            </a:xfrm>
            <a:prstGeom prst="roundRect">
              <a:avLst>
                <a:gd fmla="val 2480" name="adj"/>
              </a:avLst>
            </a:prstGeom>
            <a:solidFill>
              <a:srgbClr val="222828">
                <a:alpha val="2039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3" name="Google Shape;1943;p6"/>
            <p:cNvSpPr/>
            <p:nvPr/>
          </p:nvSpPr>
          <p:spPr>
            <a:xfrm>
              <a:off x="712275" y="535000"/>
              <a:ext cx="7716600" cy="4073400"/>
            </a:xfrm>
            <a:prstGeom prst="roundRect">
              <a:avLst>
                <a:gd fmla="val 2480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4" name="Google Shape;1944;p6"/>
            <p:cNvSpPr/>
            <p:nvPr/>
          </p:nvSpPr>
          <p:spPr>
            <a:xfrm>
              <a:off x="848698" y="898261"/>
              <a:ext cx="317374" cy="317436"/>
            </a:xfrm>
            <a:custGeom>
              <a:rect b="b" l="l" r="r" t="t"/>
              <a:pathLst>
                <a:path extrusionOk="0" h="15212" w="15209">
                  <a:moveTo>
                    <a:pt x="7604" y="0"/>
                  </a:moveTo>
                  <a:cubicBezTo>
                    <a:pt x="3404" y="0"/>
                    <a:pt x="0" y="3405"/>
                    <a:pt x="0" y="7605"/>
                  </a:cubicBezTo>
                  <a:cubicBezTo>
                    <a:pt x="0" y="11805"/>
                    <a:pt x="3404" y="15212"/>
                    <a:pt x="7604" y="15212"/>
                  </a:cubicBezTo>
                  <a:cubicBezTo>
                    <a:pt x="11804" y="15212"/>
                    <a:pt x="15209" y="11805"/>
                    <a:pt x="15209" y="7605"/>
                  </a:cubicBezTo>
                  <a:cubicBezTo>
                    <a:pt x="15209" y="3405"/>
                    <a:pt x="11804" y="0"/>
                    <a:pt x="760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5" name="Google Shape;1945;p6"/>
            <p:cNvSpPr/>
            <p:nvPr/>
          </p:nvSpPr>
          <p:spPr>
            <a:xfrm>
              <a:off x="553048" y="931482"/>
              <a:ext cx="549400" cy="250994"/>
            </a:xfrm>
            <a:custGeom>
              <a:rect b="b" l="l" r="r" t="t"/>
              <a:pathLst>
                <a:path extrusionOk="0" h="12028" w="26328">
                  <a:moveTo>
                    <a:pt x="1493" y="0"/>
                  </a:moveTo>
                  <a:cubicBezTo>
                    <a:pt x="671" y="0"/>
                    <a:pt x="0" y="668"/>
                    <a:pt x="0" y="1494"/>
                  </a:cubicBezTo>
                  <a:cubicBezTo>
                    <a:pt x="0" y="2319"/>
                    <a:pt x="671" y="2990"/>
                    <a:pt x="1493" y="2990"/>
                  </a:cubicBezTo>
                  <a:lnTo>
                    <a:pt x="19596" y="2990"/>
                  </a:lnTo>
                  <a:cubicBezTo>
                    <a:pt x="21591" y="2990"/>
                    <a:pt x="23340" y="4081"/>
                    <a:pt x="23340" y="5330"/>
                  </a:cubicBezTo>
                  <a:lnTo>
                    <a:pt x="23340" y="6698"/>
                  </a:lnTo>
                  <a:cubicBezTo>
                    <a:pt x="23340" y="7944"/>
                    <a:pt x="21591" y="9038"/>
                    <a:pt x="19596" y="9038"/>
                  </a:cubicBezTo>
                  <a:lnTo>
                    <a:pt x="1493" y="9038"/>
                  </a:lnTo>
                  <a:cubicBezTo>
                    <a:pt x="671" y="9038"/>
                    <a:pt x="0" y="9706"/>
                    <a:pt x="0" y="10532"/>
                  </a:cubicBezTo>
                  <a:cubicBezTo>
                    <a:pt x="0" y="11357"/>
                    <a:pt x="671" y="12028"/>
                    <a:pt x="1493" y="12028"/>
                  </a:cubicBezTo>
                  <a:lnTo>
                    <a:pt x="19596" y="12028"/>
                  </a:lnTo>
                  <a:lnTo>
                    <a:pt x="19596" y="12025"/>
                  </a:lnTo>
                  <a:cubicBezTo>
                    <a:pt x="23370" y="12025"/>
                    <a:pt x="26327" y="9685"/>
                    <a:pt x="26327" y="6695"/>
                  </a:cubicBezTo>
                  <a:lnTo>
                    <a:pt x="26327" y="5327"/>
                  </a:lnTo>
                  <a:cubicBezTo>
                    <a:pt x="26327" y="2340"/>
                    <a:pt x="23370" y="0"/>
                    <a:pt x="19596" y="0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6" name="Google Shape;1946;p6"/>
            <p:cNvSpPr/>
            <p:nvPr/>
          </p:nvSpPr>
          <p:spPr>
            <a:xfrm>
              <a:off x="848698" y="1332681"/>
              <a:ext cx="317374" cy="317457"/>
            </a:xfrm>
            <a:custGeom>
              <a:rect b="b" l="l" r="r" t="t"/>
              <a:pathLst>
                <a:path extrusionOk="0" h="15213" w="15209">
                  <a:moveTo>
                    <a:pt x="7604" y="1"/>
                  </a:moveTo>
                  <a:cubicBezTo>
                    <a:pt x="3404" y="1"/>
                    <a:pt x="0" y="3408"/>
                    <a:pt x="0" y="7608"/>
                  </a:cubicBezTo>
                  <a:cubicBezTo>
                    <a:pt x="0" y="11808"/>
                    <a:pt x="3404" y="15212"/>
                    <a:pt x="7604" y="15212"/>
                  </a:cubicBezTo>
                  <a:cubicBezTo>
                    <a:pt x="11804" y="15212"/>
                    <a:pt x="15209" y="11808"/>
                    <a:pt x="15209" y="7608"/>
                  </a:cubicBezTo>
                  <a:cubicBezTo>
                    <a:pt x="15209" y="3408"/>
                    <a:pt x="11804" y="1"/>
                    <a:pt x="760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7" name="Google Shape;1947;p6"/>
            <p:cNvSpPr/>
            <p:nvPr/>
          </p:nvSpPr>
          <p:spPr>
            <a:xfrm>
              <a:off x="553048" y="1365902"/>
              <a:ext cx="549400" cy="251015"/>
            </a:xfrm>
            <a:custGeom>
              <a:rect b="b" l="l" r="r" t="t"/>
              <a:pathLst>
                <a:path extrusionOk="0" h="12029" w="26328">
                  <a:moveTo>
                    <a:pt x="1493" y="1"/>
                  </a:moveTo>
                  <a:cubicBezTo>
                    <a:pt x="671" y="1"/>
                    <a:pt x="0" y="671"/>
                    <a:pt x="0" y="1497"/>
                  </a:cubicBezTo>
                  <a:cubicBezTo>
                    <a:pt x="0" y="2320"/>
                    <a:pt x="671" y="2990"/>
                    <a:pt x="1493" y="2990"/>
                  </a:cubicBezTo>
                  <a:lnTo>
                    <a:pt x="19596" y="2990"/>
                  </a:lnTo>
                  <a:cubicBezTo>
                    <a:pt x="21591" y="2990"/>
                    <a:pt x="23340" y="4084"/>
                    <a:pt x="23340" y="5330"/>
                  </a:cubicBezTo>
                  <a:lnTo>
                    <a:pt x="23340" y="6699"/>
                  </a:lnTo>
                  <a:cubicBezTo>
                    <a:pt x="23340" y="7948"/>
                    <a:pt x="21591" y="9042"/>
                    <a:pt x="19596" y="9042"/>
                  </a:cubicBezTo>
                  <a:lnTo>
                    <a:pt x="1493" y="9042"/>
                  </a:lnTo>
                  <a:cubicBezTo>
                    <a:pt x="671" y="9042"/>
                    <a:pt x="0" y="9709"/>
                    <a:pt x="0" y="10535"/>
                  </a:cubicBezTo>
                  <a:cubicBezTo>
                    <a:pt x="0" y="11361"/>
                    <a:pt x="671" y="12028"/>
                    <a:pt x="1493" y="12028"/>
                  </a:cubicBezTo>
                  <a:lnTo>
                    <a:pt x="19596" y="12028"/>
                  </a:lnTo>
                  <a:cubicBezTo>
                    <a:pt x="23370" y="12028"/>
                    <a:pt x="26327" y="9688"/>
                    <a:pt x="26327" y="6699"/>
                  </a:cubicBezTo>
                  <a:lnTo>
                    <a:pt x="26327" y="5330"/>
                  </a:lnTo>
                  <a:cubicBezTo>
                    <a:pt x="26327" y="2344"/>
                    <a:pt x="23370" y="1"/>
                    <a:pt x="19596" y="1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8" name="Google Shape;1948;p6"/>
            <p:cNvSpPr/>
            <p:nvPr/>
          </p:nvSpPr>
          <p:spPr>
            <a:xfrm>
              <a:off x="848698" y="1767184"/>
              <a:ext cx="317374" cy="317436"/>
            </a:xfrm>
            <a:custGeom>
              <a:rect b="b" l="l" r="r" t="t"/>
              <a:pathLst>
                <a:path extrusionOk="0" h="15212" w="15209">
                  <a:moveTo>
                    <a:pt x="7604" y="0"/>
                  </a:moveTo>
                  <a:cubicBezTo>
                    <a:pt x="3404" y="0"/>
                    <a:pt x="0" y="3404"/>
                    <a:pt x="0" y="7605"/>
                  </a:cubicBezTo>
                  <a:cubicBezTo>
                    <a:pt x="0" y="11805"/>
                    <a:pt x="3404" y="15212"/>
                    <a:pt x="7604" y="15212"/>
                  </a:cubicBezTo>
                  <a:cubicBezTo>
                    <a:pt x="11804" y="15212"/>
                    <a:pt x="15209" y="11805"/>
                    <a:pt x="15209" y="7605"/>
                  </a:cubicBezTo>
                  <a:cubicBezTo>
                    <a:pt x="15209" y="3404"/>
                    <a:pt x="11804" y="0"/>
                    <a:pt x="760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9" name="Google Shape;1949;p6"/>
            <p:cNvSpPr/>
            <p:nvPr/>
          </p:nvSpPr>
          <p:spPr>
            <a:xfrm>
              <a:off x="553048" y="1800405"/>
              <a:ext cx="549400" cy="250994"/>
            </a:xfrm>
            <a:custGeom>
              <a:rect b="b" l="l" r="r" t="t"/>
              <a:pathLst>
                <a:path extrusionOk="0" h="12028" w="26328">
                  <a:moveTo>
                    <a:pt x="1493" y="0"/>
                  </a:moveTo>
                  <a:cubicBezTo>
                    <a:pt x="671" y="0"/>
                    <a:pt x="0" y="668"/>
                    <a:pt x="0" y="1493"/>
                  </a:cubicBezTo>
                  <a:cubicBezTo>
                    <a:pt x="0" y="2319"/>
                    <a:pt x="671" y="2990"/>
                    <a:pt x="1493" y="2990"/>
                  </a:cubicBezTo>
                  <a:lnTo>
                    <a:pt x="19596" y="2990"/>
                  </a:lnTo>
                  <a:cubicBezTo>
                    <a:pt x="21591" y="2990"/>
                    <a:pt x="23340" y="4081"/>
                    <a:pt x="23340" y="5330"/>
                  </a:cubicBezTo>
                  <a:lnTo>
                    <a:pt x="23340" y="6695"/>
                  </a:lnTo>
                  <a:cubicBezTo>
                    <a:pt x="23340" y="7944"/>
                    <a:pt x="21591" y="9038"/>
                    <a:pt x="19596" y="9038"/>
                  </a:cubicBezTo>
                  <a:lnTo>
                    <a:pt x="1493" y="9038"/>
                  </a:lnTo>
                  <a:cubicBezTo>
                    <a:pt x="671" y="9038"/>
                    <a:pt x="0" y="9706"/>
                    <a:pt x="0" y="10532"/>
                  </a:cubicBezTo>
                  <a:cubicBezTo>
                    <a:pt x="0" y="11357"/>
                    <a:pt x="671" y="12028"/>
                    <a:pt x="1493" y="12028"/>
                  </a:cubicBezTo>
                  <a:lnTo>
                    <a:pt x="19596" y="12028"/>
                  </a:lnTo>
                  <a:lnTo>
                    <a:pt x="19596" y="12025"/>
                  </a:lnTo>
                  <a:cubicBezTo>
                    <a:pt x="23370" y="12025"/>
                    <a:pt x="26327" y="9685"/>
                    <a:pt x="26327" y="6695"/>
                  </a:cubicBezTo>
                  <a:lnTo>
                    <a:pt x="26327" y="5327"/>
                  </a:lnTo>
                  <a:cubicBezTo>
                    <a:pt x="26327" y="2340"/>
                    <a:pt x="23370" y="0"/>
                    <a:pt x="19596" y="0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0" name="Google Shape;1950;p6"/>
            <p:cNvSpPr/>
            <p:nvPr/>
          </p:nvSpPr>
          <p:spPr>
            <a:xfrm>
              <a:off x="848698" y="2201603"/>
              <a:ext cx="317374" cy="317457"/>
            </a:xfrm>
            <a:custGeom>
              <a:rect b="b" l="l" r="r" t="t"/>
              <a:pathLst>
                <a:path extrusionOk="0" h="15213" w="15209">
                  <a:moveTo>
                    <a:pt x="7604" y="1"/>
                  </a:moveTo>
                  <a:cubicBezTo>
                    <a:pt x="3404" y="1"/>
                    <a:pt x="0" y="3405"/>
                    <a:pt x="0" y="7608"/>
                  </a:cubicBezTo>
                  <a:cubicBezTo>
                    <a:pt x="0" y="11808"/>
                    <a:pt x="3404" y="15212"/>
                    <a:pt x="7604" y="15212"/>
                  </a:cubicBezTo>
                  <a:cubicBezTo>
                    <a:pt x="11804" y="15212"/>
                    <a:pt x="15209" y="11808"/>
                    <a:pt x="15209" y="7608"/>
                  </a:cubicBezTo>
                  <a:cubicBezTo>
                    <a:pt x="15209" y="3405"/>
                    <a:pt x="11804" y="1"/>
                    <a:pt x="760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1" name="Google Shape;1951;p6"/>
            <p:cNvSpPr/>
            <p:nvPr/>
          </p:nvSpPr>
          <p:spPr>
            <a:xfrm>
              <a:off x="553048" y="2234824"/>
              <a:ext cx="549400" cy="251015"/>
            </a:xfrm>
            <a:custGeom>
              <a:rect b="b" l="l" r="r" t="t"/>
              <a:pathLst>
                <a:path extrusionOk="0" h="12029" w="26328">
                  <a:moveTo>
                    <a:pt x="1493" y="1"/>
                  </a:moveTo>
                  <a:cubicBezTo>
                    <a:pt x="671" y="1"/>
                    <a:pt x="0" y="668"/>
                    <a:pt x="0" y="1494"/>
                  </a:cubicBezTo>
                  <a:cubicBezTo>
                    <a:pt x="0" y="2320"/>
                    <a:pt x="671" y="2990"/>
                    <a:pt x="1493" y="2990"/>
                  </a:cubicBezTo>
                  <a:lnTo>
                    <a:pt x="19596" y="2990"/>
                  </a:lnTo>
                  <a:cubicBezTo>
                    <a:pt x="21591" y="2990"/>
                    <a:pt x="23340" y="4084"/>
                    <a:pt x="23340" y="5330"/>
                  </a:cubicBezTo>
                  <a:lnTo>
                    <a:pt x="23340" y="6699"/>
                  </a:lnTo>
                  <a:cubicBezTo>
                    <a:pt x="23340" y="7945"/>
                    <a:pt x="21591" y="9039"/>
                    <a:pt x="19596" y="9039"/>
                  </a:cubicBezTo>
                  <a:lnTo>
                    <a:pt x="1493" y="9039"/>
                  </a:lnTo>
                  <a:cubicBezTo>
                    <a:pt x="671" y="9039"/>
                    <a:pt x="0" y="9706"/>
                    <a:pt x="0" y="10532"/>
                  </a:cubicBezTo>
                  <a:cubicBezTo>
                    <a:pt x="0" y="11358"/>
                    <a:pt x="671" y="12028"/>
                    <a:pt x="1493" y="12028"/>
                  </a:cubicBezTo>
                  <a:lnTo>
                    <a:pt x="19596" y="12028"/>
                  </a:lnTo>
                  <a:lnTo>
                    <a:pt x="19596" y="12025"/>
                  </a:lnTo>
                  <a:cubicBezTo>
                    <a:pt x="23370" y="12025"/>
                    <a:pt x="26327" y="9685"/>
                    <a:pt x="26327" y="6699"/>
                  </a:cubicBezTo>
                  <a:lnTo>
                    <a:pt x="26327" y="5330"/>
                  </a:lnTo>
                  <a:cubicBezTo>
                    <a:pt x="26327" y="2341"/>
                    <a:pt x="23370" y="1"/>
                    <a:pt x="19596" y="1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2" name="Google Shape;1952;p6"/>
            <p:cNvSpPr/>
            <p:nvPr/>
          </p:nvSpPr>
          <p:spPr>
            <a:xfrm>
              <a:off x="848698" y="2636106"/>
              <a:ext cx="317374" cy="317374"/>
            </a:xfrm>
            <a:custGeom>
              <a:rect b="b" l="l" r="r" t="t"/>
              <a:pathLst>
                <a:path extrusionOk="0" h="15209" w="15209">
                  <a:moveTo>
                    <a:pt x="7604" y="0"/>
                  </a:moveTo>
                  <a:cubicBezTo>
                    <a:pt x="3404" y="0"/>
                    <a:pt x="0" y="3404"/>
                    <a:pt x="0" y="7604"/>
                  </a:cubicBezTo>
                  <a:cubicBezTo>
                    <a:pt x="0" y="11805"/>
                    <a:pt x="3404" y="15209"/>
                    <a:pt x="7604" y="15209"/>
                  </a:cubicBezTo>
                  <a:cubicBezTo>
                    <a:pt x="11804" y="15209"/>
                    <a:pt x="15209" y="11805"/>
                    <a:pt x="15209" y="7604"/>
                  </a:cubicBezTo>
                  <a:cubicBezTo>
                    <a:pt x="15209" y="3404"/>
                    <a:pt x="11804" y="0"/>
                    <a:pt x="760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3" name="Google Shape;1953;p6"/>
            <p:cNvSpPr/>
            <p:nvPr/>
          </p:nvSpPr>
          <p:spPr>
            <a:xfrm>
              <a:off x="553048" y="2669265"/>
              <a:ext cx="549400" cy="250994"/>
            </a:xfrm>
            <a:custGeom>
              <a:rect b="b" l="l" r="r" t="t"/>
              <a:pathLst>
                <a:path extrusionOk="0" h="12028" w="26328">
                  <a:moveTo>
                    <a:pt x="1493" y="0"/>
                  </a:moveTo>
                  <a:cubicBezTo>
                    <a:pt x="671" y="0"/>
                    <a:pt x="0" y="671"/>
                    <a:pt x="0" y="1496"/>
                  </a:cubicBezTo>
                  <a:cubicBezTo>
                    <a:pt x="0" y="2322"/>
                    <a:pt x="671" y="2990"/>
                    <a:pt x="1493" y="2990"/>
                  </a:cubicBezTo>
                  <a:lnTo>
                    <a:pt x="19596" y="2990"/>
                  </a:lnTo>
                  <a:cubicBezTo>
                    <a:pt x="21591" y="2990"/>
                    <a:pt x="23340" y="4084"/>
                    <a:pt x="23340" y="5330"/>
                  </a:cubicBezTo>
                  <a:lnTo>
                    <a:pt x="23340" y="6698"/>
                  </a:lnTo>
                  <a:cubicBezTo>
                    <a:pt x="23340" y="7947"/>
                    <a:pt x="21591" y="9041"/>
                    <a:pt x="19596" y="9041"/>
                  </a:cubicBezTo>
                  <a:lnTo>
                    <a:pt x="1493" y="9041"/>
                  </a:lnTo>
                  <a:cubicBezTo>
                    <a:pt x="671" y="9041"/>
                    <a:pt x="0" y="9709"/>
                    <a:pt x="0" y="10534"/>
                  </a:cubicBezTo>
                  <a:cubicBezTo>
                    <a:pt x="0" y="11360"/>
                    <a:pt x="671" y="12028"/>
                    <a:pt x="1493" y="12028"/>
                  </a:cubicBezTo>
                  <a:lnTo>
                    <a:pt x="19596" y="12028"/>
                  </a:lnTo>
                  <a:cubicBezTo>
                    <a:pt x="23370" y="12028"/>
                    <a:pt x="26327" y="9688"/>
                    <a:pt x="26327" y="6698"/>
                  </a:cubicBezTo>
                  <a:lnTo>
                    <a:pt x="26327" y="5330"/>
                  </a:lnTo>
                  <a:cubicBezTo>
                    <a:pt x="26327" y="2343"/>
                    <a:pt x="23370" y="0"/>
                    <a:pt x="19596" y="0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4" name="Google Shape;1954;p6"/>
            <p:cNvSpPr/>
            <p:nvPr/>
          </p:nvSpPr>
          <p:spPr>
            <a:xfrm>
              <a:off x="848698" y="3070526"/>
              <a:ext cx="317374" cy="317457"/>
            </a:xfrm>
            <a:custGeom>
              <a:rect b="b" l="l" r="r" t="t"/>
              <a:pathLst>
                <a:path extrusionOk="0" h="15213" w="15209">
                  <a:moveTo>
                    <a:pt x="7604" y="1"/>
                  </a:moveTo>
                  <a:cubicBezTo>
                    <a:pt x="3404" y="1"/>
                    <a:pt x="0" y="3405"/>
                    <a:pt x="0" y="7605"/>
                  </a:cubicBezTo>
                  <a:cubicBezTo>
                    <a:pt x="0" y="11805"/>
                    <a:pt x="3404" y="15212"/>
                    <a:pt x="7604" y="15212"/>
                  </a:cubicBezTo>
                  <a:cubicBezTo>
                    <a:pt x="11804" y="15212"/>
                    <a:pt x="15209" y="11805"/>
                    <a:pt x="15209" y="7605"/>
                  </a:cubicBezTo>
                  <a:cubicBezTo>
                    <a:pt x="15209" y="3405"/>
                    <a:pt x="11804" y="1"/>
                    <a:pt x="760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5" name="Google Shape;1955;p6"/>
            <p:cNvSpPr/>
            <p:nvPr/>
          </p:nvSpPr>
          <p:spPr>
            <a:xfrm>
              <a:off x="553048" y="3103747"/>
              <a:ext cx="549400" cy="251015"/>
            </a:xfrm>
            <a:custGeom>
              <a:rect b="b" l="l" r="r" t="t"/>
              <a:pathLst>
                <a:path extrusionOk="0" h="12029" w="26328">
                  <a:moveTo>
                    <a:pt x="1493" y="0"/>
                  </a:moveTo>
                  <a:cubicBezTo>
                    <a:pt x="671" y="0"/>
                    <a:pt x="0" y="668"/>
                    <a:pt x="0" y="1494"/>
                  </a:cubicBezTo>
                  <a:cubicBezTo>
                    <a:pt x="0" y="2320"/>
                    <a:pt x="671" y="2987"/>
                    <a:pt x="1493" y="2987"/>
                  </a:cubicBezTo>
                  <a:lnTo>
                    <a:pt x="19596" y="2987"/>
                  </a:lnTo>
                  <a:cubicBezTo>
                    <a:pt x="21591" y="2987"/>
                    <a:pt x="23340" y="4081"/>
                    <a:pt x="23340" y="5330"/>
                  </a:cubicBezTo>
                  <a:lnTo>
                    <a:pt x="23340" y="6696"/>
                  </a:lnTo>
                  <a:cubicBezTo>
                    <a:pt x="23340" y="7945"/>
                    <a:pt x="21591" y="9039"/>
                    <a:pt x="19596" y="9039"/>
                  </a:cubicBezTo>
                  <a:lnTo>
                    <a:pt x="1493" y="9039"/>
                  </a:lnTo>
                  <a:cubicBezTo>
                    <a:pt x="671" y="9039"/>
                    <a:pt x="0" y="9706"/>
                    <a:pt x="0" y="10532"/>
                  </a:cubicBezTo>
                  <a:cubicBezTo>
                    <a:pt x="0" y="11358"/>
                    <a:pt x="671" y="12028"/>
                    <a:pt x="1493" y="12028"/>
                  </a:cubicBezTo>
                  <a:lnTo>
                    <a:pt x="19596" y="12028"/>
                  </a:lnTo>
                  <a:lnTo>
                    <a:pt x="19596" y="12025"/>
                  </a:lnTo>
                  <a:cubicBezTo>
                    <a:pt x="23370" y="12025"/>
                    <a:pt x="26327" y="9685"/>
                    <a:pt x="26327" y="6696"/>
                  </a:cubicBezTo>
                  <a:lnTo>
                    <a:pt x="26327" y="5330"/>
                  </a:lnTo>
                  <a:cubicBezTo>
                    <a:pt x="26327" y="2340"/>
                    <a:pt x="23370" y="0"/>
                    <a:pt x="19596" y="0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6" name="Google Shape;1956;p6"/>
            <p:cNvSpPr/>
            <p:nvPr/>
          </p:nvSpPr>
          <p:spPr>
            <a:xfrm>
              <a:off x="848698" y="3504966"/>
              <a:ext cx="317374" cy="317436"/>
            </a:xfrm>
            <a:custGeom>
              <a:rect b="b" l="l" r="r" t="t"/>
              <a:pathLst>
                <a:path extrusionOk="0" h="15212" w="15209">
                  <a:moveTo>
                    <a:pt x="7604" y="0"/>
                  </a:moveTo>
                  <a:cubicBezTo>
                    <a:pt x="3404" y="0"/>
                    <a:pt x="0" y="3407"/>
                    <a:pt x="0" y="7607"/>
                  </a:cubicBezTo>
                  <a:cubicBezTo>
                    <a:pt x="0" y="11807"/>
                    <a:pt x="3404" y="15212"/>
                    <a:pt x="7604" y="15212"/>
                  </a:cubicBezTo>
                  <a:cubicBezTo>
                    <a:pt x="11804" y="15212"/>
                    <a:pt x="15209" y="11807"/>
                    <a:pt x="15209" y="7607"/>
                  </a:cubicBezTo>
                  <a:cubicBezTo>
                    <a:pt x="15209" y="3407"/>
                    <a:pt x="11804" y="0"/>
                    <a:pt x="760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7" name="Google Shape;1957;p6"/>
            <p:cNvSpPr/>
            <p:nvPr/>
          </p:nvSpPr>
          <p:spPr>
            <a:xfrm>
              <a:off x="553048" y="3538167"/>
              <a:ext cx="549400" cy="251015"/>
            </a:xfrm>
            <a:custGeom>
              <a:rect b="b" l="l" r="r" t="t"/>
              <a:pathLst>
                <a:path extrusionOk="0" h="12029" w="26328">
                  <a:moveTo>
                    <a:pt x="1493" y="1"/>
                  </a:moveTo>
                  <a:cubicBezTo>
                    <a:pt x="671" y="1"/>
                    <a:pt x="0" y="672"/>
                    <a:pt x="0" y="1497"/>
                  </a:cubicBezTo>
                  <a:cubicBezTo>
                    <a:pt x="0" y="2320"/>
                    <a:pt x="671" y="2991"/>
                    <a:pt x="1493" y="2991"/>
                  </a:cubicBezTo>
                  <a:lnTo>
                    <a:pt x="19596" y="2991"/>
                  </a:lnTo>
                  <a:cubicBezTo>
                    <a:pt x="21591" y="2991"/>
                    <a:pt x="23340" y="4085"/>
                    <a:pt x="23340" y="5331"/>
                  </a:cubicBezTo>
                  <a:lnTo>
                    <a:pt x="23340" y="6699"/>
                  </a:lnTo>
                  <a:cubicBezTo>
                    <a:pt x="23340" y="7948"/>
                    <a:pt x="21591" y="9042"/>
                    <a:pt x="19596" y="9042"/>
                  </a:cubicBezTo>
                  <a:lnTo>
                    <a:pt x="1493" y="9042"/>
                  </a:lnTo>
                  <a:cubicBezTo>
                    <a:pt x="671" y="9042"/>
                    <a:pt x="0" y="9710"/>
                    <a:pt x="0" y="10535"/>
                  </a:cubicBezTo>
                  <a:cubicBezTo>
                    <a:pt x="0" y="11361"/>
                    <a:pt x="671" y="12029"/>
                    <a:pt x="1493" y="12029"/>
                  </a:cubicBezTo>
                  <a:lnTo>
                    <a:pt x="19596" y="12029"/>
                  </a:lnTo>
                  <a:cubicBezTo>
                    <a:pt x="23370" y="12029"/>
                    <a:pt x="26327" y="9689"/>
                    <a:pt x="26327" y="6699"/>
                  </a:cubicBezTo>
                  <a:lnTo>
                    <a:pt x="26327" y="5331"/>
                  </a:lnTo>
                  <a:cubicBezTo>
                    <a:pt x="26327" y="2344"/>
                    <a:pt x="23370" y="1"/>
                    <a:pt x="19596" y="1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8" name="Google Shape;1958;p6"/>
            <p:cNvSpPr/>
            <p:nvPr/>
          </p:nvSpPr>
          <p:spPr>
            <a:xfrm>
              <a:off x="848698" y="3939449"/>
              <a:ext cx="317374" cy="317395"/>
            </a:xfrm>
            <a:custGeom>
              <a:rect b="b" l="l" r="r" t="t"/>
              <a:pathLst>
                <a:path extrusionOk="0" h="15210" w="15209">
                  <a:moveTo>
                    <a:pt x="7604" y="1"/>
                  </a:moveTo>
                  <a:cubicBezTo>
                    <a:pt x="3404" y="1"/>
                    <a:pt x="0" y="3405"/>
                    <a:pt x="0" y="7605"/>
                  </a:cubicBezTo>
                  <a:cubicBezTo>
                    <a:pt x="0" y="11805"/>
                    <a:pt x="3404" y="15209"/>
                    <a:pt x="7604" y="15209"/>
                  </a:cubicBezTo>
                  <a:cubicBezTo>
                    <a:pt x="11804" y="15209"/>
                    <a:pt x="15209" y="11805"/>
                    <a:pt x="15209" y="7605"/>
                  </a:cubicBezTo>
                  <a:cubicBezTo>
                    <a:pt x="15209" y="3405"/>
                    <a:pt x="11804" y="1"/>
                    <a:pt x="760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9" name="Google Shape;1959;p6"/>
            <p:cNvSpPr/>
            <p:nvPr/>
          </p:nvSpPr>
          <p:spPr>
            <a:xfrm>
              <a:off x="553048" y="3972670"/>
              <a:ext cx="549400" cy="251015"/>
            </a:xfrm>
            <a:custGeom>
              <a:rect b="b" l="l" r="r" t="t"/>
              <a:pathLst>
                <a:path extrusionOk="0" h="12029" w="26328">
                  <a:moveTo>
                    <a:pt x="1493" y="0"/>
                  </a:moveTo>
                  <a:cubicBezTo>
                    <a:pt x="671" y="0"/>
                    <a:pt x="0" y="668"/>
                    <a:pt x="0" y="1494"/>
                  </a:cubicBezTo>
                  <a:cubicBezTo>
                    <a:pt x="0" y="2320"/>
                    <a:pt x="671" y="2990"/>
                    <a:pt x="1493" y="2990"/>
                  </a:cubicBezTo>
                  <a:lnTo>
                    <a:pt x="19596" y="2990"/>
                  </a:lnTo>
                  <a:cubicBezTo>
                    <a:pt x="21591" y="2990"/>
                    <a:pt x="23340" y="4081"/>
                    <a:pt x="23340" y="5330"/>
                  </a:cubicBezTo>
                  <a:lnTo>
                    <a:pt x="23340" y="6695"/>
                  </a:lnTo>
                  <a:cubicBezTo>
                    <a:pt x="23340" y="7944"/>
                    <a:pt x="21591" y="9038"/>
                    <a:pt x="19596" y="9038"/>
                  </a:cubicBezTo>
                  <a:lnTo>
                    <a:pt x="1493" y="9038"/>
                  </a:lnTo>
                  <a:cubicBezTo>
                    <a:pt x="671" y="9038"/>
                    <a:pt x="0" y="9706"/>
                    <a:pt x="0" y="10532"/>
                  </a:cubicBezTo>
                  <a:cubicBezTo>
                    <a:pt x="0" y="11358"/>
                    <a:pt x="671" y="12028"/>
                    <a:pt x="1493" y="12028"/>
                  </a:cubicBezTo>
                  <a:lnTo>
                    <a:pt x="19596" y="12028"/>
                  </a:lnTo>
                  <a:lnTo>
                    <a:pt x="19596" y="12025"/>
                  </a:lnTo>
                  <a:cubicBezTo>
                    <a:pt x="23370" y="12025"/>
                    <a:pt x="26327" y="9685"/>
                    <a:pt x="26327" y="6695"/>
                  </a:cubicBezTo>
                  <a:lnTo>
                    <a:pt x="26327" y="5327"/>
                  </a:lnTo>
                  <a:cubicBezTo>
                    <a:pt x="26327" y="2340"/>
                    <a:pt x="23370" y="0"/>
                    <a:pt x="19596" y="0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960" name="Google Shape;1960;p6"/>
          <p:cNvSpPr txBox="1"/>
          <p:nvPr>
            <p:ph type="title"/>
          </p:nvPr>
        </p:nvSpPr>
        <p:spPr>
          <a:xfrm>
            <a:off x="1270650" y="629375"/>
            <a:ext cx="7020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300"/>
              <a:buFont typeface="Gantari ExtraBold"/>
              <a:buNone/>
              <a:defRPr sz="3300">
                <a:solidFill>
                  <a:schemeClr val="lt2"/>
                </a:solidFill>
                <a:latin typeface="Gantari ExtraBold"/>
                <a:ea typeface="Gantari ExtraBold"/>
                <a:cs typeface="Gantari ExtraBold"/>
                <a:sym typeface="Gantari Extra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300"/>
              <a:buFont typeface="Gantari ExtraBold"/>
              <a:buNone/>
              <a:defRPr sz="3300">
                <a:solidFill>
                  <a:schemeClr val="lt2"/>
                </a:solidFill>
                <a:latin typeface="Gantari ExtraBold"/>
                <a:ea typeface="Gantari ExtraBold"/>
                <a:cs typeface="Gantari ExtraBold"/>
                <a:sym typeface="Gantari ExtraBo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300"/>
              <a:buFont typeface="Gantari ExtraBold"/>
              <a:buNone/>
              <a:defRPr sz="3300">
                <a:solidFill>
                  <a:schemeClr val="lt2"/>
                </a:solidFill>
                <a:latin typeface="Gantari ExtraBold"/>
                <a:ea typeface="Gantari ExtraBold"/>
                <a:cs typeface="Gantari ExtraBold"/>
                <a:sym typeface="Gantari ExtraBo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300"/>
              <a:buFont typeface="Gantari ExtraBold"/>
              <a:buNone/>
              <a:defRPr sz="3300">
                <a:solidFill>
                  <a:schemeClr val="lt2"/>
                </a:solidFill>
                <a:latin typeface="Gantari ExtraBold"/>
                <a:ea typeface="Gantari ExtraBold"/>
                <a:cs typeface="Gantari ExtraBold"/>
                <a:sym typeface="Gantari ExtraBo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300"/>
              <a:buFont typeface="Gantari ExtraBold"/>
              <a:buNone/>
              <a:defRPr sz="3300">
                <a:solidFill>
                  <a:schemeClr val="lt2"/>
                </a:solidFill>
                <a:latin typeface="Gantari ExtraBold"/>
                <a:ea typeface="Gantari ExtraBold"/>
                <a:cs typeface="Gantari ExtraBold"/>
                <a:sym typeface="Gantari ExtraBo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300"/>
              <a:buFont typeface="Gantari ExtraBold"/>
              <a:buNone/>
              <a:defRPr sz="3300">
                <a:solidFill>
                  <a:schemeClr val="lt2"/>
                </a:solidFill>
                <a:latin typeface="Gantari ExtraBold"/>
                <a:ea typeface="Gantari ExtraBold"/>
                <a:cs typeface="Gantari ExtraBold"/>
                <a:sym typeface="Gantari ExtraBo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300"/>
              <a:buFont typeface="Gantari ExtraBold"/>
              <a:buNone/>
              <a:defRPr sz="3300">
                <a:solidFill>
                  <a:schemeClr val="lt2"/>
                </a:solidFill>
                <a:latin typeface="Gantari ExtraBold"/>
                <a:ea typeface="Gantari ExtraBold"/>
                <a:cs typeface="Gantari ExtraBold"/>
                <a:sym typeface="Gantari ExtraBo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300"/>
              <a:buFont typeface="Gantari ExtraBold"/>
              <a:buNone/>
              <a:defRPr sz="3300">
                <a:solidFill>
                  <a:schemeClr val="lt2"/>
                </a:solidFill>
                <a:latin typeface="Gantari ExtraBold"/>
                <a:ea typeface="Gantari ExtraBold"/>
                <a:cs typeface="Gantari ExtraBold"/>
                <a:sym typeface="Gantari ExtraBo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300"/>
              <a:buFont typeface="Gantari ExtraBold"/>
              <a:buNone/>
              <a:defRPr sz="3300">
                <a:solidFill>
                  <a:schemeClr val="lt2"/>
                </a:solidFill>
                <a:latin typeface="Gantari ExtraBold"/>
                <a:ea typeface="Gantari ExtraBold"/>
                <a:cs typeface="Gantari ExtraBold"/>
                <a:sym typeface="Gantari ExtraBold"/>
              </a:defRPr>
            </a:lvl9pPr>
          </a:lstStyle>
          <a:p/>
        </p:txBody>
      </p:sp>
      <p:sp>
        <p:nvSpPr>
          <p:cNvPr id="1961" name="Google Shape;1961;p6"/>
          <p:cNvSpPr txBox="1"/>
          <p:nvPr>
            <p:ph idx="1" type="subTitle"/>
          </p:nvPr>
        </p:nvSpPr>
        <p:spPr>
          <a:xfrm>
            <a:off x="1270650" y="1202075"/>
            <a:ext cx="7020000" cy="388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b="1">
                <a:solidFill>
                  <a:schemeClr val="accent2"/>
                </a:solidFill>
                <a:highlight>
                  <a:schemeClr val="lt2"/>
                </a:highlight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b="1">
                <a:solidFill>
                  <a:schemeClr val="accent2"/>
                </a:solidFill>
                <a:highlight>
                  <a:schemeClr val="lt2"/>
                </a:highlight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b="1">
                <a:solidFill>
                  <a:schemeClr val="accent2"/>
                </a:solidFill>
                <a:highlight>
                  <a:schemeClr val="lt2"/>
                </a:highlight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b="1">
                <a:solidFill>
                  <a:schemeClr val="accent2"/>
                </a:solidFill>
                <a:highlight>
                  <a:schemeClr val="lt2"/>
                </a:highlight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b="1">
                <a:solidFill>
                  <a:schemeClr val="accent2"/>
                </a:solidFill>
                <a:highlight>
                  <a:schemeClr val="lt2"/>
                </a:highlight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b="1">
                <a:solidFill>
                  <a:schemeClr val="accent2"/>
                </a:solidFill>
                <a:highlight>
                  <a:schemeClr val="lt2"/>
                </a:highlight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b="1">
                <a:solidFill>
                  <a:schemeClr val="accent2"/>
                </a:solidFill>
                <a:highlight>
                  <a:schemeClr val="lt2"/>
                </a:highlight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b="1">
                <a:solidFill>
                  <a:schemeClr val="accent2"/>
                </a:solidFill>
                <a:highlight>
                  <a:schemeClr val="lt2"/>
                </a:highlight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b="1">
                <a:solidFill>
                  <a:schemeClr val="accent2"/>
                </a:solidFill>
                <a:highlight>
                  <a:schemeClr val="lt2"/>
                </a:highlight>
              </a:defRPr>
            </a:lvl9pPr>
          </a:lstStyle>
          <a:p/>
        </p:txBody>
      </p:sp>
      <p:sp>
        <p:nvSpPr>
          <p:cNvPr id="1962" name="Google Shape;1962;p6"/>
          <p:cNvSpPr txBox="1"/>
          <p:nvPr>
            <p:ph idx="2" type="subTitle"/>
          </p:nvPr>
        </p:nvSpPr>
        <p:spPr>
          <a:xfrm>
            <a:off x="1270650" y="1514375"/>
            <a:ext cx="7020000" cy="295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63" name="Google Shape;1963;p6"/>
          <p:cNvSpPr/>
          <p:nvPr/>
        </p:nvSpPr>
        <p:spPr>
          <a:xfrm>
            <a:off x="8428900" y="1041975"/>
            <a:ext cx="143750" cy="647425"/>
          </a:xfrm>
          <a:custGeom>
            <a:rect b="b" l="l" r="r" t="t"/>
            <a:pathLst>
              <a:path extrusionOk="0" h="25897" w="5750">
                <a:moveTo>
                  <a:pt x="0" y="0"/>
                </a:moveTo>
                <a:lnTo>
                  <a:pt x="0" y="25897"/>
                </a:lnTo>
                <a:cubicBezTo>
                  <a:pt x="3176" y="25897"/>
                  <a:pt x="5749" y="23323"/>
                  <a:pt x="5749" y="20147"/>
                </a:cubicBezTo>
                <a:lnTo>
                  <a:pt x="5749" y="5752"/>
                </a:lnTo>
                <a:cubicBezTo>
                  <a:pt x="5749" y="2576"/>
                  <a:pt x="3176" y="0"/>
                  <a:pt x="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4" name="Google Shape;1964;p6"/>
          <p:cNvSpPr/>
          <p:nvPr/>
        </p:nvSpPr>
        <p:spPr>
          <a:xfrm>
            <a:off x="8428900" y="2620900"/>
            <a:ext cx="143750" cy="647425"/>
          </a:xfrm>
          <a:custGeom>
            <a:rect b="b" l="l" r="r" t="t"/>
            <a:pathLst>
              <a:path extrusionOk="0" h="25897" w="5750">
                <a:moveTo>
                  <a:pt x="0" y="0"/>
                </a:moveTo>
                <a:lnTo>
                  <a:pt x="0" y="25897"/>
                </a:lnTo>
                <a:cubicBezTo>
                  <a:pt x="3176" y="25897"/>
                  <a:pt x="5749" y="23323"/>
                  <a:pt x="5749" y="20148"/>
                </a:cubicBezTo>
                <a:lnTo>
                  <a:pt x="5749" y="5752"/>
                </a:lnTo>
                <a:cubicBezTo>
                  <a:pt x="5749" y="2577"/>
                  <a:pt x="3176" y="0"/>
                  <a:pt x="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5" name="Google Shape;1965;p6"/>
          <p:cNvSpPr/>
          <p:nvPr/>
        </p:nvSpPr>
        <p:spPr>
          <a:xfrm>
            <a:off x="8428900" y="1811900"/>
            <a:ext cx="143750" cy="647425"/>
          </a:xfrm>
          <a:custGeom>
            <a:rect b="b" l="l" r="r" t="t"/>
            <a:pathLst>
              <a:path extrusionOk="0" h="25897" w="5750">
                <a:moveTo>
                  <a:pt x="0" y="0"/>
                </a:moveTo>
                <a:lnTo>
                  <a:pt x="0" y="25897"/>
                </a:lnTo>
                <a:cubicBezTo>
                  <a:pt x="3176" y="25897"/>
                  <a:pt x="5749" y="23320"/>
                  <a:pt x="5749" y="20147"/>
                </a:cubicBezTo>
                <a:lnTo>
                  <a:pt x="5749" y="5749"/>
                </a:lnTo>
                <a:cubicBezTo>
                  <a:pt x="5749" y="2574"/>
                  <a:pt x="3176" y="0"/>
                  <a:pt x="0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6" name="Google Shape;1966;p6"/>
          <p:cNvSpPr/>
          <p:nvPr/>
        </p:nvSpPr>
        <p:spPr>
          <a:xfrm>
            <a:off x="8428900" y="3454000"/>
            <a:ext cx="143750" cy="647425"/>
          </a:xfrm>
          <a:custGeom>
            <a:rect b="b" l="l" r="r" t="t"/>
            <a:pathLst>
              <a:path extrusionOk="0" h="25897" w="5750">
                <a:moveTo>
                  <a:pt x="0" y="1"/>
                </a:moveTo>
                <a:lnTo>
                  <a:pt x="0" y="25897"/>
                </a:lnTo>
                <a:cubicBezTo>
                  <a:pt x="3176" y="25897"/>
                  <a:pt x="5749" y="23323"/>
                  <a:pt x="5749" y="20148"/>
                </a:cubicBezTo>
                <a:lnTo>
                  <a:pt x="5749" y="5752"/>
                </a:lnTo>
                <a:cubicBezTo>
                  <a:pt x="5749" y="2577"/>
                  <a:pt x="3176" y="1"/>
                  <a:pt x="0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lt1"/>
        </a:solidFill>
      </p:bgPr>
    </p:bg>
    <p:spTree>
      <p:nvGrpSpPr>
        <p:cNvPr id="1967" name="Shape 19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68" name="Google Shape;1968;p7"/>
          <p:cNvGrpSpPr/>
          <p:nvPr/>
        </p:nvGrpSpPr>
        <p:grpSpPr>
          <a:xfrm>
            <a:off x="0" y="0"/>
            <a:ext cx="9144125" cy="5143391"/>
            <a:chOff x="0" y="0"/>
            <a:chExt cx="9144125" cy="5143391"/>
          </a:xfrm>
        </p:grpSpPr>
        <p:sp>
          <p:nvSpPr>
            <p:cNvPr id="1969" name="Google Shape;1969;p7"/>
            <p:cNvSpPr/>
            <p:nvPr/>
          </p:nvSpPr>
          <p:spPr>
            <a:xfrm>
              <a:off x="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0" name="Google Shape;1970;p7"/>
            <p:cNvSpPr/>
            <p:nvPr/>
          </p:nvSpPr>
          <p:spPr>
            <a:xfrm>
              <a:off x="38100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1" name="Google Shape;1971;p7"/>
            <p:cNvSpPr/>
            <p:nvPr/>
          </p:nvSpPr>
          <p:spPr>
            <a:xfrm>
              <a:off x="76201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2" name="Google Shape;1972;p7"/>
            <p:cNvSpPr/>
            <p:nvPr/>
          </p:nvSpPr>
          <p:spPr>
            <a:xfrm>
              <a:off x="114301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3" name="Google Shape;1973;p7"/>
            <p:cNvSpPr/>
            <p:nvPr/>
          </p:nvSpPr>
          <p:spPr>
            <a:xfrm>
              <a:off x="152402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4" name="Google Shape;1974;p7"/>
            <p:cNvSpPr/>
            <p:nvPr/>
          </p:nvSpPr>
          <p:spPr>
            <a:xfrm>
              <a:off x="190502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5" name="Google Shape;1975;p7"/>
            <p:cNvSpPr/>
            <p:nvPr/>
          </p:nvSpPr>
          <p:spPr>
            <a:xfrm>
              <a:off x="228603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6" name="Google Shape;1976;p7"/>
            <p:cNvSpPr/>
            <p:nvPr/>
          </p:nvSpPr>
          <p:spPr>
            <a:xfrm>
              <a:off x="266703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7" name="Google Shape;1977;p7"/>
            <p:cNvSpPr/>
            <p:nvPr/>
          </p:nvSpPr>
          <p:spPr>
            <a:xfrm>
              <a:off x="304804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8" name="Google Shape;1978;p7"/>
            <p:cNvSpPr/>
            <p:nvPr/>
          </p:nvSpPr>
          <p:spPr>
            <a:xfrm>
              <a:off x="342904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9" name="Google Shape;1979;p7"/>
            <p:cNvSpPr/>
            <p:nvPr/>
          </p:nvSpPr>
          <p:spPr>
            <a:xfrm>
              <a:off x="381005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0" name="Google Shape;1980;p7"/>
            <p:cNvSpPr/>
            <p:nvPr/>
          </p:nvSpPr>
          <p:spPr>
            <a:xfrm>
              <a:off x="419105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1" name="Google Shape;1981;p7"/>
            <p:cNvSpPr/>
            <p:nvPr/>
          </p:nvSpPr>
          <p:spPr>
            <a:xfrm>
              <a:off x="457206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2" name="Google Shape;1982;p7"/>
            <p:cNvSpPr/>
            <p:nvPr/>
          </p:nvSpPr>
          <p:spPr>
            <a:xfrm>
              <a:off x="495306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3" name="Google Shape;1983;p7"/>
            <p:cNvSpPr/>
            <p:nvPr/>
          </p:nvSpPr>
          <p:spPr>
            <a:xfrm>
              <a:off x="533407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4" name="Google Shape;1984;p7"/>
            <p:cNvSpPr/>
            <p:nvPr/>
          </p:nvSpPr>
          <p:spPr>
            <a:xfrm>
              <a:off x="571507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5" name="Google Shape;1985;p7"/>
            <p:cNvSpPr/>
            <p:nvPr/>
          </p:nvSpPr>
          <p:spPr>
            <a:xfrm>
              <a:off x="609608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6" name="Google Shape;1986;p7"/>
            <p:cNvSpPr/>
            <p:nvPr/>
          </p:nvSpPr>
          <p:spPr>
            <a:xfrm>
              <a:off x="647708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7" name="Google Shape;1987;p7"/>
            <p:cNvSpPr/>
            <p:nvPr/>
          </p:nvSpPr>
          <p:spPr>
            <a:xfrm>
              <a:off x="685809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8" name="Google Shape;1988;p7"/>
            <p:cNvSpPr/>
            <p:nvPr/>
          </p:nvSpPr>
          <p:spPr>
            <a:xfrm>
              <a:off x="723909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9" name="Google Shape;1989;p7"/>
            <p:cNvSpPr/>
            <p:nvPr/>
          </p:nvSpPr>
          <p:spPr>
            <a:xfrm>
              <a:off x="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0" name="Google Shape;1990;p7"/>
            <p:cNvSpPr/>
            <p:nvPr/>
          </p:nvSpPr>
          <p:spPr>
            <a:xfrm>
              <a:off x="38100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1" name="Google Shape;1991;p7"/>
            <p:cNvSpPr/>
            <p:nvPr/>
          </p:nvSpPr>
          <p:spPr>
            <a:xfrm>
              <a:off x="76201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2" name="Google Shape;1992;p7"/>
            <p:cNvSpPr/>
            <p:nvPr/>
          </p:nvSpPr>
          <p:spPr>
            <a:xfrm>
              <a:off x="114301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3" name="Google Shape;1993;p7"/>
            <p:cNvSpPr/>
            <p:nvPr/>
          </p:nvSpPr>
          <p:spPr>
            <a:xfrm>
              <a:off x="152402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4" name="Google Shape;1994;p7"/>
            <p:cNvSpPr/>
            <p:nvPr/>
          </p:nvSpPr>
          <p:spPr>
            <a:xfrm>
              <a:off x="190502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5" name="Google Shape;1995;p7"/>
            <p:cNvSpPr/>
            <p:nvPr/>
          </p:nvSpPr>
          <p:spPr>
            <a:xfrm>
              <a:off x="228603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6" name="Google Shape;1996;p7"/>
            <p:cNvSpPr/>
            <p:nvPr/>
          </p:nvSpPr>
          <p:spPr>
            <a:xfrm>
              <a:off x="266703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7" name="Google Shape;1997;p7"/>
            <p:cNvSpPr/>
            <p:nvPr/>
          </p:nvSpPr>
          <p:spPr>
            <a:xfrm>
              <a:off x="304804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8" name="Google Shape;1998;p7"/>
            <p:cNvSpPr/>
            <p:nvPr/>
          </p:nvSpPr>
          <p:spPr>
            <a:xfrm>
              <a:off x="342904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9" name="Google Shape;1999;p7"/>
            <p:cNvSpPr/>
            <p:nvPr/>
          </p:nvSpPr>
          <p:spPr>
            <a:xfrm>
              <a:off x="381005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0" name="Google Shape;2000;p7"/>
            <p:cNvSpPr/>
            <p:nvPr/>
          </p:nvSpPr>
          <p:spPr>
            <a:xfrm>
              <a:off x="419105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1" name="Google Shape;2001;p7"/>
            <p:cNvSpPr/>
            <p:nvPr/>
          </p:nvSpPr>
          <p:spPr>
            <a:xfrm>
              <a:off x="457206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2" name="Google Shape;2002;p7"/>
            <p:cNvSpPr/>
            <p:nvPr/>
          </p:nvSpPr>
          <p:spPr>
            <a:xfrm>
              <a:off x="495306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3" name="Google Shape;2003;p7"/>
            <p:cNvSpPr/>
            <p:nvPr/>
          </p:nvSpPr>
          <p:spPr>
            <a:xfrm>
              <a:off x="533407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4" name="Google Shape;2004;p7"/>
            <p:cNvSpPr/>
            <p:nvPr/>
          </p:nvSpPr>
          <p:spPr>
            <a:xfrm>
              <a:off x="571507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5" name="Google Shape;2005;p7"/>
            <p:cNvSpPr/>
            <p:nvPr/>
          </p:nvSpPr>
          <p:spPr>
            <a:xfrm>
              <a:off x="609608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6" name="Google Shape;2006;p7"/>
            <p:cNvSpPr/>
            <p:nvPr/>
          </p:nvSpPr>
          <p:spPr>
            <a:xfrm>
              <a:off x="647708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7" name="Google Shape;2007;p7"/>
            <p:cNvSpPr/>
            <p:nvPr/>
          </p:nvSpPr>
          <p:spPr>
            <a:xfrm>
              <a:off x="685809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8" name="Google Shape;2008;p7"/>
            <p:cNvSpPr/>
            <p:nvPr/>
          </p:nvSpPr>
          <p:spPr>
            <a:xfrm>
              <a:off x="723909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9" name="Google Shape;2009;p7"/>
            <p:cNvSpPr/>
            <p:nvPr/>
          </p:nvSpPr>
          <p:spPr>
            <a:xfrm>
              <a:off x="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0" name="Google Shape;2010;p7"/>
            <p:cNvSpPr/>
            <p:nvPr/>
          </p:nvSpPr>
          <p:spPr>
            <a:xfrm>
              <a:off x="38100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1" name="Google Shape;2011;p7"/>
            <p:cNvSpPr/>
            <p:nvPr/>
          </p:nvSpPr>
          <p:spPr>
            <a:xfrm>
              <a:off x="76201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2" name="Google Shape;2012;p7"/>
            <p:cNvSpPr/>
            <p:nvPr/>
          </p:nvSpPr>
          <p:spPr>
            <a:xfrm>
              <a:off x="114301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3" name="Google Shape;2013;p7"/>
            <p:cNvSpPr/>
            <p:nvPr/>
          </p:nvSpPr>
          <p:spPr>
            <a:xfrm>
              <a:off x="152402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4" name="Google Shape;2014;p7"/>
            <p:cNvSpPr/>
            <p:nvPr/>
          </p:nvSpPr>
          <p:spPr>
            <a:xfrm>
              <a:off x="190502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5" name="Google Shape;2015;p7"/>
            <p:cNvSpPr/>
            <p:nvPr/>
          </p:nvSpPr>
          <p:spPr>
            <a:xfrm>
              <a:off x="228603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6" name="Google Shape;2016;p7"/>
            <p:cNvSpPr/>
            <p:nvPr/>
          </p:nvSpPr>
          <p:spPr>
            <a:xfrm>
              <a:off x="266703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7" name="Google Shape;2017;p7"/>
            <p:cNvSpPr/>
            <p:nvPr/>
          </p:nvSpPr>
          <p:spPr>
            <a:xfrm>
              <a:off x="304804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8" name="Google Shape;2018;p7"/>
            <p:cNvSpPr/>
            <p:nvPr/>
          </p:nvSpPr>
          <p:spPr>
            <a:xfrm>
              <a:off x="342904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9" name="Google Shape;2019;p7"/>
            <p:cNvSpPr/>
            <p:nvPr/>
          </p:nvSpPr>
          <p:spPr>
            <a:xfrm>
              <a:off x="381005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0" name="Google Shape;2020;p7"/>
            <p:cNvSpPr/>
            <p:nvPr/>
          </p:nvSpPr>
          <p:spPr>
            <a:xfrm>
              <a:off x="419105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1" name="Google Shape;2021;p7"/>
            <p:cNvSpPr/>
            <p:nvPr/>
          </p:nvSpPr>
          <p:spPr>
            <a:xfrm>
              <a:off x="457206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2" name="Google Shape;2022;p7"/>
            <p:cNvSpPr/>
            <p:nvPr/>
          </p:nvSpPr>
          <p:spPr>
            <a:xfrm>
              <a:off x="495306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3" name="Google Shape;2023;p7"/>
            <p:cNvSpPr/>
            <p:nvPr/>
          </p:nvSpPr>
          <p:spPr>
            <a:xfrm>
              <a:off x="533407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4" name="Google Shape;2024;p7"/>
            <p:cNvSpPr/>
            <p:nvPr/>
          </p:nvSpPr>
          <p:spPr>
            <a:xfrm>
              <a:off x="571507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5" name="Google Shape;2025;p7"/>
            <p:cNvSpPr/>
            <p:nvPr/>
          </p:nvSpPr>
          <p:spPr>
            <a:xfrm>
              <a:off x="609608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6" name="Google Shape;2026;p7"/>
            <p:cNvSpPr/>
            <p:nvPr/>
          </p:nvSpPr>
          <p:spPr>
            <a:xfrm>
              <a:off x="647708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7" name="Google Shape;2027;p7"/>
            <p:cNvSpPr/>
            <p:nvPr/>
          </p:nvSpPr>
          <p:spPr>
            <a:xfrm>
              <a:off x="685809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8" name="Google Shape;2028;p7"/>
            <p:cNvSpPr/>
            <p:nvPr/>
          </p:nvSpPr>
          <p:spPr>
            <a:xfrm>
              <a:off x="723909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9" name="Google Shape;2029;p7"/>
            <p:cNvSpPr/>
            <p:nvPr/>
          </p:nvSpPr>
          <p:spPr>
            <a:xfrm>
              <a:off x="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0" name="Google Shape;2030;p7"/>
            <p:cNvSpPr/>
            <p:nvPr/>
          </p:nvSpPr>
          <p:spPr>
            <a:xfrm>
              <a:off x="38100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1" name="Google Shape;2031;p7"/>
            <p:cNvSpPr/>
            <p:nvPr/>
          </p:nvSpPr>
          <p:spPr>
            <a:xfrm>
              <a:off x="76201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2" name="Google Shape;2032;p7"/>
            <p:cNvSpPr/>
            <p:nvPr/>
          </p:nvSpPr>
          <p:spPr>
            <a:xfrm>
              <a:off x="114301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3" name="Google Shape;2033;p7"/>
            <p:cNvSpPr/>
            <p:nvPr/>
          </p:nvSpPr>
          <p:spPr>
            <a:xfrm>
              <a:off x="152402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4" name="Google Shape;2034;p7"/>
            <p:cNvSpPr/>
            <p:nvPr/>
          </p:nvSpPr>
          <p:spPr>
            <a:xfrm>
              <a:off x="190502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5" name="Google Shape;2035;p7"/>
            <p:cNvSpPr/>
            <p:nvPr/>
          </p:nvSpPr>
          <p:spPr>
            <a:xfrm>
              <a:off x="228603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6" name="Google Shape;2036;p7"/>
            <p:cNvSpPr/>
            <p:nvPr/>
          </p:nvSpPr>
          <p:spPr>
            <a:xfrm>
              <a:off x="266703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7" name="Google Shape;2037;p7"/>
            <p:cNvSpPr/>
            <p:nvPr/>
          </p:nvSpPr>
          <p:spPr>
            <a:xfrm>
              <a:off x="304804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8" name="Google Shape;2038;p7"/>
            <p:cNvSpPr/>
            <p:nvPr/>
          </p:nvSpPr>
          <p:spPr>
            <a:xfrm>
              <a:off x="342904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9" name="Google Shape;2039;p7"/>
            <p:cNvSpPr/>
            <p:nvPr/>
          </p:nvSpPr>
          <p:spPr>
            <a:xfrm>
              <a:off x="381005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0" name="Google Shape;2040;p7"/>
            <p:cNvSpPr/>
            <p:nvPr/>
          </p:nvSpPr>
          <p:spPr>
            <a:xfrm>
              <a:off x="419105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1" name="Google Shape;2041;p7"/>
            <p:cNvSpPr/>
            <p:nvPr/>
          </p:nvSpPr>
          <p:spPr>
            <a:xfrm>
              <a:off x="457206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2" name="Google Shape;2042;p7"/>
            <p:cNvSpPr/>
            <p:nvPr/>
          </p:nvSpPr>
          <p:spPr>
            <a:xfrm>
              <a:off x="495306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3" name="Google Shape;2043;p7"/>
            <p:cNvSpPr/>
            <p:nvPr/>
          </p:nvSpPr>
          <p:spPr>
            <a:xfrm>
              <a:off x="533407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4" name="Google Shape;2044;p7"/>
            <p:cNvSpPr/>
            <p:nvPr/>
          </p:nvSpPr>
          <p:spPr>
            <a:xfrm>
              <a:off x="571507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5" name="Google Shape;2045;p7"/>
            <p:cNvSpPr/>
            <p:nvPr/>
          </p:nvSpPr>
          <p:spPr>
            <a:xfrm>
              <a:off x="609608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6" name="Google Shape;2046;p7"/>
            <p:cNvSpPr/>
            <p:nvPr/>
          </p:nvSpPr>
          <p:spPr>
            <a:xfrm>
              <a:off x="647708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7" name="Google Shape;2047;p7"/>
            <p:cNvSpPr/>
            <p:nvPr/>
          </p:nvSpPr>
          <p:spPr>
            <a:xfrm>
              <a:off x="685809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8" name="Google Shape;2048;p7"/>
            <p:cNvSpPr/>
            <p:nvPr/>
          </p:nvSpPr>
          <p:spPr>
            <a:xfrm>
              <a:off x="723909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9" name="Google Shape;2049;p7"/>
            <p:cNvSpPr/>
            <p:nvPr/>
          </p:nvSpPr>
          <p:spPr>
            <a:xfrm>
              <a:off x="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0" name="Google Shape;2050;p7"/>
            <p:cNvSpPr/>
            <p:nvPr/>
          </p:nvSpPr>
          <p:spPr>
            <a:xfrm>
              <a:off x="38100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1" name="Google Shape;2051;p7"/>
            <p:cNvSpPr/>
            <p:nvPr/>
          </p:nvSpPr>
          <p:spPr>
            <a:xfrm>
              <a:off x="76201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2" name="Google Shape;2052;p7"/>
            <p:cNvSpPr/>
            <p:nvPr/>
          </p:nvSpPr>
          <p:spPr>
            <a:xfrm>
              <a:off x="114301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3" name="Google Shape;2053;p7"/>
            <p:cNvSpPr/>
            <p:nvPr/>
          </p:nvSpPr>
          <p:spPr>
            <a:xfrm>
              <a:off x="152402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4" name="Google Shape;2054;p7"/>
            <p:cNvSpPr/>
            <p:nvPr/>
          </p:nvSpPr>
          <p:spPr>
            <a:xfrm>
              <a:off x="190502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5" name="Google Shape;2055;p7"/>
            <p:cNvSpPr/>
            <p:nvPr/>
          </p:nvSpPr>
          <p:spPr>
            <a:xfrm>
              <a:off x="228603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6" name="Google Shape;2056;p7"/>
            <p:cNvSpPr/>
            <p:nvPr/>
          </p:nvSpPr>
          <p:spPr>
            <a:xfrm>
              <a:off x="266703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7" name="Google Shape;2057;p7"/>
            <p:cNvSpPr/>
            <p:nvPr/>
          </p:nvSpPr>
          <p:spPr>
            <a:xfrm>
              <a:off x="304804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8" name="Google Shape;2058;p7"/>
            <p:cNvSpPr/>
            <p:nvPr/>
          </p:nvSpPr>
          <p:spPr>
            <a:xfrm>
              <a:off x="342904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9" name="Google Shape;2059;p7"/>
            <p:cNvSpPr/>
            <p:nvPr/>
          </p:nvSpPr>
          <p:spPr>
            <a:xfrm>
              <a:off x="381005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0" name="Google Shape;2060;p7"/>
            <p:cNvSpPr/>
            <p:nvPr/>
          </p:nvSpPr>
          <p:spPr>
            <a:xfrm>
              <a:off x="419105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1" name="Google Shape;2061;p7"/>
            <p:cNvSpPr/>
            <p:nvPr/>
          </p:nvSpPr>
          <p:spPr>
            <a:xfrm>
              <a:off x="457206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2" name="Google Shape;2062;p7"/>
            <p:cNvSpPr/>
            <p:nvPr/>
          </p:nvSpPr>
          <p:spPr>
            <a:xfrm>
              <a:off x="495306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3" name="Google Shape;2063;p7"/>
            <p:cNvSpPr/>
            <p:nvPr/>
          </p:nvSpPr>
          <p:spPr>
            <a:xfrm>
              <a:off x="533407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4" name="Google Shape;2064;p7"/>
            <p:cNvSpPr/>
            <p:nvPr/>
          </p:nvSpPr>
          <p:spPr>
            <a:xfrm>
              <a:off x="571507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5" name="Google Shape;2065;p7"/>
            <p:cNvSpPr/>
            <p:nvPr/>
          </p:nvSpPr>
          <p:spPr>
            <a:xfrm>
              <a:off x="609608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6" name="Google Shape;2066;p7"/>
            <p:cNvSpPr/>
            <p:nvPr/>
          </p:nvSpPr>
          <p:spPr>
            <a:xfrm>
              <a:off x="647708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7" name="Google Shape;2067;p7"/>
            <p:cNvSpPr/>
            <p:nvPr/>
          </p:nvSpPr>
          <p:spPr>
            <a:xfrm>
              <a:off x="685809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8" name="Google Shape;2068;p7"/>
            <p:cNvSpPr/>
            <p:nvPr/>
          </p:nvSpPr>
          <p:spPr>
            <a:xfrm>
              <a:off x="723909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9" name="Google Shape;2069;p7"/>
            <p:cNvSpPr/>
            <p:nvPr/>
          </p:nvSpPr>
          <p:spPr>
            <a:xfrm>
              <a:off x="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0" name="Google Shape;2070;p7"/>
            <p:cNvSpPr/>
            <p:nvPr/>
          </p:nvSpPr>
          <p:spPr>
            <a:xfrm>
              <a:off x="38100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1" name="Google Shape;2071;p7"/>
            <p:cNvSpPr/>
            <p:nvPr/>
          </p:nvSpPr>
          <p:spPr>
            <a:xfrm>
              <a:off x="76201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2" name="Google Shape;2072;p7"/>
            <p:cNvSpPr/>
            <p:nvPr/>
          </p:nvSpPr>
          <p:spPr>
            <a:xfrm>
              <a:off x="114301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3" name="Google Shape;2073;p7"/>
            <p:cNvSpPr/>
            <p:nvPr/>
          </p:nvSpPr>
          <p:spPr>
            <a:xfrm>
              <a:off x="152402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4" name="Google Shape;2074;p7"/>
            <p:cNvSpPr/>
            <p:nvPr/>
          </p:nvSpPr>
          <p:spPr>
            <a:xfrm>
              <a:off x="190502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5" name="Google Shape;2075;p7"/>
            <p:cNvSpPr/>
            <p:nvPr/>
          </p:nvSpPr>
          <p:spPr>
            <a:xfrm>
              <a:off x="228603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6" name="Google Shape;2076;p7"/>
            <p:cNvSpPr/>
            <p:nvPr/>
          </p:nvSpPr>
          <p:spPr>
            <a:xfrm>
              <a:off x="266703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7" name="Google Shape;2077;p7"/>
            <p:cNvSpPr/>
            <p:nvPr/>
          </p:nvSpPr>
          <p:spPr>
            <a:xfrm>
              <a:off x="304804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8" name="Google Shape;2078;p7"/>
            <p:cNvSpPr/>
            <p:nvPr/>
          </p:nvSpPr>
          <p:spPr>
            <a:xfrm>
              <a:off x="342904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9" name="Google Shape;2079;p7"/>
            <p:cNvSpPr/>
            <p:nvPr/>
          </p:nvSpPr>
          <p:spPr>
            <a:xfrm>
              <a:off x="381005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0" name="Google Shape;2080;p7"/>
            <p:cNvSpPr/>
            <p:nvPr/>
          </p:nvSpPr>
          <p:spPr>
            <a:xfrm>
              <a:off x="419105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1" name="Google Shape;2081;p7"/>
            <p:cNvSpPr/>
            <p:nvPr/>
          </p:nvSpPr>
          <p:spPr>
            <a:xfrm>
              <a:off x="457206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2" name="Google Shape;2082;p7"/>
            <p:cNvSpPr/>
            <p:nvPr/>
          </p:nvSpPr>
          <p:spPr>
            <a:xfrm>
              <a:off x="495306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3" name="Google Shape;2083;p7"/>
            <p:cNvSpPr/>
            <p:nvPr/>
          </p:nvSpPr>
          <p:spPr>
            <a:xfrm>
              <a:off x="533407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4" name="Google Shape;2084;p7"/>
            <p:cNvSpPr/>
            <p:nvPr/>
          </p:nvSpPr>
          <p:spPr>
            <a:xfrm>
              <a:off x="571507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5" name="Google Shape;2085;p7"/>
            <p:cNvSpPr/>
            <p:nvPr/>
          </p:nvSpPr>
          <p:spPr>
            <a:xfrm>
              <a:off x="609608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6" name="Google Shape;2086;p7"/>
            <p:cNvSpPr/>
            <p:nvPr/>
          </p:nvSpPr>
          <p:spPr>
            <a:xfrm>
              <a:off x="647708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7" name="Google Shape;2087;p7"/>
            <p:cNvSpPr/>
            <p:nvPr/>
          </p:nvSpPr>
          <p:spPr>
            <a:xfrm>
              <a:off x="685809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8" name="Google Shape;2088;p7"/>
            <p:cNvSpPr/>
            <p:nvPr/>
          </p:nvSpPr>
          <p:spPr>
            <a:xfrm>
              <a:off x="723909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9" name="Google Shape;2089;p7"/>
            <p:cNvSpPr/>
            <p:nvPr/>
          </p:nvSpPr>
          <p:spPr>
            <a:xfrm>
              <a:off x="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0" name="Google Shape;2090;p7"/>
            <p:cNvSpPr/>
            <p:nvPr/>
          </p:nvSpPr>
          <p:spPr>
            <a:xfrm>
              <a:off x="38100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1" name="Google Shape;2091;p7"/>
            <p:cNvSpPr/>
            <p:nvPr/>
          </p:nvSpPr>
          <p:spPr>
            <a:xfrm>
              <a:off x="76201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2" name="Google Shape;2092;p7"/>
            <p:cNvSpPr/>
            <p:nvPr/>
          </p:nvSpPr>
          <p:spPr>
            <a:xfrm>
              <a:off x="114301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3" name="Google Shape;2093;p7"/>
            <p:cNvSpPr/>
            <p:nvPr/>
          </p:nvSpPr>
          <p:spPr>
            <a:xfrm>
              <a:off x="152402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4" name="Google Shape;2094;p7"/>
            <p:cNvSpPr/>
            <p:nvPr/>
          </p:nvSpPr>
          <p:spPr>
            <a:xfrm>
              <a:off x="190502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5" name="Google Shape;2095;p7"/>
            <p:cNvSpPr/>
            <p:nvPr/>
          </p:nvSpPr>
          <p:spPr>
            <a:xfrm>
              <a:off x="228603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6" name="Google Shape;2096;p7"/>
            <p:cNvSpPr/>
            <p:nvPr/>
          </p:nvSpPr>
          <p:spPr>
            <a:xfrm>
              <a:off x="266703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7" name="Google Shape;2097;p7"/>
            <p:cNvSpPr/>
            <p:nvPr/>
          </p:nvSpPr>
          <p:spPr>
            <a:xfrm>
              <a:off x="304804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8" name="Google Shape;2098;p7"/>
            <p:cNvSpPr/>
            <p:nvPr/>
          </p:nvSpPr>
          <p:spPr>
            <a:xfrm>
              <a:off x="342904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9" name="Google Shape;2099;p7"/>
            <p:cNvSpPr/>
            <p:nvPr/>
          </p:nvSpPr>
          <p:spPr>
            <a:xfrm>
              <a:off x="381005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0" name="Google Shape;2100;p7"/>
            <p:cNvSpPr/>
            <p:nvPr/>
          </p:nvSpPr>
          <p:spPr>
            <a:xfrm>
              <a:off x="419105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1" name="Google Shape;2101;p7"/>
            <p:cNvSpPr/>
            <p:nvPr/>
          </p:nvSpPr>
          <p:spPr>
            <a:xfrm>
              <a:off x="457206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2" name="Google Shape;2102;p7"/>
            <p:cNvSpPr/>
            <p:nvPr/>
          </p:nvSpPr>
          <p:spPr>
            <a:xfrm>
              <a:off x="495306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3" name="Google Shape;2103;p7"/>
            <p:cNvSpPr/>
            <p:nvPr/>
          </p:nvSpPr>
          <p:spPr>
            <a:xfrm>
              <a:off x="533407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4" name="Google Shape;2104;p7"/>
            <p:cNvSpPr/>
            <p:nvPr/>
          </p:nvSpPr>
          <p:spPr>
            <a:xfrm>
              <a:off x="571507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5" name="Google Shape;2105;p7"/>
            <p:cNvSpPr/>
            <p:nvPr/>
          </p:nvSpPr>
          <p:spPr>
            <a:xfrm>
              <a:off x="609608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6" name="Google Shape;2106;p7"/>
            <p:cNvSpPr/>
            <p:nvPr/>
          </p:nvSpPr>
          <p:spPr>
            <a:xfrm>
              <a:off x="647708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7" name="Google Shape;2107;p7"/>
            <p:cNvSpPr/>
            <p:nvPr/>
          </p:nvSpPr>
          <p:spPr>
            <a:xfrm>
              <a:off x="685809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8" name="Google Shape;2108;p7"/>
            <p:cNvSpPr/>
            <p:nvPr/>
          </p:nvSpPr>
          <p:spPr>
            <a:xfrm>
              <a:off x="723909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9" name="Google Shape;2109;p7"/>
            <p:cNvSpPr/>
            <p:nvPr/>
          </p:nvSpPr>
          <p:spPr>
            <a:xfrm>
              <a:off x="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0" name="Google Shape;2110;p7"/>
            <p:cNvSpPr/>
            <p:nvPr/>
          </p:nvSpPr>
          <p:spPr>
            <a:xfrm>
              <a:off x="38100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1" name="Google Shape;2111;p7"/>
            <p:cNvSpPr/>
            <p:nvPr/>
          </p:nvSpPr>
          <p:spPr>
            <a:xfrm>
              <a:off x="76201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2" name="Google Shape;2112;p7"/>
            <p:cNvSpPr/>
            <p:nvPr/>
          </p:nvSpPr>
          <p:spPr>
            <a:xfrm>
              <a:off x="114301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3" name="Google Shape;2113;p7"/>
            <p:cNvSpPr/>
            <p:nvPr/>
          </p:nvSpPr>
          <p:spPr>
            <a:xfrm>
              <a:off x="152402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4" name="Google Shape;2114;p7"/>
            <p:cNvSpPr/>
            <p:nvPr/>
          </p:nvSpPr>
          <p:spPr>
            <a:xfrm>
              <a:off x="190502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5" name="Google Shape;2115;p7"/>
            <p:cNvSpPr/>
            <p:nvPr/>
          </p:nvSpPr>
          <p:spPr>
            <a:xfrm>
              <a:off x="228603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6" name="Google Shape;2116;p7"/>
            <p:cNvSpPr/>
            <p:nvPr/>
          </p:nvSpPr>
          <p:spPr>
            <a:xfrm>
              <a:off x="266703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7" name="Google Shape;2117;p7"/>
            <p:cNvSpPr/>
            <p:nvPr/>
          </p:nvSpPr>
          <p:spPr>
            <a:xfrm>
              <a:off x="304804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8" name="Google Shape;2118;p7"/>
            <p:cNvSpPr/>
            <p:nvPr/>
          </p:nvSpPr>
          <p:spPr>
            <a:xfrm>
              <a:off x="342904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9" name="Google Shape;2119;p7"/>
            <p:cNvSpPr/>
            <p:nvPr/>
          </p:nvSpPr>
          <p:spPr>
            <a:xfrm>
              <a:off x="381005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0" name="Google Shape;2120;p7"/>
            <p:cNvSpPr/>
            <p:nvPr/>
          </p:nvSpPr>
          <p:spPr>
            <a:xfrm>
              <a:off x="419105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1" name="Google Shape;2121;p7"/>
            <p:cNvSpPr/>
            <p:nvPr/>
          </p:nvSpPr>
          <p:spPr>
            <a:xfrm>
              <a:off x="457206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2" name="Google Shape;2122;p7"/>
            <p:cNvSpPr/>
            <p:nvPr/>
          </p:nvSpPr>
          <p:spPr>
            <a:xfrm>
              <a:off x="495306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3" name="Google Shape;2123;p7"/>
            <p:cNvSpPr/>
            <p:nvPr/>
          </p:nvSpPr>
          <p:spPr>
            <a:xfrm>
              <a:off x="533407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4" name="Google Shape;2124;p7"/>
            <p:cNvSpPr/>
            <p:nvPr/>
          </p:nvSpPr>
          <p:spPr>
            <a:xfrm>
              <a:off x="571507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5" name="Google Shape;2125;p7"/>
            <p:cNvSpPr/>
            <p:nvPr/>
          </p:nvSpPr>
          <p:spPr>
            <a:xfrm>
              <a:off x="609608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6" name="Google Shape;2126;p7"/>
            <p:cNvSpPr/>
            <p:nvPr/>
          </p:nvSpPr>
          <p:spPr>
            <a:xfrm>
              <a:off x="647708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7" name="Google Shape;2127;p7"/>
            <p:cNvSpPr/>
            <p:nvPr/>
          </p:nvSpPr>
          <p:spPr>
            <a:xfrm>
              <a:off x="685809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8" name="Google Shape;2128;p7"/>
            <p:cNvSpPr/>
            <p:nvPr/>
          </p:nvSpPr>
          <p:spPr>
            <a:xfrm>
              <a:off x="723909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9" name="Google Shape;2129;p7"/>
            <p:cNvSpPr/>
            <p:nvPr/>
          </p:nvSpPr>
          <p:spPr>
            <a:xfrm>
              <a:off x="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0" name="Google Shape;2130;p7"/>
            <p:cNvSpPr/>
            <p:nvPr/>
          </p:nvSpPr>
          <p:spPr>
            <a:xfrm>
              <a:off x="38100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1" name="Google Shape;2131;p7"/>
            <p:cNvSpPr/>
            <p:nvPr/>
          </p:nvSpPr>
          <p:spPr>
            <a:xfrm>
              <a:off x="76201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2" name="Google Shape;2132;p7"/>
            <p:cNvSpPr/>
            <p:nvPr/>
          </p:nvSpPr>
          <p:spPr>
            <a:xfrm>
              <a:off x="114301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3" name="Google Shape;2133;p7"/>
            <p:cNvSpPr/>
            <p:nvPr/>
          </p:nvSpPr>
          <p:spPr>
            <a:xfrm>
              <a:off x="152402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4" name="Google Shape;2134;p7"/>
            <p:cNvSpPr/>
            <p:nvPr/>
          </p:nvSpPr>
          <p:spPr>
            <a:xfrm>
              <a:off x="190502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5" name="Google Shape;2135;p7"/>
            <p:cNvSpPr/>
            <p:nvPr/>
          </p:nvSpPr>
          <p:spPr>
            <a:xfrm>
              <a:off x="228603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6" name="Google Shape;2136;p7"/>
            <p:cNvSpPr/>
            <p:nvPr/>
          </p:nvSpPr>
          <p:spPr>
            <a:xfrm>
              <a:off x="266703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7" name="Google Shape;2137;p7"/>
            <p:cNvSpPr/>
            <p:nvPr/>
          </p:nvSpPr>
          <p:spPr>
            <a:xfrm>
              <a:off x="304804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8" name="Google Shape;2138;p7"/>
            <p:cNvSpPr/>
            <p:nvPr/>
          </p:nvSpPr>
          <p:spPr>
            <a:xfrm>
              <a:off x="342904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9" name="Google Shape;2139;p7"/>
            <p:cNvSpPr/>
            <p:nvPr/>
          </p:nvSpPr>
          <p:spPr>
            <a:xfrm>
              <a:off x="381005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0" name="Google Shape;2140;p7"/>
            <p:cNvSpPr/>
            <p:nvPr/>
          </p:nvSpPr>
          <p:spPr>
            <a:xfrm>
              <a:off x="419105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1" name="Google Shape;2141;p7"/>
            <p:cNvSpPr/>
            <p:nvPr/>
          </p:nvSpPr>
          <p:spPr>
            <a:xfrm>
              <a:off x="457206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2" name="Google Shape;2142;p7"/>
            <p:cNvSpPr/>
            <p:nvPr/>
          </p:nvSpPr>
          <p:spPr>
            <a:xfrm>
              <a:off x="495306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3" name="Google Shape;2143;p7"/>
            <p:cNvSpPr/>
            <p:nvPr/>
          </p:nvSpPr>
          <p:spPr>
            <a:xfrm>
              <a:off x="533407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4" name="Google Shape;2144;p7"/>
            <p:cNvSpPr/>
            <p:nvPr/>
          </p:nvSpPr>
          <p:spPr>
            <a:xfrm>
              <a:off x="571507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5" name="Google Shape;2145;p7"/>
            <p:cNvSpPr/>
            <p:nvPr/>
          </p:nvSpPr>
          <p:spPr>
            <a:xfrm>
              <a:off x="609608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6" name="Google Shape;2146;p7"/>
            <p:cNvSpPr/>
            <p:nvPr/>
          </p:nvSpPr>
          <p:spPr>
            <a:xfrm>
              <a:off x="647708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7" name="Google Shape;2147;p7"/>
            <p:cNvSpPr/>
            <p:nvPr/>
          </p:nvSpPr>
          <p:spPr>
            <a:xfrm>
              <a:off x="685809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8" name="Google Shape;2148;p7"/>
            <p:cNvSpPr/>
            <p:nvPr/>
          </p:nvSpPr>
          <p:spPr>
            <a:xfrm>
              <a:off x="723909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9" name="Google Shape;2149;p7"/>
            <p:cNvSpPr/>
            <p:nvPr/>
          </p:nvSpPr>
          <p:spPr>
            <a:xfrm>
              <a:off x="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0" name="Google Shape;2150;p7"/>
            <p:cNvSpPr/>
            <p:nvPr/>
          </p:nvSpPr>
          <p:spPr>
            <a:xfrm>
              <a:off x="38100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1" name="Google Shape;2151;p7"/>
            <p:cNvSpPr/>
            <p:nvPr/>
          </p:nvSpPr>
          <p:spPr>
            <a:xfrm>
              <a:off x="76201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2" name="Google Shape;2152;p7"/>
            <p:cNvSpPr/>
            <p:nvPr/>
          </p:nvSpPr>
          <p:spPr>
            <a:xfrm>
              <a:off x="114301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3" name="Google Shape;2153;p7"/>
            <p:cNvSpPr/>
            <p:nvPr/>
          </p:nvSpPr>
          <p:spPr>
            <a:xfrm>
              <a:off x="152402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4" name="Google Shape;2154;p7"/>
            <p:cNvSpPr/>
            <p:nvPr/>
          </p:nvSpPr>
          <p:spPr>
            <a:xfrm>
              <a:off x="190502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5" name="Google Shape;2155;p7"/>
            <p:cNvSpPr/>
            <p:nvPr/>
          </p:nvSpPr>
          <p:spPr>
            <a:xfrm>
              <a:off x="228603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6" name="Google Shape;2156;p7"/>
            <p:cNvSpPr/>
            <p:nvPr/>
          </p:nvSpPr>
          <p:spPr>
            <a:xfrm>
              <a:off x="266703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7" name="Google Shape;2157;p7"/>
            <p:cNvSpPr/>
            <p:nvPr/>
          </p:nvSpPr>
          <p:spPr>
            <a:xfrm>
              <a:off x="304804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8" name="Google Shape;2158;p7"/>
            <p:cNvSpPr/>
            <p:nvPr/>
          </p:nvSpPr>
          <p:spPr>
            <a:xfrm>
              <a:off x="342904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9" name="Google Shape;2159;p7"/>
            <p:cNvSpPr/>
            <p:nvPr/>
          </p:nvSpPr>
          <p:spPr>
            <a:xfrm>
              <a:off x="381005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0" name="Google Shape;2160;p7"/>
            <p:cNvSpPr/>
            <p:nvPr/>
          </p:nvSpPr>
          <p:spPr>
            <a:xfrm>
              <a:off x="419105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1" name="Google Shape;2161;p7"/>
            <p:cNvSpPr/>
            <p:nvPr/>
          </p:nvSpPr>
          <p:spPr>
            <a:xfrm>
              <a:off x="457206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2" name="Google Shape;2162;p7"/>
            <p:cNvSpPr/>
            <p:nvPr/>
          </p:nvSpPr>
          <p:spPr>
            <a:xfrm>
              <a:off x="495306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3" name="Google Shape;2163;p7"/>
            <p:cNvSpPr/>
            <p:nvPr/>
          </p:nvSpPr>
          <p:spPr>
            <a:xfrm>
              <a:off x="533407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4" name="Google Shape;2164;p7"/>
            <p:cNvSpPr/>
            <p:nvPr/>
          </p:nvSpPr>
          <p:spPr>
            <a:xfrm>
              <a:off x="571507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5" name="Google Shape;2165;p7"/>
            <p:cNvSpPr/>
            <p:nvPr/>
          </p:nvSpPr>
          <p:spPr>
            <a:xfrm>
              <a:off x="609608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6" name="Google Shape;2166;p7"/>
            <p:cNvSpPr/>
            <p:nvPr/>
          </p:nvSpPr>
          <p:spPr>
            <a:xfrm>
              <a:off x="647708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7" name="Google Shape;2167;p7"/>
            <p:cNvSpPr/>
            <p:nvPr/>
          </p:nvSpPr>
          <p:spPr>
            <a:xfrm>
              <a:off x="685809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8" name="Google Shape;2168;p7"/>
            <p:cNvSpPr/>
            <p:nvPr/>
          </p:nvSpPr>
          <p:spPr>
            <a:xfrm>
              <a:off x="723909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9" name="Google Shape;2169;p7"/>
            <p:cNvSpPr/>
            <p:nvPr/>
          </p:nvSpPr>
          <p:spPr>
            <a:xfrm>
              <a:off x="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0" name="Google Shape;2170;p7"/>
            <p:cNvSpPr/>
            <p:nvPr/>
          </p:nvSpPr>
          <p:spPr>
            <a:xfrm>
              <a:off x="38100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1" name="Google Shape;2171;p7"/>
            <p:cNvSpPr/>
            <p:nvPr/>
          </p:nvSpPr>
          <p:spPr>
            <a:xfrm>
              <a:off x="76201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2" name="Google Shape;2172;p7"/>
            <p:cNvSpPr/>
            <p:nvPr/>
          </p:nvSpPr>
          <p:spPr>
            <a:xfrm>
              <a:off x="114301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3" name="Google Shape;2173;p7"/>
            <p:cNvSpPr/>
            <p:nvPr/>
          </p:nvSpPr>
          <p:spPr>
            <a:xfrm>
              <a:off x="152402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4" name="Google Shape;2174;p7"/>
            <p:cNvSpPr/>
            <p:nvPr/>
          </p:nvSpPr>
          <p:spPr>
            <a:xfrm>
              <a:off x="190502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5" name="Google Shape;2175;p7"/>
            <p:cNvSpPr/>
            <p:nvPr/>
          </p:nvSpPr>
          <p:spPr>
            <a:xfrm>
              <a:off x="228603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6" name="Google Shape;2176;p7"/>
            <p:cNvSpPr/>
            <p:nvPr/>
          </p:nvSpPr>
          <p:spPr>
            <a:xfrm>
              <a:off x="266703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7" name="Google Shape;2177;p7"/>
            <p:cNvSpPr/>
            <p:nvPr/>
          </p:nvSpPr>
          <p:spPr>
            <a:xfrm>
              <a:off x="304804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8" name="Google Shape;2178;p7"/>
            <p:cNvSpPr/>
            <p:nvPr/>
          </p:nvSpPr>
          <p:spPr>
            <a:xfrm>
              <a:off x="342904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9" name="Google Shape;2179;p7"/>
            <p:cNvSpPr/>
            <p:nvPr/>
          </p:nvSpPr>
          <p:spPr>
            <a:xfrm>
              <a:off x="381005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0" name="Google Shape;2180;p7"/>
            <p:cNvSpPr/>
            <p:nvPr/>
          </p:nvSpPr>
          <p:spPr>
            <a:xfrm>
              <a:off x="419105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1" name="Google Shape;2181;p7"/>
            <p:cNvSpPr/>
            <p:nvPr/>
          </p:nvSpPr>
          <p:spPr>
            <a:xfrm>
              <a:off x="457206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2" name="Google Shape;2182;p7"/>
            <p:cNvSpPr/>
            <p:nvPr/>
          </p:nvSpPr>
          <p:spPr>
            <a:xfrm>
              <a:off x="495306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3" name="Google Shape;2183;p7"/>
            <p:cNvSpPr/>
            <p:nvPr/>
          </p:nvSpPr>
          <p:spPr>
            <a:xfrm>
              <a:off x="533407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4" name="Google Shape;2184;p7"/>
            <p:cNvSpPr/>
            <p:nvPr/>
          </p:nvSpPr>
          <p:spPr>
            <a:xfrm>
              <a:off x="571507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5" name="Google Shape;2185;p7"/>
            <p:cNvSpPr/>
            <p:nvPr/>
          </p:nvSpPr>
          <p:spPr>
            <a:xfrm>
              <a:off x="609608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6" name="Google Shape;2186;p7"/>
            <p:cNvSpPr/>
            <p:nvPr/>
          </p:nvSpPr>
          <p:spPr>
            <a:xfrm>
              <a:off x="647708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7" name="Google Shape;2187;p7"/>
            <p:cNvSpPr/>
            <p:nvPr/>
          </p:nvSpPr>
          <p:spPr>
            <a:xfrm>
              <a:off x="685809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8" name="Google Shape;2188;p7"/>
            <p:cNvSpPr/>
            <p:nvPr/>
          </p:nvSpPr>
          <p:spPr>
            <a:xfrm>
              <a:off x="723909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9" name="Google Shape;2189;p7"/>
            <p:cNvSpPr/>
            <p:nvPr/>
          </p:nvSpPr>
          <p:spPr>
            <a:xfrm>
              <a:off x="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0" name="Google Shape;2190;p7"/>
            <p:cNvSpPr/>
            <p:nvPr/>
          </p:nvSpPr>
          <p:spPr>
            <a:xfrm>
              <a:off x="38100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1" name="Google Shape;2191;p7"/>
            <p:cNvSpPr/>
            <p:nvPr/>
          </p:nvSpPr>
          <p:spPr>
            <a:xfrm>
              <a:off x="76201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2" name="Google Shape;2192;p7"/>
            <p:cNvSpPr/>
            <p:nvPr/>
          </p:nvSpPr>
          <p:spPr>
            <a:xfrm>
              <a:off x="114301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3" name="Google Shape;2193;p7"/>
            <p:cNvSpPr/>
            <p:nvPr/>
          </p:nvSpPr>
          <p:spPr>
            <a:xfrm>
              <a:off x="152402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4" name="Google Shape;2194;p7"/>
            <p:cNvSpPr/>
            <p:nvPr/>
          </p:nvSpPr>
          <p:spPr>
            <a:xfrm>
              <a:off x="190502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5" name="Google Shape;2195;p7"/>
            <p:cNvSpPr/>
            <p:nvPr/>
          </p:nvSpPr>
          <p:spPr>
            <a:xfrm>
              <a:off x="228603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6" name="Google Shape;2196;p7"/>
            <p:cNvSpPr/>
            <p:nvPr/>
          </p:nvSpPr>
          <p:spPr>
            <a:xfrm>
              <a:off x="266703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7" name="Google Shape;2197;p7"/>
            <p:cNvSpPr/>
            <p:nvPr/>
          </p:nvSpPr>
          <p:spPr>
            <a:xfrm>
              <a:off x="304804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8" name="Google Shape;2198;p7"/>
            <p:cNvSpPr/>
            <p:nvPr/>
          </p:nvSpPr>
          <p:spPr>
            <a:xfrm>
              <a:off x="342904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9" name="Google Shape;2199;p7"/>
            <p:cNvSpPr/>
            <p:nvPr/>
          </p:nvSpPr>
          <p:spPr>
            <a:xfrm>
              <a:off x="381005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0" name="Google Shape;2200;p7"/>
            <p:cNvSpPr/>
            <p:nvPr/>
          </p:nvSpPr>
          <p:spPr>
            <a:xfrm>
              <a:off x="419105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1" name="Google Shape;2201;p7"/>
            <p:cNvSpPr/>
            <p:nvPr/>
          </p:nvSpPr>
          <p:spPr>
            <a:xfrm>
              <a:off x="457206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2" name="Google Shape;2202;p7"/>
            <p:cNvSpPr/>
            <p:nvPr/>
          </p:nvSpPr>
          <p:spPr>
            <a:xfrm>
              <a:off x="495306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3" name="Google Shape;2203;p7"/>
            <p:cNvSpPr/>
            <p:nvPr/>
          </p:nvSpPr>
          <p:spPr>
            <a:xfrm>
              <a:off x="533407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4" name="Google Shape;2204;p7"/>
            <p:cNvSpPr/>
            <p:nvPr/>
          </p:nvSpPr>
          <p:spPr>
            <a:xfrm>
              <a:off x="571507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5" name="Google Shape;2205;p7"/>
            <p:cNvSpPr/>
            <p:nvPr/>
          </p:nvSpPr>
          <p:spPr>
            <a:xfrm>
              <a:off x="609608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6" name="Google Shape;2206;p7"/>
            <p:cNvSpPr/>
            <p:nvPr/>
          </p:nvSpPr>
          <p:spPr>
            <a:xfrm>
              <a:off x="647708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7" name="Google Shape;2207;p7"/>
            <p:cNvSpPr/>
            <p:nvPr/>
          </p:nvSpPr>
          <p:spPr>
            <a:xfrm>
              <a:off x="685809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8" name="Google Shape;2208;p7"/>
            <p:cNvSpPr/>
            <p:nvPr/>
          </p:nvSpPr>
          <p:spPr>
            <a:xfrm>
              <a:off x="723909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9" name="Google Shape;2209;p7"/>
            <p:cNvSpPr/>
            <p:nvPr/>
          </p:nvSpPr>
          <p:spPr>
            <a:xfrm>
              <a:off x="7620110" y="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0" name="Google Shape;2210;p7"/>
            <p:cNvSpPr/>
            <p:nvPr/>
          </p:nvSpPr>
          <p:spPr>
            <a:xfrm>
              <a:off x="8001115" y="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1" name="Google Shape;2211;p7"/>
            <p:cNvSpPr/>
            <p:nvPr/>
          </p:nvSpPr>
          <p:spPr>
            <a:xfrm>
              <a:off x="8382120" y="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2" name="Google Shape;2212;p7"/>
            <p:cNvSpPr/>
            <p:nvPr/>
          </p:nvSpPr>
          <p:spPr>
            <a:xfrm>
              <a:off x="8763125" y="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3" name="Google Shape;2213;p7"/>
            <p:cNvSpPr/>
            <p:nvPr/>
          </p:nvSpPr>
          <p:spPr>
            <a:xfrm>
              <a:off x="7620110" y="342894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4" name="Google Shape;2214;p7"/>
            <p:cNvSpPr/>
            <p:nvPr/>
          </p:nvSpPr>
          <p:spPr>
            <a:xfrm>
              <a:off x="8001115" y="342894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5" name="Google Shape;2215;p7"/>
            <p:cNvSpPr/>
            <p:nvPr/>
          </p:nvSpPr>
          <p:spPr>
            <a:xfrm>
              <a:off x="8382120" y="342894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6" name="Google Shape;2216;p7"/>
            <p:cNvSpPr/>
            <p:nvPr/>
          </p:nvSpPr>
          <p:spPr>
            <a:xfrm>
              <a:off x="8763125" y="342894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7" name="Google Shape;2217;p7"/>
            <p:cNvSpPr/>
            <p:nvPr/>
          </p:nvSpPr>
          <p:spPr>
            <a:xfrm>
              <a:off x="7620110" y="685788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8" name="Google Shape;2218;p7"/>
            <p:cNvSpPr/>
            <p:nvPr/>
          </p:nvSpPr>
          <p:spPr>
            <a:xfrm>
              <a:off x="8001115" y="685788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9" name="Google Shape;2219;p7"/>
            <p:cNvSpPr/>
            <p:nvPr/>
          </p:nvSpPr>
          <p:spPr>
            <a:xfrm>
              <a:off x="8382120" y="685788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0" name="Google Shape;2220;p7"/>
            <p:cNvSpPr/>
            <p:nvPr/>
          </p:nvSpPr>
          <p:spPr>
            <a:xfrm>
              <a:off x="8763125" y="685788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1" name="Google Shape;2221;p7"/>
            <p:cNvSpPr/>
            <p:nvPr/>
          </p:nvSpPr>
          <p:spPr>
            <a:xfrm>
              <a:off x="7620110" y="1028682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2" name="Google Shape;2222;p7"/>
            <p:cNvSpPr/>
            <p:nvPr/>
          </p:nvSpPr>
          <p:spPr>
            <a:xfrm>
              <a:off x="8001115" y="1028682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3" name="Google Shape;2223;p7"/>
            <p:cNvSpPr/>
            <p:nvPr/>
          </p:nvSpPr>
          <p:spPr>
            <a:xfrm>
              <a:off x="8382120" y="1028682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4" name="Google Shape;2224;p7"/>
            <p:cNvSpPr/>
            <p:nvPr/>
          </p:nvSpPr>
          <p:spPr>
            <a:xfrm>
              <a:off x="8763125" y="1028682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5" name="Google Shape;2225;p7"/>
            <p:cNvSpPr/>
            <p:nvPr/>
          </p:nvSpPr>
          <p:spPr>
            <a:xfrm>
              <a:off x="7620110" y="1371576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6" name="Google Shape;2226;p7"/>
            <p:cNvSpPr/>
            <p:nvPr/>
          </p:nvSpPr>
          <p:spPr>
            <a:xfrm>
              <a:off x="8001115" y="1371576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7" name="Google Shape;2227;p7"/>
            <p:cNvSpPr/>
            <p:nvPr/>
          </p:nvSpPr>
          <p:spPr>
            <a:xfrm>
              <a:off x="8382120" y="1371576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8" name="Google Shape;2228;p7"/>
            <p:cNvSpPr/>
            <p:nvPr/>
          </p:nvSpPr>
          <p:spPr>
            <a:xfrm>
              <a:off x="8763125" y="1371576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9" name="Google Shape;2229;p7"/>
            <p:cNvSpPr/>
            <p:nvPr/>
          </p:nvSpPr>
          <p:spPr>
            <a:xfrm>
              <a:off x="7620110" y="171447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0" name="Google Shape;2230;p7"/>
            <p:cNvSpPr/>
            <p:nvPr/>
          </p:nvSpPr>
          <p:spPr>
            <a:xfrm>
              <a:off x="8001115" y="171447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1" name="Google Shape;2231;p7"/>
            <p:cNvSpPr/>
            <p:nvPr/>
          </p:nvSpPr>
          <p:spPr>
            <a:xfrm>
              <a:off x="8382120" y="171447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2" name="Google Shape;2232;p7"/>
            <p:cNvSpPr/>
            <p:nvPr/>
          </p:nvSpPr>
          <p:spPr>
            <a:xfrm>
              <a:off x="8763125" y="171447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3" name="Google Shape;2233;p7"/>
            <p:cNvSpPr/>
            <p:nvPr/>
          </p:nvSpPr>
          <p:spPr>
            <a:xfrm>
              <a:off x="7620110" y="205736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4" name="Google Shape;2234;p7"/>
            <p:cNvSpPr/>
            <p:nvPr/>
          </p:nvSpPr>
          <p:spPr>
            <a:xfrm>
              <a:off x="8001115" y="205736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5" name="Google Shape;2235;p7"/>
            <p:cNvSpPr/>
            <p:nvPr/>
          </p:nvSpPr>
          <p:spPr>
            <a:xfrm>
              <a:off x="8382120" y="205736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6" name="Google Shape;2236;p7"/>
            <p:cNvSpPr/>
            <p:nvPr/>
          </p:nvSpPr>
          <p:spPr>
            <a:xfrm>
              <a:off x="8763125" y="205736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7" name="Google Shape;2237;p7"/>
            <p:cNvSpPr/>
            <p:nvPr/>
          </p:nvSpPr>
          <p:spPr>
            <a:xfrm>
              <a:off x="7620110" y="2400259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8" name="Google Shape;2238;p7"/>
            <p:cNvSpPr/>
            <p:nvPr/>
          </p:nvSpPr>
          <p:spPr>
            <a:xfrm>
              <a:off x="8001115" y="2400259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9" name="Google Shape;2239;p7"/>
            <p:cNvSpPr/>
            <p:nvPr/>
          </p:nvSpPr>
          <p:spPr>
            <a:xfrm>
              <a:off x="8382120" y="2400259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0" name="Google Shape;2240;p7"/>
            <p:cNvSpPr/>
            <p:nvPr/>
          </p:nvSpPr>
          <p:spPr>
            <a:xfrm>
              <a:off x="8763125" y="2400259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1" name="Google Shape;2241;p7"/>
            <p:cNvSpPr/>
            <p:nvPr/>
          </p:nvSpPr>
          <p:spPr>
            <a:xfrm>
              <a:off x="7620110" y="274315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2" name="Google Shape;2242;p7"/>
            <p:cNvSpPr/>
            <p:nvPr/>
          </p:nvSpPr>
          <p:spPr>
            <a:xfrm>
              <a:off x="8001115" y="274315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3" name="Google Shape;2243;p7"/>
            <p:cNvSpPr/>
            <p:nvPr/>
          </p:nvSpPr>
          <p:spPr>
            <a:xfrm>
              <a:off x="8382120" y="274315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4" name="Google Shape;2244;p7"/>
            <p:cNvSpPr/>
            <p:nvPr/>
          </p:nvSpPr>
          <p:spPr>
            <a:xfrm>
              <a:off x="8763125" y="274315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5" name="Google Shape;2245;p7"/>
            <p:cNvSpPr/>
            <p:nvPr/>
          </p:nvSpPr>
          <p:spPr>
            <a:xfrm>
              <a:off x="7620110" y="308604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6" name="Google Shape;2246;p7"/>
            <p:cNvSpPr/>
            <p:nvPr/>
          </p:nvSpPr>
          <p:spPr>
            <a:xfrm>
              <a:off x="8001115" y="308604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7" name="Google Shape;2247;p7"/>
            <p:cNvSpPr/>
            <p:nvPr/>
          </p:nvSpPr>
          <p:spPr>
            <a:xfrm>
              <a:off x="8382120" y="308604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8" name="Google Shape;2248;p7"/>
            <p:cNvSpPr/>
            <p:nvPr/>
          </p:nvSpPr>
          <p:spPr>
            <a:xfrm>
              <a:off x="8763125" y="308604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9" name="Google Shape;2249;p7"/>
            <p:cNvSpPr/>
            <p:nvPr/>
          </p:nvSpPr>
          <p:spPr>
            <a:xfrm>
              <a:off x="7620110" y="342894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0" name="Google Shape;2250;p7"/>
            <p:cNvSpPr/>
            <p:nvPr/>
          </p:nvSpPr>
          <p:spPr>
            <a:xfrm>
              <a:off x="8001115" y="342894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1" name="Google Shape;2251;p7"/>
            <p:cNvSpPr/>
            <p:nvPr/>
          </p:nvSpPr>
          <p:spPr>
            <a:xfrm>
              <a:off x="8382120" y="342894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2" name="Google Shape;2252;p7"/>
            <p:cNvSpPr/>
            <p:nvPr/>
          </p:nvSpPr>
          <p:spPr>
            <a:xfrm>
              <a:off x="8763125" y="342894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3" name="Google Shape;2253;p7"/>
            <p:cNvSpPr/>
            <p:nvPr/>
          </p:nvSpPr>
          <p:spPr>
            <a:xfrm>
              <a:off x="7620110" y="377182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4" name="Google Shape;2254;p7"/>
            <p:cNvSpPr/>
            <p:nvPr/>
          </p:nvSpPr>
          <p:spPr>
            <a:xfrm>
              <a:off x="8001115" y="377182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5" name="Google Shape;2255;p7"/>
            <p:cNvSpPr/>
            <p:nvPr/>
          </p:nvSpPr>
          <p:spPr>
            <a:xfrm>
              <a:off x="8382120" y="377182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6" name="Google Shape;2256;p7"/>
            <p:cNvSpPr/>
            <p:nvPr/>
          </p:nvSpPr>
          <p:spPr>
            <a:xfrm>
              <a:off x="8763125" y="377182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7" name="Google Shape;2257;p7"/>
            <p:cNvSpPr/>
            <p:nvPr/>
          </p:nvSpPr>
          <p:spPr>
            <a:xfrm>
              <a:off x="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8" name="Google Shape;2258;p7"/>
            <p:cNvSpPr/>
            <p:nvPr/>
          </p:nvSpPr>
          <p:spPr>
            <a:xfrm>
              <a:off x="38100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9" name="Google Shape;2259;p7"/>
            <p:cNvSpPr/>
            <p:nvPr/>
          </p:nvSpPr>
          <p:spPr>
            <a:xfrm>
              <a:off x="76201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60" name="Google Shape;2260;p7"/>
            <p:cNvSpPr/>
            <p:nvPr/>
          </p:nvSpPr>
          <p:spPr>
            <a:xfrm>
              <a:off x="114301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61" name="Google Shape;2261;p7"/>
            <p:cNvSpPr/>
            <p:nvPr/>
          </p:nvSpPr>
          <p:spPr>
            <a:xfrm>
              <a:off x="152402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62" name="Google Shape;2262;p7"/>
            <p:cNvSpPr/>
            <p:nvPr/>
          </p:nvSpPr>
          <p:spPr>
            <a:xfrm>
              <a:off x="190502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63" name="Google Shape;2263;p7"/>
            <p:cNvSpPr/>
            <p:nvPr/>
          </p:nvSpPr>
          <p:spPr>
            <a:xfrm>
              <a:off x="228603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64" name="Google Shape;2264;p7"/>
            <p:cNvSpPr/>
            <p:nvPr/>
          </p:nvSpPr>
          <p:spPr>
            <a:xfrm>
              <a:off x="266703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65" name="Google Shape;2265;p7"/>
            <p:cNvSpPr/>
            <p:nvPr/>
          </p:nvSpPr>
          <p:spPr>
            <a:xfrm>
              <a:off x="304804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66" name="Google Shape;2266;p7"/>
            <p:cNvSpPr/>
            <p:nvPr/>
          </p:nvSpPr>
          <p:spPr>
            <a:xfrm>
              <a:off x="342904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67" name="Google Shape;2267;p7"/>
            <p:cNvSpPr/>
            <p:nvPr/>
          </p:nvSpPr>
          <p:spPr>
            <a:xfrm>
              <a:off x="381005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68" name="Google Shape;2268;p7"/>
            <p:cNvSpPr/>
            <p:nvPr/>
          </p:nvSpPr>
          <p:spPr>
            <a:xfrm>
              <a:off x="419105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69" name="Google Shape;2269;p7"/>
            <p:cNvSpPr/>
            <p:nvPr/>
          </p:nvSpPr>
          <p:spPr>
            <a:xfrm>
              <a:off x="457206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0" name="Google Shape;2270;p7"/>
            <p:cNvSpPr/>
            <p:nvPr/>
          </p:nvSpPr>
          <p:spPr>
            <a:xfrm>
              <a:off x="495306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1" name="Google Shape;2271;p7"/>
            <p:cNvSpPr/>
            <p:nvPr/>
          </p:nvSpPr>
          <p:spPr>
            <a:xfrm>
              <a:off x="533407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2" name="Google Shape;2272;p7"/>
            <p:cNvSpPr/>
            <p:nvPr/>
          </p:nvSpPr>
          <p:spPr>
            <a:xfrm>
              <a:off x="571507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3" name="Google Shape;2273;p7"/>
            <p:cNvSpPr/>
            <p:nvPr/>
          </p:nvSpPr>
          <p:spPr>
            <a:xfrm>
              <a:off x="609608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4" name="Google Shape;2274;p7"/>
            <p:cNvSpPr/>
            <p:nvPr/>
          </p:nvSpPr>
          <p:spPr>
            <a:xfrm>
              <a:off x="647708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5" name="Google Shape;2275;p7"/>
            <p:cNvSpPr/>
            <p:nvPr/>
          </p:nvSpPr>
          <p:spPr>
            <a:xfrm>
              <a:off x="685809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6" name="Google Shape;2276;p7"/>
            <p:cNvSpPr/>
            <p:nvPr/>
          </p:nvSpPr>
          <p:spPr>
            <a:xfrm>
              <a:off x="723909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7" name="Google Shape;2277;p7"/>
            <p:cNvSpPr/>
            <p:nvPr/>
          </p:nvSpPr>
          <p:spPr>
            <a:xfrm>
              <a:off x="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8" name="Google Shape;2278;p7"/>
            <p:cNvSpPr/>
            <p:nvPr/>
          </p:nvSpPr>
          <p:spPr>
            <a:xfrm>
              <a:off x="38100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9" name="Google Shape;2279;p7"/>
            <p:cNvSpPr/>
            <p:nvPr/>
          </p:nvSpPr>
          <p:spPr>
            <a:xfrm>
              <a:off x="76201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0" name="Google Shape;2280;p7"/>
            <p:cNvSpPr/>
            <p:nvPr/>
          </p:nvSpPr>
          <p:spPr>
            <a:xfrm>
              <a:off x="114301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1" name="Google Shape;2281;p7"/>
            <p:cNvSpPr/>
            <p:nvPr/>
          </p:nvSpPr>
          <p:spPr>
            <a:xfrm>
              <a:off x="152402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2" name="Google Shape;2282;p7"/>
            <p:cNvSpPr/>
            <p:nvPr/>
          </p:nvSpPr>
          <p:spPr>
            <a:xfrm>
              <a:off x="190502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3" name="Google Shape;2283;p7"/>
            <p:cNvSpPr/>
            <p:nvPr/>
          </p:nvSpPr>
          <p:spPr>
            <a:xfrm>
              <a:off x="228603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4" name="Google Shape;2284;p7"/>
            <p:cNvSpPr/>
            <p:nvPr/>
          </p:nvSpPr>
          <p:spPr>
            <a:xfrm>
              <a:off x="266703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5" name="Google Shape;2285;p7"/>
            <p:cNvSpPr/>
            <p:nvPr/>
          </p:nvSpPr>
          <p:spPr>
            <a:xfrm>
              <a:off x="304804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6" name="Google Shape;2286;p7"/>
            <p:cNvSpPr/>
            <p:nvPr/>
          </p:nvSpPr>
          <p:spPr>
            <a:xfrm>
              <a:off x="342904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7" name="Google Shape;2287;p7"/>
            <p:cNvSpPr/>
            <p:nvPr/>
          </p:nvSpPr>
          <p:spPr>
            <a:xfrm>
              <a:off x="381005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8" name="Google Shape;2288;p7"/>
            <p:cNvSpPr/>
            <p:nvPr/>
          </p:nvSpPr>
          <p:spPr>
            <a:xfrm>
              <a:off x="419105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9" name="Google Shape;2289;p7"/>
            <p:cNvSpPr/>
            <p:nvPr/>
          </p:nvSpPr>
          <p:spPr>
            <a:xfrm>
              <a:off x="457206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0" name="Google Shape;2290;p7"/>
            <p:cNvSpPr/>
            <p:nvPr/>
          </p:nvSpPr>
          <p:spPr>
            <a:xfrm>
              <a:off x="495306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1" name="Google Shape;2291;p7"/>
            <p:cNvSpPr/>
            <p:nvPr/>
          </p:nvSpPr>
          <p:spPr>
            <a:xfrm>
              <a:off x="533407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2" name="Google Shape;2292;p7"/>
            <p:cNvSpPr/>
            <p:nvPr/>
          </p:nvSpPr>
          <p:spPr>
            <a:xfrm>
              <a:off x="571507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3" name="Google Shape;2293;p7"/>
            <p:cNvSpPr/>
            <p:nvPr/>
          </p:nvSpPr>
          <p:spPr>
            <a:xfrm>
              <a:off x="609608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4" name="Google Shape;2294;p7"/>
            <p:cNvSpPr/>
            <p:nvPr/>
          </p:nvSpPr>
          <p:spPr>
            <a:xfrm>
              <a:off x="647708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5" name="Google Shape;2295;p7"/>
            <p:cNvSpPr/>
            <p:nvPr/>
          </p:nvSpPr>
          <p:spPr>
            <a:xfrm>
              <a:off x="685809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6" name="Google Shape;2296;p7"/>
            <p:cNvSpPr/>
            <p:nvPr/>
          </p:nvSpPr>
          <p:spPr>
            <a:xfrm>
              <a:off x="723909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7" name="Google Shape;2297;p7"/>
            <p:cNvSpPr/>
            <p:nvPr/>
          </p:nvSpPr>
          <p:spPr>
            <a:xfrm>
              <a:off x="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8" name="Google Shape;2298;p7"/>
            <p:cNvSpPr/>
            <p:nvPr/>
          </p:nvSpPr>
          <p:spPr>
            <a:xfrm>
              <a:off x="38100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9" name="Google Shape;2299;p7"/>
            <p:cNvSpPr/>
            <p:nvPr/>
          </p:nvSpPr>
          <p:spPr>
            <a:xfrm>
              <a:off x="76201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0" name="Google Shape;2300;p7"/>
            <p:cNvSpPr/>
            <p:nvPr/>
          </p:nvSpPr>
          <p:spPr>
            <a:xfrm>
              <a:off x="114301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1" name="Google Shape;2301;p7"/>
            <p:cNvSpPr/>
            <p:nvPr/>
          </p:nvSpPr>
          <p:spPr>
            <a:xfrm>
              <a:off x="152402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2" name="Google Shape;2302;p7"/>
            <p:cNvSpPr/>
            <p:nvPr/>
          </p:nvSpPr>
          <p:spPr>
            <a:xfrm>
              <a:off x="190502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3" name="Google Shape;2303;p7"/>
            <p:cNvSpPr/>
            <p:nvPr/>
          </p:nvSpPr>
          <p:spPr>
            <a:xfrm>
              <a:off x="228603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4" name="Google Shape;2304;p7"/>
            <p:cNvSpPr/>
            <p:nvPr/>
          </p:nvSpPr>
          <p:spPr>
            <a:xfrm>
              <a:off x="266703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5" name="Google Shape;2305;p7"/>
            <p:cNvSpPr/>
            <p:nvPr/>
          </p:nvSpPr>
          <p:spPr>
            <a:xfrm>
              <a:off x="304804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6" name="Google Shape;2306;p7"/>
            <p:cNvSpPr/>
            <p:nvPr/>
          </p:nvSpPr>
          <p:spPr>
            <a:xfrm>
              <a:off x="342904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7" name="Google Shape;2307;p7"/>
            <p:cNvSpPr/>
            <p:nvPr/>
          </p:nvSpPr>
          <p:spPr>
            <a:xfrm>
              <a:off x="381005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8" name="Google Shape;2308;p7"/>
            <p:cNvSpPr/>
            <p:nvPr/>
          </p:nvSpPr>
          <p:spPr>
            <a:xfrm>
              <a:off x="419105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9" name="Google Shape;2309;p7"/>
            <p:cNvSpPr/>
            <p:nvPr/>
          </p:nvSpPr>
          <p:spPr>
            <a:xfrm>
              <a:off x="457206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0" name="Google Shape;2310;p7"/>
            <p:cNvSpPr/>
            <p:nvPr/>
          </p:nvSpPr>
          <p:spPr>
            <a:xfrm>
              <a:off x="495306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1" name="Google Shape;2311;p7"/>
            <p:cNvSpPr/>
            <p:nvPr/>
          </p:nvSpPr>
          <p:spPr>
            <a:xfrm>
              <a:off x="533407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2" name="Google Shape;2312;p7"/>
            <p:cNvSpPr/>
            <p:nvPr/>
          </p:nvSpPr>
          <p:spPr>
            <a:xfrm>
              <a:off x="571507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3" name="Google Shape;2313;p7"/>
            <p:cNvSpPr/>
            <p:nvPr/>
          </p:nvSpPr>
          <p:spPr>
            <a:xfrm>
              <a:off x="609608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4" name="Google Shape;2314;p7"/>
            <p:cNvSpPr/>
            <p:nvPr/>
          </p:nvSpPr>
          <p:spPr>
            <a:xfrm>
              <a:off x="647708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5" name="Google Shape;2315;p7"/>
            <p:cNvSpPr/>
            <p:nvPr/>
          </p:nvSpPr>
          <p:spPr>
            <a:xfrm>
              <a:off x="685809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6" name="Google Shape;2316;p7"/>
            <p:cNvSpPr/>
            <p:nvPr/>
          </p:nvSpPr>
          <p:spPr>
            <a:xfrm>
              <a:off x="723909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7" name="Google Shape;2317;p7"/>
            <p:cNvSpPr/>
            <p:nvPr/>
          </p:nvSpPr>
          <p:spPr>
            <a:xfrm>
              <a:off x="7620110" y="411471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8" name="Google Shape;2318;p7"/>
            <p:cNvSpPr/>
            <p:nvPr/>
          </p:nvSpPr>
          <p:spPr>
            <a:xfrm>
              <a:off x="8001115" y="411471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9" name="Google Shape;2319;p7"/>
            <p:cNvSpPr/>
            <p:nvPr/>
          </p:nvSpPr>
          <p:spPr>
            <a:xfrm>
              <a:off x="8382120" y="411471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0" name="Google Shape;2320;p7"/>
            <p:cNvSpPr/>
            <p:nvPr/>
          </p:nvSpPr>
          <p:spPr>
            <a:xfrm>
              <a:off x="8763125" y="411471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1" name="Google Shape;2321;p7"/>
            <p:cNvSpPr/>
            <p:nvPr/>
          </p:nvSpPr>
          <p:spPr>
            <a:xfrm>
              <a:off x="7620110" y="445760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2" name="Google Shape;2322;p7"/>
            <p:cNvSpPr/>
            <p:nvPr/>
          </p:nvSpPr>
          <p:spPr>
            <a:xfrm>
              <a:off x="8001115" y="445760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3" name="Google Shape;2323;p7"/>
            <p:cNvSpPr/>
            <p:nvPr/>
          </p:nvSpPr>
          <p:spPr>
            <a:xfrm>
              <a:off x="8382120" y="445760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4" name="Google Shape;2324;p7"/>
            <p:cNvSpPr/>
            <p:nvPr/>
          </p:nvSpPr>
          <p:spPr>
            <a:xfrm>
              <a:off x="8763125" y="445760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5" name="Google Shape;2325;p7"/>
            <p:cNvSpPr/>
            <p:nvPr/>
          </p:nvSpPr>
          <p:spPr>
            <a:xfrm>
              <a:off x="7620110" y="480049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6" name="Google Shape;2326;p7"/>
            <p:cNvSpPr/>
            <p:nvPr/>
          </p:nvSpPr>
          <p:spPr>
            <a:xfrm>
              <a:off x="8001115" y="480049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7" name="Google Shape;2327;p7"/>
            <p:cNvSpPr/>
            <p:nvPr/>
          </p:nvSpPr>
          <p:spPr>
            <a:xfrm>
              <a:off x="8382120" y="480049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8" name="Google Shape;2328;p7"/>
            <p:cNvSpPr/>
            <p:nvPr/>
          </p:nvSpPr>
          <p:spPr>
            <a:xfrm>
              <a:off x="8763125" y="480049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329" name="Google Shape;2329;p7"/>
          <p:cNvSpPr/>
          <p:nvPr/>
        </p:nvSpPr>
        <p:spPr>
          <a:xfrm flipH="1">
            <a:off x="0" y="0"/>
            <a:ext cx="9144000" cy="5143500"/>
          </a:xfrm>
          <a:prstGeom prst="rtTriangle">
            <a:avLst/>
          </a:prstGeom>
          <a:solidFill>
            <a:srgbClr val="005051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330" name="Google Shape;2330;p7"/>
          <p:cNvGrpSpPr/>
          <p:nvPr/>
        </p:nvGrpSpPr>
        <p:grpSpPr>
          <a:xfrm>
            <a:off x="553048" y="535000"/>
            <a:ext cx="8105852" cy="4302000"/>
            <a:chOff x="553048" y="535000"/>
            <a:chExt cx="8105852" cy="4302000"/>
          </a:xfrm>
        </p:grpSpPr>
        <p:sp>
          <p:nvSpPr>
            <p:cNvPr id="2331" name="Google Shape;2331;p7"/>
            <p:cNvSpPr/>
            <p:nvPr/>
          </p:nvSpPr>
          <p:spPr>
            <a:xfrm>
              <a:off x="942300" y="763600"/>
              <a:ext cx="7716600" cy="4073400"/>
            </a:xfrm>
            <a:prstGeom prst="roundRect">
              <a:avLst>
                <a:gd fmla="val 2480" name="adj"/>
              </a:avLst>
            </a:prstGeom>
            <a:solidFill>
              <a:srgbClr val="222828">
                <a:alpha val="2039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2" name="Google Shape;2332;p7"/>
            <p:cNvSpPr/>
            <p:nvPr/>
          </p:nvSpPr>
          <p:spPr>
            <a:xfrm>
              <a:off x="712275" y="535000"/>
              <a:ext cx="7716600" cy="4073400"/>
            </a:xfrm>
            <a:prstGeom prst="roundRect">
              <a:avLst>
                <a:gd fmla="val 2480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3" name="Google Shape;2333;p7"/>
            <p:cNvSpPr/>
            <p:nvPr/>
          </p:nvSpPr>
          <p:spPr>
            <a:xfrm>
              <a:off x="848698" y="898261"/>
              <a:ext cx="317374" cy="317436"/>
            </a:xfrm>
            <a:custGeom>
              <a:rect b="b" l="l" r="r" t="t"/>
              <a:pathLst>
                <a:path extrusionOk="0" h="15212" w="15209">
                  <a:moveTo>
                    <a:pt x="7604" y="0"/>
                  </a:moveTo>
                  <a:cubicBezTo>
                    <a:pt x="3404" y="0"/>
                    <a:pt x="0" y="3405"/>
                    <a:pt x="0" y="7605"/>
                  </a:cubicBezTo>
                  <a:cubicBezTo>
                    <a:pt x="0" y="11805"/>
                    <a:pt x="3404" y="15212"/>
                    <a:pt x="7604" y="15212"/>
                  </a:cubicBezTo>
                  <a:cubicBezTo>
                    <a:pt x="11804" y="15212"/>
                    <a:pt x="15209" y="11805"/>
                    <a:pt x="15209" y="7605"/>
                  </a:cubicBezTo>
                  <a:cubicBezTo>
                    <a:pt x="15209" y="3405"/>
                    <a:pt x="11804" y="0"/>
                    <a:pt x="760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4" name="Google Shape;2334;p7"/>
            <p:cNvSpPr/>
            <p:nvPr/>
          </p:nvSpPr>
          <p:spPr>
            <a:xfrm>
              <a:off x="553048" y="931482"/>
              <a:ext cx="549400" cy="250994"/>
            </a:xfrm>
            <a:custGeom>
              <a:rect b="b" l="l" r="r" t="t"/>
              <a:pathLst>
                <a:path extrusionOk="0" h="12028" w="26328">
                  <a:moveTo>
                    <a:pt x="1493" y="0"/>
                  </a:moveTo>
                  <a:cubicBezTo>
                    <a:pt x="671" y="0"/>
                    <a:pt x="0" y="668"/>
                    <a:pt x="0" y="1494"/>
                  </a:cubicBezTo>
                  <a:cubicBezTo>
                    <a:pt x="0" y="2319"/>
                    <a:pt x="671" y="2990"/>
                    <a:pt x="1493" y="2990"/>
                  </a:cubicBezTo>
                  <a:lnTo>
                    <a:pt x="19596" y="2990"/>
                  </a:lnTo>
                  <a:cubicBezTo>
                    <a:pt x="21591" y="2990"/>
                    <a:pt x="23340" y="4081"/>
                    <a:pt x="23340" y="5330"/>
                  </a:cubicBezTo>
                  <a:lnTo>
                    <a:pt x="23340" y="6698"/>
                  </a:lnTo>
                  <a:cubicBezTo>
                    <a:pt x="23340" y="7944"/>
                    <a:pt x="21591" y="9038"/>
                    <a:pt x="19596" y="9038"/>
                  </a:cubicBezTo>
                  <a:lnTo>
                    <a:pt x="1493" y="9038"/>
                  </a:lnTo>
                  <a:cubicBezTo>
                    <a:pt x="671" y="9038"/>
                    <a:pt x="0" y="9706"/>
                    <a:pt x="0" y="10532"/>
                  </a:cubicBezTo>
                  <a:cubicBezTo>
                    <a:pt x="0" y="11357"/>
                    <a:pt x="671" y="12028"/>
                    <a:pt x="1493" y="12028"/>
                  </a:cubicBezTo>
                  <a:lnTo>
                    <a:pt x="19596" y="12028"/>
                  </a:lnTo>
                  <a:lnTo>
                    <a:pt x="19596" y="12025"/>
                  </a:lnTo>
                  <a:cubicBezTo>
                    <a:pt x="23370" y="12025"/>
                    <a:pt x="26327" y="9685"/>
                    <a:pt x="26327" y="6695"/>
                  </a:cubicBezTo>
                  <a:lnTo>
                    <a:pt x="26327" y="5327"/>
                  </a:lnTo>
                  <a:cubicBezTo>
                    <a:pt x="26327" y="2340"/>
                    <a:pt x="23370" y="0"/>
                    <a:pt x="19596" y="0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5" name="Google Shape;2335;p7"/>
            <p:cNvSpPr/>
            <p:nvPr/>
          </p:nvSpPr>
          <p:spPr>
            <a:xfrm>
              <a:off x="848698" y="1332681"/>
              <a:ext cx="317374" cy="317457"/>
            </a:xfrm>
            <a:custGeom>
              <a:rect b="b" l="l" r="r" t="t"/>
              <a:pathLst>
                <a:path extrusionOk="0" h="15213" w="15209">
                  <a:moveTo>
                    <a:pt x="7604" y="1"/>
                  </a:moveTo>
                  <a:cubicBezTo>
                    <a:pt x="3404" y="1"/>
                    <a:pt x="0" y="3408"/>
                    <a:pt x="0" y="7608"/>
                  </a:cubicBezTo>
                  <a:cubicBezTo>
                    <a:pt x="0" y="11808"/>
                    <a:pt x="3404" y="15212"/>
                    <a:pt x="7604" y="15212"/>
                  </a:cubicBezTo>
                  <a:cubicBezTo>
                    <a:pt x="11804" y="15212"/>
                    <a:pt x="15209" y="11808"/>
                    <a:pt x="15209" y="7608"/>
                  </a:cubicBezTo>
                  <a:cubicBezTo>
                    <a:pt x="15209" y="3408"/>
                    <a:pt x="11804" y="1"/>
                    <a:pt x="760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6" name="Google Shape;2336;p7"/>
            <p:cNvSpPr/>
            <p:nvPr/>
          </p:nvSpPr>
          <p:spPr>
            <a:xfrm>
              <a:off x="553048" y="1365902"/>
              <a:ext cx="549400" cy="251015"/>
            </a:xfrm>
            <a:custGeom>
              <a:rect b="b" l="l" r="r" t="t"/>
              <a:pathLst>
                <a:path extrusionOk="0" h="12029" w="26328">
                  <a:moveTo>
                    <a:pt x="1493" y="1"/>
                  </a:moveTo>
                  <a:cubicBezTo>
                    <a:pt x="671" y="1"/>
                    <a:pt x="0" y="671"/>
                    <a:pt x="0" y="1497"/>
                  </a:cubicBezTo>
                  <a:cubicBezTo>
                    <a:pt x="0" y="2320"/>
                    <a:pt x="671" y="2990"/>
                    <a:pt x="1493" y="2990"/>
                  </a:cubicBezTo>
                  <a:lnTo>
                    <a:pt x="19596" y="2990"/>
                  </a:lnTo>
                  <a:cubicBezTo>
                    <a:pt x="21591" y="2990"/>
                    <a:pt x="23340" y="4084"/>
                    <a:pt x="23340" y="5330"/>
                  </a:cubicBezTo>
                  <a:lnTo>
                    <a:pt x="23340" y="6699"/>
                  </a:lnTo>
                  <a:cubicBezTo>
                    <a:pt x="23340" y="7948"/>
                    <a:pt x="21591" y="9042"/>
                    <a:pt x="19596" y="9042"/>
                  </a:cubicBezTo>
                  <a:lnTo>
                    <a:pt x="1493" y="9042"/>
                  </a:lnTo>
                  <a:cubicBezTo>
                    <a:pt x="671" y="9042"/>
                    <a:pt x="0" y="9709"/>
                    <a:pt x="0" y="10535"/>
                  </a:cubicBezTo>
                  <a:cubicBezTo>
                    <a:pt x="0" y="11361"/>
                    <a:pt x="671" y="12028"/>
                    <a:pt x="1493" y="12028"/>
                  </a:cubicBezTo>
                  <a:lnTo>
                    <a:pt x="19596" y="12028"/>
                  </a:lnTo>
                  <a:cubicBezTo>
                    <a:pt x="23370" y="12028"/>
                    <a:pt x="26327" y="9688"/>
                    <a:pt x="26327" y="6699"/>
                  </a:cubicBezTo>
                  <a:lnTo>
                    <a:pt x="26327" y="5330"/>
                  </a:lnTo>
                  <a:cubicBezTo>
                    <a:pt x="26327" y="2344"/>
                    <a:pt x="23370" y="1"/>
                    <a:pt x="19596" y="1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7" name="Google Shape;2337;p7"/>
            <p:cNvSpPr/>
            <p:nvPr/>
          </p:nvSpPr>
          <p:spPr>
            <a:xfrm>
              <a:off x="848698" y="1767184"/>
              <a:ext cx="317374" cy="317436"/>
            </a:xfrm>
            <a:custGeom>
              <a:rect b="b" l="l" r="r" t="t"/>
              <a:pathLst>
                <a:path extrusionOk="0" h="15212" w="15209">
                  <a:moveTo>
                    <a:pt x="7604" y="0"/>
                  </a:moveTo>
                  <a:cubicBezTo>
                    <a:pt x="3404" y="0"/>
                    <a:pt x="0" y="3404"/>
                    <a:pt x="0" y="7605"/>
                  </a:cubicBezTo>
                  <a:cubicBezTo>
                    <a:pt x="0" y="11805"/>
                    <a:pt x="3404" y="15212"/>
                    <a:pt x="7604" y="15212"/>
                  </a:cubicBezTo>
                  <a:cubicBezTo>
                    <a:pt x="11804" y="15212"/>
                    <a:pt x="15209" y="11805"/>
                    <a:pt x="15209" y="7605"/>
                  </a:cubicBezTo>
                  <a:cubicBezTo>
                    <a:pt x="15209" y="3404"/>
                    <a:pt x="11804" y="0"/>
                    <a:pt x="760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8" name="Google Shape;2338;p7"/>
            <p:cNvSpPr/>
            <p:nvPr/>
          </p:nvSpPr>
          <p:spPr>
            <a:xfrm>
              <a:off x="553048" y="1800405"/>
              <a:ext cx="549400" cy="250994"/>
            </a:xfrm>
            <a:custGeom>
              <a:rect b="b" l="l" r="r" t="t"/>
              <a:pathLst>
                <a:path extrusionOk="0" h="12028" w="26328">
                  <a:moveTo>
                    <a:pt x="1493" y="0"/>
                  </a:moveTo>
                  <a:cubicBezTo>
                    <a:pt x="671" y="0"/>
                    <a:pt x="0" y="668"/>
                    <a:pt x="0" y="1493"/>
                  </a:cubicBezTo>
                  <a:cubicBezTo>
                    <a:pt x="0" y="2319"/>
                    <a:pt x="671" y="2990"/>
                    <a:pt x="1493" y="2990"/>
                  </a:cubicBezTo>
                  <a:lnTo>
                    <a:pt x="19596" y="2990"/>
                  </a:lnTo>
                  <a:cubicBezTo>
                    <a:pt x="21591" y="2990"/>
                    <a:pt x="23340" y="4081"/>
                    <a:pt x="23340" y="5330"/>
                  </a:cubicBezTo>
                  <a:lnTo>
                    <a:pt x="23340" y="6695"/>
                  </a:lnTo>
                  <a:cubicBezTo>
                    <a:pt x="23340" y="7944"/>
                    <a:pt x="21591" y="9038"/>
                    <a:pt x="19596" y="9038"/>
                  </a:cubicBezTo>
                  <a:lnTo>
                    <a:pt x="1493" y="9038"/>
                  </a:lnTo>
                  <a:cubicBezTo>
                    <a:pt x="671" y="9038"/>
                    <a:pt x="0" y="9706"/>
                    <a:pt x="0" y="10532"/>
                  </a:cubicBezTo>
                  <a:cubicBezTo>
                    <a:pt x="0" y="11357"/>
                    <a:pt x="671" y="12028"/>
                    <a:pt x="1493" y="12028"/>
                  </a:cubicBezTo>
                  <a:lnTo>
                    <a:pt x="19596" y="12028"/>
                  </a:lnTo>
                  <a:lnTo>
                    <a:pt x="19596" y="12025"/>
                  </a:lnTo>
                  <a:cubicBezTo>
                    <a:pt x="23370" y="12025"/>
                    <a:pt x="26327" y="9685"/>
                    <a:pt x="26327" y="6695"/>
                  </a:cubicBezTo>
                  <a:lnTo>
                    <a:pt x="26327" y="5327"/>
                  </a:lnTo>
                  <a:cubicBezTo>
                    <a:pt x="26327" y="2340"/>
                    <a:pt x="23370" y="0"/>
                    <a:pt x="19596" y="0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9" name="Google Shape;2339;p7"/>
            <p:cNvSpPr/>
            <p:nvPr/>
          </p:nvSpPr>
          <p:spPr>
            <a:xfrm>
              <a:off x="848698" y="2201603"/>
              <a:ext cx="317374" cy="317457"/>
            </a:xfrm>
            <a:custGeom>
              <a:rect b="b" l="l" r="r" t="t"/>
              <a:pathLst>
                <a:path extrusionOk="0" h="15213" w="15209">
                  <a:moveTo>
                    <a:pt x="7604" y="1"/>
                  </a:moveTo>
                  <a:cubicBezTo>
                    <a:pt x="3404" y="1"/>
                    <a:pt x="0" y="3405"/>
                    <a:pt x="0" y="7608"/>
                  </a:cubicBezTo>
                  <a:cubicBezTo>
                    <a:pt x="0" y="11808"/>
                    <a:pt x="3404" y="15212"/>
                    <a:pt x="7604" y="15212"/>
                  </a:cubicBezTo>
                  <a:cubicBezTo>
                    <a:pt x="11804" y="15212"/>
                    <a:pt x="15209" y="11808"/>
                    <a:pt x="15209" y="7608"/>
                  </a:cubicBezTo>
                  <a:cubicBezTo>
                    <a:pt x="15209" y="3405"/>
                    <a:pt x="11804" y="1"/>
                    <a:pt x="760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0" name="Google Shape;2340;p7"/>
            <p:cNvSpPr/>
            <p:nvPr/>
          </p:nvSpPr>
          <p:spPr>
            <a:xfrm>
              <a:off x="553048" y="2234824"/>
              <a:ext cx="549400" cy="251015"/>
            </a:xfrm>
            <a:custGeom>
              <a:rect b="b" l="l" r="r" t="t"/>
              <a:pathLst>
                <a:path extrusionOk="0" h="12029" w="26328">
                  <a:moveTo>
                    <a:pt x="1493" y="1"/>
                  </a:moveTo>
                  <a:cubicBezTo>
                    <a:pt x="671" y="1"/>
                    <a:pt x="0" y="668"/>
                    <a:pt x="0" y="1494"/>
                  </a:cubicBezTo>
                  <a:cubicBezTo>
                    <a:pt x="0" y="2320"/>
                    <a:pt x="671" y="2990"/>
                    <a:pt x="1493" y="2990"/>
                  </a:cubicBezTo>
                  <a:lnTo>
                    <a:pt x="19596" y="2990"/>
                  </a:lnTo>
                  <a:cubicBezTo>
                    <a:pt x="21591" y="2990"/>
                    <a:pt x="23340" y="4084"/>
                    <a:pt x="23340" y="5330"/>
                  </a:cubicBezTo>
                  <a:lnTo>
                    <a:pt x="23340" y="6699"/>
                  </a:lnTo>
                  <a:cubicBezTo>
                    <a:pt x="23340" y="7945"/>
                    <a:pt x="21591" y="9039"/>
                    <a:pt x="19596" y="9039"/>
                  </a:cubicBezTo>
                  <a:lnTo>
                    <a:pt x="1493" y="9039"/>
                  </a:lnTo>
                  <a:cubicBezTo>
                    <a:pt x="671" y="9039"/>
                    <a:pt x="0" y="9706"/>
                    <a:pt x="0" y="10532"/>
                  </a:cubicBezTo>
                  <a:cubicBezTo>
                    <a:pt x="0" y="11358"/>
                    <a:pt x="671" y="12028"/>
                    <a:pt x="1493" y="12028"/>
                  </a:cubicBezTo>
                  <a:lnTo>
                    <a:pt x="19596" y="12028"/>
                  </a:lnTo>
                  <a:lnTo>
                    <a:pt x="19596" y="12025"/>
                  </a:lnTo>
                  <a:cubicBezTo>
                    <a:pt x="23370" y="12025"/>
                    <a:pt x="26327" y="9685"/>
                    <a:pt x="26327" y="6699"/>
                  </a:cubicBezTo>
                  <a:lnTo>
                    <a:pt x="26327" y="5330"/>
                  </a:lnTo>
                  <a:cubicBezTo>
                    <a:pt x="26327" y="2341"/>
                    <a:pt x="23370" y="1"/>
                    <a:pt x="19596" y="1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1" name="Google Shape;2341;p7"/>
            <p:cNvSpPr/>
            <p:nvPr/>
          </p:nvSpPr>
          <p:spPr>
            <a:xfrm>
              <a:off x="848698" y="2636106"/>
              <a:ext cx="317374" cy="317374"/>
            </a:xfrm>
            <a:custGeom>
              <a:rect b="b" l="l" r="r" t="t"/>
              <a:pathLst>
                <a:path extrusionOk="0" h="15209" w="15209">
                  <a:moveTo>
                    <a:pt x="7604" y="0"/>
                  </a:moveTo>
                  <a:cubicBezTo>
                    <a:pt x="3404" y="0"/>
                    <a:pt x="0" y="3404"/>
                    <a:pt x="0" y="7604"/>
                  </a:cubicBezTo>
                  <a:cubicBezTo>
                    <a:pt x="0" y="11805"/>
                    <a:pt x="3404" y="15209"/>
                    <a:pt x="7604" y="15209"/>
                  </a:cubicBezTo>
                  <a:cubicBezTo>
                    <a:pt x="11804" y="15209"/>
                    <a:pt x="15209" y="11805"/>
                    <a:pt x="15209" y="7604"/>
                  </a:cubicBezTo>
                  <a:cubicBezTo>
                    <a:pt x="15209" y="3404"/>
                    <a:pt x="11804" y="0"/>
                    <a:pt x="760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2" name="Google Shape;2342;p7"/>
            <p:cNvSpPr/>
            <p:nvPr/>
          </p:nvSpPr>
          <p:spPr>
            <a:xfrm>
              <a:off x="553048" y="2669265"/>
              <a:ext cx="549400" cy="250994"/>
            </a:xfrm>
            <a:custGeom>
              <a:rect b="b" l="l" r="r" t="t"/>
              <a:pathLst>
                <a:path extrusionOk="0" h="12028" w="26328">
                  <a:moveTo>
                    <a:pt x="1493" y="0"/>
                  </a:moveTo>
                  <a:cubicBezTo>
                    <a:pt x="671" y="0"/>
                    <a:pt x="0" y="671"/>
                    <a:pt x="0" y="1496"/>
                  </a:cubicBezTo>
                  <a:cubicBezTo>
                    <a:pt x="0" y="2322"/>
                    <a:pt x="671" y="2990"/>
                    <a:pt x="1493" y="2990"/>
                  </a:cubicBezTo>
                  <a:lnTo>
                    <a:pt x="19596" y="2990"/>
                  </a:lnTo>
                  <a:cubicBezTo>
                    <a:pt x="21591" y="2990"/>
                    <a:pt x="23340" y="4084"/>
                    <a:pt x="23340" y="5330"/>
                  </a:cubicBezTo>
                  <a:lnTo>
                    <a:pt x="23340" y="6698"/>
                  </a:lnTo>
                  <a:cubicBezTo>
                    <a:pt x="23340" y="7947"/>
                    <a:pt x="21591" y="9041"/>
                    <a:pt x="19596" y="9041"/>
                  </a:cubicBezTo>
                  <a:lnTo>
                    <a:pt x="1493" y="9041"/>
                  </a:lnTo>
                  <a:cubicBezTo>
                    <a:pt x="671" y="9041"/>
                    <a:pt x="0" y="9709"/>
                    <a:pt x="0" y="10534"/>
                  </a:cubicBezTo>
                  <a:cubicBezTo>
                    <a:pt x="0" y="11360"/>
                    <a:pt x="671" y="12028"/>
                    <a:pt x="1493" y="12028"/>
                  </a:cubicBezTo>
                  <a:lnTo>
                    <a:pt x="19596" y="12028"/>
                  </a:lnTo>
                  <a:cubicBezTo>
                    <a:pt x="23370" y="12028"/>
                    <a:pt x="26327" y="9688"/>
                    <a:pt x="26327" y="6698"/>
                  </a:cubicBezTo>
                  <a:lnTo>
                    <a:pt x="26327" y="5330"/>
                  </a:lnTo>
                  <a:cubicBezTo>
                    <a:pt x="26327" y="2343"/>
                    <a:pt x="23370" y="0"/>
                    <a:pt x="19596" y="0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3" name="Google Shape;2343;p7"/>
            <p:cNvSpPr/>
            <p:nvPr/>
          </p:nvSpPr>
          <p:spPr>
            <a:xfrm>
              <a:off x="848698" y="3070526"/>
              <a:ext cx="317374" cy="317457"/>
            </a:xfrm>
            <a:custGeom>
              <a:rect b="b" l="l" r="r" t="t"/>
              <a:pathLst>
                <a:path extrusionOk="0" h="15213" w="15209">
                  <a:moveTo>
                    <a:pt x="7604" y="1"/>
                  </a:moveTo>
                  <a:cubicBezTo>
                    <a:pt x="3404" y="1"/>
                    <a:pt x="0" y="3405"/>
                    <a:pt x="0" y="7605"/>
                  </a:cubicBezTo>
                  <a:cubicBezTo>
                    <a:pt x="0" y="11805"/>
                    <a:pt x="3404" y="15212"/>
                    <a:pt x="7604" y="15212"/>
                  </a:cubicBezTo>
                  <a:cubicBezTo>
                    <a:pt x="11804" y="15212"/>
                    <a:pt x="15209" y="11805"/>
                    <a:pt x="15209" y="7605"/>
                  </a:cubicBezTo>
                  <a:cubicBezTo>
                    <a:pt x="15209" y="3405"/>
                    <a:pt x="11804" y="1"/>
                    <a:pt x="760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4" name="Google Shape;2344;p7"/>
            <p:cNvSpPr/>
            <p:nvPr/>
          </p:nvSpPr>
          <p:spPr>
            <a:xfrm>
              <a:off x="553048" y="3103747"/>
              <a:ext cx="549400" cy="251015"/>
            </a:xfrm>
            <a:custGeom>
              <a:rect b="b" l="l" r="r" t="t"/>
              <a:pathLst>
                <a:path extrusionOk="0" h="12029" w="26328">
                  <a:moveTo>
                    <a:pt x="1493" y="0"/>
                  </a:moveTo>
                  <a:cubicBezTo>
                    <a:pt x="671" y="0"/>
                    <a:pt x="0" y="668"/>
                    <a:pt x="0" y="1494"/>
                  </a:cubicBezTo>
                  <a:cubicBezTo>
                    <a:pt x="0" y="2320"/>
                    <a:pt x="671" y="2987"/>
                    <a:pt x="1493" y="2987"/>
                  </a:cubicBezTo>
                  <a:lnTo>
                    <a:pt x="19596" y="2987"/>
                  </a:lnTo>
                  <a:cubicBezTo>
                    <a:pt x="21591" y="2987"/>
                    <a:pt x="23340" y="4081"/>
                    <a:pt x="23340" y="5330"/>
                  </a:cubicBezTo>
                  <a:lnTo>
                    <a:pt x="23340" y="6696"/>
                  </a:lnTo>
                  <a:cubicBezTo>
                    <a:pt x="23340" y="7945"/>
                    <a:pt x="21591" y="9039"/>
                    <a:pt x="19596" y="9039"/>
                  </a:cubicBezTo>
                  <a:lnTo>
                    <a:pt x="1493" y="9039"/>
                  </a:lnTo>
                  <a:cubicBezTo>
                    <a:pt x="671" y="9039"/>
                    <a:pt x="0" y="9706"/>
                    <a:pt x="0" y="10532"/>
                  </a:cubicBezTo>
                  <a:cubicBezTo>
                    <a:pt x="0" y="11358"/>
                    <a:pt x="671" y="12028"/>
                    <a:pt x="1493" y="12028"/>
                  </a:cubicBezTo>
                  <a:lnTo>
                    <a:pt x="19596" y="12028"/>
                  </a:lnTo>
                  <a:lnTo>
                    <a:pt x="19596" y="12025"/>
                  </a:lnTo>
                  <a:cubicBezTo>
                    <a:pt x="23370" y="12025"/>
                    <a:pt x="26327" y="9685"/>
                    <a:pt x="26327" y="6696"/>
                  </a:cubicBezTo>
                  <a:lnTo>
                    <a:pt x="26327" y="5330"/>
                  </a:lnTo>
                  <a:cubicBezTo>
                    <a:pt x="26327" y="2340"/>
                    <a:pt x="23370" y="0"/>
                    <a:pt x="19596" y="0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5" name="Google Shape;2345;p7"/>
            <p:cNvSpPr/>
            <p:nvPr/>
          </p:nvSpPr>
          <p:spPr>
            <a:xfrm>
              <a:off x="848698" y="3504966"/>
              <a:ext cx="317374" cy="317436"/>
            </a:xfrm>
            <a:custGeom>
              <a:rect b="b" l="l" r="r" t="t"/>
              <a:pathLst>
                <a:path extrusionOk="0" h="15212" w="15209">
                  <a:moveTo>
                    <a:pt x="7604" y="0"/>
                  </a:moveTo>
                  <a:cubicBezTo>
                    <a:pt x="3404" y="0"/>
                    <a:pt x="0" y="3407"/>
                    <a:pt x="0" y="7607"/>
                  </a:cubicBezTo>
                  <a:cubicBezTo>
                    <a:pt x="0" y="11807"/>
                    <a:pt x="3404" y="15212"/>
                    <a:pt x="7604" y="15212"/>
                  </a:cubicBezTo>
                  <a:cubicBezTo>
                    <a:pt x="11804" y="15212"/>
                    <a:pt x="15209" y="11807"/>
                    <a:pt x="15209" y="7607"/>
                  </a:cubicBezTo>
                  <a:cubicBezTo>
                    <a:pt x="15209" y="3407"/>
                    <a:pt x="11804" y="0"/>
                    <a:pt x="760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6" name="Google Shape;2346;p7"/>
            <p:cNvSpPr/>
            <p:nvPr/>
          </p:nvSpPr>
          <p:spPr>
            <a:xfrm>
              <a:off x="553048" y="3538167"/>
              <a:ext cx="549400" cy="251015"/>
            </a:xfrm>
            <a:custGeom>
              <a:rect b="b" l="l" r="r" t="t"/>
              <a:pathLst>
                <a:path extrusionOk="0" h="12029" w="26328">
                  <a:moveTo>
                    <a:pt x="1493" y="1"/>
                  </a:moveTo>
                  <a:cubicBezTo>
                    <a:pt x="671" y="1"/>
                    <a:pt x="0" y="672"/>
                    <a:pt x="0" y="1497"/>
                  </a:cubicBezTo>
                  <a:cubicBezTo>
                    <a:pt x="0" y="2320"/>
                    <a:pt x="671" y="2991"/>
                    <a:pt x="1493" y="2991"/>
                  </a:cubicBezTo>
                  <a:lnTo>
                    <a:pt x="19596" y="2991"/>
                  </a:lnTo>
                  <a:cubicBezTo>
                    <a:pt x="21591" y="2991"/>
                    <a:pt x="23340" y="4085"/>
                    <a:pt x="23340" y="5331"/>
                  </a:cubicBezTo>
                  <a:lnTo>
                    <a:pt x="23340" y="6699"/>
                  </a:lnTo>
                  <a:cubicBezTo>
                    <a:pt x="23340" y="7948"/>
                    <a:pt x="21591" y="9042"/>
                    <a:pt x="19596" y="9042"/>
                  </a:cubicBezTo>
                  <a:lnTo>
                    <a:pt x="1493" y="9042"/>
                  </a:lnTo>
                  <a:cubicBezTo>
                    <a:pt x="671" y="9042"/>
                    <a:pt x="0" y="9710"/>
                    <a:pt x="0" y="10535"/>
                  </a:cubicBezTo>
                  <a:cubicBezTo>
                    <a:pt x="0" y="11361"/>
                    <a:pt x="671" y="12029"/>
                    <a:pt x="1493" y="12029"/>
                  </a:cubicBezTo>
                  <a:lnTo>
                    <a:pt x="19596" y="12029"/>
                  </a:lnTo>
                  <a:cubicBezTo>
                    <a:pt x="23370" y="12029"/>
                    <a:pt x="26327" y="9689"/>
                    <a:pt x="26327" y="6699"/>
                  </a:cubicBezTo>
                  <a:lnTo>
                    <a:pt x="26327" y="5331"/>
                  </a:lnTo>
                  <a:cubicBezTo>
                    <a:pt x="26327" y="2344"/>
                    <a:pt x="23370" y="1"/>
                    <a:pt x="19596" y="1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7" name="Google Shape;2347;p7"/>
            <p:cNvSpPr/>
            <p:nvPr/>
          </p:nvSpPr>
          <p:spPr>
            <a:xfrm>
              <a:off x="848698" y="3939449"/>
              <a:ext cx="317374" cy="317395"/>
            </a:xfrm>
            <a:custGeom>
              <a:rect b="b" l="l" r="r" t="t"/>
              <a:pathLst>
                <a:path extrusionOk="0" h="15210" w="15209">
                  <a:moveTo>
                    <a:pt x="7604" y="1"/>
                  </a:moveTo>
                  <a:cubicBezTo>
                    <a:pt x="3404" y="1"/>
                    <a:pt x="0" y="3405"/>
                    <a:pt x="0" y="7605"/>
                  </a:cubicBezTo>
                  <a:cubicBezTo>
                    <a:pt x="0" y="11805"/>
                    <a:pt x="3404" y="15209"/>
                    <a:pt x="7604" y="15209"/>
                  </a:cubicBezTo>
                  <a:cubicBezTo>
                    <a:pt x="11804" y="15209"/>
                    <a:pt x="15209" y="11805"/>
                    <a:pt x="15209" y="7605"/>
                  </a:cubicBezTo>
                  <a:cubicBezTo>
                    <a:pt x="15209" y="3405"/>
                    <a:pt x="11804" y="1"/>
                    <a:pt x="760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8" name="Google Shape;2348;p7"/>
            <p:cNvSpPr/>
            <p:nvPr/>
          </p:nvSpPr>
          <p:spPr>
            <a:xfrm>
              <a:off x="553048" y="3972670"/>
              <a:ext cx="549400" cy="251015"/>
            </a:xfrm>
            <a:custGeom>
              <a:rect b="b" l="l" r="r" t="t"/>
              <a:pathLst>
                <a:path extrusionOk="0" h="12029" w="26328">
                  <a:moveTo>
                    <a:pt x="1493" y="0"/>
                  </a:moveTo>
                  <a:cubicBezTo>
                    <a:pt x="671" y="0"/>
                    <a:pt x="0" y="668"/>
                    <a:pt x="0" y="1494"/>
                  </a:cubicBezTo>
                  <a:cubicBezTo>
                    <a:pt x="0" y="2320"/>
                    <a:pt x="671" y="2990"/>
                    <a:pt x="1493" y="2990"/>
                  </a:cubicBezTo>
                  <a:lnTo>
                    <a:pt x="19596" y="2990"/>
                  </a:lnTo>
                  <a:cubicBezTo>
                    <a:pt x="21591" y="2990"/>
                    <a:pt x="23340" y="4081"/>
                    <a:pt x="23340" y="5330"/>
                  </a:cubicBezTo>
                  <a:lnTo>
                    <a:pt x="23340" y="6695"/>
                  </a:lnTo>
                  <a:cubicBezTo>
                    <a:pt x="23340" y="7944"/>
                    <a:pt x="21591" y="9038"/>
                    <a:pt x="19596" y="9038"/>
                  </a:cubicBezTo>
                  <a:lnTo>
                    <a:pt x="1493" y="9038"/>
                  </a:lnTo>
                  <a:cubicBezTo>
                    <a:pt x="671" y="9038"/>
                    <a:pt x="0" y="9706"/>
                    <a:pt x="0" y="10532"/>
                  </a:cubicBezTo>
                  <a:cubicBezTo>
                    <a:pt x="0" y="11358"/>
                    <a:pt x="671" y="12028"/>
                    <a:pt x="1493" y="12028"/>
                  </a:cubicBezTo>
                  <a:lnTo>
                    <a:pt x="19596" y="12028"/>
                  </a:lnTo>
                  <a:lnTo>
                    <a:pt x="19596" y="12025"/>
                  </a:lnTo>
                  <a:cubicBezTo>
                    <a:pt x="23370" y="12025"/>
                    <a:pt x="26327" y="9685"/>
                    <a:pt x="26327" y="6695"/>
                  </a:cubicBezTo>
                  <a:lnTo>
                    <a:pt x="26327" y="5327"/>
                  </a:lnTo>
                  <a:cubicBezTo>
                    <a:pt x="26327" y="2340"/>
                    <a:pt x="23370" y="0"/>
                    <a:pt x="19596" y="0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349" name="Google Shape;2349;p7"/>
          <p:cNvSpPr txBox="1"/>
          <p:nvPr>
            <p:ph type="title"/>
          </p:nvPr>
        </p:nvSpPr>
        <p:spPr>
          <a:xfrm>
            <a:off x="3116850" y="1880650"/>
            <a:ext cx="4541400" cy="1353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350" name="Google Shape;2350;p7"/>
          <p:cNvSpPr txBox="1"/>
          <p:nvPr>
            <p:ph idx="2" type="title"/>
          </p:nvPr>
        </p:nvSpPr>
        <p:spPr>
          <a:xfrm>
            <a:off x="1810950" y="2150850"/>
            <a:ext cx="11535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4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2351" name="Google Shape;2351;p7"/>
          <p:cNvSpPr/>
          <p:nvPr/>
        </p:nvSpPr>
        <p:spPr>
          <a:xfrm>
            <a:off x="8428900" y="1041975"/>
            <a:ext cx="143750" cy="647425"/>
          </a:xfrm>
          <a:custGeom>
            <a:rect b="b" l="l" r="r" t="t"/>
            <a:pathLst>
              <a:path extrusionOk="0" h="25897" w="5750">
                <a:moveTo>
                  <a:pt x="0" y="0"/>
                </a:moveTo>
                <a:lnTo>
                  <a:pt x="0" y="25897"/>
                </a:lnTo>
                <a:cubicBezTo>
                  <a:pt x="3176" y="25897"/>
                  <a:pt x="5749" y="23323"/>
                  <a:pt x="5749" y="20147"/>
                </a:cubicBezTo>
                <a:lnTo>
                  <a:pt x="5749" y="5752"/>
                </a:lnTo>
                <a:cubicBezTo>
                  <a:pt x="5749" y="2576"/>
                  <a:pt x="3176" y="0"/>
                  <a:pt x="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2" name="Google Shape;2352;p7"/>
          <p:cNvSpPr/>
          <p:nvPr/>
        </p:nvSpPr>
        <p:spPr>
          <a:xfrm>
            <a:off x="8428900" y="2620900"/>
            <a:ext cx="143750" cy="647425"/>
          </a:xfrm>
          <a:custGeom>
            <a:rect b="b" l="l" r="r" t="t"/>
            <a:pathLst>
              <a:path extrusionOk="0" h="25897" w="5750">
                <a:moveTo>
                  <a:pt x="0" y="0"/>
                </a:moveTo>
                <a:lnTo>
                  <a:pt x="0" y="25897"/>
                </a:lnTo>
                <a:cubicBezTo>
                  <a:pt x="3176" y="25897"/>
                  <a:pt x="5749" y="23323"/>
                  <a:pt x="5749" y="20148"/>
                </a:cubicBezTo>
                <a:lnTo>
                  <a:pt x="5749" y="5752"/>
                </a:lnTo>
                <a:cubicBezTo>
                  <a:pt x="5749" y="2577"/>
                  <a:pt x="3176" y="0"/>
                  <a:pt x="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3" name="Google Shape;2353;p7"/>
          <p:cNvSpPr/>
          <p:nvPr/>
        </p:nvSpPr>
        <p:spPr>
          <a:xfrm>
            <a:off x="8428900" y="1811900"/>
            <a:ext cx="143750" cy="647425"/>
          </a:xfrm>
          <a:custGeom>
            <a:rect b="b" l="l" r="r" t="t"/>
            <a:pathLst>
              <a:path extrusionOk="0" h="25897" w="5750">
                <a:moveTo>
                  <a:pt x="0" y="0"/>
                </a:moveTo>
                <a:lnTo>
                  <a:pt x="0" y="25897"/>
                </a:lnTo>
                <a:cubicBezTo>
                  <a:pt x="3176" y="25897"/>
                  <a:pt x="5749" y="23320"/>
                  <a:pt x="5749" y="20147"/>
                </a:cubicBezTo>
                <a:lnTo>
                  <a:pt x="5749" y="5749"/>
                </a:lnTo>
                <a:cubicBezTo>
                  <a:pt x="5749" y="2574"/>
                  <a:pt x="3176" y="0"/>
                  <a:pt x="0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4" name="Google Shape;2354;p7"/>
          <p:cNvSpPr/>
          <p:nvPr/>
        </p:nvSpPr>
        <p:spPr>
          <a:xfrm>
            <a:off x="8428900" y="3454000"/>
            <a:ext cx="143750" cy="647425"/>
          </a:xfrm>
          <a:custGeom>
            <a:rect b="b" l="l" r="r" t="t"/>
            <a:pathLst>
              <a:path extrusionOk="0" h="25897" w="5750">
                <a:moveTo>
                  <a:pt x="0" y="1"/>
                </a:moveTo>
                <a:lnTo>
                  <a:pt x="0" y="25897"/>
                </a:lnTo>
                <a:cubicBezTo>
                  <a:pt x="3176" y="25897"/>
                  <a:pt x="5749" y="23323"/>
                  <a:pt x="5749" y="20148"/>
                </a:cubicBezTo>
                <a:lnTo>
                  <a:pt x="5749" y="5752"/>
                </a:lnTo>
                <a:cubicBezTo>
                  <a:pt x="5749" y="2577"/>
                  <a:pt x="3176" y="1"/>
                  <a:pt x="0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5" name="Google Shape;2355;p7"/>
          <p:cNvSpPr/>
          <p:nvPr/>
        </p:nvSpPr>
        <p:spPr>
          <a:xfrm rot="-900008">
            <a:off x="1715274" y="4153738"/>
            <a:ext cx="585793" cy="623413"/>
          </a:xfrm>
          <a:custGeom>
            <a:rect b="b" l="l" r="r" t="t"/>
            <a:pathLst>
              <a:path extrusionOk="0" h="29017" w="27269">
                <a:moveTo>
                  <a:pt x="22507" y="0"/>
                </a:moveTo>
                <a:cubicBezTo>
                  <a:pt x="21719" y="0"/>
                  <a:pt x="20932" y="201"/>
                  <a:pt x="20248" y="603"/>
                </a:cubicBezTo>
                <a:cubicBezTo>
                  <a:pt x="20101" y="684"/>
                  <a:pt x="19960" y="774"/>
                  <a:pt x="19827" y="877"/>
                </a:cubicBezTo>
                <a:cubicBezTo>
                  <a:pt x="19689" y="973"/>
                  <a:pt x="19562" y="1080"/>
                  <a:pt x="19439" y="1195"/>
                </a:cubicBezTo>
                <a:cubicBezTo>
                  <a:pt x="19306" y="1313"/>
                  <a:pt x="19214" y="1408"/>
                  <a:pt x="19117" y="1505"/>
                </a:cubicBezTo>
                <a:lnTo>
                  <a:pt x="18821" y="1800"/>
                </a:lnTo>
                <a:lnTo>
                  <a:pt x="17642" y="2975"/>
                </a:lnTo>
                <a:lnTo>
                  <a:pt x="8210" y="12373"/>
                </a:lnTo>
                <a:lnTo>
                  <a:pt x="3494" y="17071"/>
                </a:lnTo>
                <a:lnTo>
                  <a:pt x="2315" y="18246"/>
                </a:lnTo>
                <a:lnTo>
                  <a:pt x="1721" y="18842"/>
                </a:lnTo>
                <a:cubicBezTo>
                  <a:pt x="1504" y="19073"/>
                  <a:pt x="1291" y="19311"/>
                  <a:pt x="1110" y="19576"/>
                </a:cubicBezTo>
                <a:cubicBezTo>
                  <a:pt x="744" y="20099"/>
                  <a:pt x="454" y="20675"/>
                  <a:pt x="267" y="21287"/>
                </a:cubicBezTo>
                <a:cubicBezTo>
                  <a:pt x="86" y="21900"/>
                  <a:pt x="1" y="22538"/>
                  <a:pt x="13" y="23174"/>
                </a:cubicBezTo>
                <a:cubicBezTo>
                  <a:pt x="35" y="24451"/>
                  <a:pt x="496" y="25713"/>
                  <a:pt x="1281" y="26719"/>
                </a:cubicBezTo>
                <a:cubicBezTo>
                  <a:pt x="1679" y="27216"/>
                  <a:pt x="2146" y="27657"/>
                  <a:pt x="2675" y="28015"/>
                </a:cubicBezTo>
                <a:cubicBezTo>
                  <a:pt x="3210" y="28365"/>
                  <a:pt x="3798" y="28634"/>
                  <a:pt x="4413" y="28805"/>
                </a:cubicBezTo>
                <a:cubicBezTo>
                  <a:pt x="4924" y="28947"/>
                  <a:pt x="5453" y="29016"/>
                  <a:pt x="5983" y="29016"/>
                </a:cubicBezTo>
                <a:cubicBezTo>
                  <a:pt x="6728" y="29016"/>
                  <a:pt x="7474" y="28878"/>
                  <a:pt x="8170" y="28610"/>
                </a:cubicBezTo>
                <a:cubicBezTo>
                  <a:pt x="8765" y="28375"/>
                  <a:pt x="9319" y="28045"/>
                  <a:pt x="9814" y="27642"/>
                </a:cubicBezTo>
                <a:lnTo>
                  <a:pt x="10170" y="27323"/>
                </a:lnTo>
                <a:cubicBezTo>
                  <a:pt x="10285" y="27216"/>
                  <a:pt x="10371" y="27125"/>
                  <a:pt x="10472" y="27025"/>
                </a:cubicBezTo>
                <a:lnTo>
                  <a:pt x="11063" y="26437"/>
                </a:lnTo>
                <a:lnTo>
                  <a:pt x="20495" y="17039"/>
                </a:lnTo>
                <a:cubicBezTo>
                  <a:pt x="21385" y="16152"/>
                  <a:pt x="21860" y="15184"/>
                  <a:pt x="21554" y="14878"/>
                </a:cubicBezTo>
                <a:cubicBezTo>
                  <a:pt x="21491" y="14814"/>
                  <a:pt x="21400" y="14784"/>
                  <a:pt x="21287" y="14784"/>
                </a:cubicBezTo>
                <a:cubicBezTo>
                  <a:pt x="20852" y="14784"/>
                  <a:pt x="20096" y="15227"/>
                  <a:pt x="19389" y="15931"/>
                </a:cubicBezTo>
                <a:lnTo>
                  <a:pt x="9957" y="25329"/>
                </a:lnTo>
                <a:lnTo>
                  <a:pt x="9369" y="25916"/>
                </a:lnTo>
                <a:cubicBezTo>
                  <a:pt x="9272" y="26009"/>
                  <a:pt x="9166" y="26121"/>
                  <a:pt x="9079" y="26200"/>
                </a:cubicBezTo>
                <a:lnTo>
                  <a:pt x="8814" y="26439"/>
                </a:lnTo>
                <a:cubicBezTo>
                  <a:pt x="8448" y="26735"/>
                  <a:pt x="8041" y="26978"/>
                  <a:pt x="7603" y="27152"/>
                </a:cubicBezTo>
                <a:cubicBezTo>
                  <a:pt x="7090" y="27349"/>
                  <a:pt x="6538" y="27451"/>
                  <a:pt x="5987" y="27451"/>
                </a:cubicBezTo>
                <a:cubicBezTo>
                  <a:pt x="5595" y="27451"/>
                  <a:pt x="5204" y="27399"/>
                  <a:pt x="4826" y="27294"/>
                </a:cubicBezTo>
                <a:cubicBezTo>
                  <a:pt x="4373" y="27166"/>
                  <a:pt x="3939" y="26970"/>
                  <a:pt x="3544" y="26715"/>
                </a:cubicBezTo>
                <a:cubicBezTo>
                  <a:pt x="3154" y="26449"/>
                  <a:pt x="2808" y="26121"/>
                  <a:pt x="2512" y="25753"/>
                </a:cubicBezTo>
                <a:cubicBezTo>
                  <a:pt x="1935" y="25011"/>
                  <a:pt x="1591" y="24083"/>
                  <a:pt x="1577" y="23138"/>
                </a:cubicBezTo>
                <a:cubicBezTo>
                  <a:pt x="1570" y="22667"/>
                  <a:pt x="1633" y="22194"/>
                  <a:pt x="1764" y="21743"/>
                </a:cubicBezTo>
                <a:cubicBezTo>
                  <a:pt x="1902" y="21291"/>
                  <a:pt x="2118" y="20866"/>
                  <a:pt x="2387" y="20480"/>
                </a:cubicBezTo>
                <a:cubicBezTo>
                  <a:pt x="2520" y="20285"/>
                  <a:pt x="2677" y="20110"/>
                  <a:pt x="2838" y="19937"/>
                </a:cubicBezTo>
                <a:lnTo>
                  <a:pt x="3418" y="19355"/>
                </a:lnTo>
                <a:lnTo>
                  <a:pt x="4597" y="18180"/>
                </a:lnTo>
                <a:lnTo>
                  <a:pt x="9313" y="13480"/>
                </a:lnTo>
                <a:lnTo>
                  <a:pt x="18747" y="4082"/>
                </a:lnTo>
                <a:lnTo>
                  <a:pt x="19926" y="2907"/>
                </a:lnTo>
                <a:lnTo>
                  <a:pt x="20220" y="2615"/>
                </a:lnTo>
                <a:cubicBezTo>
                  <a:pt x="20318" y="2515"/>
                  <a:pt x="20421" y="2412"/>
                  <a:pt x="20497" y="2348"/>
                </a:cubicBezTo>
                <a:cubicBezTo>
                  <a:pt x="20576" y="2273"/>
                  <a:pt x="20660" y="2201"/>
                  <a:pt x="20751" y="2140"/>
                </a:cubicBezTo>
                <a:cubicBezTo>
                  <a:pt x="20836" y="2070"/>
                  <a:pt x="20930" y="2014"/>
                  <a:pt x="21027" y="1961"/>
                </a:cubicBezTo>
                <a:cubicBezTo>
                  <a:pt x="21473" y="1696"/>
                  <a:pt x="21990" y="1565"/>
                  <a:pt x="22507" y="1565"/>
                </a:cubicBezTo>
                <a:cubicBezTo>
                  <a:pt x="22870" y="1565"/>
                  <a:pt x="23232" y="1629"/>
                  <a:pt x="23570" y="1758"/>
                </a:cubicBezTo>
                <a:cubicBezTo>
                  <a:pt x="24397" y="2056"/>
                  <a:pt x="25065" y="2764"/>
                  <a:pt x="25342" y="3593"/>
                </a:cubicBezTo>
                <a:cubicBezTo>
                  <a:pt x="25634" y="4424"/>
                  <a:pt x="25517" y="5384"/>
                  <a:pt x="25051" y="6128"/>
                </a:cubicBezTo>
                <a:cubicBezTo>
                  <a:pt x="24938" y="6315"/>
                  <a:pt x="24797" y="6486"/>
                  <a:pt x="24646" y="6647"/>
                </a:cubicBezTo>
                <a:lnTo>
                  <a:pt x="24063" y="7229"/>
                </a:lnTo>
                <a:lnTo>
                  <a:pt x="22884" y="8404"/>
                </a:lnTo>
                <a:lnTo>
                  <a:pt x="20526" y="10752"/>
                </a:lnTo>
                <a:lnTo>
                  <a:pt x="15811" y="15452"/>
                </a:lnTo>
                <a:lnTo>
                  <a:pt x="11095" y="20150"/>
                </a:lnTo>
                <a:lnTo>
                  <a:pt x="10506" y="20739"/>
                </a:lnTo>
                <a:cubicBezTo>
                  <a:pt x="10283" y="20961"/>
                  <a:pt x="10170" y="21073"/>
                  <a:pt x="10011" y="21174"/>
                </a:cubicBezTo>
                <a:cubicBezTo>
                  <a:pt x="9754" y="21340"/>
                  <a:pt x="9447" y="21423"/>
                  <a:pt x="9141" y="21423"/>
                </a:cubicBezTo>
                <a:cubicBezTo>
                  <a:pt x="9072" y="21423"/>
                  <a:pt x="9004" y="21419"/>
                  <a:pt x="8936" y="21411"/>
                </a:cubicBezTo>
                <a:cubicBezTo>
                  <a:pt x="8184" y="21331"/>
                  <a:pt x="7552" y="20653"/>
                  <a:pt x="7524" y="19898"/>
                </a:cubicBezTo>
                <a:cubicBezTo>
                  <a:pt x="7500" y="19524"/>
                  <a:pt x="7607" y="19142"/>
                  <a:pt x="7834" y="18846"/>
                </a:cubicBezTo>
                <a:cubicBezTo>
                  <a:pt x="7858" y="18806"/>
                  <a:pt x="7890" y="18770"/>
                  <a:pt x="7922" y="18737"/>
                </a:cubicBezTo>
                <a:cubicBezTo>
                  <a:pt x="7951" y="18701"/>
                  <a:pt x="7979" y="18667"/>
                  <a:pt x="8035" y="18611"/>
                </a:cubicBezTo>
                <a:lnTo>
                  <a:pt x="8325" y="18313"/>
                </a:lnTo>
                <a:lnTo>
                  <a:pt x="8906" y="17717"/>
                </a:lnTo>
                <a:lnTo>
                  <a:pt x="11224" y="15333"/>
                </a:lnTo>
                <a:lnTo>
                  <a:pt x="15864" y="10561"/>
                </a:lnTo>
                <a:cubicBezTo>
                  <a:pt x="16739" y="9661"/>
                  <a:pt x="17200" y="8685"/>
                  <a:pt x="16894" y="8380"/>
                </a:cubicBezTo>
                <a:cubicBezTo>
                  <a:pt x="16832" y="8319"/>
                  <a:pt x="16743" y="8290"/>
                  <a:pt x="16633" y="8290"/>
                </a:cubicBezTo>
                <a:cubicBezTo>
                  <a:pt x="16201" y="8290"/>
                  <a:pt x="15448" y="8744"/>
                  <a:pt x="14749" y="9464"/>
                </a:cubicBezTo>
                <a:lnTo>
                  <a:pt x="10105" y="14239"/>
                </a:lnTo>
                <a:lnTo>
                  <a:pt x="7784" y="16627"/>
                </a:lnTo>
                <a:lnTo>
                  <a:pt x="7204" y="17224"/>
                </a:lnTo>
                <a:lnTo>
                  <a:pt x="6914" y="17522"/>
                </a:lnTo>
                <a:cubicBezTo>
                  <a:pt x="6870" y="17566"/>
                  <a:pt x="6806" y="17635"/>
                  <a:pt x="6745" y="17705"/>
                </a:cubicBezTo>
                <a:cubicBezTo>
                  <a:pt x="6685" y="17774"/>
                  <a:pt x="6625" y="17844"/>
                  <a:pt x="6574" y="17920"/>
                </a:cubicBezTo>
                <a:cubicBezTo>
                  <a:pt x="6130" y="18510"/>
                  <a:pt x="5916" y="19262"/>
                  <a:pt x="5963" y="19993"/>
                </a:cubicBezTo>
                <a:cubicBezTo>
                  <a:pt x="6005" y="20725"/>
                  <a:pt x="6307" y="21448"/>
                  <a:pt x="6816" y="21979"/>
                </a:cubicBezTo>
                <a:cubicBezTo>
                  <a:pt x="7313" y="22514"/>
                  <a:pt x="8009" y="22878"/>
                  <a:pt x="8739" y="22963"/>
                </a:cubicBezTo>
                <a:cubicBezTo>
                  <a:pt x="8873" y="22981"/>
                  <a:pt x="9009" y="22989"/>
                  <a:pt x="9144" y="22989"/>
                </a:cubicBezTo>
                <a:cubicBezTo>
                  <a:pt x="9743" y="22989"/>
                  <a:pt x="10342" y="22822"/>
                  <a:pt x="10848" y="22496"/>
                </a:cubicBezTo>
                <a:cubicBezTo>
                  <a:pt x="11003" y="22395"/>
                  <a:pt x="11152" y="22287"/>
                  <a:pt x="11286" y="22162"/>
                </a:cubicBezTo>
                <a:cubicBezTo>
                  <a:pt x="11439" y="22025"/>
                  <a:pt x="11502" y="21951"/>
                  <a:pt x="11612" y="21848"/>
                </a:cubicBezTo>
                <a:lnTo>
                  <a:pt x="12200" y="21260"/>
                </a:lnTo>
                <a:lnTo>
                  <a:pt x="16916" y="16562"/>
                </a:lnTo>
                <a:lnTo>
                  <a:pt x="21632" y="11862"/>
                </a:lnTo>
                <a:lnTo>
                  <a:pt x="23990" y="9514"/>
                </a:lnTo>
                <a:lnTo>
                  <a:pt x="25169" y="8339"/>
                </a:lnTo>
                <a:lnTo>
                  <a:pt x="25763" y="7742"/>
                </a:lnTo>
                <a:cubicBezTo>
                  <a:pt x="25994" y="7502"/>
                  <a:pt x="26206" y="7241"/>
                  <a:pt x="26381" y="6955"/>
                </a:cubicBezTo>
                <a:cubicBezTo>
                  <a:pt x="27093" y="5816"/>
                  <a:pt x="27268" y="4360"/>
                  <a:pt x="26825" y="3092"/>
                </a:cubicBezTo>
                <a:cubicBezTo>
                  <a:pt x="26397" y="1820"/>
                  <a:pt x="25389" y="758"/>
                  <a:pt x="24125" y="295"/>
                </a:cubicBezTo>
                <a:cubicBezTo>
                  <a:pt x="23609" y="98"/>
                  <a:pt x="23058" y="0"/>
                  <a:pt x="2250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6" name="Google Shape;2356;p7"/>
          <p:cNvSpPr/>
          <p:nvPr/>
        </p:nvSpPr>
        <p:spPr>
          <a:xfrm>
            <a:off x="5588200" y="1064375"/>
            <a:ext cx="388400" cy="411925"/>
          </a:xfrm>
          <a:custGeom>
            <a:rect b="b" l="l" r="r" t="t"/>
            <a:pathLst>
              <a:path extrusionOk="0" h="16477" w="15536">
                <a:moveTo>
                  <a:pt x="6847" y="1663"/>
                </a:moveTo>
                <a:cubicBezTo>
                  <a:pt x="7694" y="2699"/>
                  <a:pt x="8474" y="3796"/>
                  <a:pt x="9217" y="4915"/>
                </a:cubicBezTo>
                <a:lnTo>
                  <a:pt x="9217" y="4915"/>
                </a:lnTo>
                <a:cubicBezTo>
                  <a:pt x="8312" y="5132"/>
                  <a:pt x="7406" y="5345"/>
                  <a:pt x="6499" y="5555"/>
                </a:cubicBezTo>
                <a:lnTo>
                  <a:pt x="6499" y="5555"/>
                </a:lnTo>
                <a:cubicBezTo>
                  <a:pt x="6577" y="4254"/>
                  <a:pt x="6686" y="2956"/>
                  <a:pt x="6847" y="1663"/>
                </a:cubicBezTo>
                <a:close/>
                <a:moveTo>
                  <a:pt x="13631" y="4832"/>
                </a:moveTo>
                <a:cubicBezTo>
                  <a:pt x="13054" y="5635"/>
                  <a:pt x="12464" y="6428"/>
                  <a:pt x="11865" y="7213"/>
                </a:cubicBezTo>
                <a:lnTo>
                  <a:pt x="11865" y="7213"/>
                </a:lnTo>
                <a:cubicBezTo>
                  <a:pt x="11783" y="7081"/>
                  <a:pt x="11700" y="6949"/>
                  <a:pt x="11617" y="6817"/>
                </a:cubicBezTo>
                <a:cubicBezTo>
                  <a:pt x="11353" y="6396"/>
                  <a:pt x="11086" y="5973"/>
                  <a:pt x="10816" y="5552"/>
                </a:cubicBezTo>
                <a:lnTo>
                  <a:pt x="10816" y="5552"/>
                </a:lnTo>
                <a:cubicBezTo>
                  <a:pt x="11756" y="5320"/>
                  <a:pt x="12695" y="5082"/>
                  <a:pt x="13631" y="4832"/>
                </a:cubicBezTo>
                <a:close/>
                <a:moveTo>
                  <a:pt x="5447" y="6821"/>
                </a:moveTo>
                <a:lnTo>
                  <a:pt x="5447" y="6821"/>
                </a:lnTo>
                <a:cubicBezTo>
                  <a:pt x="5412" y="7578"/>
                  <a:pt x="5383" y="8337"/>
                  <a:pt x="5358" y="9095"/>
                </a:cubicBezTo>
                <a:lnTo>
                  <a:pt x="5358" y="9095"/>
                </a:lnTo>
                <a:cubicBezTo>
                  <a:pt x="4278" y="8603"/>
                  <a:pt x="3200" y="8103"/>
                  <a:pt x="2127" y="7595"/>
                </a:cubicBezTo>
                <a:lnTo>
                  <a:pt x="2127" y="7595"/>
                </a:lnTo>
                <a:cubicBezTo>
                  <a:pt x="3233" y="7333"/>
                  <a:pt x="4340" y="7077"/>
                  <a:pt x="5447" y="6821"/>
                </a:cubicBezTo>
                <a:close/>
                <a:moveTo>
                  <a:pt x="9795" y="5801"/>
                </a:moveTo>
                <a:cubicBezTo>
                  <a:pt x="10147" y="6347"/>
                  <a:pt x="10492" y="6896"/>
                  <a:pt x="10833" y="7443"/>
                </a:cubicBezTo>
                <a:cubicBezTo>
                  <a:pt x="10961" y="7647"/>
                  <a:pt x="11089" y="7852"/>
                  <a:pt x="11216" y="8057"/>
                </a:cubicBezTo>
                <a:lnTo>
                  <a:pt x="11216" y="8057"/>
                </a:lnTo>
                <a:cubicBezTo>
                  <a:pt x="10515" y="8963"/>
                  <a:pt x="9804" y="9861"/>
                  <a:pt x="9090" y="10757"/>
                </a:cubicBezTo>
                <a:lnTo>
                  <a:pt x="9090" y="10757"/>
                </a:lnTo>
                <a:cubicBezTo>
                  <a:pt x="8168" y="10356"/>
                  <a:pt x="7249" y="9949"/>
                  <a:pt x="6332" y="9536"/>
                </a:cubicBezTo>
                <a:lnTo>
                  <a:pt x="6332" y="9536"/>
                </a:lnTo>
                <a:cubicBezTo>
                  <a:pt x="6362" y="8553"/>
                  <a:pt x="6396" y="7571"/>
                  <a:pt x="6443" y="6590"/>
                </a:cubicBezTo>
                <a:lnTo>
                  <a:pt x="6443" y="6590"/>
                </a:lnTo>
                <a:cubicBezTo>
                  <a:pt x="7562" y="6331"/>
                  <a:pt x="8679" y="6070"/>
                  <a:pt x="9795" y="5801"/>
                </a:cubicBezTo>
                <a:close/>
                <a:moveTo>
                  <a:pt x="11771" y="8958"/>
                </a:moveTo>
                <a:cubicBezTo>
                  <a:pt x="12536" y="10214"/>
                  <a:pt x="13278" y="11491"/>
                  <a:pt x="13947" y="12799"/>
                </a:cubicBezTo>
                <a:lnTo>
                  <a:pt x="13947" y="12799"/>
                </a:lnTo>
                <a:cubicBezTo>
                  <a:pt x="12637" y="12267"/>
                  <a:pt x="11332" y="11721"/>
                  <a:pt x="10032" y="11163"/>
                </a:cubicBezTo>
                <a:lnTo>
                  <a:pt x="10032" y="11163"/>
                </a:lnTo>
                <a:cubicBezTo>
                  <a:pt x="10616" y="10431"/>
                  <a:pt x="11196" y="9697"/>
                  <a:pt x="11771" y="8958"/>
                </a:cubicBezTo>
                <a:close/>
                <a:moveTo>
                  <a:pt x="6300" y="10607"/>
                </a:moveTo>
                <a:cubicBezTo>
                  <a:pt x="7016" y="10927"/>
                  <a:pt x="7732" y="11244"/>
                  <a:pt x="8451" y="11557"/>
                </a:cubicBezTo>
                <a:lnTo>
                  <a:pt x="8451" y="11557"/>
                </a:lnTo>
                <a:cubicBezTo>
                  <a:pt x="7691" y="12508"/>
                  <a:pt x="6929" y="13457"/>
                  <a:pt x="6174" y="14413"/>
                </a:cubicBezTo>
                <a:lnTo>
                  <a:pt x="6174" y="14413"/>
                </a:lnTo>
                <a:cubicBezTo>
                  <a:pt x="6229" y="13146"/>
                  <a:pt x="6264" y="11877"/>
                  <a:pt x="6300" y="10607"/>
                </a:cubicBezTo>
                <a:close/>
                <a:moveTo>
                  <a:pt x="6513" y="1"/>
                </a:moveTo>
                <a:cubicBezTo>
                  <a:pt x="6290" y="1"/>
                  <a:pt x="6060" y="131"/>
                  <a:pt x="6026" y="362"/>
                </a:cubicBezTo>
                <a:cubicBezTo>
                  <a:pt x="5760" y="2163"/>
                  <a:pt x="5604" y="3972"/>
                  <a:pt x="5501" y="5786"/>
                </a:cubicBezTo>
                <a:lnTo>
                  <a:pt x="5501" y="5786"/>
                </a:lnTo>
                <a:cubicBezTo>
                  <a:pt x="3837" y="6171"/>
                  <a:pt x="2172" y="6555"/>
                  <a:pt x="511" y="6958"/>
                </a:cubicBezTo>
                <a:cubicBezTo>
                  <a:pt x="115" y="7055"/>
                  <a:pt x="1" y="7681"/>
                  <a:pt x="393" y="7868"/>
                </a:cubicBezTo>
                <a:cubicBezTo>
                  <a:pt x="2028" y="8652"/>
                  <a:pt x="3672" y="9419"/>
                  <a:pt x="5324" y="10167"/>
                </a:cubicBezTo>
                <a:lnTo>
                  <a:pt x="5324" y="10167"/>
                </a:lnTo>
                <a:cubicBezTo>
                  <a:pt x="5265" y="12097"/>
                  <a:pt x="5213" y="14027"/>
                  <a:pt x="5099" y="15951"/>
                </a:cubicBezTo>
                <a:cubicBezTo>
                  <a:pt x="5085" y="16196"/>
                  <a:pt x="5221" y="16347"/>
                  <a:pt x="5397" y="16404"/>
                </a:cubicBezTo>
                <a:lnTo>
                  <a:pt x="5397" y="16404"/>
                </a:lnTo>
                <a:cubicBezTo>
                  <a:pt x="5468" y="16450"/>
                  <a:pt x="5548" y="16477"/>
                  <a:pt x="5628" y="16477"/>
                </a:cubicBezTo>
                <a:cubicBezTo>
                  <a:pt x="5740" y="16477"/>
                  <a:pt x="5853" y="16426"/>
                  <a:pt x="5948" y="16303"/>
                </a:cubicBezTo>
                <a:cubicBezTo>
                  <a:pt x="7084" y="14845"/>
                  <a:pt x="8241" y="13406"/>
                  <a:pt x="9393" y="11965"/>
                </a:cubicBezTo>
                <a:lnTo>
                  <a:pt x="9393" y="11965"/>
                </a:lnTo>
                <a:cubicBezTo>
                  <a:pt x="11196" y="12741"/>
                  <a:pt x="13009" y="13494"/>
                  <a:pt x="14832" y="14222"/>
                </a:cubicBezTo>
                <a:cubicBezTo>
                  <a:pt x="14891" y="14245"/>
                  <a:pt x="14947" y="14256"/>
                  <a:pt x="14999" y="14256"/>
                </a:cubicBezTo>
                <a:cubicBezTo>
                  <a:pt x="15344" y="14256"/>
                  <a:pt x="15535" y="13791"/>
                  <a:pt x="15394" y="13491"/>
                </a:cubicBezTo>
                <a:cubicBezTo>
                  <a:pt x="14529" y="11640"/>
                  <a:pt x="13496" y="9859"/>
                  <a:pt x="12424" y="8114"/>
                </a:cubicBezTo>
                <a:lnTo>
                  <a:pt x="12424" y="8114"/>
                </a:lnTo>
                <a:cubicBezTo>
                  <a:pt x="13397" y="6844"/>
                  <a:pt x="14350" y="5557"/>
                  <a:pt x="15264" y="4238"/>
                </a:cubicBezTo>
                <a:cubicBezTo>
                  <a:pt x="15493" y="3909"/>
                  <a:pt x="15177" y="3491"/>
                  <a:pt x="14822" y="3491"/>
                </a:cubicBezTo>
                <a:cubicBezTo>
                  <a:pt x="14782" y="3491"/>
                  <a:pt x="14741" y="3496"/>
                  <a:pt x="14701" y="3507"/>
                </a:cubicBezTo>
                <a:cubicBezTo>
                  <a:pt x="13221" y="3921"/>
                  <a:pt x="11733" y="4302"/>
                  <a:pt x="10242" y="4667"/>
                </a:cubicBezTo>
                <a:lnTo>
                  <a:pt x="10242" y="4667"/>
                </a:lnTo>
                <a:cubicBezTo>
                  <a:pt x="9206" y="3091"/>
                  <a:pt x="8105" y="1549"/>
                  <a:pt x="6860" y="143"/>
                </a:cubicBezTo>
                <a:cubicBezTo>
                  <a:pt x="6774" y="46"/>
                  <a:pt x="6645" y="1"/>
                  <a:pt x="6513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7" name="Google Shape;2357;p7"/>
          <p:cNvSpPr/>
          <p:nvPr/>
        </p:nvSpPr>
        <p:spPr>
          <a:xfrm>
            <a:off x="7974050" y="786950"/>
            <a:ext cx="176025" cy="165050"/>
          </a:xfrm>
          <a:custGeom>
            <a:rect b="b" l="l" r="r" t="t"/>
            <a:pathLst>
              <a:path extrusionOk="0" h="6602" w="7041">
                <a:moveTo>
                  <a:pt x="4935" y="1378"/>
                </a:moveTo>
                <a:cubicBezTo>
                  <a:pt x="4939" y="1380"/>
                  <a:pt x="4948" y="1387"/>
                  <a:pt x="4965" y="1400"/>
                </a:cubicBezTo>
                <a:cubicBezTo>
                  <a:pt x="4955" y="1392"/>
                  <a:pt x="4945" y="1385"/>
                  <a:pt x="4935" y="1378"/>
                </a:cubicBezTo>
                <a:close/>
                <a:moveTo>
                  <a:pt x="1630" y="1762"/>
                </a:moveTo>
                <a:lnTo>
                  <a:pt x="1630" y="1762"/>
                </a:lnTo>
                <a:cubicBezTo>
                  <a:pt x="1621" y="1773"/>
                  <a:pt x="1618" y="1778"/>
                  <a:pt x="1618" y="1778"/>
                </a:cubicBezTo>
                <a:cubicBezTo>
                  <a:pt x="1618" y="1778"/>
                  <a:pt x="1623" y="1771"/>
                  <a:pt x="1630" y="1762"/>
                </a:cubicBezTo>
                <a:close/>
                <a:moveTo>
                  <a:pt x="3639" y="986"/>
                </a:moveTo>
                <a:cubicBezTo>
                  <a:pt x="4036" y="986"/>
                  <a:pt x="4418" y="1072"/>
                  <a:pt x="4734" y="1250"/>
                </a:cubicBezTo>
                <a:cubicBezTo>
                  <a:pt x="4786" y="1280"/>
                  <a:pt x="4839" y="1313"/>
                  <a:pt x="4890" y="1347"/>
                </a:cubicBezTo>
                <a:cubicBezTo>
                  <a:pt x="4906" y="1357"/>
                  <a:pt x="4921" y="1367"/>
                  <a:pt x="4935" y="1378"/>
                </a:cubicBezTo>
                <a:lnTo>
                  <a:pt x="4935" y="1378"/>
                </a:lnTo>
                <a:cubicBezTo>
                  <a:pt x="4934" y="1377"/>
                  <a:pt x="4933" y="1376"/>
                  <a:pt x="4933" y="1376"/>
                </a:cubicBezTo>
                <a:lnTo>
                  <a:pt x="4933" y="1376"/>
                </a:lnTo>
                <a:cubicBezTo>
                  <a:pt x="4934" y="1376"/>
                  <a:pt x="4964" y="1397"/>
                  <a:pt x="4972" y="1404"/>
                </a:cubicBezTo>
                <a:cubicBezTo>
                  <a:pt x="5081" y="1495"/>
                  <a:pt x="5182" y="1594"/>
                  <a:pt x="5275" y="1701"/>
                </a:cubicBezTo>
                <a:cubicBezTo>
                  <a:pt x="5296" y="1724"/>
                  <a:pt x="5315" y="1747"/>
                  <a:pt x="5332" y="1771"/>
                </a:cubicBezTo>
                <a:cubicBezTo>
                  <a:pt x="5336" y="1776"/>
                  <a:pt x="5339" y="1780"/>
                  <a:pt x="5342" y="1782"/>
                </a:cubicBezTo>
                <a:lnTo>
                  <a:pt x="5342" y="1782"/>
                </a:lnTo>
                <a:cubicBezTo>
                  <a:pt x="5378" y="1835"/>
                  <a:pt x="5414" y="1889"/>
                  <a:pt x="5446" y="1943"/>
                </a:cubicBezTo>
                <a:cubicBezTo>
                  <a:pt x="5477" y="1994"/>
                  <a:pt x="5507" y="2045"/>
                  <a:pt x="5534" y="2097"/>
                </a:cubicBezTo>
                <a:cubicBezTo>
                  <a:pt x="5548" y="2126"/>
                  <a:pt x="5603" y="2244"/>
                  <a:pt x="5604" y="2244"/>
                </a:cubicBezTo>
                <a:cubicBezTo>
                  <a:pt x="5605" y="2244"/>
                  <a:pt x="5604" y="2244"/>
                  <a:pt x="5604" y="2242"/>
                </a:cubicBezTo>
                <a:lnTo>
                  <a:pt x="5604" y="2242"/>
                </a:lnTo>
                <a:cubicBezTo>
                  <a:pt x="5646" y="2347"/>
                  <a:pt x="5682" y="2454"/>
                  <a:pt x="5711" y="2561"/>
                </a:cubicBezTo>
                <a:cubicBezTo>
                  <a:pt x="5726" y="2620"/>
                  <a:pt x="5741" y="2679"/>
                  <a:pt x="5751" y="2738"/>
                </a:cubicBezTo>
                <a:cubicBezTo>
                  <a:pt x="5756" y="2758"/>
                  <a:pt x="5778" y="2901"/>
                  <a:pt x="5781" y="2901"/>
                </a:cubicBezTo>
                <a:cubicBezTo>
                  <a:pt x="5781" y="2901"/>
                  <a:pt x="5781" y="2892"/>
                  <a:pt x="5779" y="2872"/>
                </a:cubicBezTo>
                <a:lnTo>
                  <a:pt x="5779" y="2872"/>
                </a:lnTo>
                <a:cubicBezTo>
                  <a:pt x="5793" y="2999"/>
                  <a:pt x="5800" y="3127"/>
                  <a:pt x="5800" y="3256"/>
                </a:cubicBezTo>
                <a:cubicBezTo>
                  <a:pt x="5798" y="3323"/>
                  <a:pt x="5796" y="3393"/>
                  <a:pt x="5791" y="3460"/>
                </a:cubicBezTo>
                <a:cubicBezTo>
                  <a:pt x="5787" y="3518"/>
                  <a:pt x="5781" y="3572"/>
                  <a:pt x="5780" y="3582"/>
                </a:cubicBezTo>
                <a:lnTo>
                  <a:pt x="5780" y="3582"/>
                </a:lnTo>
                <a:cubicBezTo>
                  <a:pt x="5759" y="3706"/>
                  <a:pt x="5734" y="3831"/>
                  <a:pt x="5699" y="3953"/>
                </a:cubicBezTo>
                <a:cubicBezTo>
                  <a:pt x="5682" y="4012"/>
                  <a:pt x="5663" y="4069"/>
                  <a:pt x="5642" y="4126"/>
                </a:cubicBezTo>
                <a:cubicBezTo>
                  <a:pt x="5631" y="4155"/>
                  <a:pt x="5621" y="4183"/>
                  <a:pt x="5610" y="4212"/>
                </a:cubicBezTo>
                <a:cubicBezTo>
                  <a:pt x="5606" y="4223"/>
                  <a:pt x="5602" y="4232"/>
                  <a:pt x="5600" y="4238"/>
                </a:cubicBezTo>
                <a:lnTo>
                  <a:pt x="5600" y="4238"/>
                </a:lnTo>
                <a:cubicBezTo>
                  <a:pt x="5597" y="4244"/>
                  <a:pt x="5593" y="4252"/>
                  <a:pt x="5589" y="4261"/>
                </a:cubicBezTo>
                <a:cubicBezTo>
                  <a:pt x="5534" y="4370"/>
                  <a:pt x="5477" y="4478"/>
                  <a:pt x="5412" y="4581"/>
                </a:cubicBezTo>
                <a:cubicBezTo>
                  <a:pt x="5311" y="4737"/>
                  <a:pt x="5324" y="4720"/>
                  <a:pt x="5189" y="4863"/>
                </a:cubicBezTo>
                <a:cubicBezTo>
                  <a:pt x="4814" y="5261"/>
                  <a:pt x="4355" y="5476"/>
                  <a:pt x="3756" y="5573"/>
                </a:cubicBezTo>
                <a:cubicBezTo>
                  <a:pt x="3620" y="5595"/>
                  <a:pt x="3482" y="5605"/>
                  <a:pt x="3344" y="5605"/>
                </a:cubicBezTo>
                <a:cubicBezTo>
                  <a:pt x="2954" y="5605"/>
                  <a:pt x="2572" y="5519"/>
                  <a:pt x="2265" y="5346"/>
                </a:cubicBezTo>
                <a:cubicBezTo>
                  <a:pt x="2214" y="5316"/>
                  <a:pt x="2164" y="5285"/>
                  <a:pt x="2113" y="5253"/>
                </a:cubicBezTo>
                <a:cubicBezTo>
                  <a:pt x="2098" y="5243"/>
                  <a:pt x="2015" y="5180"/>
                  <a:pt x="2013" y="5180"/>
                </a:cubicBezTo>
                <a:lnTo>
                  <a:pt x="2013" y="5180"/>
                </a:lnTo>
                <a:cubicBezTo>
                  <a:pt x="2013" y="5180"/>
                  <a:pt x="2019" y="5186"/>
                  <a:pt x="2037" y="5200"/>
                </a:cubicBezTo>
                <a:cubicBezTo>
                  <a:pt x="1930" y="5114"/>
                  <a:pt x="1831" y="5019"/>
                  <a:pt x="1740" y="4916"/>
                </a:cubicBezTo>
                <a:cubicBezTo>
                  <a:pt x="1728" y="4902"/>
                  <a:pt x="1675" y="4837"/>
                  <a:pt x="1657" y="4816"/>
                </a:cubicBezTo>
                <a:lnTo>
                  <a:pt x="1657" y="4816"/>
                </a:lnTo>
                <a:cubicBezTo>
                  <a:pt x="1647" y="4801"/>
                  <a:pt x="1584" y="4711"/>
                  <a:pt x="1570" y="4688"/>
                </a:cubicBezTo>
                <a:cubicBezTo>
                  <a:pt x="1500" y="4579"/>
                  <a:pt x="1439" y="4465"/>
                  <a:pt x="1382" y="4347"/>
                </a:cubicBezTo>
                <a:cubicBezTo>
                  <a:pt x="1372" y="4327"/>
                  <a:pt x="1369" y="4322"/>
                  <a:pt x="1368" y="4322"/>
                </a:cubicBezTo>
                <a:lnTo>
                  <a:pt x="1368" y="4322"/>
                </a:lnTo>
                <a:cubicBezTo>
                  <a:pt x="1368" y="4322"/>
                  <a:pt x="1368" y="4322"/>
                  <a:pt x="1368" y="4322"/>
                </a:cubicBezTo>
                <a:lnTo>
                  <a:pt x="1368" y="4322"/>
                </a:lnTo>
                <a:cubicBezTo>
                  <a:pt x="1366" y="4315"/>
                  <a:pt x="1360" y="4299"/>
                  <a:pt x="1348" y="4265"/>
                </a:cubicBezTo>
                <a:cubicBezTo>
                  <a:pt x="1329" y="4210"/>
                  <a:pt x="1308" y="4155"/>
                  <a:pt x="1291" y="4101"/>
                </a:cubicBezTo>
                <a:cubicBezTo>
                  <a:pt x="1251" y="3974"/>
                  <a:pt x="1220" y="3848"/>
                  <a:pt x="1197" y="3717"/>
                </a:cubicBezTo>
                <a:cubicBezTo>
                  <a:pt x="1192" y="3696"/>
                  <a:pt x="1179" y="3596"/>
                  <a:pt x="1178" y="3596"/>
                </a:cubicBezTo>
                <a:lnTo>
                  <a:pt x="1178" y="3596"/>
                </a:lnTo>
                <a:cubicBezTo>
                  <a:pt x="1178" y="3596"/>
                  <a:pt x="1179" y="3606"/>
                  <a:pt x="1182" y="3633"/>
                </a:cubicBezTo>
                <a:cubicBezTo>
                  <a:pt x="1173" y="3568"/>
                  <a:pt x="1167" y="3502"/>
                  <a:pt x="1165" y="3437"/>
                </a:cubicBezTo>
                <a:cubicBezTo>
                  <a:pt x="1157" y="3304"/>
                  <a:pt x="1157" y="3174"/>
                  <a:pt x="1165" y="3041"/>
                </a:cubicBezTo>
                <a:cubicBezTo>
                  <a:pt x="1167" y="3011"/>
                  <a:pt x="1179" y="2898"/>
                  <a:pt x="1181" y="2870"/>
                </a:cubicBezTo>
                <a:lnTo>
                  <a:pt x="1181" y="2870"/>
                </a:lnTo>
                <a:cubicBezTo>
                  <a:pt x="1186" y="2847"/>
                  <a:pt x="1203" y="2750"/>
                  <a:pt x="1209" y="2721"/>
                </a:cubicBezTo>
                <a:cubicBezTo>
                  <a:pt x="1239" y="2580"/>
                  <a:pt x="1281" y="2443"/>
                  <a:pt x="1327" y="2306"/>
                </a:cubicBezTo>
                <a:cubicBezTo>
                  <a:pt x="1342" y="2262"/>
                  <a:pt x="1345" y="2248"/>
                  <a:pt x="1346" y="2244"/>
                </a:cubicBezTo>
                <a:lnTo>
                  <a:pt x="1346" y="2244"/>
                </a:lnTo>
                <a:cubicBezTo>
                  <a:pt x="1348" y="2241"/>
                  <a:pt x="1355" y="2229"/>
                  <a:pt x="1376" y="2188"/>
                </a:cubicBezTo>
                <a:cubicBezTo>
                  <a:pt x="1407" y="2125"/>
                  <a:pt x="1439" y="2059"/>
                  <a:pt x="1475" y="1998"/>
                </a:cubicBezTo>
                <a:cubicBezTo>
                  <a:pt x="1511" y="1937"/>
                  <a:pt x="1551" y="1878"/>
                  <a:pt x="1588" y="1819"/>
                </a:cubicBezTo>
                <a:cubicBezTo>
                  <a:pt x="1603" y="1799"/>
                  <a:pt x="1618" y="1779"/>
                  <a:pt x="1632" y="1759"/>
                </a:cubicBezTo>
                <a:lnTo>
                  <a:pt x="1632" y="1759"/>
                </a:lnTo>
                <a:cubicBezTo>
                  <a:pt x="1639" y="1751"/>
                  <a:pt x="1646" y="1741"/>
                  <a:pt x="1654" y="1733"/>
                </a:cubicBezTo>
                <a:cubicBezTo>
                  <a:pt x="1744" y="1632"/>
                  <a:pt x="1839" y="1535"/>
                  <a:pt x="1945" y="1446"/>
                </a:cubicBezTo>
                <a:cubicBezTo>
                  <a:pt x="1949" y="1443"/>
                  <a:pt x="1952" y="1440"/>
                  <a:pt x="1955" y="1437"/>
                </a:cubicBezTo>
                <a:lnTo>
                  <a:pt x="1955" y="1437"/>
                </a:lnTo>
                <a:cubicBezTo>
                  <a:pt x="1958" y="1435"/>
                  <a:pt x="1960" y="1434"/>
                  <a:pt x="1963" y="1431"/>
                </a:cubicBezTo>
                <a:cubicBezTo>
                  <a:pt x="1993" y="1410"/>
                  <a:pt x="2022" y="1389"/>
                  <a:pt x="2054" y="1370"/>
                </a:cubicBezTo>
                <a:cubicBezTo>
                  <a:pt x="2115" y="1328"/>
                  <a:pt x="2180" y="1292"/>
                  <a:pt x="2246" y="1257"/>
                </a:cubicBezTo>
                <a:cubicBezTo>
                  <a:pt x="2372" y="1191"/>
                  <a:pt x="2412" y="1174"/>
                  <a:pt x="2604" y="1120"/>
                </a:cubicBezTo>
                <a:cubicBezTo>
                  <a:pt x="2802" y="1065"/>
                  <a:pt x="2859" y="1059"/>
                  <a:pt x="3023" y="1044"/>
                </a:cubicBezTo>
                <a:cubicBezTo>
                  <a:pt x="3046" y="1042"/>
                  <a:pt x="3069" y="1039"/>
                  <a:pt x="3092" y="1035"/>
                </a:cubicBezTo>
                <a:lnTo>
                  <a:pt x="3092" y="1035"/>
                </a:lnTo>
                <a:cubicBezTo>
                  <a:pt x="3113" y="1033"/>
                  <a:pt x="3134" y="1031"/>
                  <a:pt x="3156" y="1027"/>
                </a:cubicBezTo>
                <a:cubicBezTo>
                  <a:pt x="3317" y="1000"/>
                  <a:pt x="3479" y="986"/>
                  <a:pt x="3639" y="986"/>
                </a:cubicBezTo>
                <a:close/>
                <a:moveTo>
                  <a:pt x="3656" y="0"/>
                </a:moveTo>
                <a:cubicBezTo>
                  <a:pt x="3424" y="0"/>
                  <a:pt x="3191" y="20"/>
                  <a:pt x="2962" y="55"/>
                </a:cubicBezTo>
                <a:lnTo>
                  <a:pt x="2962" y="55"/>
                </a:lnTo>
                <a:cubicBezTo>
                  <a:pt x="1592" y="189"/>
                  <a:pt x="506" y="1128"/>
                  <a:pt x="238" y="2500"/>
                </a:cubicBezTo>
                <a:cubicBezTo>
                  <a:pt x="0" y="3730"/>
                  <a:pt x="360" y="5131"/>
                  <a:pt x="1367" y="5933"/>
                </a:cubicBezTo>
                <a:cubicBezTo>
                  <a:pt x="1934" y="6385"/>
                  <a:pt x="2656" y="6602"/>
                  <a:pt x="3382" y="6602"/>
                </a:cubicBezTo>
                <a:cubicBezTo>
                  <a:pt x="4138" y="6602"/>
                  <a:pt x="4898" y="6367"/>
                  <a:pt x="5494" y="5917"/>
                </a:cubicBezTo>
                <a:cubicBezTo>
                  <a:pt x="6607" y="5078"/>
                  <a:pt x="7041" y="3580"/>
                  <a:pt x="6659" y="2253"/>
                </a:cubicBezTo>
                <a:cubicBezTo>
                  <a:pt x="6453" y="1537"/>
                  <a:pt x="6015" y="905"/>
                  <a:pt x="5393" y="488"/>
                </a:cubicBezTo>
                <a:cubicBezTo>
                  <a:pt x="4872" y="137"/>
                  <a:pt x="4267" y="0"/>
                  <a:pt x="3656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8" name="Google Shape;2358;p7"/>
          <p:cNvSpPr/>
          <p:nvPr/>
        </p:nvSpPr>
        <p:spPr>
          <a:xfrm>
            <a:off x="1644575" y="3671325"/>
            <a:ext cx="117525" cy="110100"/>
          </a:xfrm>
          <a:custGeom>
            <a:rect b="b" l="l" r="r" t="t"/>
            <a:pathLst>
              <a:path extrusionOk="0" h="4404" w="4701">
                <a:moveTo>
                  <a:pt x="1951" y="1032"/>
                </a:moveTo>
                <a:cubicBezTo>
                  <a:pt x="1950" y="1033"/>
                  <a:pt x="1949" y="1033"/>
                  <a:pt x="1947" y="1033"/>
                </a:cubicBezTo>
                <a:cubicBezTo>
                  <a:pt x="1948" y="1033"/>
                  <a:pt x="1950" y="1033"/>
                  <a:pt x="1951" y="1032"/>
                </a:cubicBezTo>
                <a:close/>
                <a:moveTo>
                  <a:pt x="2857" y="1059"/>
                </a:moveTo>
                <a:cubicBezTo>
                  <a:pt x="2871" y="1059"/>
                  <a:pt x="2889" y="1066"/>
                  <a:pt x="2907" y="1075"/>
                </a:cubicBezTo>
                <a:lnTo>
                  <a:pt x="2907" y="1075"/>
                </a:lnTo>
                <a:cubicBezTo>
                  <a:pt x="2887" y="1068"/>
                  <a:pt x="2858" y="1059"/>
                  <a:pt x="2857" y="1059"/>
                </a:cubicBezTo>
                <a:close/>
                <a:moveTo>
                  <a:pt x="3091" y="1185"/>
                </a:moveTo>
                <a:cubicBezTo>
                  <a:pt x="3091" y="1185"/>
                  <a:pt x="3091" y="1185"/>
                  <a:pt x="3091" y="1185"/>
                </a:cubicBezTo>
                <a:lnTo>
                  <a:pt x="3091" y="1185"/>
                </a:lnTo>
                <a:cubicBezTo>
                  <a:pt x="3091" y="1185"/>
                  <a:pt x="3091" y="1185"/>
                  <a:pt x="3091" y="1185"/>
                </a:cubicBezTo>
                <a:close/>
                <a:moveTo>
                  <a:pt x="3104" y="1198"/>
                </a:moveTo>
                <a:cubicBezTo>
                  <a:pt x="3111" y="1203"/>
                  <a:pt x="3118" y="1208"/>
                  <a:pt x="3125" y="1213"/>
                </a:cubicBezTo>
                <a:cubicBezTo>
                  <a:pt x="3142" y="1224"/>
                  <a:pt x="3149" y="1229"/>
                  <a:pt x="3148" y="1229"/>
                </a:cubicBezTo>
                <a:cubicBezTo>
                  <a:pt x="3148" y="1229"/>
                  <a:pt x="3121" y="1211"/>
                  <a:pt x="3104" y="1198"/>
                </a:cubicBezTo>
                <a:close/>
                <a:moveTo>
                  <a:pt x="1747" y="3319"/>
                </a:moveTo>
                <a:cubicBezTo>
                  <a:pt x="1767" y="3326"/>
                  <a:pt x="1803" y="3338"/>
                  <a:pt x="1802" y="3338"/>
                </a:cubicBezTo>
                <a:cubicBezTo>
                  <a:pt x="1800" y="3339"/>
                  <a:pt x="1799" y="3339"/>
                  <a:pt x="1797" y="3339"/>
                </a:cubicBezTo>
                <a:cubicBezTo>
                  <a:pt x="1785" y="3339"/>
                  <a:pt x="1766" y="3330"/>
                  <a:pt x="1747" y="3319"/>
                </a:cubicBezTo>
                <a:close/>
                <a:moveTo>
                  <a:pt x="2463" y="3393"/>
                </a:moveTo>
                <a:cubicBezTo>
                  <a:pt x="2461" y="3393"/>
                  <a:pt x="2459" y="3393"/>
                  <a:pt x="2456" y="3393"/>
                </a:cubicBezTo>
                <a:lnTo>
                  <a:pt x="2456" y="3393"/>
                </a:lnTo>
                <a:cubicBezTo>
                  <a:pt x="2459" y="3393"/>
                  <a:pt x="2462" y="3393"/>
                  <a:pt x="2463" y="3393"/>
                </a:cubicBezTo>
                <a:close/>
                <a:moveTo>
                  <a:pt x="2387" y="989"/>
                </a:moveTo>
                <a:cubicBezTo>
                  <a:pt x="2440" y="989"/>
                  <a:pt x="2491" y="989"/>
                  <a:pt x="2541" y="993"/>
                </a:cubicBezTo>
                <a:cubicBezTo>
                  <a:pt x="2560" y="993"/>
                  <a:pt x="2582" y="997"/>
                  <a:pt x="2601" y="998"/>
                </a:cubicBezTo>
                <a:lnTo>
                  <a:pt x="2601" y="998"/>
                </a:lnTo>
                <a:cubicBezTo>
                  <a:pt x="2682" y="1018"/>
                  <a:pt x="2761" y="1029"/>
                  <a:pt x="2840" y="1057"/>
                </a:cubicBezTo>
                <a:cubicBezTo>
                  <a:pt x="2857" y="1061"/>
                  <a:pt x="2876" y="1069"/>
                  <a:pt x="2895" y="1076"/>
                </a:cubicBezTo>
                <a:cubicBezTo>
                  <a:pt x="2906" y="1079"/>
                  <a:pt x="2914" y="1081"/>
                  <a:pt x="2919" y="1082"/>
                </a:cubicBezTo>
                <a:lnTo>
                  <a:pt x="2919" y="1082"/>
                </a:lnTo>
                <a:cubicBezTo>
                  <a:pt x="2944" y="1096"/>
                  <a:pt x="2968" y="1113"/>
                  <a:pt x="2984" y="1122"/>
                </a:cubicBezTo>
                <a:cubicBezTo>
                  <a:pt x="3015" y="1139"/>
                  <a:pt x="3049" y="1160"/>
                  <a:pt x="3080" y="1181"/>
                </a:cubicBezTo>
                <a:cubicBezTo>
                  <a:pt x="3084" y="1184"/>
                  <a:pt x="3088" y="1186"/>
                  <a:pt x="3092" y="1189"/>
                </a:cubicBezTo>
                <a:lnTo>
                  <a:pt x="3092" y="1189"/>
                </a:lnTo>
                <a:cubicBezTo>
                  <a:pt x="3107" y="1217"/>
                  <a:pt x="3258" y="1347"/>
                  <a:pt x="3274" y="1366"/>
                </a:cubicBezTo>
                <a:cubicBezTo>
                  <a:pt x="3278" y="1370"/>
                  <a:pt x="3281" y="1374"/>
                  <a:pt x="3284" y="1378"/>
                </a:cubicBezTo>
                <a:lnTo>
                  <a:pt x="3284" y="1378"/>
                </a:lnTo>
                <a:cubicBezTo>
                  <a:pt x="3304" y="1410"/>
                  <a:pt x="3328" y="1440"/>
                  <a:pt x="3348" y="1474"/>
                </a:cubicBezTo>
                <a:cubicBezTo>
                  <a:pt x="3367" y="1503"/>
                  <a:pt x="3386" y="1535"/>
                  <a:pt x="3403" y="1569"/>
                </a:cubicBezTo>
                <a:cubicBezTo>
                  <a:pt x="3409" y="1579"/>
                  <a:pt x="3414" y="1591"/>
                  <a:pt x="3420" y="1604"/>
                </a:cubicBezTo>
                <a:lnTo>
                  <a:pt x="3420" y="1604"/>
                </a:lnTo>
                <a:cubicBezTo>
                  <a:pt x="3420" y="1602"/>
                  <a:pt x="3420" y="1600"/>
                  <a:pt x="3420" y="1598"/>
                </a:cubicBezTo>
                <a:lnTo>
                  <a:pt x="3420" y="1598"/>
                </a:lnTo>
                <a:cubicBezTo>
                  <a:pt x="3420" y="1600"/>
                  <a:pt x="3420" y="1602"/>
                  <a:pt x="3420" y="1604"/>
                </a:cubicBezTo>
                <a:lnTo>
                  <a:pt x="3420" y="1604"/>
                </a:lnTo>
                <a:cubicBezTo>
                  <a:pt x="3420" y="1604"/>
                  <a:pt x="3420" y="1604"/>
                  <a:pt x="3420" y="1604"/>
                </a:cubicBezTo>
                <a:lnTo>
                  <a:pt x="3420" y="1604"/>
                </a:lnTo>
                <a:cubicBezTo>
                  <a:pt x="3420" y="1621"/>
                  <a:pt x="3423" y="1634"/>
                  <a:pt x="3427" y="1644"/>
                </a:cubicBezTo>
                <a:lnTo>
                  <a:pt x="3427" y="1644"/>
                </a:lnTo>
                <a:cubicBezTo>
                  <a:pt x="3423" y="1630"/>
                  <a:pt x="3420" y="1616"/>
                  <a:pt x="3420" y="1604"/>
                </a:cubicBezTo>
                <a:lnTo>
                  <a:pt x="3420" y="1604"/>
                </a:lnTo>
                <a:cubicBezTo>
                  <a:pt x="3422" y="1608"/>
                  <a:pt x="3424" y="1613"/>
                  <a:pt x="3426" y="1617"/>
                </a:cubicBezTo>
                <a:cubicBezTo>
                  <a:pt x="3442" y="1646"/>
                  <a:pt x="3443" y="1659"/>
                  <a:pt x="3439" y="1659"/>
                </a:cubicBezTo>
                <a:cubicBezTo>
                  <a:pt x="3436" y="1659"/>
                  <a:pt x="3432" y="1654"/>
                  <a:pt x="3427" y="1644"/>
                </a:cubicBezTo>
                <a:lnTo>
                  <a:pt x="3427" y="1644"/>
                </a:lnTo>
                <a:cubicBezTo>
                  <a:pt x="3443" y="1697"/>
                  <a:pt x="3479" y="1760"/>
                  <a:pt x="3491" y="1802"/>
                </a:cubicBezTo>
                <a:cubicBezTo>
                  <a:pt x="3500" y="1838"/>
                  <a:pt x="3508" y="1874"/>
                  <a:pt x="3517" y="1910"/>
                </a:cubicBezTo>
                <a:cubicBezTo>
                  <a:pt x="3521" y="1933"/>
                  <a:pt x="3525" y="1954"/>
                  <a:pt x="3529" y="1977"/>
                </a:cubicBezTo>
                <a:cubicBezTo>
                  <a:pt x="3534" y="2005"/>
                  <a:pt x="3537" y="2015"/>
                  <a:pt x="3538" y="2015"/>
                </a:cubicBezTo>
                <a:cubicBezTo>
                  <a:pt x="3540" y="2015"/>
                  <a:pt x="3530" y="1942"/>
                  <a:pt x="3525" y="1939"/>
                </a:cubicBezTo>
                <a:lnTo>
                  <a:pt x="3525" y="1939"/>
                </a:lnTo>
                <a:cubicBezTo>
                  <a:pt x="3550" y="1954"/>
                  <a:pt x="3538" y="2142"/>
                  <a:pt x="3538" y="2173"/>
                </a:cubicBezTo>
                <a:cubicBezTo>
                  <a:pt x="3538" y="2215"/>
                  <a:pt x="3535" y="2257"/>
                  <a:pt x="3533" y="2297"/>
                </a:cubicBezTo>
                <a:cubicBezTo>
                  <a:pt x="3532" y="2312"/>
                  <a:pt x="3530" y="2326"/>
                  <a:pt x="3529" y="2339"/>
                </a:cubicBezTo>
                <a:lnTo>
                  <a:pt x="3529" y="2339"/>
                </a:lnTo>
                <a:cubicBezTo>
                  <a:pt x="3514" y="2409"/>
                  <a:pt x="3504" y="2477"/>
                  <a:pt x="3483" y="2546"/>
                </a:cubicBezTo>
                <a:cubicBezTo>
                  <a:pt x="3472" y="2582"/>
                  <a:pt x="3462" y="2618"/>
                  <a:pt x="3449" y="2651"/>
                </a:cubicBezTo>
                <a:cubicBezTo>
                  <a:pt x="3445" y="2663"/>
                  <a:pt x="3440" y="2676"/>
                  <a:pt x="3436" y="2688"/>
                </a:cubicBezTo>
                <a:lnTo>
                  <a:pt x="3436" y="2688"/>
                </a:lnTo>
                <a:cubicBezTo>
                  <a:pt x="3398" y="2751"/>
                  <a:pt x="3369" y="2818"/>
                  <a:pt x="3329" y="2881"/>
                </a:cubicBezTo>
                <a:cubicBezTo>
                  <a:pt x="3324" y="2889"/>
                  <a:pt x="3300" y="2922"/>
                  <a:pt x="3284" y="2945"/>
                </a:cubicBezTo>
                <a:lnTo>
                  <a:pt x="3284" y="2945"/>
                </a:lnTo>
                <a:cubicBezTo>
                  <a:pt x="3263" y="2968"/>
                  <a:pt x="3232" y="3005"/>
                  <a:pt x="3224" y="3014"/>
                </a:cubicBezTo>
                <a:cubicBezTo>
                  <a:pt x="3198" y="3041"/>
                  <a:pt x="3171" y="3069"/>
                  <a:pt x="3142" y="3094"/>
                </a:cubicBezTo>
                <a:cubicBezTo>
                  <a:pt x="3127" y="3106"/>
                  <a:pt x="3112" y="3119"/>
                  <a:pt x="3099" y="3132"/>
                </a:cubicBezTo>
                <a:cubicBezTo>
                  <a:pt x="3075" y="3154"/>
                  <a:pt x="3071" y="3163"/>
                  <a:pt x="3076" y="3163"/>
                </a:cubicBezTo>
                <a:cubicBezTo>
                  <a:pt x="3076" y="3163"/>
                  <a:pt x="3077" y="3163"/>
                  <a:pt x="3078" y="3162"/>
                </a:cubicBezTo>
                <a:lnTo>
                  <a:pt x="3078" y="3162"/>
                </a:lnTo>
                <a:cubicBezTo>
                  <a:pt x="3021" y="3203"/>
                  <a:pt x="2923" y="3245"/>
                  <a:pt x="2889" y="3262"/>
                </a:cubicBezTo>
                <a:cubicBezTo>
                  <a:pt x="2863" y="3275"/>
                  <a:pt x="2803" y="3296"/>
                  <a:pt x="2805" y="3296"/>
                </a:cubicBezTo>
                <a:cubicBezTo>
                  <a:pt x="2806" y="3296"/>
                  <a:pt x="2822" y="3291"/>
                  <a:pt x="2866" y="3277"/>
                </a:cubicBezTo>
                <a:lnTo>
                  <a:pt x="2866" y="3277"/>
                </a:lnTo>
                <a:cubicBezTo>
                  <a:pt x="2823" y="3292"/>
                  <a:pt x="2783" y="3309"/>
                  <a:pt x="2741" y="3323"/>
                </a:cubicBezTo>
                <a:cubicBezTo>
                  <a:pt x="2642" y="3355"/>
                  <a:pt x="2541" y="3376"/>
                  <a:pt x="2438" y="3395"/>
                </a:cubicBezTo>
                <a:cubicBezTo>
                  <a:pt x="2437" y="3395"/>
                  <a:pt x="2437" y="3395"/>
                  <a:pt x="2437" y="3395"/>
                </a:cubicBezTo>
                <a:lnTo>
                  <a:pt x="2437" y="3395"/>
                </a:lnTo>
                <a:cubicBezTo>
                  <a:pt x="2416" y="3397"/>
                  <a:pt x="2395" y="3400"/>
                  <a:pt x="2375" y="3401"/>
                </a:cubicBezTo>
                <a:cubicBezTo>
                  <a:pt x="2330" y="3403"/>
                  <a:pt x="2284" y="3406"/>
                  <a:pt x="2240" y="3406"/>
                </a:cubicBezTo>
                <a:cubicBezTo>
                  <a:pt x="2226" y="3406"/>
                  <a:pt x="2211" y="3406"/>
                  <a:pt x="2197" y="3406"/>
                </a:cubicBezTo>
                <a:cubicBezTo>
                  <a:pt x="2163" y="3406"/>
                  <a:pt x="2129" y="3405"/>
                  <a:pt x="2094" y="3403"/>
                </a:cubicBezTo>
                <a:cubicBezTo>
                  <a:pt x="2081" y="3402"/>
                  <a:pt x="2067" y="3400"/>
                  <a:pt x="2054" y="3398"/>
                </a:cubicBezTo>
                <a:lnTo>
                  <a:pt x="2054" y="3398"/>
                </a:lnTo>
                <a:cubicBezTo>
                  <a:pt x="1975" y="3376"/>
                  <a:pt x="1893" y="3365"/>
                  <a:pt x="1814" y="3340"/>
                </a:cubicBezTo>
                <a:cubicBezTo>
                  <a:pt x="1797" y="3334"/>
                  <a:pt x="1778" y="3326"/>
                  <a:pt x="1762" y="3321"/>
                </a:cubicBezTo>
                <a:cubicBezTo>
                  <a:pt x="1752" y="3318"/>
                  <a:pt x="1745" y="3316"/>
                  <a:pt x="1740" y="3315"/>
                </a:cubicBezTo>
                <a:lnTo>
                  <a:pt x="1740" y="3315"/>
                </a:lnTo>
                <a:cubicBezTo>
                  <a:pt x="1716" y="3301"/>
                  <a:pt x="1691" y="3283"/>
                  <a:pt x="1679" y="3277"/>
                </a:cubicBezTo>
                <a:cubicBezTo>
                  <a:pt x="1648" y="3258"/>
                  <a:pt x="1616" y="3241"/>
                  <a:pt x="1587" y="3220"/>
                </a:cubicBezTo>
                <a:cubicBezTo>
                  <a:pt x="1572" y="3210"/>
                  <a:pt x="1557" y="3199"/>
                  <a:pt x="1543" y="3191"/>
                </a:cubicBezTo>
                <a:cubicBezTo>
                  <a:pt x="1525" y="3180"/>
                  <a:pt x="1519" y="3175"/>
                  <a:pt x="1519" y="3175"/>
                </a:cubicBezTo>
                <a:lnTo>
                  <a:pt x="1519" y="3175"/>
                </a:lnTo>
                <a:cubicBezTo>
                  <a:pt x="1518" y="3175"/>
                  <a:pt x="1582" y="3218"/>
                  <a:pt x="1580" y="3218"/>
                </a:cubicBezTo>
                <a:cubicBezTo>
                  <a:pt x="1580" y="3218"/>
                  <a:pt x="1579" y="3218"/>
                  <a:pt x="1578" y="3218"/>
                </a:cubicBezTo>
                <a:cubicBezTo>
                  <a:pt x="1542" y="3218"/>
                  <a:pt x="1420" y="3070"/>
                  <a:pt x="1399" y="3045"/>
                </a:cubicBezTo>
                <a:cubicBezTo>
                  <a:pt x="1384" y="3030"/>
                  <a:pt x="1353" y="2977"/>
                  <a:pt x="1351" y="2977"/>
                </a:cubicBezTo>
                <a:lnTo>
                  <a:pt x="1351" y="2977"/>
                </a:lnTo>
                <a:cubicBezTo>
                  <a:pt x="1350" y="2977"/>
                  <a:pt x="1354" y="2985"/>
                  <a:pt x="1363" y="3005"/>
                </a:cubicBezTo>
                <a:cubicBezTo>
                  <a:pt x="1372" y="3025"/>
                  <a:pt x="1375" y="3032"/>
                  <a:pt x="1374" y="3032"/>
                </a:cubicBezTo>
                <a:cubicBezTo>
                  <a:pt x="1372" y="3032"/>
                  <a:pt x="1335" y="2962"/>
                  <a:pt x="1326" y="2946"/>
                </a:cubicBezTo>
                <a:cubicBezTo>
                  <a:pt x="1285" y="2881"/>
                  <a:pt x="1252" y="2814"/>
                  <a:pt x="1215" y="2746"/>
                </a:cubicBezTo>
                <a:lnTo>
                  <a:pt x="1215" y="2746"/>
                </a:lnTo>
                <a:cubicBezTo>
                  <a:pt x="1214" y="2743"/>
                  <a:pt x="1213" y="2740"/>
                  <a:pt x="1212" y="2736"/>
                </a:cubicBezTo>
                <a:cubicBezTo>
                  <a:pt x="1199" y="2702"/>
                  <a:pt x="1187" y="2668"/>
                  <a:pt x="1176" y="2635"/>
                </a:cubicBezTo>
                <a:cubicBezTo>
                  <a:pt x="1153" y="2559"/>
                  <a:pt x="1132" y="2481"/>
                  <a:pt x="1119" y="2403"/>
                </a:cubicBezTo>
                <a:cubicBezTo>
                  <a:pt x="1119" y="2401"/>
                  <a:pt x="1118" y="2399"/>
                  <a:pt x="1118" y="2397"/>
                </a:cubicBezTo>
                <a:lnTo>
                  <a:pt x="1118" y="2397"/>
                </a:lnTo>
                <a:cubicBezTo>
                  <a:pt x="1122" y="2365"/>
                  <a:pt x="1108" y="2315"/>
                  <a:pt x="1106" y="2283"/>
                </a:cubicBezTo>
                <a:cubicBezTo>
                  <a:pt x="1102" y="2203"/>
                  <a:pt x="1102" y="2123"/>
                  <a:pt x="1106" y="2043"/>
                </a:cubicBezTo>
                <a:cubicBezTo>
                  <a:pt x="1107" y="2033"/>
                  <a:pt x="1110" y="2004"/>
                  <a:pt x="1113" y="1978"/>
                </a:cubicBezTo>
                <a:lnTo>
                  <a:pt x="1113" y="1978"/>
                </a:lnTo>
                <a:cubicBezTo>
                  <a:pt x="1117" y="1953"/>
                  <a:pt x="1123" y="1911"/>
                  <a:pt x="1125" y="1899"/>
                </a:cubicBezTo>
                <a:cubicBezTo>
                  <a:pt x="1144" y="1813"/>
                  <a:pt x="1170" y="1731"/>
                  <a:pt x="1197" y="1647"/>
                </a:cubicBezTo>
                <a:cubicBezTo>
                  <a:pt x="1199" y="1642"/>
                  <a:pt x="1200" y="1637"/>
                  <a:pt x="1201" y="1634"/>
                </a:cubicBezTo>
                <a:lnTo>
                  <a:pt x="1201" y="1634"/>
                </a:lnTo>
                <a:cubicBezTo>
                  <a:pt x="1203" y="1630"/>
                  <a:pt x="1205" y="1626"/>
                  <a:pt x="1208" y="1621"/>
                </a:cubicBezTo>
                <a:cubicBezTo>
                  <a:pt x="1227" y="1583"/>
                  <a:pt x="1246" y="1543"/>
                  <a:pt x="1269" y="1507"/>
                </a:cubicBezTo>
                <a:cubicBezTo>
                  <a:pt x="1290" y="1470"/>
                  <a:pt x="1313" y="1434"/>
                  <a:pt x="1338" y="1398"/>
                </a:cubicBezTo>
                <a:cubicBezTo>
                  <a:pt x="1341" y="1394"/>
                  <a:pt x="1344" y="1390"/>
                  <a:pt x="1346" y="1386"/>
                </a:cubicBezTo>
                <a:lnTo>
                  <a:pt x="1346" y="1386"/>
                </a:lnTo>
                <a:cubicBezTo>
                  <a:pt x="1346" y="1386"/>
                  <a:pt x="1346" y="1386"/>
                  <a:pt x="1347" y="1385"/>
                </a:cubicBezTo>
                <a:cubicBezTo>
                  <a:pt x="1399" y="1329"/>
                  <a:pt x="1454" y="1275"/>
                  <a:pt x="1511" y="1223"/>
                </a:cubicBezTo>
                <a:lnTo>
                  <a:pt x="1511" y="1223"/>
                </a:lnTo>
                <a:cubicBezTo>
                  <a:pt x="1524" y="1213"/>
                  <a:pt x="1537" y="1203"/>
                  <a:pt x="1551" y="1194"/>
                </a:cubicBezTo>
                <a:cubicBezTo>
                  <a:pt x="1589" y="1170"/>
                  <a:pt x="1627" y="1147"/>
                  <a:pt x="1667" y="1126"/>
                </a:cubicBezTo>
                <a:cubicBezTo>
                  <a:pt x="1682" y="1119"/>
                  <a:pt x="1697" y="1111"/>
                  <a:pt x="1712" y="1103"/>
                </a:cubicBezTo>
                <a:lnTo>
                  <a:pt x="1712" y="1103"/>
                </a:lnTo>
                <a:cubicBezTo>
                  <a:pt x="1755" y="1090"/>
                  <a:pt x="1797" y="1075"/>
                  <a:pt x="1840" y="1063"/>
                </a:cubicBezTo>
                <a:cubicBezTo>
                  <a:pt x="1884" y="1050"/>
                  <a:pt x="1928" y="1042"/>
                  <a:pt x="1970" y="1031"/>
                </a:cubicBezTo>
                <a:cubicBezTo>
                  <a:pt x="1976" y="1030"/>
                  <a:pt x="1983" y="1028"/>
                  <a:pt x="1990" y="1026"/>
                </a:cubicBezTo>
                <a:lnTo>
                  <a:pt x="1990" y="1026"/>
                </a:lnTo>
                <a:cubicBezTo>
                  <a:pt x="2008" y="1025"/>
                  <a:pt x="2026" y="1024"/>
                  <a:pt x="2042" y="1023"/>
                </a:cubicBezTo>
                <a:cubicBezTo>
                  <a:pt x="2063" y="1021"/>
                  <a:pt x="2083" y="1018"/>
                  <a:pt x="2104" y="1015"/>
                </a:cubicBezTo>
                <a:lnTo>
                  <a:pt x="2104" y="1015"/>
                </a:lnTo>
                <a:cubicBezTo>
                  <a:pt x="2127" y="1013"/>
                  <a:pt x="2151" y="1010"/>
                  <a:pt x="2175" y="1006"/>
                </a:cubicBezTo>
                <a:cubicBezTo>
                  <a:pt x="2200" y="1002"/>
                  <a:pt x="2223" y="998"/>
                  <a:pt x="2248" y="996"/>
                </a:cubicBezTo>
                <a:lnTo>
                  <a:pt x="2248" y="996"/>
                </a:lnTo>
                <a:cubicBezTo>
                  <a:pt x="2202" y="1002"/>
                  <a:pt x="2186" y="1004"/>
                  <a:pt x="2186" y="1004"/>
                </a:cubicBezTo>
                <a:cubicBezTo>
                  <a:pt x="2187" y="1004"/>
                  <a:pt x="2227" y="999"/>
                  <a:pt x="2246" y="998"/>
                </a:cubicBezTo>
                <a:cubicBezTo>
                  <a:pt x="2293" y="996"/>
                  <a:pt x="2341" y="991"/>
                  <a:pt x="2387" y="989"/>
                </a:cubicBezTo>
                <a:close/>
                <a:moveTo>
                  <a:pt x="2431" y="0"/>
                </a:moveTo>
                <a:cubicBezTo>
                  <a:pt x="2283" y="0"/>
                  <a:pt x="2134" y="12"/>
                  <a:pt x="1987" y="33"/>
                </a:cubicBezTo>
                <a:lnTo>
                  <a:pt x="1987" y="33"/>
                </a:lnTo>
                <a:cubicBezTo>
                  <a:pt x="1519" y="79"/>
                  <a:pt x="1082" y="246"/>
                  <a:pt x="738" y="578"/>
                </a:cubicBezTo>
                <a:cubicBezTo>
                  <a:pt x="443" y="863"/>
                  <a:pt x="236" y="1259"/>
                  <a:pt x="158" y="1661"/>
                </a:cubicBezTo>
                <a:cubicBezTo>
                  <a:pt x="0" y="2477"/>
                  <a:pt x="228" y="3403"/>
                  <a:pt x="896" y="3941"/>
                </a:cubicBezTo>
                <a:cubicBezTo>
                  <a:pt x="1283" y="4251"/>
                  <a:pt x="1777" y="4404"/>
                  <a:pt x="2272" y="4404"/>
                </a:cubicBezTo>
                <a:cubicBezTo>
                  <a:pt x="2762" y="4404"/>
                  <a:pt x="3253" y="4255"/>
                  <a:pt x="3645" y="3962"/>
                </a:cubicBezTo>
                <a:cubicBezTo>
                  <a:pt x="4395" y="3401"/>
                  <a:pt x="4700" y="2409"/>
                  <a:pt x="4443" y="1512"/>
                </a:cubicBezTo>
                <a:cubicBezTo>
                  <a:pt x="4302" y="1025"/>
                  <a:pt x="4003" y="604"/>
                  <a:pt x="3582" y="321"/>
                </a:cubicBezTo>
                <a:cubicBezTo>
                  <a:pt x="3236" y="89"/>
                  <a:pt x="2836" y="0"/>
                  <a:pt x="2431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9" name="Google Shape;2359;p7"/>
          <p:cNvSpPr/>
          <p:nvPr/>
        </p:nvSpPr>
        <p:spPr>
          <a:xfrm>
            <a:off x="2845800" y="4088550"/>
            <a:ext cx="176025" cy="165050"/>
          </a:xfrm>
          <a:custGeom>
            <a:rect b="b" l="l" r="r" t="t"/>
            <a:pathLst>
              <a:path extrusionOk="0" h="6602" w="7041">
                <a:moveTo>
                  <a:pt x="4935" y="1378"/>
                </a:moveTo>
                <a:cubicBezTo>
                  <a:pt x="4939" y="1380"/>
                  <a:pt x="4948" y="1387"/>
                  <a:pt x="4965" y="1400"/>
                </a:cubicBezTo>
                <a:cubicBezTo>
                  <a:pt x="4955" y="1392"/>
                  <a:pt x="4945" y="1385"/>
                  <a:pt x="4935" y="1378"/>
                </a:cubicBezTo>
                <a:close/>
                <a:moveTo>
                  <a:pt x="1630" y="1762"/>
                </a:moveTo>
                <a:lnTo>
                  <a:pt x="1630" y="1762"/>
                </a:lnTo>
                <a:cubicBezTo>
                  <a:pt x="1621" y="1773"/>
                  <a:pt x="1618" y="1778"/>
                  <a:pt x="1618" y="1778"/>
                </a:cubicBezTo>
                <a:cubicBezTo>
                  <a:pt x="1618" y="1778"/>
                  <a:pt x="1623" y="1771"/>
                  <a:pt x="1630" y="1762"/>
                </a:cubicBezTo>
                <a:close/>
                <a:moveTo>
                  <a:pt x="3639" y="986"/>
                </a:moveTo>
                <a:cubicBezTo>
                  <a:pt x="4036" y="986"/>
                  <a:pt x="4418" y="1072"/>
                  <a:pt x="4734" y="1250"/>
                </a:cubicBezTo>
                <a:cubicBezTo>
                  <a:pt x="4786" y="1280"/>
                  <a:pt x="4839" y="1313"/>
                  <a:pt x="4890" y="1347"/>
                </a:cubicBezTo>
                <a:cubicBezTo>
                  <a:pt x="4906" y="1357"/>
                  <a:pt x="4921" y="1367"/>
                  <a:pt x="4935" y="1378"/>
                </a:cubicBezTo>
                <a:lnTo>
                  <a:pt x="4935" y="1378"/>
                </a:lnTo>
                <a:cubicBezTo>
                  <a:pt x="4934" y="1377"/>
                  <a:pt x="4933" y="1376"/>
                  <a:pt x="4933" y="1376"/>
                </a:cubicBezTo>
                <a:lnTo>
                  <a:pt x="4933" y="1376"/>
                </a:lnTo>
                <a:cubicBezTo>
                  <a:pt x="4934" y="1376"/>
                  <a:pt x="4964" y="1397"/>
                  <a:pt x="4972" y="1404"/>
                </a:cubicBezTo>
                <a:cubicBezTo>
                  <a:pt x="5081" y="1495"/>
                  <a:pt x="5182" y="1594"/>
                  <a:pt x="5275" y="1701"/>
                </a:cubicBezTo>
                <a:cubicBezTo>
                  <a:pt x="5296" y="1724"/>
                  <a:pt x="5315" y="1747"/>
                  <a:pt x="5332" y="1771"/>
                </a:cubicBezTo>
                <a:cubicBezTo>
                  <a:pt x="5336" y="1776"/>
                  <a:pt x="5339" y="1780"/>
                  <a:pt x="5342" y="1782"/>
                </a:cubicBezTo>
                <a:lnTo>
                  <a:pt x="5342" y="1782"/>
                </a:lnTo>
                <a:cubicBezTo>
                  <a:pt x="5378" y="1835"/>
                  <a:pt x="5414" y="1889"/>
                  <a:pt x="5446" y="1943"/>
                </a:cubicBezTo>
                <a:cubicBezTo>
                  <a:pt x="5477" y="1994"/>
                  <a:pt x="5507" y="2045"/>
                  <a:pt x="5534" y="2097"/>
                </a:cubicBezTo>
                <a:cubicBezTo>
                  <a:pt x="5548" y="2126"/>
                  <a:pt x="5603" y="2244"/>
                  <a:pt x="5604" y="2244"/>
                </a:cubicBezTo>
                <a:cubicBezTo>
                  <a:pt x="5605" y="2244"/>
                  <a:pt x="5604" y="2244"/>
                  <a:pt x="5604" y="2242"/>
                </a:cubicBezTo>
                <a:lnTo>
                  <a:pt x="5604" y="2242"/>
                </a:lnTo>
                <a:cubicBezTo>
                  <a:pt x="5646" y="2347"/>
                  <a:pt x="5682" y="2454"/>
                  <a:pt x="5711" y="2561"/>
                </a:cubicBezTo>
                <a:cubicBezTo>
                  <a:pt x="5726" y="2620"/>
                  <a:pt x="5741" y="2679"/>
                  <a:pt x="5751" y="2738"/>
                </a:cubicBezTo>
                <a:cubicBezTo>
                  <a:pt x="5756" y="2758"/>
                  <a:pt x="5778" y="2901"/>
                  <a:pt x="5781" y="2901"/>
                </a:cubicBezTo>
                <a:cubicBezTo>
                  <a:pt x="5781" y="2901"/>
                  <a:pt x="5781" y="2892"/>
                  <a:pt x="5779" y="2872"/>
                </a:cubicBezTo>
                <a:lnTo>
                  <a:pt x="5779" y="2872"/>
                </a:lnTo>
                <a:cubicBezTo>
                  <a:pt x="5793" y="2999"/>
                  <a:pt x="5800" y="3127"/>
                  <a:pt x="5800" y="3256"/>
                </a:cubicBezTo>
                <a:cubicBezTo>
                  <a:pt x="5798" y="3323"/>
                  <a:pt x="5796" y="3393"/>
                  <a:pt x="5791" y="3460"/>
                </a:cubicBezTo>
                <a:cubicBezTo>
                  <a:pt x="5787" y="3518"/>
                  <a:pt x="5781" y="3572"/>
                  <a:pt x="5780" y="3582"/>
                </a:cubicBezTo>
                <a:lnTo>
                  <a:pt x="5780" y="3582"/>
                </a:lnTo>
                <a:cubicBezTo>
                  <a:pt x="5759" y="3706"/>
                  <a:pt x="5734" y="3831"/>
                  <a:pt x="5699" y="3953"/>
                </a:cubicBezTo>
                <a:cubicBezTo>
                  <a:pt x="5682" y="4012"/>
                  <a:pt x="5663" y="4069"/>
                  <a:pt x="5642" y="4126"/>
                </a:cubicBezTo>
                <a:cubicBezTo>
                  <a:pt x="5631" y="4155"/>
                  <a:pt x="5621" y="4183"/>
                  <a:pt x="5610" y="4212"/>
                </a:cubicBezTo>
                <a:cubicBezTo>
                  <a:pt x="5606" y="4223"/>
                  <a:pt x="5602" y="4232"/>
                  <a:pt x="5600" y="4238"/>
                </a:cubicBezTo>
                <a:lnTo>
                  <a:pt x="5600" y="4238"/>
                </a:lnTo>
                <a:cubicBezTo>
                  <a:pt x="5597" y="4244"/>
                  <a:pt x="5593" y="4252"/>
                  <a:pt x="5589" y="4261"/>
                </a:cubicBezTo>
                <a:cubicBezTo>
                  <a:pt x="5534" y="4370"/>
                  <a:pt x="5477" y="4478"/>
                  <a:pt x="5412" y="4581"/>
                </a:cubicBezTo>
                <a:cubicBezTo>
                  <a:pt x="5311" y="4737"/>
                  <a:pt x="5324" y="4720"/>
                  <a:pt x="5189" y="4863"/>
                </a:cubicBezTo>
                <a:cubicBezTo>
                  <a:pt x="4814" y="5261"/>
                  <a:pt x="4355" y="5476"/>
                  <a:pt x="3756" y="5573"/>
                </a:cubicBezTo>
                <a:cubicBezTo>
                  <a:pt x="3620" y="5595"/>
                  <a:pt x="3482" y="5605"/>
                  <a:pt x="3344" y="5605"/>
                </a:cubicBezTo>
                <a:cubicBezTo>
                  <a:pt x="2954" y="5605"/>
                  <a:pt x="2572" y="5519"/>
                  <a:pt x="2265" y="5346"/>
                </a:cubicBezTo>
                <a:cubicBezTo>
                  <a:pt x="2214" y="5316"/>
                  <a:pt x="2164" y="5285"/>
                  <a:pt x="2113" y="5253"/>
                </a:cubicBezTo>
                <a:cubicBezTo>
                  <a:pt x="2098" y="5243"/>
                  <a:pt x="2015" y="5180"/>
                  <a:pt x="2013" y="5180"/>
                </a:cubicBezTo>
                <a:lnTo>
                  <a:pt x="2013" y="5180"/>
                </a:lnTo>
                <a:cubicBezTo>
                  <a:pt x="2013" y="5180"/>
                  <a:pt x="2019" y="5186"/>
                  <a:pt x="2037" y="5200"/>
                </a:cubicBezTo>
                <a:cubicBezTo>
                  <a:pt x="1930" y="5114"/>
                  <a:pt x="1831" y="5019"/>
                  <a:pt x="1740" y="4916"/>
                </a:cubicBezTo>
                <a:cubicBezTo>
                  <a:pt x="1728" y="4902"/>
                  <a:pt x="1675" y="4837"/>
                  <a:pt x="1657" y="4816"/>
                </a:cubicBezTo>
                <a:lnTo>
                  <a:pt x="1657" y="4816"/>
                </a:lnTo>
                <a:cubicBezTo>
                  <a:pt x="1647" y="4801"/>
                  <a:pt x="1584" y="4711"/>
                  <a:pt x="1570" y="4688"/>
                </a:cubicBezTo>
                <a:cubicBezTo>
                  <a:pt x="1500" y="4579"/>
                  <a:pt x="1439" y="4465"/>
                  <a:pt x="1382" y="4347"/>
                </a:cubicBezTo>
                <a:cubicBezTo>
                  <a:pt x="1372" y="4327"/>
                  <a:pt x="1369" y="4322"/>
                  <a:pt x="1368" y="4322"/>
                </a:cubicBezTo>
                <a:lnTo>
                  <a:pt x="1368" y="4322"/>
                </a:lnTo>
                <a:cubicBezTo>
                  <a:pt x="1368" y="4322"/>
                  <a:pt x="1368" y="4322"/>
                  <a:pt x="1368" y="4322"/>
                </a:cubicBezTo>
                <a:lnTo>
                  <a:pt x="1368" y="4322"/>
                </a:lnTo>
                <a:cubicBezTo>
                  <a:pt x="1366" y="4315"/>
                  <a:pt x="1360" y="4299"/>
                  <a:pt x="1348" y="4265"/>
                </a:cubicBezTo>
                <a:cubicBezTo>
                  <a:pt x="1329" y="4210"/>
                  <a:pt x="1308" y="4155"/>
                  <a:pt x="1291" y="4101"/>
                </a:cubicBezTo>
                <a:cubicBezTo>
                  <a:pt x="1251" y="3974"/>
                  <a:pt x="1220" y="3848"/>
                  <a:pt x="1197" y="3717"/>
                </a:cubicBezTo>
                <a:cubicBezTo>
                  <a:pt x="1192" y="3696"/>
                  <a:pt x="1179" y="3596"/>
                  <a:pt x="1178" y="3596"/>
                </a:cubicBezTo>
                <a:lnTo>
                  <a:pt x="1178" y="3596"/>
                </a:lnTo>
                <a:cubicBezTo>
                  <a:pt x="1178" y="3596"/>
                  <a:pt x="1179" y="3606"/>
                  <a:pt x="1182" y="3633"/>
                </a:cubicBezTo>
                <a:cubicBezTo>
                  <a:pt x="1173" y="3568"/>
                  <a:pt x="1167" y="3502"/>
                  <a:pt x="1165" y="3437"/>
                </a:cubicBezTo>
                <a:cubicBezTo>
                  <a:pt x="1157" y="3304"/>
                  <a:pt x="1157" y="3174"/>
                  <a:pt x="1165" y="3041"/>
                </a:cubicBezTo>
                <a:cubicBezTo>
                  <a:pt x="1167" y="3011"/>
                  <a:pt x="1179" y="2898"/>
                  <a:pt x="1181" y="2870"/>
                </a:cubicBezTo>
                <a:lnTo>
                  <a:pt x="1181" y="2870"/>
                </a:lnTo>
                <a:cubicBezTo>
                  <a:pt x="1186" y="2847"/>
                  <a:pt x="1203" y="2750"/>
                  <a:pt x="1209" y="2721"/>
                </a:cubicBezTo>
                <a:cubicBezTo>
                  <a:pt x="1239" y="2580"/>
                  <a:pt x="1281" y="2443"/>
                  <a:pt x="1327" y="2306"/>
                </a:cubicBezTo>
                <a:cubicBezTo>
                  <a:pt x="1342" y="2262"/>
                  <a:pt x="1345" y="2248"/>
                  <a:pt x="1346" y="2244"/>
                </a:cubicBezTo>
                <a:lnTo>
                  <a:pt x="1346" y="2244"/>
                </a:lnTo>
                <a:cubicBezTo>
                  <a:pt x="1348" y="2241"/>
                  <a:pt x="1355" y="2229"/>
                  <a:pt x="1376" y="2188"/>
                </a:cubicBezTo>
                <a:cubicBezTo>
                  <a:pt x="1407" y="2125"/>
                  <a:pt x="1439" y="2059"/>
                  <a:pt x="1475" y="1998"/>
                </a:cubicBezTo>
                <a:cubicBezTo>
                  <a:pt x="1511" y="1937"/>
                  <a:pt x="1551" y="1878"/>
                  <a:pt x="1588" y="1819"/>
                </a:cubicBezTo>
                <a:cubicBezTo>
                  <a:pt x="1603" y="1799"/>
                  <a:pt x="1618" y="1779"/>
                  <a:pt x="1632" y="1759"/>
                </a:cubicBezTo>
                <a:lnTo>
                  <a:pt x="1632" y="1759"/>
                </a:lnTo>
                <a:cubicBezTo>
                  <a:pt x="1639" y="1751"/>
                  <a:pt x="1646" y="1741"/>
                  <a:pt x="1654" y="1733"/>
                </a:cubicBezTo>
                <a:cubicBezTo>
                  <a:pt x="1744" y="1632"/>
                  <a:pt x="1839" y="1535"/>
                  <a:pt x="1945" y="1446"/>
                </a:cubicBezTo>
                <a:cubicBezTo>
                  <a:pt x="1949" y="1443"/>
                  <a:pt x="1952" y="1440"/>
                  <a:pt x="1955" y="1437"/>
                </a:cubicBezTo>
                <a:lnTo>
                  <a:pt x="1955" y="1437"/>
                </a:lnTo>
                <a:cubicBezTo>
                  <a:pt x="1958" y="1435"/>
                  <a:pt x="1960" y="1434"/>
                  <a:pt x="1963" y="1431"/>
                </a:cubicBezTo>
                <a:cubicBezTo>
                  <a:pt x="1993" y="1410"/>
                  <a:pt x="2022" y="1389"/>
                  <a:pt x="2054" y="1370"/>
                </a:cubicBezTo>
                <a:cubicBezTo>
                  <a:pt x="2115" y="1328"/>
                  <a:pt x="2180" y="1292"/>
                  <a:pt x="2246" y="1257"/>
                </a:cubicBezTo>
                <a:cubicBezTo>
                  <a:pt x="2372" y="1191"/>
                  <a:pt x="2412" y="1174"/>
                  <a:pt x="2604" y="1120"/>
                </a:cubicBezTo>
                <a:cubicBezTo>
                  <a:pt x="2802" y="1065"/>
                  <a:pt x="2859" y="1059"/>
                  <a:pt x="3023" y="1044"/>
                </a:cubicBezTo>
                <a:cubicBezTo>
                  <a:pt x="3046" y="1042"/>
                  <a:pt x="3069" y="1039"/>
                  <a:pt x="3092" y="1035"/>
                </a:cubicBezTo>
                <a:lnTo>
                  <a:pt x="3092" y="1035"/>
                </a:lnTo>
                <a:cubicBezTo>
                  <a:pt x="3113" y="1033"/>
                  <a:pt x="3134" y="1031"/>
                  <a:pt x="3156" y="1027"/>
                </a:cubicBezTo>
                <a:cubicBezTo>
                  <a:pt x="3317" y="1000"/>
                  <a:pt x="3479" y="986"/>
                  <a:pt x="3639" y="986"/>
                </a:cubicBezTo>
                <a:close/>
                <a:moveTo>
                  <a:pt x="3656" y="0"/>
                </a:moveTo>
                <a:cubicBezTo>
                  <a:pt x="3424" y="0"/>
                  <a:pt x="3191" y="20"/>
                  <a:pt x="2962" y="55"/>
                </a:cubicBezTo>
                <a:lnTo>
                  <a:pt x="2962" y="55"/>
                </a:lnTo>
                <a:cubicBezTo>
                  <a:pt x="1592" y="189"/>
                  <a:pt x="506" y="1128"/>
                  <a:pt x="238" y="2500"/>
                </a:cubicBezTo>
                <a:cubicBezTo>
                  <a:pt x="0" y="3730"/>
                  <a:pt x="360" y="5131"/>
                  <a:pt x="1367" y="5933"/>
                </a:cubicBezTo>
                <a:cubicBezTo>
                  <a:pt x="1934" y="6385"/>
                  <a:pt x="2656" y="6602"/>
                  <a:pt x="3382" y="6602"/>
                </a:cubicBezTo>
                <a:cubicBezTo>
                  <a:pt x="4138" y="6602"/>
                  <a:pt x="4898" y="6367"/>
                  <a:pt x="5494" y="5917"/>
                </a:cubicBezTo>
                <a:cubicBezTo>
                  <a:pt x="6607" y="5078"/>
                  <a:pt x="7041" y="3580"/>
                  <a:pt x="6659" y="2253"/>
                </a:cubicBezTo>
                <a:cubicBezTo>
                  <a:pt x="6453" y="1537"/>
                  <a:pt x="6015" y="905"/>
                  <a:pt x="5393" y="488"/>
                </a:cubicBezTo>
                <a:cubicBezTo>
                  <a:pt x="4872" y="137"/>
                  <a:pt x="4267" y="0"/>
                  <a:pt x="3656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360" name="Google Shape;2360;p7"/>
          <p:cNvGrpSpPr/>
          <p:nvPr/>
        </p:nvGrpSpPr>
        <p:grpSpPr>
          <a:xfrm>
            <a:off x="6294838" y="4058031"/>
            <a:ext cx="1055760" cy="753780"/>
            <a:chOff x="3308425" y="649500"/>
            <a:chExt cx="947975" cy="676825"/>
          </a:xfrm>
        </p:grpSpPr>
        <p:sp>
          <p:nvSpPr>
            <p:cNvPr id="2361" name="Google Shape;2361;p7"/>
            <p:cNvSpPr/>
            <p:nvPr/>
          </p:nvSpPr>
          <p:spPr>
            <a:xfrm>
              <a:off x="3308425" y="649500"/>
              <a:ext cx="947975" cy="676275"/>
            </a:xfrm>
            <a:custGeom>
              <a:rect b="b" l="l" r="r" t="t"/>
              <a:pathLst>
                <a:path extrusionOk="0" h="27051" w="37919">
                  <a:moveTo>
                    <a:pt x="12816" y="19976"/>
                  </a:moveTo>
                  <a:cubicBezTo>
                    <a:pt x="12818" y="19976"/>
                    <a:pt x="12821" y="19976"/>
                    <a:pt x="12824" y="19976"/>
                  </a:cubicBezTo>
                  <a:lnTo>
                    <a:pt x="12824" y="19976"/>
                  </a:lnTo>
                  <a:cubicBezTo>
                    <a:pt x="12815" y="19979"/>
                    <a:pt x="12808" y="19979"/>
                    <a:pt x="12804" y="19979"/>
                  </a:cubicBezTo>
                  <a:cubicBezTo>
                    <a:pt x="12796" y="19979"/>
                    <a:pt x="12800" y="19976"/>
                    <a:pt x="12816" y="19976"/>
                  </a:cubicBezTo>
                  <a:close/>
                  <a:moveTo>
                    <a:pt x="23205" y="24113"/>
                  </a:moveTo>
                  <a:cubicBezTo>
                    <a:pt x="23209" y="24113"/>
                    <a:pt x="23211" y="24115"/>
                    <a:pt x="23210" y="24120"/>
                  </a:cubicBezTo>
                  <a:cubicBezTo>
                    <a:pt x="23210" y="24121"/>
                    <a:pt x="23207" y="24122"/>
                    <a:pt x="23199" y="24122"/>
                  </a:cubicBezTo>
                  <a:cubicBezTo>
                    <a:pt x="23195" y="24122"/>
                    <a:pt x="23190" y="24121"/>
                    <a:pt x="23183" y="24121"/>
                  </a:cubicBezTo>
                  <a:lnTo>
                    <a:pt x="23183" y="24121"/>
                  </a:lnTo>
                  <a:cubicBezTo>
                    <a:pt x="23192" y="24116"/>
                    <a:pt x="23200" y="24113"/>
                    <a:pt x="23205" y="24113"/>
                  </a:cubicBezTo>
                  <a:close/>
                  <a:moveTo>
                    <a:pt x="36242" y="1377"/>
                  </a:moveTo>
                  <a:cubicBezTo>
                    <a:pt x="35424" y="2822"/>
                    <a:pt x="34606" y="4266"/>
                    <a:pt x="33786" y="5709"/>
                  </a:cubicBezTo>
                  <a:cubicBezTo>
                    <a:pt x="31759" y="9274"/>
                    <a:pt x="29728" y="12836"/>
                    <a:pt x="27681" y="16390"/>
                  </a:cubicBezTo>
                  <a:cubicBezTo>
                    <a:pt x="26227" y="18914"/>
                    <a:pt x="24824" y="21495"/>
                    <a:pt x="23229" y="23934"/>
                  </a:cubicBezTo>
                  <a:cubicBezTo>
                    <a:pt x="23191" y="23992"/>
                    <a:pt x="23148" y="24050"/>
                    <a:pt x="23106" y="24108"/>
                  </a:cubicBezTo>
                  <a:lnTo>
                    <a:pt x="23106" y="24108"/>
                  </a:lnTo>
                  <a:cubicBezTo>
                    <a:pt x="23088" y="24104"/>
                    <a:pt x="23067" y="24099"/>
                    <a:pt x="23044" y="24092"/>
                  </a:cubicBezTo>
                  <a:cubicBezTo>
                    <a:pt x="22905" y="24054"/>
                    <a:pt x="22768" y="24012"/>
                    <a:pt x="22633" y="23962"/>
                  </a:cubicBezTo>
                  <a:cubicBezTo>
                    <a:pt x="22302" y="23842"/>
                    <a:pt x="21982" y="23692"/>
                    <a:pt x="21664" y="23540"/>
                  </a:cubicBezTo>
                  <a:cubicBezTo>
                    <a:pt x="19793" y="22645"/>
                    <a:pt x="18001" y="21587"/>
                    <a:pt x="16189" y="20578"/>
                  </a:cubicBezTo>
                  <a:cubicBezTo>
                    <a:pt x="15443" y="20163"/>
                    <a:pt x="14697" y="19740"/>
                    <a:pt x="13928" y="19365"/>
                  </a:cubicBezTo>
                  <a:cubicBezTo>
                    <a:pt x="13607" y="19207"/>
                    <a:pt x="13229" y="18985"/>
                    <a:pt x="12857" y="18985"/>
                  </a:cubicBezTo>
                  <a:cubicBezTo>
                    <a:pt x="12737" y="18985"/>
                    <a:pt x="12617" y="19009"/>
                    <a:pt x="12500" y="19066"/>
                  </a:cubicBezTo>
                  <a:cubicBezTo>
                    <a:pt x="12209" y="19207"/>
                    <a:pt x="11959" y="19472"/>
                    <a:pt x="11729" y="19693"/>
                  </a:cubicBezTo>
                  <a:cubicBezTo>
                    <a:pt x="11318" y="20094"/>
                    <a:pt x="10928" y="20513"/>
                    <a:pt x="10534" y="20928"/>
                  </a:cubicBezTo>
                  <a:cubicBezTo>
                    <a:pt x="9428" y="22101"/>
                    <a:pt x="8325" y="23277"/>
                    <a:pt x="7166" y="24400"/>
                  </a:cubicBezTo>
                  <a:cubicBezTo>
                    <a:pt x="6929" y="24629"/>
                    <a:pt x="6690" y="24856"/>
                    <a:pt x="6448" y="25080"/>
                  </a:cubicBezTo>
                  <a:lnTo>
                    <a:pt x="6448" y="25080"/>
                  </a:lnTo>
                  <a:cubicBezTo>
                    <a:pt x="7055" y="22855"/>
                    <a:pt x="7613" y="20617"/>
                    <a:pt x="8177" y="18381"/>
                  </a:cubicBezTo>
                  <a:cubicBezTo>
                    <a:pt x="8331" y="17766"/>
                    <a:pt x="8727" y="16974"/>
                    <a:pt x="8278" y="16415"/>
                  </a:cubicBezTo>
                  <a:cubicBezTo>
                    <a:pt x="7575" y="15537"/>
                    <a:pt x="6292" y="15010"/>
                    <a:pt x="5320" y="14501"/>
                  </a:cubicBezTo>
                  <a:cubicBezTo>
                    <a:pt x="4122" y="13870"/>
                    <a:pt x="2890" y="13287"/>
                    <a:pt x="1708" y="12620"/>
                  </a:cubicBezTo>
                  <a:lnTo>
                    <a:pt x="1708" y="12620"/>
                  </a:lnTo>
                  <a:cubicBezTo>
                    <a:pt x="6998" y="10932"/>
                    <a:pt x="12278" y="9210"/>
                    <a:pt x="17556" y="7490"/>
                  </a:cubicBezTo>
                  <a:cubicBezTo>
                    <a:pt x="23048" y="5699"/>
                    <a:pt x="28536" y="3904"/>
                    <a:pt x="34026" y="2105"/>
                  </a:cubicBezTo>
                  <a:cubicBezTo>
                    <a:pt x="34765" y="1863"/>
                    <a:pt x="35503" y="1620"/>
                    <a:pt x="36242" y="1377"/>
                  </a:cubicBezTo>
                  <a:close/>
                  <a:moveTo>
                    <a:pt x="37319" y="0"/>
                  </a:moveTo>
                  <a:cubicBezTo>
                    <a:pt x="37273" y="0"/>
                    <a:pt x="37225" y="7"/>
                    <a:pt x="37176" y="23"/>
                  </a:cubicBezTo>
                  <a:cubicBezTo>
                    <a:pt x="33967" y="1077"/>
                    <a:pt x="30757" y="2128"/>
                    <a:pt x="27546" y="3179"/>
                  </a:cubicBezTo>
                  <a:cubicBezTo>
                    <a:pt x="21382" y="5195"/>
                    <a:pt x="15218" y="7209"/>
                    <a:pt x="9047" y="9209"/>
                  </a:cubicBezTo>
                  <a:cubicBezTo>
                    <a:pt x="6184" y="10137"/>
                    <a:pt x="3319" y="11064"/>
                    <a:pt x="452" y="11976"/>
                  </a:cubicBezTo>
                  <a:lnTo>
                    <a:pt x="452" y="11976"/>
                  </a:lnTo>
                  <a:cubicBezTo>
                    <a:pt x="371" y="11985"/>
                    <a:pt x="297" y="12018"/>
                    <a:pt x="233" y="12067"/>
                  </a:cubicBezTo>
                  <a:lnTo>
                    <a:pt x="233" y="12067"/>
                  </a:lnTo>
                  <a:cubicBezTo>
                    <a:pt x="111" y="12148"/>
                    <a:pt x="46" y="12272"/>
                    <a:pt x="28" y="12402"/>
                  </a:cubicBezTo>
                  <a:lnTo>
                    <a:pt x="28" y="12402"/>
                  </a:lnTo>
                  <a:cubicBezTo>
                    <a:pt x="0" y="12540"/>
                    <a:pt x="26" y="12688"/>
                    <a:pt x="128" y="12807"/>
                  </a:cubicBezTo>
                  <a:lnTo>
                    <a:pt x="128" y="12807"/>
                  </a:lnTo>
                  <a:cubicBezTo>
                    <a:pt x="180" y="12878"/>
                    <a:pt x="249" y="12934"/>
                    <a:pt x="332" y="12964"/>
                  </a:cubicBezTo>
                  <a:lnTo>
                    <a:pt x="332" y="12964"/>
                  </a:lnTo>
                  <a:cubicBezTo>
                    <a:pt x="1532" y="13711"/>
                    <a:pt x="2813" y="14326"/>
                    <a:pt x="4069" y="14970"/>
                  </a:cubicBezTo>
                  <a:cubicBezTo>
                    <a:pt x="5152" y="15529"/>
                    <a:pt x="6416" y="16055"/>
                    <a:pt x="7339" y="16873"/>
                  </a:cubicBezTo>
                  <a:cubicBezTo>
                    <a:pt x="7383" y="16913"/>
                    <a:pt x="7435" y="16989"/>
                    <a:pt x="7487" y="17027"/>
                  </a:cubicBezTo>
                  <a:lnTo>
                    <a:pt x="7487" y="17027"/>
                  </a:lnTo>
                  <a:cubicBezTo>
                    <a:pt x="7393" y="17359"/>
                    <a:pt x="7319" y="17699"/>
                    <a:pt x="7235" y="18033"/>
                  </a:cubicBezTo>
                  <a:cubicBezTo>
                    <a:pt x="6913" y="19321"/>
                    <a:pt x="6584" y="20606"/>
                    <a:pt x="6254" y="21891"/>
                  </a:cubicBezTo>
                  <a:cubicBezTo>
                    <a:pt x="5860" y="23410"/>
                    <a:pt x="5464" y="24931"/>
                    <a:pt x="5034" y="26439"/>
                  </a:cubicBezTo>
                  <a:cubicBezTo>
                    <a:pt x="4930" y="26803"/>
                    <a:pt x="5214" y="27050"/>
                    <a:pt x="5517" y="27050"/>
                  </a:cubicBezTo>
                  <a:cubicBezTo>
                    <a:pt x="5639" y="27050"/>
                    <a:pt x="5763" y="27011"/>
                    <a:pt x="5866" y="26924"/>
                  </a:cubicBezTo>
                  <a:cubicBezTo>
                    <a:pt x="8247" y="24910"/>
                    <a:pt x="10227" y="22525"/>
                    <a:pt x="12464" y="20370"/>
                  </a:cubicBezTo>
                  <a:cubicBezTo>
                    <a:pt x="12589" y="20250"/>
                    <a:pt x="12713" y="20123"/>
                    <a:pt x="12852" y="20018"/>
                  </a:cubicBezTo>
                  <a:cubicBezTo>
                    <a:pt x="12863" y="20009"/>
                    <a:pt x="12877" y="19999"/>
                    <a:pt x="12890" y="19990"/>
                  </a:cubicBezTo>
                  <a:lnTo>
                    <a:pt x="12890" y="19990"/>
                  </a:lnTo>
                  <a:cubicBezTo>
                    <a:pt x="12900" y="19993"/>
                    <a:pt x="12910" y="19997"/>
                    <a:pt x="12921" y="20001"/>
                  </a:cubicBezTo>
                  <a:cubicBezTo>
                    <a:pt x="13088" y="20068"/>
                    <a:pt x="13031" y="20039"/>
                    <a:pt x="13176" y="20106"/>
                  </a:cubicBezTo>
                  <a:cubicBezTo>
                    <a:pt x="13893" y="20437"/>
                    <a:pt x="14584" y="20827"/>
                    <a:pt x="15275" y="21210"/>
                  </a:cubicBezTo>
                  <a:cubicBezTo>
                    <a:pt x="17105" y="22224"/>
                    <a:pt x="18913" y="23285"/>
                    <a:pt x="20786" y="24217"/>
                  </a:cubicBezTo>
                  <a:cubicBezTo>
                    <a:pt x="21424" y="24535"/>
                    <a:pt x="22098" y="24897"/>
                    <a:pt x="22800" y="25057"/>
                  </a:cubicBezTo>
                  <a:cubicBezTo>
                    <a:pt x="22930" y="25087"/>
                    <a:pt x="23053" y="25105"/>
                    <a:pt x="23169" y="25105"/>
                  </a:cubicBezTo>
                  <a:cubicBezTo>
                    <a:pt x="23448" y="25105"/>
                    <a:pt x="23685" y="25004"/>
                    <a:pt x="23880" y="24741"/>
                  </a:cubicBezTo>
                  <a:cubicBezTo>
                    <a:pt x="24388" y="24059"/>
                    <a:pt x="24801" y="23292"/>
                    <a:pt x="25237" y="22563"/>
                  </a:cubicBezTo>
                  <a:cubicBezTo>
                    <a:pt x="26092" y="21124"/>
                    <a:pt x="26933" y="19677"/>
                    <a:pt x="27771" y="18227"/>
                  </a:cubicBezTo>
                  <a:cubicBezTo>
                    <a:pt x="29844" y="14642"/>
                    <a:pt x="31898" y="11043"/>
                    <a:pt x="33946" y="7443"/>
                  </a:cubicBezTo>
                  <a:cubicBezTo>
                    <a:pt x="35191" y="5254"/>
                    <a:pt x="36493" y="3084"/>
                    <a:pt x="37679" y="860"/>
                  </a:cubicBezTo>
                  <a:cubicBezTo>
                    <a:pt x="37698" y="826"/>
                    <a:pt x="37717" y="790"/>
                    <a:pt x="37738" y="754"/>
                  </a:cubicBezTo>
                  <a:cubicBezTo>
                    <a:pt x="37919" y="436"/>
                    <a:pt x="37673" y="0"/>
                    <a:pt x="3731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62" name="Google Shape;2362;p7"/>
            <p:cNvSpPr/>
            <p:nvPr/>
          </p:nvSpPr>
          <p:spPr>
            <a:xfrm>
              <a:off x="3492300" y="863350"/>
              <a:ext cx="474450" cy="278325"/>
            </a:xfrm>
            <a:custGeom>
              <a:rect b="b" l="l" r="r" t="t"/>
              <a:pathLst>
                <a:path extrusionOk="0" h="11133" w="18978">
                  <a:moveTo>
                    <a:pt x="18335" y="1"/>
                  </a:moveTo>
                  <a:cubicBezTo>
                    <a:pt x="18285" y="1"/>
                    <a:pt x="18233" y="10"/>
                    <a:pt x="18179" y="31"/>
                  </a:cubicBezTo>
                  <a:cubicBezTo>
                    <a:pt x="15036" y="1249"/>
                    <a:pt x="11985" y="2675"/>
                    <a:pt x="8954" y="4143"/>
                  </a:cubicBezTo>
                  <a:cubicBezTo>
                    <a:pt x="6184" y="5485"/>
                    <a:pt x="3415" y="6829"/>
                    <a:pt x="534" y="7916"/>
                  </a:cubicBezTo>
                  <a:cubicBezTo>
                    <a:pt x="1" y="8116"/>
                    <a:pt x="152" y="8911"/>
                    <a:pt x="623" y="8911"/>
                  </a:cubicBezTo>
                  <a:cubicBezTo>
                    <a:pt x="678" y="8911"/>
                    <a:pt x="737" y="8900"/>
                    <a:pt x="799" y="8877"/>
                  </a:cubicBezTo>
                  <a:cubicBezTo>
                    <a:pt x="5885" y="6960"/>
                    <a:pt x="10658" y="4331"/>
                    <a:pt x="15633" y="2155"/>
                  </a:cubicBezTo>
                  <a:lnTo>
                    <a:pt x="15633" y="2155"/>
                  </a:lnTo>
                  <a:cubicBezTo>
                    <a:pt x="12206" y="4952"/>
                    <a:pt x="8533" y="7433"/>
                    <a:pt x="5160" y="10303"/>
                  </a:cubicBezTo>
                  <a:cubicBezTo>
                    <a:pt x="4776" y="10629"/>
                    <a:pt x="5131" y="11132"/>
                    <a:pt x="5535" y="11132"/>
                  </a:cubicBezTo>
                  <a:cubicBezTo>
                    <a:pt x="5646" y="11132"/>
                    <a:pt x="5760" y="11095"/>
                    <a:pt x="5863" y="11007"/>
                  </a:cubicBezTo>
                  <a:cubicBezTo>
                    <a:pt x="10016" y="7474"/>
                    <a:pt x="14621" y="4533"/>
                    <a:pt x="18664" y="863"/>
                  </a:cubicBezTo>
                  <a:cubicBezTo>
                    <a:pt x="18977" y="577"/>
                    <a:pt x="18723" y="1"/>
                    <a:pt x="1833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63" name="Google Shape;2363;p7"/>
            <p:cNvSpPr/>
            <p:nvPr/>
          </p:nvSpPr>
          <p:spPr>
            <a:xfrm>
              <a:off x="3428775" y="1197550"/>
              <a:ext cx="352850" cy="128775"/>
            </a:xfrm>
            <a:custGeom>
              <a:rect b="b" l="l" r="r" t="t"/>
              <a:pathLst>
                <a:path extrusionOk="0" h="5151" w="14114">
                  <a:moveTo>
                    <a:pt x="13430" y="0"/>
                  </a:moveTo>
                  <a:cubicBezTo>
                    <a:pt x="13384" y="0"/>
                    <a:pt x="13335" y="7"/>
                    <a:pt x="13283" y="21"/>
                  </a:cubicBezTo>
                  <a:cubicBezTo>
                    <a:pt x="8994" y="1241"/>
                    <a:pt x="4865" y="2969"/>
                    <a:pt x="568" y="4169"/>
                  </a:cubicBezTo>
                  <a:cubicBezTo>
                    <a:pt x="1" y="4328"/>
                    <a:pt x="175" y="5151"/>
                    <a:pt x="688" y="5151"/>
                  </a:cubicBezTo>
                  <a:cubicBezTo>
                    <a:pt x="734" y="5151"/>
                    <a:pt x="782" y="5144"/>
                    <a:pt x="833" y="5130"/>
                  </a:cubicBezTo>
                  <a:cubicBezTo>
                    <a:pt x="5131" y="3929"/>
                    <a:pt x="9260" y="2202"/>
                    <a:pt x="13549" y="982"/>
                  </a:cubicBezTo>
                  <a:cubicBezTo>
                    <a:pt x="14113" y="822"/>
                    <a:pt x="13940" y="0"/>
                    <a:pt x="1343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364" name="Google Shape;2364;p7"/>
          <p:cNvGrpSpPr/>
          <p:nvPr/>
        </p:nvGrpSpPr>
        <p:grpSpPr>
          <a:xfrm flipH="1" rot="-6299880">
            <a:off x="1763090" y="476245"/>
            <a:ext cx="708049" cy="444266"/>
            <a:chOff x="1445125" y="3867675"/>
            <a:chExt cx="803300" cy="502950"/>
          </a:xfrm>
        </p:grpSpPr>
        <p:sp>
          <p:nvSpPr>
            <p:cNvPr id="2365" name="Google Shape;2365;p7"/>
            <p:cNvSpPr/>
            <p:nvPr/>
          </p:nvSpPr>
          <p:spPr>
            <a:xfrm>
              <a:off x="1445125" y="3867675"/>
              <a:ext cx="535450" cy="502950"/>
            </a:xfrm>
            <a:custGeom>
              <a:rect b="b" l="l" r="r" t="t"/>
              <a:pathLst>
                <a:path extrusionOk="0" h="20118" w="21418">
                  <a:moveTo>
                    <a:pt x="5846" y="993"/>
                  </a:moveTo>
                  <a:cubicBezTo>
                    <a:pt x="6726" y="993"/>
                    <a:pt x="7300" y="1814"/>
                    <a:pt x="7545" y="2688"/>
                  </a:cubicBezTo>
                  <a:cubicBezTo>
                    <a:pt x="7686" y="3200"/>
                    <a:pt x="7749" y="3726"/>
                    <a:pt x="7770" y="4255"/>
                  </a:cubicBezTo>
                  <a:cubicBezTo>
                    <a:pt x="7787" y="4700"/>
                    <a:pt x="7676" y="5216"/>
                    <a:pt x="7812" y="5641"/>
                  </a:cubicBezTo>
                  <a:cubicBezTo>
                    <a:pt x="8017" y="6280"/>
                    <a:pt x="8790" y="6621"/>
                    <a:pt x="9352" y="6861"/>
                  </a:cubicBezTo>
                  <a:cubicBezTo>
                    <a:pt x="10899" y="7523"/>
                    <a:pt x="12588" y="7895"/>
                    <a:pt x="14238" y="8195"/>
                  </a:cubicBezTo>
                  <a:cubicBezTo>
                    <a:pt x="14279" y="8202"/>
                    <a:pt x="14320" y="8206"/>
                    <a:pt x="14360" y="8206"/>
                  </a:cubicBezTo>
                  <a:cubicBezTo>
                    <a:pt x="14538" y="8206"/>
                    <a:pt x="14697" y="8128"/>
                    <a:pt x="14800" y="7965"/>
                  </a:cubicBezTo>
                  <a:cubicBezTo>
                    <a:pt x="15658" y="6602"/>
                    <a:pt x="16673" y="5266"/>
                    <a:pt x="17868" y="4181"/>
                  </a:cubicBezTo>
                  <a:cubicBezTo>
                    <a:pt x="18246" y="3837"/>
                    <a:pt x="19055" y="3130"/>
                    <a:pt x="19662" y="3130"/>
                  </a:cubicBezTo>
                  <a:cubicBezTo>
                    <a:pt x="19761" y="3130"/>
                    <a:pt x="19855" y="3149"/>
                    <a:pt x="19941" y="3191"/>
                  </a:cubicBezTo>
                  <a:cubicBezTo>
                    <a:pt x="19972" y="3206"/>
                    <a:pt x="20042" y="3282"/>
                    <a:pt x="20078" y="3334"/>
                  </a:cubicBezTo>
                  <a:cubicBezTo>
                    <a:pt x="20170" y="3474"/>
                    <a:pt x="20200" y="3554"/>
                    <a:pt x="20244" y="3703"/>
                  </a:cubicBezTo>
                  <a:cubicBezTo>
                    <a:pt x="20356" y="4074"/>
                    <a:pt x="20385" y="4459"/>
                    <a:pt x="20391" y="4845"/>
                  </a:cubicBezTo>
                  <a:cubicBezTo>
                    <a:pt x="20434" y="7253"/>
                    <a:pt x="19715" y="9724"/>
                    <a:pt x="18959" y="11987"/>
                  </a:cubicBezTo>
                  <a:cubicBezTo>
                    <a:pt x="18546" y="13223"/>
                    <a:pt x="18074" y="14443"/>
                    <a:pt x="17505" y="15619"/>
                  </a:cubicBezTo>
                  <a:cubicBezTo>
                    <a:pt x="16974" y="16720"/>
                    <a:pt x="16385" y="17795"/>
                    <a:pt x="15472" y="18631"/>
                  </a:cubicBezTo>
                  <a:cubicBezTo>
                    <a:pt x="15279" y="18808"/>
                    <a:pt x="15055" y="19008"/>
                    <a:pt x="14800" y="19090"/>
                  </a:cubicBezTo>
                  <a:cubicBezTo>
                    <a:pt x="14731" y="19114"/>
                    <a:pt x="14679" y="19127"/>
                    <a:pt x="14633" y="19127"/>
                  </a:cubicBezTo>
                  <a:cubicBezTo>
                    <a:pt x="14584" y="19127"/>
                    <a:pt x="14541" y="19112"/>
                    <a:pt x="14491" y="19078"/>
                  </a:cubicBezTo>
                  <a:cubicBezTo>
                    <a:pt x="14179" y="18859"/>
                    <a:pt x="14040" y="18279"/>
                    <a:pt x="13943" y="17913"/>
                  </a:cubicBezTo>
                  <a:cubicBezTo>
                    <a:pt x="13496" y="16204"/>
                    <a:pt x="13420" y="14392"/>
                    <a:pt x="13231" y="12644"/>
                  </a:cubicBezTo>
                  <a:cubicBezTo>
                    <a:pt x="13231" y="12642"/>
                    <a:pt x="13231" y="12641"/>
                    <a:pt x="13230" y="12640"/>
                  </a:cubicBezTo>
                  <a:lnTo>
                    <a:pt x="13230" y="12640"/>
                  </a:lnTo>
                  <a:cubicBezTo>
                    <a:pt x="13241" y="12479"/>
                    <a:pt x="13172" y="12316"/>
                    <a:pt x="12984" y="12214"/>
                  </a:cubicBezTo>
                  <a:cubicBezTo>
                    <a:pt x="12340" y="11860"/>
                    <a:pt x="11598" y="11675"/>
                    <a:pt x="10890" y="11496"/>
                  </a:cubicBezTo>
                  <a:cubicBezTo>
                    <a:pt x="10069" y="11291"/>
                    <a:pt x="9239" y="11119"/>
                    <a:pt x="8404" y="10971"/>
                  </a:cubicBezTo>
                  <a:cubicBezTo>
                    <a:pt x="7943" y="10890"/>
                    <a:pt x="7439" y="10757"/>
                    <a:pt x="6964" y="10757"/>
                  </a:cubicBezTo>
                  <a:cubicBezTo>
                    <a:pt x="6933" y="10757"/>
                    <a:pt x="6903" y="10757"/>
                    <a:pt x="6873" y="10758"/>
                  </a:cubicBezTo>
                  <a:cubicBezTo>
                    <a:pt x="6281" y="10782"/>
                    <a:pt x="5857" y="11237"/>
                    <a:pt x="5518" y="11671"/>
                  </a:cubicBezTo>
                  <a:cubicBezTo>
                    <a:pt x="4848" y="12532"/>
                    <a:pt x="4110" y="13945"/>
                    <a:pt x="2900" y="13945"/>
                  </a:cubicBezTo>
                  <a:cubicBezTo>
                    <a:pt x="2748" y="13945"/>
                    <a:pt x="2589" y="13923"/>
                    <a:pt x="2421" y="13874"/>
                  </a:cubicBezTo>
                  <a:cubicBezTo>
                    <a:pt x="1265" y="13539"/>
                    <a:pt x="1147" y="12161"/>
                    <a:pt x="1191" y="11150"/>
                  </a:cubicBezTo>
                  <a:cubicBezTo>
                    <a:pt x="1259" y="9547"/>
                    <a:pt x="1735" y="7959"/>
                    <a:pt x="2242" y="6446"/>
                  </a:cubicBezTo>
                  <a:cubicBezTo>
                    <a:pt x="2666" y="5186"/>
                    <a:pt x="3155" y="3943"/>
                    <a:pt x="3669" y="2717"/>
                  </a:cubicBezTo>
                  <a:cubicBezTo>
                    <a:pt x="4014" y="1894"/>
                    <a:pt x="4701" y="1150"/>
                    <a:pt x="5619" y="1011"/>
                  </a:cubicBezTo>
                  <a:cubicBezTo>
                    <a:pt x="5697" y="999"/>
                    <a:pt x="5772" y="993"/>
                    <a:pt x="5846" y="993"/>
                  </a:cubicBezTo>
                  <a:close/>
                  <a:moveTo>
                    <a:pt x="5851" y="1"/>
                  </a:moveTo>
                  <a:cubicBezTo>
                    <a:pt x="4753" y="1"/>
                    <a:pt x="3750" y="699"/>
                    <a:pt x="3144" y="1580"/>
                  </a:cubicBezTo>
                  <a:cubicBezTo>
                    <a:pt x="2849" y="2009"/>
                    <a:pt x="2683" y="2515"/>
                    <a:pt x="2487" y="2993"/>
                  </a:cubicBezTo>
                  <a:cubicBezTo>
                    <a:pt x="2217" y="3653"/>
                    <a:pt x="1954" y="4314"/>
                    <a:pt x="1705" y="4982"/>
                  </a:cubicBezTo>
                  <a:cubicBezTo>
                    <a:pt x="1113" y="6581"/>
                    <a:pt x="576" y="8224"/>
                    <a:pt x="323" y="9914"/>
                  </a:cubicBezTo>
                  <a:cubicBezTo>
                    <a:pt x="121" y="11253"/>
                    <a:pt x="1" y="12901"/>
                    <a:pt x="913" y="14026"/>
                  </a:cubicBezTo>
                  <a:cubicBezTo>
                    <a:pt x="1411" y="14639"/>
                    <a:pt x="2111" y="14918"/>
                    <a:pt x="2824" y="14918"/>
                  </a:cubicBezTo>
                  <a:cubicBezTo>
                    <a:pt x="3509" y="14918"/>
                    <a:pt x="4207" y="14660"/>
                    <a:pt x="4751" y="14192"/>
                  </a:cubicBezTo>
                  <a:cubicBezTo>
                    <a:pt x="5371" y="13659"/>
                    <a:pt x="5777" y="12949"/>
                    <a:pt x="6272" y="12311"/>
                  </a:cubicBezTo>
                  <a:cubicBezTo>
                    <a:pt x="6566" y="11931"/>
                    <a:pt x="6732" y="11776"/>
                    <a:pt x="7065" y="11776"/>
                  </a:cubicBezTo>
                  <a:cubicBezTo>
                    <a:pt x="7129" y="11776"/>
                    <a:pt x="7199" y="11782"/>
                    <a:pt x="7277" y="11793"/>
                  </a:cubicBezTo>
                  <a:cubicBezTo>
                    <a:pt x="8166" y="11915"/>
                    <a:pt x="9053" y="12094"/>
                    <a:pt x="9930" y="12292"/>
                  </a:cubicBezTo>
                  <a:cubicBezTo>
                    <a:pt x="10726" y="12472"/>
                    <a:pt x="11550" y="12626"/>
                    <a:pt x="12268" y="12966"/>
                  </a:cubicBezTo>
                  <a:lnTo>
                    <a:pt x="12268" y="12966"/>
                  </a:lnTo>
                  <a:cubicBezTo>
                    <a:pt x="12439" y="14633"/>
                    <a:pt x="12548" y="16332"/>
                    <a:pt x="12930" y="17963"/>
                  </a:cubicBezTo>
                  <a:cubicBezTo>
                    <a:pt x="13136" y="18845"/>
                    <a:pt x="13555" y="20118"/>
                    <a:pt x="14640" y="20118"/>
                  </a:cubicBezTo>
                  <a:cubicBezTo>
                    <a:pt x="14672" y="20118"/>
                    <a:pt x="14706" y="20116"/>
                    <a:pt x="14739" y="20114"/>
                  </a:cubicBezTo>
                  <a:cubicBezTo>
                    <a:pt x="15314" y="20074"/>
                    <a:pt x="15818" y="19674"/>
                    <a:pt x="16220" y="19295"/>
                  </a:cubicBezTo>
                  <a:cubicBezTo>
                    <a:pt x="16778" y="18770"/>
                    <a:pt x="17242" y="18165"/>
                    <a:pt x="17630" y="17506"/>
                  </a:cubicBezTo>
                  <a:cubicBezTo>
                    <a:pt x="18329" y="16326"/>
                    <a:pt x="18879" y="15058"/>
                    <a:pt x="19372" y="13779"/>
                  </a:cubicBezTo>
                  <a:cubicBezTo>
                    <a:pt x="20387" y="11140"/>
                    <a:pt x="21255" y="8266"/>
                    <a:pt x="21379" y="5422"/>
                  </a:cubicBezTo>
                  <a:cubicBezTo>
                    <a:pt x="21417" y="4558"/>
                    <a:pt x="21409" y="3509"/>
                    <a:pt x="20893" y="2768"/>
                  </a:cubicBezTo>
                  <a:cubicBezTo>
                    <a:pt x="20591" y="2334"/>
                    <a:pt x="20167" y="2169"/>
                    <a:pt x="19717" y="2169"/>
                  </a:cubicBezTo>
                  <a:cubicBezTo>
                    <a:pt x="19269" y="2169"/>
                    <a:pt x="18796" y="2332"/>
                    <a:pt x="18392" y="2557"/>
                  </a:cubicBezTo>
                  <a:cubicBezTo>
                    <a:pt x="17206" y="3219"/>
                    <a:pt x="16258" y="4331"/>
                    <a:pt x="15430" y="5382"/>
                  </a:cubicBezTo>
                  <a:cubicBezTo>
                    <a:pt x="14975" y="5959"/>
                    <a:pt x="14535" y="6551"/>
                    <a:pt x="14131" y="7165"/>
                  </a:cubicBezTo>
                  <a:lnTo>
                    <a:pt x="14131" y="7165"/>
                  </a:lnTo>
                  <a:cubicBezTo>
                    <a:pt x="12741" y="6903"/>
                    <a:pt x="11340" y="6572"/>
                    <a:pt x="10022" y="6067"/>
                  </a:cubicBezTo>
                  <a:cubicBezTo>
                    <a:pt x="9692" y="5938"/>
                    <a:pt x="9355" y="5795"/>
                    <a:pt x="9057" y="5599"/>
                  </a:cubicBezTo>
                  <a:cubicBezTo>
                    <a:pt x="8975" y="5544"/>
                    <a:pt x="8902" y="5490"/>
                    <a:pt x="8830" y="5420"/>
                  </a:cubicBezTo>
                  <a:cubicBezTo>
                    <a:pt x="8801" y="5393"/>
                    <a:pt x="8791" y="5386"/>
                    <a:pt x="8788" y="5385"/>
                  </a:cubicBezTo>
                  <a:lnTo>
                    <a:pt x="8788" y="5385"/>
                  </a:lnTo>
                  <a:cubicBezTo>
                    <a:pt x="8787" y="5381"/>
                    <a:pt x="8781" y="5370"/>
                    <a:pt x="8767" y="5346"/>
                  </a:cubicBezTo>
                  <a:cubicBezTo>
                    <a:pt x="8764" y="5342"/>
                    <a:pt x="8761" y="5338"/>
                    <a:pt x="8759" y="5334"/>
                  </a:cubicBezTo>
                  <a:lnTo>
                    <a:pt x="8759" y="5334"/>
                  </a:lnTo>
                  <a:cubicBezTo>
                    <a:pt x="8759" y="5333"/>
                    <a:pt x="8759" y="5331"/>
                    <a:pt x="8758" y="5329"/>
                  </a:cubicBezTo>
                  <a:cubicBezTo>
                    <a:pt x="8680" y="4813"/>
                    <a:pt x="8779" y="4238"/>
                    <a:pt x="8729" y="3712"/>
                  </a:cubicBezTo>
                  <a:cubicBezTo>
                    <a:pt x="8683" y="3244"/>
                    <a:pt x="8611" y="2774"/>
                    <a:pt x="8476" y="2325"/>
                  </a:cubicBezTo>
                  <a:cubicBezTo>
                    <a:pt x="8116" y="1129"/>
                    <a:pt x="7256" y="33"/>
                    <a:pt x="5914" y="2"/>
                  </a:cubicBezTo>
                  <a:cubicBezTo>
                    <a:pt x="5893" y="1"/>
                    <a:pt x="5872" y="1"/>
                    <a:pt x="585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66" name="Google Shape;2366;p7"/>
            <p:cNvSpPr/>
            <p:nvPr/>
          </p:nvSpPr>
          <p:spPr>
            <a:xfrm>
              <a:off x="1903525" y="4088100"/>
              <a:ext cx="344900" cy="185850"/>
            </a:xfrm>
            <a:custGeom>
              <a:rect b="b" l="l" r="r" t="t"/>
              <a:pathLst>
                <a:path extrusionOk="0" h="7434" w="13796">
                  <a:moveTo>
                    <a:pt x="2035" y="1"/>
                  </a:moveTo>
                  <a:cubicBezTo>
                    <a:pt x="1593" y="1"/>
                    <a:pt x="1301" y="661"/>
                    <a:pt x="1777" y="928"/>
                  </a:cubicBezTo>
                  <a:cubicBezTo>
                    <a:pt x="5023" y="2748"/>
                    <a:pt x="8420" y="4238"/>
                    <a:pt x="11476" y="6352"/>
                  </a:cubicBezTo>
                  <a:lnTo>
                    <a:pt x="11476" y="6352"/>
                  </a:lnTo>
                  <a:cubicBezTo>
                    <a:pt x="7847" y="6103"/>
                    <a:pt x="4252" y="5482"/>
                    <a:pt x="636" y="5110"/>
                  </a:cubicBezTo>
                  <a:cubicBezTo>
                    <a:pt x="615" y="5108"/>
                    <a:pt x="596" y="5107"/>
                    <a:pt x="577" y="5107"/>
                  </a:cubicBezTo>
                  <a:cubicBezTo>
                    <a:pt x="0" y="5107"/>
                    <a:pt x="24" y="6045"/>
                    <a:pt x="636" y="6106"/>
                  </a:cubicBezTo>
                  <a:cubicBezTo>
                    <a:pt x="4792" y="6534"/>
                    <a:pt x="8919" y="7290"/>
                    <a:pt x="13101" y="7434"/>
                  </a:cubicBezTo>
                  <a:cubicBezTo>
                    <a:pt x="13106" y="7434"/>
                    <a:pt x="13111" y="7434"/>
                    <a:pt x="13115" y="7434"/>
                  </a:cubicBezTo>
                  <a:cubicBezTo>
                    <a:pt x="13508" y="7434"/>
                    <a:pt x="13796" y="6851"/>
                    <a:pt x="13455" y="6582"/>
                  </a:cubicBezTo>
                  <a:cubicBezTo>
                    <a:pt x="11767" y="5262"/>
                    <a:pt x="9981" y="4109"/>
                    <a:pt x="8087" y="3106"/>
                  </a:cubicBezTo>
                  <a:cubicBezTo>
                    <a:pt x="6157" y="2083"/>
                    <a:pt x="4187" y="1139"/>
                    <a:pt x="2281" y="69"/>
                  </a:cubicBezTo>
                  <a:cubicBezTo>
                    <a:pt x="2197" y="21"/>
                    <a:pt x="2114" y="1"/>
                    <a:pt x="203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67" name="Google Shape;2367;p7"/>
            <p:cNvSpPr/>
            <p:nvPr/>
          </p:nvSpPr>
          <p:spPr>
            <a:xfrm>
              <a:off x="1462675" y="3884050"/>
              <a:ext cx="125100" cy="332450"/>
            </a:xfrm>
            <a:custGeom>
              <a:rect b="b" l="l" r="r" t="t"/>
              <a:pathLst>
                <a:path extrusionOk="0" h="13298" w="5004">
                  <a:moveTo>
                    <a:pt x="4226" y="0"/>
                  </a:moveTo>
                  <a:cubicBezTo>
                    <a:pt x="3978" y="0"/>
                    <a:pt x="3745" y="159"/>
                    <a:pt x="3776" y="478"/>
                  </a:cubicBezTo>
                  <a:cubicBezTo>
                    <a:pt x="3995" y="2762"/>
                    <a:pt x="3470" y="4910"/>
                    <a:pt x="2764" y="7066"/>
                  </a:cubicBezTo>
                  <a:cubicBezTo>
                    <a:pt x="2160" y="8913"/>
                    <a:pt x="1574" y="10906"/>
                    <a:pt x="310" y="12425"/>
                  </a:cubicBezTo>
                  <a:cubicBezTo>
                    <a:pt x="1" y="12799"/>
                    <a:pt x="333" y="13298"/>
                    <a:pt x="690" y="13298"/>
                  </a:cubicBezTo>
                  <a:cubicBezTo>
                    <a:pt x="802" y="13298"/>
                    <a:pt x="916" y="13249"/>
                    <a:pt x="1014" y="13131"/>
                  </a:cubicBezTo>
                  <a:cubicBezTo>
                    <a:pt x="2366" y="11506"/>
                    <a:pt x="3030" y="9452"/>
                    <a:pt x="3679" y="7474"/>
                  </a:cubicBezTo>
                  <a:cubicBezTo>
                    <a:pt x="4424" y="5193"/>
                    <a:pt x="5004" y="2899"/>
                    <a:pt x="4772" y="478"/>
                  </a:cubicBezTo>
                  <a:cubicBezTo>
                    <a:pt x="4741" y="160"/>
                    <a:pt x="4476" y="0"/>
                    <a:pt x="422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368" name="Google Shape;2368;p7"/>
          <p:cNvSpPr/>
          <p:nvPr/>
        </p:nvSpPr>
        <p:spPr>
          <a:xfrm>
            <a:off x="1957275" y="1372425"/>
            <a:ext cx="117525" cy="110100"/>
          </a:xfrm>
          <a:custGeom>
            <a:rect b="b" l="l" r="r" t="t"/>
            <a:pathLst>
              <a:path extrusionOk="0" h="4404" w="4701">
                <a:moveTo>
                  <a:pt x="1951" y="1032"/>
                </a:moveTo>
                <a:cubicBezTo>
                  <a:pt x="1950" y="1033"/>
                  <a:pt x="1949" y="1033"/>
                  <a:pt x="1947" y="1033"/>
                </a:cubicBezTo>
                <a:cubicBezTo>
                  <a:pt x="1948" y="1033"/>
                  <a:pt x="1950" y="1033"/>
                  <a:pt x="1951" y="1032"/>
                </a:cubicBezTo>
                <a:close/>
                <a:moveTo>
                  <a:pt x="2857" y="1059"/>
                </a:moveTo>
                <a:cubicBezTo>
                  <a:pt x="2871" y="1059"/>
                  <a:pt x="2889" y="1066"/>
                  <a:pt x="2907" y="1075"/>
                </a:cubicBezTo>
                <a:lnTo>
                  <a:pt x="2907" y="1075"/>
                </a:lnTo>
                <a:cubicBezTo>
                  <a:pt x="2887" y="1068"/>
                  <a:pt x="2858" y="1059"/>
                  <a:pt x="2857" y="1059"/>
                </a:cubicBezTo>
                <a:close/>
                <a:moveTo>
                  <a:pt x="3091" y="1185"/>
                </a:moveTo>
                <a:cubicBezTo>
                  <a:pt x="3091" y="1185"/>
                  <a:pt x="3091" y="1185"/>
                  <a:pt x="3091" y="1185"/>
                </a:cubicBezTo>
                <a:lnTo>
                  <a:pt x="3091" y="1185"/>
                </a:lnTo>
                <a:cubicBezTo>
                  <a:pt x="3091" y="1185"/>
                  <a:pt x="3091" y="1185"/>
                  <a:pt x="3091" y="1185"/>
                </a:cubicBezTo>
                <a:close/>
                <a:moveTo>
                  <a:pt x="3104" y="1198"/>
                </a:moveTo>
                <a:cubicBezTo>
                  <a:pt x="3111" y="1203"/>
                  <a:pt x="3118" y="1208"/>
                  <a:pt x="3125" y="1213"/>
                </a:cubicBezTo>
                <a:cubicBezTo>
                  <a:pt x="3142" y="1224"/>
                  <a:pt x="3149" y="1229"/>
                  <a:pt x="3148" y="1229"/>
                </a:cubicBezTo>
                <a:cubicBezTo>
                  <a:pt x="3148" y="1229"/>
                  <a:pt x="3121" y="1211"/>
                  <a:pt x="3104" y="1198"/>
                </a:cubicBezTo>
                <a:close/>
                <a:moveTo>
                  <a:pt x="1747" y="3319"/>
                </a:moveTo>
                <a:cubicBezTo>
                  <a:pt x="1767" y="3326"/>
                  <a:pt x="1803" y="3338"/>
                  <a:pt x="1802" y="3338"/>
                </a:cubicBezTo>
                <a:cubicBezTo>
                  <a:pt x="1800" y="3339"/>
                  <a:pt x="1799" y="3339"/>
                  <a:pt x="1797" y="3339"/>
                </a:cubicBezTo>
                <a:cubicBezTo>
                  <a:pt x="1785" y="3339"/>
                  <a:pt x="1766" y="3330"/>
                  <a:pt x="1747" y="3319"/>
                </a:cubicBezTo>
                <a:close/>
                <a:moveTo>
                  <a:pt x="2463" y="3393"/>
                </a:moveTo>
                <a:cubicBezTo>
                  <a:pt x="2461" y="3393"/>
                  <a:pt x="2459" y="3393"/>
                  <a:pt x="2456" y="3393"/>
                </a:cubicBezTo>
                <a:lnTo>
                  <a:pt x="2456" y="3393"/>
                </a:lnTo>
                <a:cubicBezTo>
                  <a:pt x="2459" y="3393"/>
                  <a:pt x="2462" y="3393"/>
                  <a:pt x="2463" y="3393"/>
                </a:cubicBezTo>
                <a:close/>
                <a:moveTo>
                  <a:pt x="2387" y="989"/>
                </a:moveTo>
                <a:cubicBezTo>
                  <a:pt x="2440" y="989"/>
                  <a:pt x="2491" y="989"/>
                  <a:pt x="2541" y="993"/>
                </a:cubicBezTo>
                <a:cubicBezTo>
                  <a:pt x="2560" y="993"/>
                  <a:pt x="2582" y="997"/>
                  <a:pt x="2601" y="998"/>
                </a:cubicBezTo>
                <a:lnTo>
                  <a:pt x="2601" y="998"/>
                </a:lnTo>
                <a:cubicBezTo>
                  <a:pt x="2682" y="1018"/>
                  <a:pt x="2761" y="1029"/>
                  <a:pt x="2840" y="1057"/>
                </a:cubicBezTo>
                <a:cubicBezTo>
                  <a:pt x="2857" y="1061"/>
                  <a:pt x="2876" y="1069"/>
                  <a:pt x="2895" y="1076"/>
                </a:cubicBezTo>
                <a:cubicBezTo>
                  <a:pt x="2906" y="1079"/>
                  <a:pt x="2914" y="1081"/>
                  <a:pt x="2919" y="1082"/>
                </a:cubicBezTo>
                <a:lnTo>
                  <a:pt x="2919" y="1082"/>
                </a:lnTo>
                <a:cubicBezTo>
                  <a:pt x="2944" y="1096"/>
                  <a:pt x="2968" y="1113"/>
                  <a:pt x="2984" y="1122"/>
                </a:cubicBezTo>
                <a:cubicBezTo>
                  <a:pt x="3015" y="1139"/>
                  <a:pt x="3049" y="1160"/>
                  <a:pt x="3080" y="1181"/>
                </a:cubicBezTo>
                <a:cubicBezTo>
                  <a:pt x="3084" y="1184"/>
                  <a:pt x="3088" y="1186"/>
                  <a:pt x="3092" y="1189"/>
                </a:cubicBezTo>
                <a:lnTo>
                  <a:pt x="3092" y="1189"/>
                </a:lnTo>
                <a:cubicBezTo>
                  <a:pt x="3107" y="1217"/>
                  <a:pt x="3258" y="1347"/>
                  <a:pt x="3274" y="1366"/>
                </a:cubicBezTo>
                <a:cubicBezTo>
                  <a:pt x="3278" y="1370"/>
                  <a:pt x="3281" y="1374"/>
                  <a:pt x="3284" y="1378"/>
                </a:cubicBezTo>
                <a:lnTo>
                  <a:pt x="3284" y="1378"/>
                </a:lnTo>
                <a:cubicBezTo>
                  <a:pt x="3304" y="1410"/>
                  <a:pt x="3328" y="1440"/>
                  <a:pt x="3348" y="1474"/>
                </a:cubicBezTo>
                <a:cubicBezTo>
                  <a:pt x="3367" y="1503"/>
                  <a:pt x="3386" y="1535"/>
                  <a:pt x="3403" y="1569"/>
                </a:cubicBezTo>
                <a:cubicBezTo>
                  <a:pt x="3409" y="1579"/>
                  <a:pt x="3414" y="1591"/>
                  <a:pt x="3420" y="1604"/>
                </a:cubicBezTo>
                <a:lnTo>
                  <a:pt x="3420" y="1604"/>
                </a:lnTo>
                <a:cubicBezTo>
                  <a:pt x="3420" y="1602"/>
                  <a:pt x="3420" y="1600"/>
                  <a:pt x="3420" y="1598"/>
                </a:cubicBezTo>
                <a:lnTo>
                  <a:pt x="3420" y="1598"/>
                </a:lnTo>
                <a:cubicBezTo>
                  <a:pt x="3420" y="1600"/>
                  <a:pt x="3420" y="1602"/>
                  <a:pt x="3420" y="1604"/>
                </a:cubicBezTo>
                <a:lnTo>
                  <a:pt x="3420" y="1604"/>
                </a:lnTo>
                <a:cubicBezTo>
                  <a:pt x="3420" y="1604"/>
                  <a:pt x="3420" y="1604"/>
                  <a:pt x="3420" y="1604"/>
                </a:cubicBezTo>
                <a:lnTo>
                  <a:pt x="3420" y="1604"/>
                </a:lnTo>
                <a:cubicBezTo>
                  <a:pt x="3420" y="1621"/>
                  <a:pt x="3423" y="1634"/>
                  <a:pt x="3427" y="1644"/>
                </a:cubicBezTo>
                <a:lnTo>
                  <a:pt x="3427" y="1644"/>
                </a:lnTo>
                <a:cubicBezTo>
                  <a:pt x="3423" y="1630"/>
                  <a:pt x="3420" y="1616"/>
                  <a:pt x="3420" y="1604"/>
                </a:cubicBezTo>
                <a:lnTo>
                  <a:pt x="3420" y="1604"/>
                </a:lnTo>
                <a:cubicBezTo>
                  <a:pt x="3422" y="1608"/>
                  <a:pt x="3424" y="1613"/>
                  <a:pt x="3426" y="1617"/>
                </a:cubicBezTo>
                <a:cubicBezTo>
                  <a:pt x="3442" y="1646"/>
                  <a:pt x="3443" y="1659"/>
                  <a:pt x="3439" y="1659"/>
                </a:cubicBezTo>
                <a:cubicBezTo>
                  <a:pt x="3436" y="1659"/>
                  <a:pt x="3432" y="1654"/>
                  <a:pt x="3427" y="1644"/>
                </a:cubicBezTo>
                <a:lnTo>
                  <a:pt x="3427" y="1644"/>
                </a:lnTo>
                <a:cubicBezTo>
                  <a:pt x="3443" y="1697"/>
                  <a:pt x="3479" y="1760"/>
                  <a:pt x="3491" y="1802"/>
                </a:cubicBezTo>
                <a:cubicBezTo>
                  <a:pt x="3500" y="1838"/>
                  <a:pt x="3508" y="1874"/>
                  <a:pt x="3517" y="1910"/>
                </a:cubicBezTo>
                <a:cubicBezTo>
                  <a:pt x="3521" y="1933"/>
                  <a:pt x="3525" y="1954"/>
                  <a:pt x="3529" y="1977"/>
                </a:cubicBezTo>
                <a:cubicBezTo>
                  <a:pt x="3534" y="2005"/>
                  <a:pt x="3537" y="2015"/>
                  <a:pt x="3538" y="2015"/>
                </a:cubicBezTo>
                <a:cubicBezTo>
                  <a:pt x="3540" y="2015"/>
                  <a:pt x="3530" y="1942"/>
                  <a:pt x="3525" y="1939"/>
                </a:cubicBezTo>
                <a:lnTo>
                  <a:pt x="3525" y="1939"/>
                </a:lnTo>
                <a:cubicBezTo>
                  <a:pt x="3550" y="1954"/>
                  <a:pt x="3538" y="2142"/>
                  <a:pt x="3538" y="2173"/>
                </a:cubicBezTo>
                <a:cubicBezTo>
                  <a:pt x="3538" y="2215"/>
                  <a:pt x="3535" y="2257"/>
                  <a:pt x="3533" y="2297"/>
                </a:cubicBezTo>
                <a:cubicBezTo>
                  <a:pt x="3532" y="2312"/>
                  <a:pt x="3530" y="2326"/>
                  <a:pt x="3529" y="2339"/>
                </a:cubicBezTo>
                <a:lnTo>
                  <a:pt x="3529" y="2339"/>
                </a:lnTo>
                <a:cubicBezTo>
                  <a:pt x="3514" y="2409"/>
                  <a:pt x="3504" y="2477"/>
                  <a:pt x="3483" y="2546"/>
                </a:cubicBezTo>
                <a:cubicBezTo>
                  <a:pt x="3472" y="2582"/>
                  <a:pt x="3462" y="2618"/>
                  <a:pt x="3449" y="2651"/>
                </a:cubicBezTo>
                <a:cubicBezTo>
                  <a:pt x="3445" y="2663"/>
                  <a:pt x="3440" y="2676"/>
                  <a:pt x="3436" y="2688"/>
                </a:cubicBezTo>
                <a:lnTo>
                  <a:pt x="3436" y="2688"/>
                </a:lnTo>
                <a:cubicBezTo>
                  <a:pt x="3398" y="2751"/>
                  <a:pt x="3369" y="2818"/>
                  <a:pt x="3329" y="2881"/>
                </a:cubicBezTo>
                <a:cubicBezTo>
                  <a:pt x="3324" y="2889"/>
                  <a:pt x="3300" y="2922"/>
                  <a:pt x="3284" y="2945"/>
                </a:cubicBezTo>
                <a:lnTo>
                  <a:pt x="3284" y="2945"/>
                </a:lnTo>
                <a:cubicBezTo>
                  <a:pt x="3263" y="2968"/>
                  <a:pt x="3232" y="3005"/>
                  <a:pt x="3224" y="3014"/>
                </a:cubicBezTo>
                <a:cubicBezTo>
                  <a:pt x="3198" y="3041"/>
                  <a:pt x="3171" y="3069"/>
                  <a:pt x="3142" y="3094"/>
                </a:cubicBezTo>
                <a:cubicBezTo>
                  <a:pt x="3127" y="3106"/>
                  <a:pt x="3112" y="3119"/>
                  <a:pt x="3099" y="3132"/>
                </a:cubicBezTo>
                <a:cubicBezTo>
                  <a:pt x="3075" y="3154"/>
                  <a:pt x="3071" y="3163"/>
                  <a:pt x="3076" y="3163"/>
                </a:cubicBezTo>
                <a:cubicBezTo>
                  <a:pt x="3076" y="3163"/>
                  <a:pt x="3077" y="3163"/>
                  <a:pt x="3078" y="3162"/>
                </a:cubicBezTo>
                <a:lnTo>
                  <a:pt x="3078" y="3162"/>
                </a:lnTo>
                <a:cubicBezTo>
                  <a:pt x="3021" y="3203"/>
                  <a:pt x="2923" y="3245"/>
                  <a:pt x="2889" y="3262"/>
                </a:cubicBezTo>
                <a:cubicBezTo>
                  <a:pt x="2863" y="3275"/>
                  <a:pt x="2803" y="3296"/>
                  <a:pt x="2805" y="3296"/>
                </a:cubicBezTo>
                <a:cubicBezTo>
                  <a:pt x="2806" y="3296"/>
                  <a:pt x="2822" y="3291"/>
                  <a:pt x="2866" y="3277"/>
                </a:cubicBezTo>
                <a:lnTo>
                  <a:pt x="2866" y="3277"/>
                </a:lnTo>
                <a:cubicBezTo>
                  <a:pt x="2823" y="3292"/>
                  <a:pt x="2783" y="3309"/>
                  <a:pt x="2741" y="3323"/>
                </a:cubicBezTo>
                <a:cubicBezTo>
                  <a:pt x="2642" y="3355"/>
                  <a:pt x="2541" y="3376"/>
                  <a:pt x="2438" y="3395"/>
                </a:cubicBezTo>
                <a:cubicBezTo>
                  <a:pt x="2437" y="3395"/>
                  <a:pt x="2437" y="3395"/>
                  <a:pt x="2437" y="3395"/>
                </a:cubicBezTo>
                <a:lnTo>
                  <a:pt x="2437" y="3395"/>
                </a:lnTo>
                <a:cubicBezTo>
                  <a:pt x="2416" y="3397"/>
                  <a:pt x="2395" y="3400"/>
                  <a:pt x="2375" y="3401"/>
                </a:cubicBezTo>
                <a:cubicBezTo>
                  <a:pt x="2330" y="3403"/>
                  <a:pt x="2284" y="3406"/>
                  <a:pt x="2240" y="3406"/>
                </a:cubicBezTo>
                <a:cubicBezTo>
                  <a:pt x="2226" y="3406"/>
                  <a:pt x="2211" y="3406"/>
                  <a:pt x="2197" y="3406"/>
                </a:cubicBezTo>
                <a:cubicBezTo>
                  <a:pt x="2163" y="3406"/>
                  <a:pt x="2129" y="3405"/>
                  <a:pt x="2094" y="3403"/>
                </a:cubicBezTo>
                <a:cubicBezTo>
                  <a:pt x="2081" y="3402"/>
                  <a:pt x="2067" y="3400"/>
                  <a:pt x="2054" y="3398"/>
                </a:cubicBezTo>
                <a:lnTo>
                  <a:pt x="2054" y="3398"/>
                </a:lnTo>
                <a:cubicBezTo>
                  <a:pt x="1975" y="3376"/>
                  <a:pt x="1893" y="3365"/>
                  <a:pt x="1814" y="3340"/>
                </a:cubicBezTo>
                <a:cubicBezTo>
                  <a:pt x="1797" y="3334"/>
                  <a:pt x="1778" y="3326"/>
                  <a:pt x="1762" y="3321"/>
                </a:cubicBezTo>
                <a:cubicBezTo>
                  <a:pt x="1752" y="3318"/>
                  <a:pt x="1745" y="3316"/>
                  <a:pt x="1740" y="3315"/>
                </a:cubicBezTo>
                <a:lnTo>
                  <a:pt x="1740" y="3315"/>
                </a:lnTo>
                <a:cubicBezTo>
                  <a:pt x="1716" y="3301"/>
                  <a:pt x="1691" y="3283"/>
                  <a:pt x="1679" y="3277"/>
                </a:cubicBezTo>
                <a:cubicBezTo>
                  <a:pt x="1648" y="3258"/>
                  <a:pt x="1616" y="3241"/>
                  <a:pt x="1587" y="3220"/>
                </a:cubicBezTo>
                <a:cubicBezTo>
                  <a:pt x="1572" y="3210"/>
                  <a:pt x="1557" y="3199"/>
                  <a:pt x="1543" y="3191"/>
                </a:cubicBezTo>
                <a:cubicBezTo>
                  <a:pt x="1525" y="3180"/>
                  <a:pt x="1519" y="3175"/>
                  <a:pt x="1519" y="3175"/>
                </a:cubicBezTo>
                <a:lnTo>
                  <a:pt x="1519" y="3175"/>
                </a:lnTo>
                <a:cubicBezTo>
                  <a:pt x="1518" y="3175"/>
                  <a:pt x="1582" y="3218"/>
                  <a:pt x="1580" y="3218"/>
                </a:cubicBezTo>
                <a:cubicBezTo>
                  <a:pt x="1580" y="3218"/>
                  <a:pt x="1579" y="3218"/>
                  <a:pt x="1578" y="3218"/>
                </a:cubicBezTo>
                <a:cubicBezTo>
                  <a:pt x="1542" y="3218"/>
                  <a:pt x="1420" y="3070"/>
                  <a:pt x="1399" y="3045"/>
                </a:cubicBezTo>
                <a:cubicBezTo>
                  <a:pt x="1384" y="3030"/>
                  <a:pt x="1353" y="2977"/>
                  <a:pt x="1351" y="2977"/>
                </a:cubicBezTo>
                <a:lnTo>
                  <a:pt x="1351" y="2977"/>
                </a:lnTo>
                <a:cubicBezTo>
                  <a:pt x="1350" y="2977"/>
                  <a:pt x="1354" y="2985"/>
                  <a:pt x="1363" y="3005"/>
                </a:cubicBezTo>
                <a:cubicBezTo>
                  <a:pt x="1372" y="3025"/>
                  <a:pt x="1375" y="3032"/>
                  <a:pt x="1374" y="3032"/>
                </a:cubicBezTo>
                <a:cubicBezTo>
                  <a:pt x="1372" y="3032"/>
                  <a:pt x="1335" y="2962"/>
                  <a:pt x="1326" y="2946"/>
                </a:cubicBezTo>
                <a:cubicBezTo>
                  <a:pt x="1285" y="2881"/>
                  <a:pt x="1252" y="2814"/>
                  <a:pt x="1215" y="2746"/>
                </a:cubicBezTo>
                <a:lnTo>
                  <a:pt x="1215" y="2746"/>
                </a:lnTo>
                <a:cubicBezTo>
                  <a:pt x="1214" y="2743"/>
                  <a:pt x="1213" y="2740"/>
                  <a:pt x="1212" y="2736"/>
                </a:cubicBezTo>
                <a:cubicBezTo>
                  <a:pt x="1199" y="2702"/>
                  <a:pt x="1187" y="2668"/>
                  <a:pt x="1176" y="2635"/>
                </a:cubicBezTo>
                <a:cubicBezTo>
                  <a:pt x="1153" y="2559"/>
                  <a:pt x="1132" y="2481"/>
                  <a:pt x="1119" y="2403"/>
                </a:cubicBezTo>
                <a:cubicBezTo>
                  <a:pt x="1119" y="2401"/>
                  <a:pt x="1118" y="2399"/>
                  <a:pt x="1118" y="2397"/>
                </a:cubicBezTo>
                <a:lnTo>
                  <a:pt x="1118" y="2397"/>
                </a:lnTo>
                <a:cubicBezTo>
                  <a:pt x="1122" y="2365"/>
                  <a:pt x="1108" y="2315"/>
                  <a:pt x="1106" y="2283"/>
                </a:cubicBezTo>
                <a:cubicBezTo>
                  <a:pt x="1102" y="2203"/>
                  <a:pt x="1102" y="2123"/>
                  <a:pt x="1106" y="2043"/>
                </a:cubicBezTo>
                <a:cubicBezTo>
                  <a:pt x="1107" y="2033"/>
                  <a:pt x="1110" y="2004"/>
                  <a:pt x="1113" y="1978"/>
                </a:cubicBezTo>
                <a:lnTo>
                  <a:pt x="1113" y="1978"/>
                </a:lnTo>
                <a:cubicBezTo>
                  <a:pt x="1117" y="1953"/>
                  <a:pt x="1123" y="1911"/>
                  <a:pt x="1125" y="1899"/>
                </a:cubicBezTo>
                <a:cubicBezTo>
                  <a:pt x="1144" y="1813"/>
                  <a:pt x="1170" y="1731"/>
                  <a:pt x="1197" y="1647"/>
                </a:cubicBezTo>
                <a:cubicBezTo>
                  <a:pt x="1199" y="1642"/>
                  <a:pt x="1200" y="1637"/>
                  <a:pt x="1201" y="1634"/>
                </a:cubicBezTo>
                <a:lnTo>
                  <a:pt x="1201" y="1634"/>
                </a:lnTo>
                <a:cubicBezTo>
                  <a:pt x="1203" y="1630"/>
                  <a:pt x="1205" y="1626"/>
                  <a:pt x="1208" y="1621"/>
                </a:cubicBezTo>
                <a:cubicBezTo>
                  <a:pt x="1227" y="1583"/>
                  <a:pt x="1246" y="1543"/>
                  <a:pt x="1269" y="1507"/>
                </a:cubicBezTo>
                <a:cubicBezTo>
                  <a:pt x="1290" y="1470"/>
                  <a:pt x="1313" y="1434"/>
                  <a:pt x="1338" y="1398"/>
                </a:cubicBezTo>
                <a:cubicBezTo>
                  <a:pt x="1341" y="1394"/>
                  <a:pt x="1344" y="1390"/>
                  <a:pt x="1346" y="1386"/>
                </a:cubicBezTo>
                <a:lnTo>
                  <a:pt x="1346" y="1386"/>
                </a:lnTo>
                <a:cubicBezTo>
                  <a:pt x="1346" y="1386"/>
                  <a:pt x="1346" y="1386"/>
                  <a:pt x="1347" y="1385"/>
                </a:cubicBezTo>
                <a:cubicBezTo>
                  <a:pt x="1399" y="1329"/>
                  <a:pt x="1454" y="1275"/>
                  <a:pt x="1511" y="1223"/>
                </a:cubicBezTo>
                <a:lnTo>
                  <a:pt x="1511" y="1223"/>
                </a:lnTo>
                <a:cubicBezTo>
                  <a:pt x="1524" y="1213"/>
                  <a:pt x="1537" y="1203"/>
                  <a:pt x="1551" y="1194"/>
                </a:cubicBezTo>
                <a:cubicBezTo>
                  <a:pt x="1589" y="1170"/>
                  <a:pt x="1627" y="1147"/>
                  <a:pt x="1667" y="1126"/>
                </a:cubicBezTo>
                <a:cubicBezTo>
                  <a:pt x="1682" y="1119"/>
                  <a:pt x="1697" y="1111"/>
                  <a:pt x="1712" y="1103"/>
                </a:cubicBezTo>
                <a:lnTo>
                  <a:pt x="1712" y="1103"/>
                </a:lnTo>
                <a:cubicBezTo>
                  <a:pt x="1755" y="1090"/>
                  <a:pt x="1797" y="1075"/>
                  <a:pt x="1840" y="1063"/>
                </a:cubicBezTo>
                <a:cubicBezTo>
                  <a:pt x="1884" y="1050"/>
                  <a:pt x="1928" y="1042"/>
                  <a:pt x="1970" y="1031"/>
                </a:cubicBezTo>
                <a:cubicBezTo>
                  <a:pt x="1976" y="1030"/>
                  <a:pt x="1983" y="1028"/>
                  <a:pt x="1990" y="1026"/>
                </a:cubicBezTo>
                <a:lnTo>
                  <a:pt x="1990" y="1026"/>
                </a:lnTo>
                <a:cubicBezTo>
                  <a:pt x="2008" y="1025"/>
                  <a:pt x="2026" y="1024"/>
                  <a:pt x="2042" y="1023"/>
                </a:cubicBezTo>
                <a:cubicBezTo>
                  <a:pt x="2063" y="1021"/>
                  <a:pt x="2083" y="1018"/>
                  <a:pt x="2104" y="1015"/>
                </a:cubicBezTo>
                <a:lnTo>
                  <a:pt x="2104" y="1015"/>
                </a:lnTo>
                <a:cubicBezTo>
                  <a:pt x="2127" y="1013"/>
                  <a:pt x="2151" y="1010"/>
                  <a:pt x="2175" y="1006"/>
                </a:cubicBezTo>
                <a:cubicBezTo>
                  <a:pt x="2200" y="1002"/>
                  <a:pt x="2223" y="998"/>
                  <a:pt x="2248" y="996"/>
                </a:cubicBezTo>
                <a:lnTo>
                  <a:pt x="2248" y="996"/>
                </a:lnTo>
                <a:cubicBezTo>
                  <a:pt x="2202" y="1002"/>
                  <a:pt x="2186" y="1004"/>
                  <a:pt x="2186" y="1004"/>
                </a:cubicBezTo>
                <a:cubicBezTo>
                  <a:pt x="2187" y="1004"/>
                  <a:pt x="2227" y="999"/>
                  <a:pt x="2246" y="998"/>
                </a:cubicBezTo>
                <a:cubicBezTo>
                  <a:pt x="2293" y="996"/>
                  <a:pt x="2341" y="991"/>
                  <a:pt x="2387" y="989"/>
                </a:cubicBezTo>
                <a:close/>
                <a:moveTo>
                  <a:pt x="2431" y="0"/>
                </a:moveTo>
                <a:cubicBezTo>
                  <a:pt x="2283" y="0"/>
                  <a:pt x="2134" y="12"/>
                  <a:pt x="1987" y="33"/>
                </a:cubicBezTo>
                <a:lnTo>
                  <a:pt x="1987" y="33"/>
                </a:lnTo>
                <a:cubicBezTo>
                  <a:pt x="1519" y="79"/>
                  <a:pt x="1082" y="246"/>
                  <a:pt x="738" y="578"/>
                </a:cubicBezTo>
                <a:cubicBezTo>
                  <a:pt x="443" y="863"/>
                  <a:pt x="236" y="1259"/>
                  <a:pt x="158" y="1661"/>
                </a:cubicBezTo>
                <a:cubicBezTo>
                  <a:pt x="0" y="2477"/>
                  <a:pt x="228" y="3403"/>
                  <a:pt x="896" y="3941"/>
                </a:cubicBezTo>
                <a:cubicBezTo>
                  <a:pt x="1283" y="4251"/>
                  <a:pt x="1777" y="4404"/>
                  <a:pt x="2272" y="4404"/>
                </a:cubicBezTo>
                <a:cubicBezTo>
                  <a:pt x="2762" y="4404"/>
                  <a:pt x="3253" y="4255"/>
                  <a:pt x="3645" y="3962"/>
                </a:cubicBezTo>
                <a:cubicBezTo>
                  <a:pt x="4395" y="3401"/>
                  <a:pt x="4700" y="2409"/>
                  <a:pt x="4443" y="1512"/>
                </a:cubicBezTo>
                <a:cubicBezTo>
                  <a:pt x="4302" y="1025"/>
                  <a:pt x="4003" y="604"/>
                  <a:pt x="3582" y="321"/>
                </a:cubicBezTo>
                <a:cubicBezTo>
                  <a:pt x="3236" y="89"/>
                  <a:pt x="2836" y="0"/>
                  <a:pt x="2431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9" name="Google Shape;2369;p7"/>
          <p:cNvSpPr/>
          <p:nvPr/>
        </p:nvSpPr>
        <p:spPr>
          <a:xfrm>
            <a:off x="3215800" y="831275"/>
            <a:ext cx="176025" cy="165050"/>
          </a:xfrm>
          <a:custGeom>
            <a:rect b="b" l="l" r="r" t="t"/>
            <a:pathLst>
              <a:path extrusionOk="0" h="6602" w="7041">
                <a:moveTo>
                  <a:pt x="4935" y="1378"/>
                </a:moveTo>
                <a:cubicBezTo>
                  <a:pt x="4939" y="1380"/>
                  <a:pt x="4948" y="1387"/>
                  <a:pt x="4965" y="1400"/>
                </a:cubicBezTo>
                <a:cubicBezTo>
                  <a:pt x="4955" y="1392"/>
                  <a:pt x="4945" y="1385"/>
                  <a:pt x="4935" y="1378"/>
                </a:cubicBezTo>
                <a:close/>
                <a:moveTo>
                  <a:pt x="1630" y="1762"/>
                </a:moveTo>
                <a:lnTo>
                  <a:pt x="1630" y="1762"/>
                </a:lnTo>
                <a:cubicBezTo>
                  <a:pt x="1621" y="1773"/>
                  <a:pt x="1618" y="1778"/>
                  <a:pt x="1618" y="1778"/>
                </a:cubicBezTo>
                <a:cubicBezTo>
                  <a:pt x="1618" y="1778"/>
                  <a:pt x="1623" y="1771"/>
                  <a:pt x="1630" y="1762"/>
                </a:cubicBezTo>
                <a:close/>
                <a:moveTo>
                  <a:pt x="3639" y="986"/>
                </a:moveTo>
                <a:cubicBezTo>
                  <a:pt x="4036" y="986"/>
                  <a:pt x="4418" y="1072"/>
                  <a:pt x="4734" y="1250"/>
                </a:cubicBezTo>
                <a:cubicBezTo>
                  <a:pt x="4786" y="1280"/>
                  <a:pt x="4839" y="1313"/>
                  <a:pt x="4890" y="1347"/>
                </a:cubicBezTo>
                <a:cubicBezTo>
                  <a:pt x="4906" y="1357"/>
                  <a:pt x="4921" y="1367"/>
                  <a:pt x="4935" y="1378"/>
                </a:cubicBezTo>
                <a:lnTo>
                  <a:pt x="4935" y="1378"/>
                </a:lnTo>
                <a:cubicBezTo>
                  <a:pt x="4934" y="1377"/>
                  <a:pt x="4933" y="1376"/>
                  <a:pt x="4933" y="1376"/>
                </a:cubicBezTo>
                <a:lnTo>
                  <a:pt x="4933" y="1376"/>
                </a:lnTo>
                <a:cubicBezTo>
                  <a:pt x="4934" y="1376"/>
                  <a:pt x="4964" y="1397"/>
                  <a:pt x="4972" y="1404"/>
                </a:cubicBezTo>
                <a:cubicBezTo>
                  <a:pt x="5081" y="1495"/>
                  <a:pt x="5182" y="1594"/>
                  <a:pt x="5275" y="1701"/>
                </a:cubicBezTo>
                <a:cubicBezTo>
                  <a:pt x="5296" y="1724"/>
                  <a:pt x="5315" y="1747"/>
                  <a:pt x="5332" y="1771"/>
                </a:cubicBezTo>
                <a:cubicBezTo>
                  <a:pt x="5336" y="1776"/>
                  <a:pt x="5339" y="1780"/>
                  <a:pt x="5342" y="1782"/>
                </a:cubicBezTo>
                <a:lnTo>
                  <a:pt x="5342" y="1782"/>
                </a:lnTo>
                <a:cubicBezTo>
                  <a:pt x="5378" y="1835"/>
                  <a:pt x="5414" y="1889"/>
                  <a:pt x="5446" y="1943"/>
                </a:cubicBezTo>
                <a:cubicBezTo>
                  <a:pt x="5477" y="1994"/>
                  <a:pt x="5507" y="2045"/>
                  <a:pt x="5534" y="2097"/>
                </a:cubicBezTo>
                <a:cubicBezTo>
                  <a:pt x="5548" y="2126"/>
                  <a:pt x="5603" y="2244"/>
                  <a:pt x="5604" y="2244"/>
                </a:cubicBezTo>
                <a:cubicBezTo>
                  <a:pt x="5605" y="2244"/>
                  <a:pt x="5604" y="2244"/>
                  <a:pt x="5604" y="2242"/>
                </a:cubicBezTo>
                <a:lnTo>
                  <a:pt x="5604" y="2242"/>
                </a:lnTo>
                <a:cubicBezTo>
                  <a:pt x="5646" y="2347"/>
                  <a:pt x="5682" y="2454"/>
                  <a:pt x="5711" y="2561"/>
                </a:cubicBezTo>
                <a:cubicBezTo>
                  <a:pt x="5726" y="2620"/>
                  <a:pt x="5741" y="2679"/>
                  <a:pt x="5751" y="2738"/>
                </a:cubicBezTo>
                <a:cubicBezTo>
                  <a:pt x="5756" y="2758"/>
                  <a:pt x="5778" y="2901"/>
                  <a:pt x="5781" y="2901"/>
                </a:cubicBezTo>
                <a:cubicBezTo>
                  <a:pt x="5781" y="2901"/>
                  <a:pt x="5781" y="2892"/>
                  <a:pt x="5779" y="2872"/>
                </a:cubicBezTo>
                <a:lnTo>
                  <a:pt x="5779" y="2872"/>
                </a:lnTo>
                <a:cubicBezTo>
                  <a:pt x="5793" y="2999"/>
                  <a:pt x="5800" y="3127"/>
                  <a:pt x="5800" y="3256"/>
                </a:cubicBezTo>
                <a:cubicBezTo>
                  <a:pt x="5798" y="3323"/>
                  <a:pt x="5796" y="3393"/>
                  <a:pt x="5791" y="3460"/>
                </a:cubicBezTo>
                <a:cubicBezTo>
                  <a:pt x="5787" y="3518"/>
                  <a:pt x="5781" y="3572"/>
                  <a:pt x="5780" y="3582"/>
                </a:cubicBezTo>
                <a:lnTo>
                  <a:pt x="5780" y="3582"/>
                </a:lnTo>
                <a:cubicBezTo>
                  <a:pt x="5759" y="3706"/>
                  <a:pt x="5734" y="3831"/>
                  <a:pt x="5699" y="3953"/>
                </a:cubicBezTo>
                <a:cubicBezTo>
                  <a:pt x="5682" y="4012"/>
                  <a:pt x="5663" y="4069"/>
                  <a:pt x="5642" y="4126"/>
                </a:cubicBezTo>
                <a:cubicBezTo>
                  <a:pt x="5631" y="4155"/>
                  <a:pt x="5621" y="4183"/>
                  <a:pt x="5610" y="4212"/>
                </a:cubicBezTo>
                <a:cubicBezTo>
                  <a:pt x="5606" y="4223"/>
                  <a:pt x="5602" y="4232"/>
                  <a:pt x="5600" y="4238"/>
                </a:cubicBezTo>
                <a:lnTo>
                  <a:pt x="5600" y="4238"/>
                </a:lnTo>
                <a:cubicBezTo>
                  <a:pt x="5597" y="4244"/>
                  <a:pt x="5593" y="4252"/>
                  <a:pt x="5589" y="4261"/>
                </a:cubicBezTo>
                <a:cubicBezTo>
                  <a:pt x="5534" y="4370"/>
                  <a:pt x="5477" y="4478"/>
                  <a:pt x="5412" y="4581"/>
                </a:cubicBezTo>
                <a:cubicBezTo>
                  <a:pt x="5311" y="4737"/>
                  <a:pt x="5324" y="4720"/>
                  <a:pt x="5189" y="4863"/>
                </a:cubicBezTo>
                <a:cubicBezTo>
                  <a:pt x="4814" y="5261"/>
                  <a:pt x="4355" y="5476"/>
                  <a:pt x="3756" y="5573"/>
                </a:cubicBezTo>
                <a:cubicBezTo>
                  <a:pt x="3620" y="5595"/>
                  <a:pt x="3482" y="5605"/>
                  <a:pt x="3344" y="5605"/>
                </a:cubicBezTo>
                <a:cubicBezTo>
                  <a:pt x="2954" y="5605"/>
                  <a:pt x="2572" y="5519"/>
                  <a:pt x="2265" y="5346"/>
                </a:cubicBezTo>
                <a:cubicBezTo>
                  <a:pt x="2214" y="5316"/>
                  <a:pt x="2164" y="5285"/>
                  <a:pt x="2113" y="5253"/>
                </a:cubicBezTo>
                <a:cubicBezTo>
                  <a:pt x="2098" y="5243"/>
                  <a:pt x="2015" y="5180"/>
                  <a:pt x="2013" y="5180"/>
                </a:cubicBezTo>
                <a:lnTo>
                  <a:pt x="2013" y="5180"/>
                </a:lnTo>
                <a:cubicBezTo>
                  <a:pt x="2013" y="5180"/>
                  <a:pt x="2019" y="5186"/>
                  <a:pt x="2037" y="5200"/>
                </a:cubicBezTo>
                <a:cubicBezTo>
                  <a:pt x="1930" y="5114"/>
                  <a:pt x="1831" y="5019"/>
                  <a:pt x="1740" y="4916"/>
                </a:cubicBezTo>
                <a:cubicBezTo>
                  <a:pt x="1728" y="4902"/>
                  <a:pt x="1675" y="4837"/>
                  <a:pt x="1657" y="4816"/>
                </a:cubicBezTo>
                <a:lnTo>
                  <a:pt x="1657" y="4816"/>
                </a:lnTo>
                <a:cubicBezTo>
                  <a:pt x="1647" y="4801"/>
                  <a:pt x="1584" y="4711"/>
                  <a:pt x="1570" y="4688"/>
                </a:cubicBezTo>
                <a:cubicBezTo>
                  <a:pt x="1500" y="4579"/>
                  <a:pt x="1439" y="4465"/>
                  <a:pt x="1382" y="4347"/>
                </a:cubicBezTo>
                <a:cubicBezTo>
                  <a:pt x="1372" y="4327"/>
                  <a:pt x="1369" y="4322"/>
                  <a:pt x="1368" y="4322"/>
                </a:cubicBezTo>
                <a:lnTo>
                  <a:pt x="1368" y="4322"/>
                </a:lnTo>
                <a:cubicBezTo>
                  <a:pt x="1368" y="4322"/>
                  <a:pt x="1368" y="4322"/>
                  <a:pt x="1368" y="4322"/>
                </a:cubicBezTo>
                <a:lnTo>
                  <a:pt x="1368" y="4322"/>
                </a:lnTo>
                <a:cubicBezTo>
                  <a:pt x="1366" y="4315"/>
                  <a:pt x="1360" y="4299"/>
                  <a:pt x="1348" y="4265"/>
                </a:cubicBezTo>
                <a:cubicBezTo>
                  <a:pt x="1329" y="4210"/>
                  <a:pt x="1308" y="4155"/>
                  <a:pt x="1291" y="4101"/>
                </a:cubicBezTo>
                <a:cubicBezTo>
                  <a:pt x="1251" y="3974"/>
                  <a:pt x="1220" y="3848"/>
                  <a:pt x="1197" y="3717"/>
                </a:cubicBezTo>
                <a:cubicBezTo>
                  <a:pt x="1192" y="3696"/>
                  <a:pt x="1179" y="3596"/>
                  <a:pt x="1178" y="3596"/>
                </a:cubicBezTo>
                <a:lnTo>
                  <a:pt x="1178" y="3596"/>
                </a:lnTo>
                <a:cubicBezTo>
                  <a:pt x="1178" y="3596"/>
                  <a:pt x="1179" y="3606"/>
                  <a:pt x="1182" y="3633"/>
                </a:cubicBezTo>
                <a:cubicBezTo>
                  <a:pt x="1173" y="3568"/>
                  <a:pt x="1167" y="3502"/>
                  <a:pt x="1165" y="3437"/>
                </a:cubicBezTo>
                <a:cubicBezTo>
                  <a:pt x="1157" y="3304"/>
                  <a:pt x="1157" y="3174"/>
                  <a:pt x="1165" y="3041"/>
                </a:cubicBezTo>
                <a:cubicBezTo>
                  <a:pt x="1167" y="3011"/>
                  <a:pt x="1179" y="2898"/>
                  <a:pt x="1181" y="2870"/>
                </a:cubicBezTo>
                <a:lnTo>
                  <a:pt x="1181" y="2870"/>
                </a:lnTo>
                <a:cubicBezTo>
                  <a:pt x="1186" y="2847"/>
                  <a:pt x="1203" y="2750"/>
                  <a:pt x="1209" y="2721"/>
                </a:cubicBezTo>
                <a:cubicBezTo>
                  <a:pt x="1239" y="2580"/>
                  <a:pt x="1281" y="2443"/>
                  <a:pt x="1327" y="2306"/>
                </a:cubicBezTo>
                <a:cubicBezTo>
                  <a:pt x="1342" y="2262"/>
                  <a:pt x="1345" y="2248"/>
                  <a:pt x="1346" y="2244"/>
                </a:cubicBezTo>
                <a:lnTo>
                  <a:pt x="1346" y="2244"/>
                </a:lnTo>
                <a:cubicBezTo>
                  <a:pt x="1348" y="2241"/>
                  <a:pt x="1355" y="2229"/>
                  <a:pt x="1376" y="2188"/>
                </a:cubicBezTo>
                <a:cubicBezTo>
                  <a:pt x="1407" y="2125"/>
                  <a:pt x="1439" y="2059"/>
                  <a:pt x="1475" y="1998"/>
                </a:cubicBezTo>
                <a:cubicBezTo>
                  <a:pt x="1511" y="1937"/>
                  <a:pt x="1551" y="1878"/>
                  <a:pt x="1588" y="1819"/>
                </a:cubicBezTo>
                <a:cubicBezTo>
                  <a:pt x="1603" y="1799"/>
                  <a:pt x="1618" y="1779"/>
                  <a:pt x="1632" y="1759"/>
                </a:cubicBezTo>
                <a:lnTo>
                  <a:pt x="1632" y="1759"/>
                </a:lnTo>
                <a:cubicBezTo>
                  <a:pt x="1639" y="1751"/>
                  <a:pt x="1646" y="1741"/>
                  <a:pt x="1654" y="1733"/>
                </a:cubicBezTo>
                <a:cubicBezTo>
                  <a:pt x="1744" y="1632"/>
                  <a:pt x="1839" y="1535"/>
                  <a:pt x="1945" y="1446"/>
                </a:cubicBezTo>
                <a:cubicBezTo>
                  <a:pt x="1949" y="1443"/>
                  <a:pt x="1952" y="1440"/>
                  <a:pt x="1955" y="1437"/>
                </a:cubicBezTo>
                <a:lnTo>
                  <a:pt x="1955" y="1437"/>
                </a:lnTo>
                <a:cubicBezTo>
                  <a:pt x="1958" y="1435"/>
                  <a:pt x="1960" y="1434"/>
                  <a:pt x="1963" y="1431"/>
                </a:cubicBezTo>
                <a:cubicBezTo>
                  <a:pt x="1993" y="1410"/>
                  <a:pt x="2022" y="1389"/>
                  <a:pt x="2054" y="1370"/>
                </a:cubicBezTo>
                <a:cubicBezTo>
                  <a:pt x="2115" y="1328"/>
                  <a:pt x="2180" y="1292"/>
                  <a:pt x="2246" y="1257"/>
                </a:cubicBezTo>
                <a:cubicBezTo>
                  <a:pt x="2372" y="1191"/>
                  <a:pt x="2412" y="1174"/>
                  <a:pt x="2604" y="1120"/>
                </a:cubicBezTo>
                <a:cubicBezTo>
                  <a:pt x="2802" y="1065"/>
                  <a:pt x="2859" y="1059"/>
                  <a:pt x="3023" y="1044"/>
                </a:cubicBezTo>
                <a:cubicBezTo>
                  <a:pt x="3046" y="1042"/>
                  <a:pt x="3069" y="1039"/>
                  <a:pt x="3092" y="1035"/>
                </a:cubicBezTo>
                <a:lnTo>
                  <a:pt x="3092" y="1035"/>
                </a:lnTo>
                <a:cubicBezTo>
                  <a:pt x="3113" y="1033"/>
                  <a:pt x="3134" y="1031"/>
                  <a:pt x="3156" y="1027"/>
                </a:cubicBezTo>
                <a:cubicBezTo>
                  <a:pt x="3317" y="1000"/>
                  <a:pt x="3479" y="986"/>
                  <a:pt x="3639" y="986"/>
                </a:cubicBezTo>
                <a:close/>
                <a:moveTo>
                  <a:pt x="3656" y="0"/>
                </a:moveTo>
                <a:cubicBezTo>
                  <a:pt x="3424" y="0"/>
                  <a:pt x="3191" y="20"/>
                  <a:pt x="2962" y="55"/>
                </a:cubicBezTo>
                <a:lnTo>
                  <a:pt x="2962" y="55"/>
                </a:lnTo>
                <a:cubicBezTo>
                  <a:pt x="1592" y="189"/>
                  <a:pt x="506" y="1128"/>
                  <a:pt x="238" y="2500"/>
                </a:cubicBezTo>
                <a:cubicBezTo>
                  <a:pt x="0" y="3730"/>
                  <a:pt x="360" y="5131"/>
                  <a:pt x="1367" y="5933"/>
                </a:cubicBezTo>
                <a:cubicBezTo>
                  <a:pt x="1934" y="6385"/>
                  <a:pt x="2656" y="6602"/>
                  <a:pt x="3382" y="6602"/>
                </a:cubicBezTo>
                <a:cubicBezTo>
                  <a:pt x="4138" y="6602"/>
                  <a:pt x="4898" y="6367"/>
                  <a:pt x="5494" y="5917"/>
                </a:cubicBezTo>
                <a:cubicBezTo>
                  <a:pt x="6607" y="5078"/>
                  <a:pt x="7041" y="3580"/>
                  <a:pt x="6659" y="2253"/>
                </a:cubicBezTo>
                <a:cubicBezTo>
                  <a:pt x="6453" y="1537"/>
                  <a:pt x="6015" y="905"/>
                  <a:pt x="5393" y="488"/>
                </a:cubicBezTo>
                <a:cubicBezTo>
                  <a:pt x="4872" y="137"/>
                  <a:pt x="4267" y="0"/>
                  <a:pt x="3656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0" name="Google Shape;2370;p7"/>
          <p:cNvSpPr/>
          <p:nvPr/>
        </p:nvSpPr>
        <p:spPr>
          <a:xfrm>
            <a:off x="7826025" y="4116025"/>
            <a:ext cx="117525" cy="110100"/>
          </a:xfrm>
          <a:custGeom>
            <a:rect b="b" l="l" r="r" t="t"/>
            <a:pathLst>
              <a:path extrusionOk="0" h="4404" w="4701">
                <a:moveTo>
                  <a:pt x="1951" y="1032"/>
                </a:moveTo>
                <a:cubicBezTo>
                  <a:pt x="1950" y="1033"/>
                  <a:pt x="1949" y="1033"/>
                  <a:pt x="1947" y="1033"/>
                </a:cubicBezTo>
                <a:cubicBezTo>
                  <a:pt x="1948" y="1033"/>
                  <a:pt x="1950" y="1033"/>
                  <a:pt x="1951" y="1032"/>
                </a:cubicBezTo>
                <a:close/>
                <a:moveTo>
                  <a:pt x="2857" y="1059"/>
                </a:moveTo>
                <a:cubicBezTo>
                  <a:pt x="2871" y="1059"/>
                  <a:pt x="2889" y="1066"/>
                  <a:pt x="2907" y="1075"/>
                </a:cubicBezTo>
                <a:lnTo>
                  <a:pt x="2907" y="1075"/>
                </a:lnTo>
                <a:cubicBezTo>
                  <a:pt x="2887" y="1068"/>
                  <a:pt x="2858" y="1059"/>
                  <a:pt x="2857" y="1059"/>
                </a:cubicBezTo>
                <a:close/>
                <a:moveTo>
                  <a:pt x="3091" y="1185"/>
                </a:moveTo>
                <a:cubicBezTo>
                  <a:pt x="3091" y="1185"/>
                  <a:pt x="3091" y="1185"/>
                  <a:pt x="3091" y="1185"/>
                </a:cubicBezTo>
                <a:lnTo>
                  <a:pt x="3091" y="1185"/>
                </a:lnTo>
                <a:cubicBezTo>
                  <a:pt x="3091" y="1185"/>
                  <a:pt x="3091" y="1185"/>
                  <a:pt x="3091" y="1185"/>
                </a:cubicBezTo>
                <a:close/>
                <a:moveTo>
                  <a:pt x="3104" y="1198"/>
                </a:moveTo>
                <a:cubicBezTo>
                  <a:pt x="3111" y="1203"/>
                  <a:pt x="3118" y="1208"/>
                  <a:pt x="3125" y="1213"/>
                </a:cubicBezTo>
                <a:cubicBezTo>
                  <a:pt x="3142" y="1224"/>
                  <a:pt x="3149" y="1229"/>
                  <a:pt x="3148" y="1229"/>
                </a:cubicBezTo>
                <a:cubicBezTo>
                  <a:pt x="3148" y="1229"/>
                  <a:pt x="3121" y="1211"/>
                  <a:pt x="3104" y="1198"/>
                </a:cubicBezTo>
                <a:close/>
                <a:moveTo>
                  <a:pt x="1747" y="3319"/>
                </a:moveTo>
                <a:cubicBezTo>
                  <a:pt x="1767" y="3326"/>
                  <a:pt x="1803" y="3338"/>
                  <a:pt x="1802" y="3338"/>
                </a:cubicBezTo>
                <a:cubicBezTo>
                  <a:pt x="1800" y="3339"/>
                  <a:pt x="1799" y="3339"/>
                  <a:pt x="1797" y="3339"/>
                </a:cubicBezTo>
                <a:cubicBezTo>
                  <a:pt x="1785" y="3339"/>
                  <a:pt x="1766" y="3330"/>
                  <a:pt x="1747" y="3319"/>
                </a:cubicBezTo>
                <a:close/>
                <a:moveTo>
                  <a:pt x="2463" y="3393"/>
                </a:moveTo>
                <a:cubicBezTo>
                  <a:pt x="2461" y="3393"/>
                  <a:pt x="2459" y="3393"/>
                  <a:pt x="2456" y="3393"/>
                </a:cubicBezTo>
                <a:lnTo>
                  <a:pt x="2456" y="3393"/>
                </a:lnTo>
                <a:cubicBezTo>
                  <a:pt x="2459" y="3393"/>
                  <a:pt x="2462" y="3393"/>
                  <a:pt x="2463" y="3393"/>
                </a:cubicBezTo>
                <a:close/>
                <a:moveTo>
                  <a:pt x="2387" y="989"/>
                </a:moveTo>
                <a:cubicBezTo>
                  <a:pt x="2440" y="989"/>
                  <a:pt x="2491" y="989"/>
                  <a:pt x="2541" y="993"/>
                </a:cubicBezTo>
                <a:cubicBezTo>
                  <a:pt x="2560" y="993"/>
                  <a:pt x="2582" y="997"/>
                  <a:pt x="2601" y="998"/>
                </a:cubicBezTo>
                <a:lnTo>
                  <a:pt x="2601" y="998"/>
                </a:lnTo>
                <a:cubicBezTo>
                  <a:pt x="2682" y="1018"/>
                  <a:pt x="2761" y="1029"/>
                  <a:pt x="2840" y="1057"/>
                </a:cubicBezTo>
                <a:cubicBezTo>
                  <a:pt x="2857" y="1061"/>
                  <a:pt x="2876" y="1069"/>
                  <a:pt x="2895" y="1076"/>
                </a:cubicBezTo>
                <a:cubicBezTo>
                  <a:pt x="2906" y="1079"/>
                  <a:pt x="2914" y="1081"/>
                  <a:pt x="2919" y="1082"/>
                </a:cubicBezTo>
                <a:lnTo>
                  <a:pt x="2919" y="1082"/>
                </a:lnTo>
                <a:cubicBezTo>
                  <a:pt x="2944" y="1096"/>
                  <a:pt x="2968" y="1113"/>
                  <a:pt x="2984" y="1122"/>
                </a:cubicBezTo>
                <a:cubicBezTo>
                  <a:pt x="3015" y="1139"/>
                  <a:pt x="3049" y="1160"/>
                  <a:pt x="3080" y="1181"/>
                </a:cubicBezTo>
                <a:cubicBezTo>
                  <a:pt x="3084" y="1184"/>
                  <a:pt x="3088" y="1186"/>
                  <a:pt x="3092" y="1189"/>
                </a:cubicBezTo>
                <a:lnTo>
                  <a:pt x="3092" y="1189"/>
                </a:lnTo>
                <a:cubicBezTo>
                  <a:pt x="3107" y="1217"/>
                  <a:pt x="3258" y="1347"/>
                  <a:pt x="3274" y="1366"/>
                </a:cubicBezTo>
                <a:cubicBezTo>
                  <a:pt x="3278" y="1370"/>
                  <a:pt x="3281" y="1374"/>
                  <a:pt x="3284" y="1378"/>
                </a:cubicBezTo>
                <a:lnTo>
                  <a:pt x="3284" y="1378"/>
                </a:lnTo>
                <a:cubicBezTo>
                  <a:pt x="3304" y="1410"/>
                  <a:pt x="3328" y="1440"/>
                  <a:pt x="3348" y="1474"/>
                </a:cubicBezTo>
                <a:cubicBezTo>
                  <a:pt x="3367" y="1503"/>
                  <a:pt x="3386" y="1535"/>
                  <a:pt x="3403" y="1569"/>
                </a:cubicBezTo>
                <a:cubicBezTo>
                  <a:pt x="3409" y="1579"/>
                  <a:pt x="3414" y="1591"/>
                  <a:pt x="3420" y="1604"/>
                </a:cubicBezTo>
                <a:lnTo>
                  <a:pt x="3420" y="1604"/>
                </a:lnTo>
                <a:cubicBezTo>
                  <a:pt x="3420" y="1602"/>
                  <a:pt x="3420" y="1600"/>
                  <a:pt x="3420" y="1598"/>
                </a:cubicBezTo>
                <a:lnTo>
                  <a:pt x="3420" y="1598"/>
                </a:lnTo>
                <a:cubicBezTo>
                  <a:pt x="3420" y="1600"/>
                  <a:pt x="3420" y="1602"/>
                  <a:pt x="3420" y="1604"/>
                </a:cubicBezTo>
                <a:lnTo>
                  <a:pt x="3420" y="1604"/>
                </a:lnTo>
                <a:cubicBezTo>
                  <a:pt x="3420" y="1604"/>
                  <a:pt x="3420" y="1604"/>
                  <a:pt x="3420" y="1604"/>
                </a:cubicBezTo>
                <a:lnTo>
                  <a:pt x="3420" y="1604"/>
                </a:lnTo>
                <a:cubicBezTo>
                  <a:pt x="3420" y="1621"/>
                  <a:pt x="3423" y="1634"/>
                  <a:pt x="3427" y="1644"/>
                </a:cubicBezTo>
                <a:lnTo>
                  <a:pt x="3427" y="1644"/>
                </a:lnTo>
                <a:cubicBezTo>
                  <a:pt x="3423" y="1630"/>
                  <a:pt x="3420" y="1616"/>
                  <a:pt x="3420" y="1604"/>
                </a:cubicBezTo>
                <a:lnTo>
                  <a:pt x="3420" y="1604"/>
                </a:lnTo>
                <a:cubicBezTo>
                  <a:pt x="3422" y="1608"/>
                  <a:pt x="3424" y="1613"/>
                  <a:pt x="3426" y="1617"/>
                </a:cubicBezTo>
                <a:cubicBezTo>
                  <a:pt x="3442" y="1646"/>
                  <a:pt x="3443" y="1659"/>
                  <a:pt x="3439" y="1659"/>
                </a:cubicBezTo>
                <a:cubicBezTo>
                  <a:pt x="3436" y="1659"/>
                  <a:pt x="3432" y="1654"/>
                  <a:pt x="3427" y="1644"/>
                </a:cubicBezTo>
                <a:lnTo>
                  <a:pt x="3427" y="1644"/>
                </a:lnTo>
                <a:cubicBezTo>
                  <a:pt x="3443" y="1697"/>
                  <a:pt x="3479" y="1760"/>
                  <a:pt x="3491" y="1802"/>
                </a:cubicBezTo>
                <a:cubicBezTo>
                  <a:pt x="3500" y="1838"/>
                  <a:pt x="3508" y="1874"/>
                  <a:pt x="3517" y="1910"/>
                </a:cubicBezTo>
                <a:cubicBezTo>
                  <a:pt x="3521" y="1933"/>
                  <a:pt x="3525" y="1954"/>
                  <a:pt x="3529" y="1977"/>
                </a:cubicBezTo>
                <a:cubicBezTo>
                  <a:pt x="3534" y="2005"/>
                  <a:pt x="3537" y="2015"/>
                  <a:pt x="3538" y="2015"/>
                </a:cubicBezTo>
                <a:cubicBezTo>
                  <a:pt x="3540" y="2015"/>
                  <a:pt x="3530" y="1942"/>
                  <a:pt x="3525" y="1939"/>
                </a:cubicBezTo>
                <a:lnTo>
                  <a:pt x="3525" y="1939"/>
                </a:lnTo>
                <a:cubicBezTo>
                  <a:pt x="3550" y="1954"/>
                  <a:pt x="3538" y="2142"/>
                  <a:pt x="3538" y="2173"/>
                </a:cubicBezTo>
                <a:cubicBezTo>
                  <a:pt x="3538" y="2215"/>
                  <a:pt x="3535" y="2257"/>
                  <a:pt x="3533" y="2297"/>
                </a:cubicBezTo>
                <a:cubicBezTo>
                  <a:pt x="3532" y="2312"/>
                  <a:pt x="3530" y="2326"/>
                  <a:pt x="3529" y="2339"/>
                </a:cubicBezTo>
                <a:lnTo>
                  <a:pt x="3529" y="2339"/>
                </a:lnTo>
                <a:cubicBezTo>
                  <a:pt x="3514" y="2409"/>
                  <a:pt x="3504" y="2477"/>
                  <a:pt x="3483" y="2546"/>
                </a:cubicBezTo>
                <a:cubicBezTo>
                  <a:pt x="3472" y="2582"/>
                  <a:pt x="3462" y="2618"/>
                  <a:pt x="3449" y="2651"/>
                </a:cubicBezTo>
                <a:cubicBezTo>
                  <a:pt x="3445" y="2663"/>
                  <a:pt x="3440" y="2676"/>
                  <a:pt x="3436" y="2688"/>
                </a:cubicBezTo>
                <a:lnTo>
                  <a:pt x="3436" y="2688"/>
                </a:lnTo>
                <a:cubicBezTo>
                  <a:pt x="3398" y="2751"/>
                  <a:pt x="3369" y="2818"/>
                  <a:pt x="3329" y="2881"/>
                </a:cubicBezTo>
                <a:cubicBezTo>
                  <a:pt x="3324" y="2889"/>
                  <a:pt x="3300" y="2922"/>
                  <a:pt x="3284" y="2945"/>
                </a:cubicBezTo>
                <a:lnTo>
                  <a:pt x="3284" y="2945"/>
                </a:lnTo>
                <a:cubicBezTo>
                  <a:pt x="3263" y="2968"/>
                  <a:pt x="3232" y="3005"/>
                  <a:pt x="3224" y="3014"/>
                </a:cubicBezTo>
                <a:cubicBezTo>
                  <a:pt x="3198" y="3041"/>
                  <a:pt x="3171" y="3069"/>
                  <a:pt x="3142" y="3094"/>
                </a:cubicBezTo>
                <a:cubicBezTo>
                  <a:pt x="3127" y="3106"/>
                  <a:pt x="3112" y="3119"/>
                  <a:pt x="3099" y="3132"/>
                </a:cubicBezTo>
                <a:cubicBezTo>
                  <a:pt x="3075" y="3154"/>
                  <a:pt x="3071" y="3163"/>
                  <a:pt x="3076" y="3163"/>
                </a:cubicBezTo>
                <a:cubicBezTo>
                  <a:pt x="3076" y="3163"/>
                  <a:pt x="3077" y="3163"/>
                  <a:pt x="3078" y="3162"/>
                </a:cubicBezTo>
                <a:lnTo>
                  <a:pt x="3078" y="3162"/>
                </a:lnTo>
                <a:cubicBezTo>
                  <a:pt x="3021" y="3203"/>
                  <a:pt x="2923" y="3245"/>
                  <a:pt x="2889" y="3262"/>
                </a:cubicBezTo>
                <a:cubicBezTo>
                  <a:pt x="2863" y="3275"/>
                  <a:pt x="2803" y="3296"/>
                  <a:pt x="2805" y="3296"/>
                </a:cubicBezTo>
                <a:cubicBezTo>
                  <a:pt x="2806" y="3296"/>
                  <a:pt x="2822" y="3291"/>
                  <a:pt x="2866" y="3277"/>
                </a:cubicBezTo>
                <a:lnTo>
                  <a:pt x="2866" y="3277"/>
                </a:lnTo>
                <a:cubicBezTo>
                  <a:pt x="2823" y="3292"/>
                  <a:pt x="2783" y="3309"/>
                  <a:pt x="2741" y="3323"/>
                </a:cubicBezTo>
                <a:cubicBezTo>
                  <a:pt x="2642" y="3355"/>
                  <a:pt x="2541" y="3376"/>
                  <a:pt x="2438" y="3395"/>
                </a:cubicBezTo>
                <a:cubicBezTo>
                  <a:pt x="2437" y="3395"/>
                  <a:pt x="2437" y="3395"/>
                  <a:pt x="2437" y="3395"/>
                </a:cubicBezTo>
                <a:lnTo>
                  <a:pt x="2437" y="3395"/>
                </a:lnTo>
                <a:cubicBezTo>
                  <a:pt x="2416" y="3397"/>
                  <a:pt x="2395" y="3400"/>
                  <a:pt x="2375" y="3401"/>
                </a:cubicBezTo>
                <a:cubicBezTo>
                  <a:pt x="2330" y="3403"/>
                  <a:pt x="2284" y="3406"/>
                  <a:pt x="2240" y="3406"/>
                </a:cubicBezTo>
                <a:cubicBezTo>
                  <a:pt x="2226" y="3406"/>
                  <a:pt x="2211" y="3406"/>
                  <a:pt x="2197" y="3406"/>
                </a:cubicBezTo>
                <a:cubicBezTo>
                  <a:pt x="2163" y="3406"/>
                  <a:pt x="2129" y="3405"/>
                  <a:pt x="2094" y="3403"/>
                </a:cubicBezTo>
                <a:cubicBezTo>
                  <a:pt x="2081" y="3402"/>
                  <a:pt x="2067" y="3400"/>
                  <a:pt x="2054" y="3398"/>
                </a:cubicBezTo>
                <a:lnTo>
                  <a:pt x="2054" y="3398"/>
                </a:lnTo>
                <a:cubicBezTo>
                  <a:pt x="1975" y="3376"/>
                  <a:pt x="1893" y="3365"/>
                  <a:pt x="1814" y="3340"/>
                </a:cubicBezTo>
                <a:cubicBezTo>
                  <a:pt x="1797" y="3334"/>
                  <a:pt x="1778" y="3326"/>
                  <a:pt x="1762" y="3321"/>
                </a:cubicBezTo>
                <a:cubicBezTo>
                  <a:pt x="1752" y="3318"/>
                  <a:pt x="1745" y="3316"/>
                  <a:pt x="1740" y="3315"/>
                </a:cubicBezTo>
                <a:lnTo>
                  <a:pt x="1740" y="3315"/>
                </a:lnTo>
                <a:cubicBezTo>
                  <a:pt x="1716" y="3301"/>
                  <a:pt x="1691" y="3283"/>
                  <a:pt x="1679" y="3277"/>
                </a:cubicBezTo>
                <a:cubicBezTo>
                  <a:pt x="1648" y="3258"/>
                  <a:pt x="1616" y="3241"/>
                  <a:pt x="1587" y="3220"/>
                </a:cubicBezTo>
                <a:cubicBezTo>
                  <a:pt x="1572" y="3210"/>
                  <a:pt x="1557" y="3199"/>
                  <a:pt x="1543" y="3191"/>
                </a:cubicBezTo>
                <a:cubicBezTo>
                  <a:pt x="1525" y="3180"/>
                  <a:pt x="1519" y="3175"/>
                  <a:pt x="1519" y="3175"/>
                </a:cubicBezTo>
                <a:lnTo>
                  <a:pt x="1519" y="3175"/>
                </a:lnTo>
                <a:cubicBezTo>
                  <a:pt x="1518" y="3175"/>
                  <a:pt x="1582" y="3218"/>
                  <a:pt x="1580" y="3218"/>
                </a:cubicBezTo>
                <a:cubicBezTo>
                  <a:pt x="1580" y="3218"/>
                  <a:pt x="1579" y="3218"/>
                  <a:pt x="1578" y="3218"/>
                </a:cubicBezTo>
                <a:cubicBezTo>
                  <a:pt x="1542" y="3218"/>
                  <a:pt x="1420" y="3070"/>
                  <a:pt x="1399" y="3045"/>
                </a:cubicBezTo>
                <a:cubicBezTo>
                  <a:pt x="1384" y="3030"/>
                  <a:pt x="1353" y="2977"/>
                  <a:pt x="1351" y="2977"/>
                </a:cubicBezTo>
                <a:lnTo>
                  <a:pt x="1351" y="2977"/>
                </a:lnTo>
                <a:cubicBezTo>
                  <a:pt x="1350" y="2977"/>
                  <a:pt x="1354" y="2985"/>
                  <a:pt x="1363" y="3005"/>
                </a:cubicBezTo>
                <a:cubicBezTo>
                  <a:pt x="1372" y="3025"/>
                  <a:pt x="1375" y="3032"/>
                  <a:pt x="1374" y="3032"/>
                </a:cubicBezTo>
                <a:cubicBezTo>
                  <a:pt x="1372" y="3032"/>
                  <a:pt x="1335" y="2962"/>
                  <a:pt x="1326" y="2946"/>
                </a:cubicBezTo>
                <a:cubicBezTo>
                  <a:pt x="1285" y="2881"/>
                  <a:pt x="1252" y="2814"/>
                  <a:pt x="1215" y="2746"/>
                </a:cubicBezTo>
                <a:lnTo>
                  <a:pt x="1215" y="2746"/>
                </a:lnTo>
                <a:cubicBezTo>
                  <a:pt x="1214" y="2743"/>
                  <a:pt x="1213" y="2740"/>
                  <a:pt x="1212" y="2736"/>
                </a:cubicBezTo>
                <a:cubicBezTo>
                  <a:pt x="1199" y="2702"/>
                  <a:pt x="1187" y="2668"/>
                  <a:pt x="1176" y="2635"/>
                </a:cubicBezTo>
                <a:cubicBezTo>
                  <a:pt x="1153" y="2559"/>
                  <a:pt x="1132" y="2481"/>
                  <a:pt x="1119" y="2403"/>
                </a:cubicBezTo>
                <a:cubicBezTo>
                  <a:pt x="1119" y="2401"/>
                  <a:pt x="1118" y="2399"/>
                  <a:pt x="1118" y="2397"/>
                </a:cubicBezTo>
                <a:lnTo>
                  <a:pt x="1118" y="2397"/>
                </a:lnTo>
                <a:cubicBezTo>
                  <a:pt x="1122" y="2365"/>
                  <a:pt x="1108" y="2315"/>
                  <a:pt x="1106" y="2283"/>
                </a:cubicBezTo>
                <a:cubicBezTo>
                  <a:pt x="1102" y="2203"/>
                  <a:pt x="1102" y="2123"/>
                  <a:pt x="1106" y="2043"/>
                </a:cubicBezTo>
                <a:cubicBezTo>
                  <a:pt x="1107" y="2033"/>
                  <a:pt x="1110" y="2004"/>
                  <a:pt x="1113" y="1978"/>
                </a:cubicBezTo>
                <a:lnTo>
                  <a:pt x="1113" y="1978"/>
                </a:lnTo>
                <a:cubicBezTo>
                  <a:pt x="1117" y="1953"/>
                  <a:pt x="1123" y="1911"/>
                  <a:pt x="1125" y="1899"/>
                </a:cubicBezTo>
                <a:cubicBezTo>
                  <a:pt x="1144" y="1813"/>
                  <a:pt x="1170" y="1731"/>
                  <a:pt x="1197" y="1647"/>
                </a:cubicBezTo>
                <a:cubicBezTo>
                  <a:pt x="1199" y="1642"/>
                  <a:pt x="1200" y="1637"/>
                  <a:pt x="1201" y="1634"/>
                </a:cubicBezTo>
                <a:lnTo>
                  <a:pt x="1201" y="1634"/>
                </a:lnTo>
                <a:cubicBezTo>
                  <a:pt x="1203" y="1630"/>
                  <a:pt x="1205" y="1626"/>
                  <a:pt x="1208" y="1621"/>
                </a:cubicBezTo>
                <a:cubicBezTo>
                  <a:pt x="1227" y="1583"/>
                  <a:pt x="1246" y="1543"/>
                  <a:pt x="1269" y="1507"/>
                </a:cubicBezTo>
                <a:cubicBezTo>
                  <a:pt x="1290" y="1470"/>
                  <a:pt x="1313" y="1434"/>
                  <a:pt x="1338" y="1398"/>
                </a:cubicBezTo>
                <a:cubicBezTo>
                  <a:pt x="1341" y="1394"/>
                  <a:pt x="1344" y="1390"/>
                  <a:pt x="1346" y="1386"/>
                </a:cubicBezTo>
                <a:lnTo>
                  <a:pt x="1346" y="1386"/>
                </a:lnTo>
                <a:cubicBezTo>
                  <a:pt x="1346" y="1386"/>
                  <a:pt x="1346" y="1386"/>
                  <a:pt x="1347" y="1385"/>
                </a:cubicBezTo>
                <a:cubicBezTo>
                  <a:pt x="1399" y="1329"/>
                  <a:pt x="1454" y="1275"/>
                  <a:pt x="1511" y="1223"/>
                </a:cubicBezTo>
                <a:lnTo>
                  <a:pt x="1511" y="1223"/>
                </a:lnTo>
                <a:cubicBezTo>
                  <a:pt x="1524" y="1213"/>
                  <a:pt x="1537" y="1203"/>
                  <a:pt x="1551" y="1194"/>
                </a:cubicBezTo>
                <a:cubicBezTo>
                  <a:pt x="1589" y="1170"/>
                  <a:pt x="1627" y="1147"/>
                  <a:pt x="1667" y="1126"/>
                </a:cubicBezTo>
                <a:cubicBezTo>
                  <a:pt x="1682" y="1119"/>
                  <a:pt x="1697" y="1111"/>
                  <a:pt x="1712" y="1103"/>
                </a:cubicBezTo>
                <a:lnTo>
                  <a:pt x="1712" y="1103"/>
                </a:lnTo>
                <a:cubicBezTo>
                  <a:pt x="1755" y="1090"/>
                  <a:pt x="1797" y="1075"/>
                  <a:pt x="1840" y="1063"/>
                </a:cubicBezTo>
                <a:cubicBezTo>
                  <a:pt x="1884" y="1050"/>
                  <a:pt x="1928" y="1042"/>
                  <a:pt x="1970" y="1031"/>
                </a:cubicBezTo>
                <a:cubicBezTo>
                  <a:pt x="1976" y="1030"/>
                  <a:pt x="1983" y="1028"/>
                  <a:pt x="1990" y="1026"/>
                </a:cubicBezTo>
                <a:lnTo>
                  <a:pt x="1990" y="1026"/>
                </a:lnTo>
                <a:cubicBezTo>
                  <a:pt x="2008" y="1025"/>
                  <a:pt x="2026" y="1024"/>
                  <a:pt x="2042" y="1023"/>
                </a:cubicBezTo>
                <a:cubicBezTo>
                  <a:pt x="2063" y="1021"/>
                  <a:pt x="2083" y="1018"/>
                  <a:pt x="2104" y="1015"/>
                </a:cubicBezTo>
                <a:lnTo>
                  <a:pt x="2104" y="1015"/>
                </a:lnTo>
                <a:cubicBezTo>
                  <a:pt x="2127" y="1013"/>
                  <a:pt x="2151" y="1010"/>
                  <a:pt x="2175" y="1006"/>
                </a:cubicBezTo>
                <a:cubicBezTo>
                  <a:pt x="2200" y="1002"/>
                  <a:pt x="2223" y="998"/>
                  <a:pt x="2248" y="996"/>
                </a:cubicBezTo>
                <a:lnTo>
                  <a:pt x="2248" y="996"/>
                </a:lnTo>
                <a:cubicBezTo>
                  <a:pt x="2202" y="1002"/>
                  <a:pt x="2186" y="1004"/>
                  <a:pt x="2186" y="1004"/>
                </a:cubicBezTo>
                <a:cubicBezTo>
                  <a:pt x="2187" y="1004"/>
                  <a:pt x="2227" y="999"/>
                  <a:pt x="2246" y="998"/>
                </a:cubicBezTo>
                <a:cubicBezTo>
                  <a:pt x="2293" y="996"/>
                  <a:pt x="2341" y="991"/>
                  <a:pt x="2387" y="989"/>
                </a:cubicBezTo>
                <a:close/>
                <a:moveTo>
                  <a:pt x="2431" y="0"/>
                </a:moveTo>
                <a:cubicBezTo>
                  <a:pt x="2283" y="0"/>
                  <a:pt x="2134" y="12"/>
                  <a:pt x="1987" y="33"/>
                </a:cubicBezTo>
                <a:lnTo>
                  <a:pt x="1987" y="33"/>
                </a:lnTo>
                <a:cubicBezTo>
                  <a:pt x="1519" y="79"/>
                  <a:pt x="1082" y="246"/>
                  <a:pt x="738" y="578"/>
                </a:cubicBezTo>
                <a:cubicBezTo>
                  <a:pt x="443" y="863"/>
                  <a:pt x="236" y="1259"/>
                  <a:pt x="158" y="1661"/>
                </a:cubicBezTo>
                <a:cubicBezTo>
                  <a:pt x="0" y="2477"/>
                  <a:pt x="228" y="3403"/>
                  <a:pt x="896" y="3941"/>
                </a:cubicBezTo>
                <a:cubicBezTo>
                  <a:pt x="1283" y="4251"/>
                  <a:pt x="1777" y="4404"/>
                  <a:pt x="2272" y="4404"/>
                </a:cubicBezTo>
                <a:cubicBezTo>
                  <a:pt x="2762" y="4404"/>
                  <a:pt x="3253" y="4255"/>
                  <a:pt x="3645" y="3962"/>
                </a:cubicBezTo>
                <a:cubicBezTo>
                  <a:pt x="4395" y="3401"/>
                  <a:pt x="4700" y="2409"/>
                  <a:pt x="4443" y="1512"/>
                </a:cubicBezTo>
                <a:cubicBezTo>
                  <a:pt x="4302" y="1025"/>
                  <a:pt x="4003" y="604"/>
                  <a:pt x="3582" y="321"/>
                </a:cubicBezTo>
                <a:cubicBezTo>
                  <a:pt x="3236" y="89"/>
                  <a:pt x="2836" y="0"/>
                  <a:pt x="2431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chemeClr val="lt1"/>
        </a:solidFill>
      </p:bgPr>
    </p:bg>
    <p:spTree>
      <p:nvGrpSpPr>
        <p:cNvPr id="2371" name="Shape 2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72" name="Google Shape;2372;p8"/>
          <p:cNvGrpSpPr/>
          <p:nvPr/>
        </p:nvGrpSpPr>
        <p:grpSpPr>
          <a:xfrm>
            <a:off x="0" y="0"/>
            <a:ext cx="9144125" cy="5143391"/>
            <a:chOff x="0" y="0"/>
            <a:chExt cx="9144125" cy="5143391"/>
          </a:xfrm>
        </p:grpSpPr>
        <p:sp>
          <p:nvSpPr>
            <p:cNvPr id="2373" name="Google Shape;2373;p8"/>
            <p:cNvSpPr/>
            <p:nvPr/>
          </p:nvSpPr>
          <p:spPr>
            <a:xfrm>
              <a:off x="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4" name="Google Shape;2374;p8"/>
            <p:cNvSpPr/>
            <p:nvPr/>
          </p:nvSpPr>
          <p:spPr>
            <a:xfrm>
              <a:off x="38100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5" name="Google Shape;2375;p8"/>
            <p:cNvSpPr/>
            <p:nvPr/>
          </p:nvSpPr>
          <p:spPr>
            <a:xfrm>
              <a:off x="76201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6" name="Google Shape;2376;p8"/>
            <p:cNvSpPr/>
            <p:nvPr/>
          </p:nvSpPr>
          <p:spPr>
            <a:xfrm>
              <a:off x="114301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7" name="Google Shape;2377;p8"/>
            <p:cNvSpPr/>
            <p:nvPr/>
          </p:nvSpPr>
          <p:spPr>
            <a:xfrm>
              <a:off x="152402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8" name="Google Shape;2378;p8"/>
            <p:cNvSpPr/>
            <p:nvPr/>
          </p:nvSpPr>
          <p:spPr>
            <a:xfrm>
              <a:off x="190502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9" name="Google Shape;2379;p8"/>
            <p:cNvSpPr/>
            <p:nvPr/>
          </p:nvSpPr>
          <p:spPr>
            <a:xfrm>
              <a:off x="228603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0" name="Google Shape;2380;p8"/>
            <p:cNvSpPr/>
            <p:nvPr/>
          </p:nvSpPr>
          <p:spPr>
            <a:xfrm>
              <a:off x="266703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1" name="Google Shape;2381;p8"/>
            <p:cNvSpPr/>
            <p:nvPr/>
          </p:nvSpPr>
          <p:spPr>
            <a:xfrm>
              <a:off x="304804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2" name="Google Shape;2382;p8"/>
            <p:cNvSpPr/>
            <p:nvPr/>
          </p:nvSpPr>
          <p:spPr>
            <a:xfrm>
              <a:off x="342904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3" name="Google Shape;2383;p8"/>
            <p:cNvSpPr/>
            <p:nvPr/>
          </p:nvSpPr>
          <p:spPr>
            <a:xfrm>
              <a:off x="381005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4" name="Google Shape;2384;p8"/>
            <p:cNvSpPr/>
            <p:nvPr/>
          </p:nvSpPr>
          <p:spPr>
            <a:xfrm>
              <a:off x="419105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5" name="Google Shape;2385;p8"/>
            <p:cNvSpPr/>
            <p:nvPr/>
          </p:nvSpPr>
          <p:spPr>
            <a:xfrm>
              <a:off x="457206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6" name="Google Shape;2386;p8"/>
            <p:cNvSpPr/>
            <p:nvPr/>
          </p:nvSpPr>
          <p:spPr>
            <a:xfrm>
              <a:off x="495306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7" name="Google Shape;2387;p8"/>
            <p:cNvSpPr/>
            <p:nvPr/>
          </p:nvSpPr>
          <p:spPr>
            <a:xfrm>
              <a:off x="533407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8" name="Google Shape;2388;p8"/>
            <p:cNvSpPr/>
            <p:nvPr/>
          </p:nvSpPr>
          <p:spPr>
            <a:xfrm>
              <a:off x="571507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9" name="Google Shape;2389;p8"/>
            <p:cNvSpPr/>
            <p:nvPr/>
          </p:nvSpPr>
          <p:spPr>
            <a:xfrm>
              <a:off x="609608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0" name="Google Shape;2390;p8"/>
            <p:cNvSpPr/>
            <p:nvPr/>
          </p:nvSpPr>
          <p:spPr>
            <a:xfrm>
              <a:off x="647708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1" name="Google Shape;2391;p8"/>
            <p:cNvSpPr/>
            <p:nvPr/>
          </p:nvSpPr>
          <p:spPr>
            <a:xfrm>
              <a:off x="685809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2" name="Google Shape;2392;p8"/>
            <p:cNvSpPr/>
            <p:nvPr/>
          </p:nvSpPr>
          <p:spPr>
            <a:xfrm>
              <a:off x="723909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3" name="Google Shape;2393;p8"/>
            <p:cNvSpPr/>
            <p:nvPr/>
          </p:nvSpPr>
          <p:spPr>
            <a:xfrm>
              <a:off x="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4" name="Google Shape;2394;p8"/>
            <p:cNvSpPr/>
            <p:nvPr/>
          </p:nvSpPr>
          <p:spPr>
            <a:xfrm>
              <a:off x="38100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5" name="Google Shape;2395;p8"/>
            <p:cNvSpPr/>
            <p:nvPr/>
          </p:nvSpPr>
          <p:spPr>
            <a:xfrm>
              <a:off x="76201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6" name="Google Shape;2396;p8"/>
            <p:cNvSpPr/>
            <p:nvPr/>
          </p:nvSpPr>
          <p:spPr>
            <a:xfrm>
              <a:off x="114301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7" name="Google Shape;2397;p8"/>
            <p:cNvSpPr/>
            <p:nvPr/>
          </p:nvSpPr>
          <p:spPr>
            <a:xfrm>
              <a:off x="152402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8" name="Google Shape;2398;p8"/>
            <p:cNvSpPr/>
            <p:nvPr/>
          </p:nvSpPr>
          <p:spPr>
            <a:xfrm>
              <a:off x="190502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9" name="Google Shape;2399;p8"/>
            <p:cNvSpPr/>
            <p:nvPr/>
          </p:nvSpPr>
          <p:spPr>
            <a:xfrm>
              <a:off x="228603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0" name="Google Shape;2400;p8"/>
            <p:cNvSpPr/>
            <p:nvPr/>
          </p:nvSpPr>
          <p:spPr>
            <a:xfrm>
              <a:off x="266703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1" name="Google Shape;2401;p8"/>
            <p:cNvSpPr/>
            <p:nvPr/>
          </p:nvSpPr>
          <p:spPr>
            <a:xfrm>
              <a:off x="304804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2" name="Google Shape;2402;p8"/>
            <p:cNvSpPr/>
            <p:nvPr/>
          </p:nvSpPr>
          <p:spPr>
            <a:xfrm>
              <a:off x="342904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3" name="Google Shape;2403;p8"/>
            <p:cNvSpPr/>
            <p:nvPr/>
          </p:nvSpPr>
          <p:spPr>
            <a:xfrm>
              <a:off x="381005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4" name="Google Shape;2404;p8"/>
            <p:cNvSpPr/>
            <p:nvPr/>
          </p:nvSpPr>
          <p:spPr>
            <a:xfrm>
              <a:off x="419105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5" name="Google Shape;2405;p8"/>
            <p:cNvSpPr/>
            <p:nvPr/>
          </p:nvSpPr>
          <p:spPr>
            <a:xfrm>
              <a:off x="457206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6" name="Google Shape;2406;p8"/>
            <p:cNvSpPr/>
            <p:nvPr/>
          </p:nvSpPr>
          <p:spPr>
            <a:xfrm>
              <a:off x="495306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7" name="Google Shape;2407;p8"/>
            <p:cNvSpPr/>
            <p:nvPr/>
          </p:nvSpPr>
          <p:spPr>
            <a:xfrm>
              <a:off x="533407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8" name="Google Shape;2408;p8"/>
            <p:cNvSpPr/>
            <p:nvPr/>
          </p:nvSpPr>
          <p:spPr>
            <a:xfrm>
              <a:off x="571507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9" name="Google Shape;2409;p8"/>
            <p:cNvSpPr/>
            <p:nvPr/>
          </p:nvSpPr>
          <p:spPr>
            <a:xfrm>
              <a:off x="609608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0" name="Google Shape;2410;p8"/>
            <p:cNvSpPr/>
            <p:nvPr/>
          </p:nvSpPr>
          <p:spPr>
            <a:xfrm>
              <a:off x="647708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1" name="Google Shape;2411;p8"/>
            <p:cNvSpPr/>
            <p:nvPr/>
          </p:nvSpPr>
          <p:spPr>
            <a:xfrm>
              <a:off x="685809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2" name="Google Shape;2412;p8"/>
            <p:cNvSpPr/>
            <p:nvPr/>
          </p:nvSpPr>
          <p:spPr>
            <a:xfrm>
              <a:off x="723909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3" name="Google Shape;2413;p8"/>
            <p:cNvSpPr/>
            <p:nvPr/>
          </p:nvSpPr>
          <p:spPr>
            <a:xfrm>
              <a:off x="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4" name="Google Shape;2414;p8"/>
            <p:cNvSpPr/>
            <p:nvPr/>
          </p:nvSpPr>
          <p:spPr>
            <a:xfrm>
              <a:off x="38100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5" name="Google Shape;2415;p8"/>
            <p:cNvSpPr/>
            <p:nvPr/>
          </p:nvSpPr>
          <p:spPr>
            <a:xfrm>
              <a:off x="76201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6" name="Google Shape;2416;p8"/>
            <p:cNvSpPr/>
            <p:nvPr/>
          </p:nvSpPr>
          <p:spPr>
            <a:xfrm>
              <a:off x="114301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7" name="Google Shape;2417;p8"/>
            <p:cNvSpPr/>
            <p:nvPr/>
          </p:nvSpPr>
          <p:spPr>
            <a:xfrm>
              <a:off x="152402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8" name="Google Shape;2418;p8"/>
            <p:cNvSpPr/>
            <p:nvPr/>
          </p:nvSpPr>
          <p:spPr>
            <a:xfrm>
              <a:off x="190502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9" name="Google Shape;2419;p8"/>
            <p:cNvSpPr/>
            <p:nvPr/>
          </p:nvSpPr>
          <p:spPr>
            <a:xfrm>
              <a:off x="228603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0" name="Google Shape;2420;p8"/>
            <p:cNvSpPr/>
            <p:nvPr/>
          </p:nvSpPr>
          <p:spPr>
            <a:xfrm>
              <a:off x="266703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1" name="Google Shape;2421;p8"/>
            <p:cNvSpPr/>
            <p:nvPr/>
          </p:nvSpPr>
          <p:spPr>
            <a:xfrm>
              <a:off x="304804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2" name="Google Shape;2422;p8"/>
            <p:cNvSpPr/>
            <p:nvPr/>
          </p:nvSpPr>
          <p:spPr>
            <a:xfrm>
              <a:off x="342904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3" name="Google Shape;2423;p8"/>
            <p:cNvSpPr/>
            <p:nvPr/>
          </p:nvSpPr>
          <p:spPr>
            <a:xfrm>
              <a:off x="381005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4" name="Google Shape;2424;p8"/>
            <p:cNvSpPr/>
            <p:nvPr/>
          </p:nvSpPr>
          <p:spPr>
            <a:xfrm>
              <a:off x="419105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5" name="Google Shape;2425;p8"/>
            <p:cNvSpPr/>
            <p:nvPr/>
          </p:nvSpPr>
          <p:spPr>
            <a:xfrm>
              <a:off x="457206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6" name="Google Shape;2426;p8"/>
            <p:cNvSpPr/>
            <p:nvPr/>
          </p:nvSpPr>
          <p:spPr>
            <a:xfrm>
              <a:off x="495306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7" name="Google Shape;2427;p8"/>
            <p:cNvSpPr/>
            <p:nvPr/>
          </p:nvSpPr>
          <p:spPr>
            <a:xfrm>
              <a:off x="533407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8" name="Google Shape;2428;p8"/>
            <p:cNvSpPr/>
            <p:nvPr/>
          </p:nvSpPr>
          <p:spPr>
            <a:xfrm>
              <a:off x="571507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9" name="Google Shape;2429;p8"/>
            <p:cNvSpPr/>
            <p:nvPr/>
          </p:nvSpPr>
          <p:spPr>
            <a:xfrm>
              <a:off x="609608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0" name="Google Shape;2430;p8"/>
            <p:cNvSpPr/>
            <p:nvPr/>
          </p:nvSpPr>
          <p:spPr>
            <a:xfrm>
              <a:off x="647708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1" name="Google Shape;2431;p8"/>
            <p:cNvSpPr/>
            <p:nvPr/>
          </p:nvSpPr>
          <p:spPr>
            <a:xfrm>
              <a:off x="685809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2" name="Google Shape;2432;p8"/>
            <p:cNvSpPr/>
            <p:nvPr/>
          </p:nvSpPr>
          <p:spPr>
            <a:xfrm>
              <a:off x="723909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3" name="Google Shape;2433;p8"/>
            <p:cNvSpPr/>
            <p:nvPr/>
          </p:nvSpPr>
          <p:spPr>
            <a:xfrm>
              <a:off x="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4" name="Google Shape;2434;p8"/>
            <p:cNvSpPr/>
            <p:nvPr/>
          </p:nvSpPr>
          <p:spPr>
            <a:xfrm>
              <a:off x="38100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5" name="Google Shape;2435;p8"/>
            <p:cNvSpPr/>
            <p:nvPr/>
          </p:nvSpPr>
          <p:spPr>
            <a:xfrm>
              <a:off x="76201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6" name="Google Shape;2436;p8"/>
            <p:cNvSpPr/>
            <p:nvPr/>
          </p:nvSpPr>
          <p:spPr>
            <a:xfrm>
              <a:off x="114301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7" name="Google Shape;2437;p8"/>
            <p:cNvSpPr/>
            <p:nvPr/>
          </p:nvSpPr>
          <p:spPr>
            <a:xfrm>
              <a:off x="152402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8" name="Google Shape;2438;p8"/>
            <p:cNvSpPr/>
            <p:nvPr/>
          </p:nvSpPr>
          <p:spPr>
            <a:xfrm>
              <a:off x="190502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9" name="Google Shape;2439;p8"/>
            <p:cNvSpPr/>
            <p:nvPr/>
          </p:nvSpPr>
          <p:spPr>
            <a:xfrm>
              <a:off x="228603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0" name="Google Shape;2440;p8"/>
            <p:cNvSpPr/>
            <p:nvPr/>
          </p:nvSpPr>
          <p:spPr>
            <a:xfrm>
              <a:off x="266703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1" name="Google Shape;2441;p8"/>
            <p:cNvSpPr/>
            <p:nvPr/>
          </p:nvSpPr>
          <p:spPr>
            <a:xfrm>
              <a:off x="304804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2" name="Google Shape;2442;p8"/>
            <p:cNvSpPr/>
            <p:nvPr/>
          </p:nvSpPr>
          <p:spPr>
            <a:xfrm>
              <a:off x="342904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3" name="Google Shape;2443;p8"/>
            <p:cNvSpPr/>
            <p:nvPr/>
          </p:nvSpPr>
          <p:spPr>
            <a:xfrm>
              <a:off x="381005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4" name="Google Shape;2444;p8"/>
            <p:cNvSpPr/>
            <p:nvPr/>
          </p:nvSpPr>
          <p:spPr>
            <a:xfrm>
              <a:off x="419105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5" name="Google Shape;2445;p8"/>
            <p:cNvSpPr/>
            <p:nvPr/>
          </p:nvSpPr>
          <p:spPr>
            <a:xfrm>
              <a:off x="457206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6" name="Google Shape;2446;p8"/>
            <p:cNvSpPr/>
            <p:nvPr/>
          </p:nvSpPr>
          <p:spPr>
            <a:xfrm>
              <a:off x="495306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7" name="Google Shape;2447;p8"/>
            <p:cNvSpPr/>
            <p:nvPr/>
          </p:nvSpPr>
          <p:spPr>
            <a:xfrm>
              <a:off x="533407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8" name="Google Shape;2448;p8"/>
            <p:cNvSpPr/>
            <p:nvPr/>
          </p:nvSpPr>
          <p:spPr>
            <a:xfrm>
              <a:off x="571507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9" name="Google Shape;2449;p8"/>
            <p:cNvSpPr/>
            <p:nvPr/>
          </p:nvSpPr>
          <p:spPr>
            <a:xfrm>
              <a:off x="609608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0" name="Google Shape;2450;p8"/>
            <p:cNvSpPr/>
            <p:nvPr/>
          </p:nvSpPr>
          <p:spPr>
            <a:xfrm>
              <a:off x="647708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1" name="Google Shape;2451;p8"/>
            <p:cNvSpPr/>
            <p:nvPr/>
          </p:nvSpPr>
          <p:spPr>
            <a:xfrm>
              <a:off x="685809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2" name="Google Shape;2452;p8"/>
            <p:cNvSpPr/>
            <p:nvPr/>
          </p:nvSpPr>
          <p:spPr>
            <a:xfrm>
              <a:off x="723909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3" name="Google Shape;2453;p8"/>
            <p:cNvSpPr/>
            <p:nvPr/>
          </p:nvSpPr>
          <p:spPr>
            <a:xfrm>
              <a:off x="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4" name="Google Shape;2454;p8"/>
            <p:cNvSpPr/>
            <p:nvPr/>
          </p:nvSpPr>
          <p:spPr>
            <a:xfrm>
              <a:off x="38100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5" name="Google Shape;2455;p8"/>
            <p:cNvSpPr/>
            <p:nvPr/>
          </p:nvSpPr>
          <p:spPr>
            <a:xfrm>
              <a:off x="76201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6" name="Google Shape;2456;p8"/>
            <p:cNvSpPr/>
            <p:nvPr/>
          </p:nvSpPr>
          <p:spPr>
            <a:xfrm>
              <a:off x="114301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7" name="Google Shape;2457;p8"/>
            <p:cNvSpPr/>
            <p:nvPr/>
          </p:nvSpPr>
          <p:spPr>
            <a:xfrm>
              <a:off x="152402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8" name="Google Shape;2458;p8"/>
            <p:cNvSpPr/>
            <p:nvPr/>
          </p:nvSpPr>
          <p:spPr>
            <a:xfrm>
              <a:off x="190502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9" name="Google Shape;2459;p8"/>
            <p:cNvSpPr/>
            <p:nvPr/>
          </p:nvSpPr>
          <p:spPr>
            <a:xfrm>
              <a:off x="228603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60" name="Google Shape;2460;p8"/>
            <p:cNvSpPr/>
            <p:nvPr/>
          </p:nvSpPr>
          <p:spPr>
            <a:xfrm>
              <a:off x="266703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61" name="Google Shape;2461;p8"/>
            <p:cNvSpPr/>
            <p:nvPr/>
          </p:nvSpPr>
          <p:spPr>
            <a:xfrm>
              <a:off x="304804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62" name="Google Shape;2462;p8"/>
            <p:cNvSpPr/>
            <p:nvPr/>
          </p:nvSpPr>
          <p:spPr>
            <a:xfrm>
              <a:off x="342904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63" name="Google Shape;2463;p8"/>
            <p:cNvSpPr/>
            <p:nvPr/>
          </p:nvSpPr>
          <p:spPr>
            <a:xfrm>
              <a:off x="381005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64" name="Google Shape;2464;p8"/>
            <p:cNvSpPr/>
            <p:nvPr/>
          </p:nvSpPr>
          <p:spPr>
            <a:xfrm>
              <a:off x="419105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65" name="Google Shape;2465;p8"/>
            <p:cNvSpPr/>
            <p:nvPr/>
          </p:nvSpPr>
          <p:spPr>
            <a:xfrm>
              <a:off x="457206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66" name="Google Shape;2466;p8"/>
            <p:cNvSpPr/>
            <p:nvPr/>
          </p:nvSpPr>
          <p:spPr>
            <a:xfrm>
              <a:off x="495306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67" name="Google Shape;2467;p8"/>
            <p:cNvSpPr/>
            <p:nvPr/>
          </p:nvSpPr>
          <p:spPr>
            <a:xfrm>
              <a:off x="533407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68" name="Google Shape;2468;p8"/>
            <p:cNvSpPr/>
            <p:nvPr/>
          </p:nvSpPr>
          <p:spPr>
            <a:xfrm>
              <a:off x="571507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69" name="Google Shape;2469;p8"/>
            <p:cNvSpPr/>
            <p:nvPr/>
          </p:nvSpPr>
          <p:spPr>
            <a:xfrm>
              <a:off x="609608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70" name="Google Shape;2470;p8"/>
            <p:cNvSpPr/>
            <p:nvPr/>
          </p:nvSpPr>
          <p:spPr>
            <a:xfrm>
              <a:off x="647708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71" name="Google Shape;2471;p8"/>
            <p:cNvSpPr/>
            <p:nvPr/>
          </p:nvSpPr>
          <p:spPr>
            <a:xfrm>
              <a:off x="685809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72" name="Google Shape;2472;p8"/>
            <p:cNvSpPr/>
            <p:nvPr/>
          </p:nvSpPr>
          <p:spPr>
            <a:xfrm>
              <a:off x="723909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73" name="Google Shape;2473;p8"/>
            <p:cNvSpPr/>
            <p:nvPr/>
          </p:nvSpPr>
          <p:spPr>
            <a:xfrm>
              <a:off x="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74" name="Google Shape;2474;p8"/>
            <p:cNvSpPr/>
            <p:nvPr/>
          </p:nvSpPr>
          <p:spPr>
            <a:xfrm>
              <a:off x="38100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75" name="Google Shape;2475;p8"/>
            <p:cNvSpPr/>
            <p:nvPr/>
          </p:nvSpPr>
          <p:spPr>
            <a:xfrm>
              <a:off x="76201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76" name="Google Shape;2476;p8"/>
            <p:cNvSpPr/>
            <p:nvPr/>
          </p:nvSpPr>
          <p:spPr>
            <a:xfrm>
              <a:off x="114301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77" name="Google Shape;2477;p8"/>
            <p:cNvSpPr/>
            <p:nvPr/>
          </p:nvSpPr>
          <p:spPr>
            <a:xfrm>
              <a:off x="152402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78" name="Google Shape;2478;p8"/>
            <p:cNvSpPr/>
            <p:nvPr/>
          </p:nvSpPr>
          <p:spPr>
            <a:xfrm>
              <a:off x="190502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79" name="Google Shape;2479;p8"/>
            <p:cNvSpPr/>
            <p:nvPr/>
          </p:nvSpPr>
          <p:spPr>
            <a:xfrm>
              <a:off x="228603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80" name="Google Shape;2480;p8"/>
            <p:cNvSpPr/>
            <p:nvPr/>
          </p:nvSpPr>
          <p:spPr>
            <a:xfrm>
              <a:off x="266703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81" name="Google Shape;2481;p8"/>
            <p:cNvSpPr/>
            <p:nvPr/>
          </p:nvSpPr>
          <p:spPr>
            <a:xfrm>
              <a:off x="304804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82" name="Google Shape;2482;p8"/>
            <p:cNvSpPr/>
            <p:nvPr/>
          </p:nvSpPr>
          <p:spPr>
            <a:xfrm>
              <a:off x="342904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83" name="Google Shape;2483;p8"/>
            <p:cNvSpPr/>
            <p:nvPr/>
          </p:nvSpPr>
          <p:spPr>
            <a:xfrm>
              <a:off x="381005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84" name="Google Shape;2484;p8"/>
            <p:cNvSpPr/>
            <p:nvPr/>
          </p:nvSpPr>
          <p:spPr>
            <a:xfrm>
              <a:off x="419105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85" name="Google Shape;2485;p8"/>
            <p:cNvSpPr/>
            <p:nvPr/>
          </p:nvSpPr>
          <p:spPr>
            <a:xfrm>
              <a:off x="457206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86" name="Google Shape;2486;p8"/>
            <p:cNvSpPr/>
            <p:nvPr/>
          </p:nvSpPr>
          <p:spPr>
            <a:xfrm>
              <a:off x="495306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87" name="Google Shape;2487;p8"/>
            <p:cNvSpPr/>
            <p:nvPr/>
          </p:nvSpPr>
          <p:spPr>
            <a:xfrm>
              <a:off x="533407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88" name="Google Shape;2488;p8"/>
            <p:cNvSpPr/>
            <p:nvPr/>
          </p:nvSpPr>
          <p:spPr>
            <a:xfrm>
              <a:off x="571507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89" name="Google Shape;2489;p8"/>
            <p:cNvSpPr/>
            <p:nvPr/>
          </p:nvSpPr>
          <p:spPr>
            <a:xfrm>
              <a:off x="609608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90" name="Google Shape;2490;p8"/>
            <p:cNvSpPr/>
            <p:nvPr/>
          </p:nvSpPr>
          <p:spPr>
            <a:xfrm>
              <a:off x="647708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91" name="Google Shape;2491;p8"/>
            <p:cNvSpPr/>
            <p:nvPr/>
          </p:nvSpPr>
          <p:spPr>
            <a:xfrm>
              <a:off x="685809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92" name="Google Shape;2492;p8"/>
            <p:cNvSpPr/>
            <p:nvPr/>
          </p:nvSpPr>
          <p:spPr>
            <a:xfrm>
              <a:off x="723909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93" name="Google Shape;2493;p8"/>
            <p:cNvSpPr/>
            <p:nvPr/>
          </p:nvSpPr>
          <p:spPr>
            <a:xfrm>
              <a:off x="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94" name="Google Shape;2494;p8"/>
            <p:cNvSpPr/>
            <p:nvPr/>
          </p:nvSpPr>
          <p:spPr>
            <a:xfrm>
              <a:off x="38100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95" name="Google Shape;2495;p8"/>
            <p:cNvSpPr/>
            <p:nvPr/>
          </p:nvSpPr>
          <p:spPr>
            <a:xfrm>
              <a:off x="76201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96" name="Google Shape;2496;p8"/>
            <p:cNvSpPr/>
            <p:nvPr/>
          </p:nvSpPr>
          <p:spPr>
            <a:xfrm>
              <a:off x="114301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97" name="Google Shape;2497;p8"/>
            <p:cNvSpPr/>
            <p:nvPr/>
          </p:nvSpPr>
          <p:spPr>
            <a:xfrm>
              <a:off x="152402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98" name="Google Shape;2498;p8"/>
            <p:cNvSpPr/>
            <p:nvPr/>
          </p:nvSpPr>
          <p:spPr>
            <a:xfrm>
              <a:off x="190502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99" name="Google Shape;2499;p8"/>
            <p:cNvSpPr/>
            <p:nvPr/>
          </p:nvSpPr>
          <p:spPr>
            <a:xfrm>
              <a:off x="228603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00" name="Google Shape;2500;p8"/>
            <p:cNvSpPr/>
            <p:nvPr/>
          </p:nvSpPr>
          <p:spPr>
            <a:xfrm>
              <a:off x="266703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01" name="Google Shape;2501;p8"/>
            <p:cNvSpPr/>
            <p:nvPr/>
          </p:nvSpPr>
          <p:spPr>
            <a:xfrm>
              <a:off x="304804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02" name="Google Shape;2502;p8"/>
            <p:cNvSpPr/>
            <p:nvPr/>
          </p:nvSpPr>
          <p:spPr>
            <a:xfrm>
              <a:off x="342904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03" name="Google Shape;2503;p8"/>
            <p:cNvSpPr/>
            <p:nvPr/>
          </p:nvSpPr>
          <p:spPr>
            <a:xfrm>
              <a:off x="381005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04" name="Google Shape;2504;p8"/>
            <p:cNvSpPr/>
            <p:nvPr/>
          </p:nvSpPr>
          <p:spPr>
            <a:xfrm>
              <a:off x="419105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05" name="Google Shape;2505;p8"/>
            <p:cNvSpPr/>
            <p:nvPr/>
          </p:nvSpPr>
          <p:spPr>
            <a:xfrm>
              <a:off x="457206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06" name="Google Shape;2506;p8"/>
            <p:cNvSpPr/>
            <p:nvPr/>
          </p:nvSpPr>
          <p:spPr>
            <a:xfrm>
              <a:off x="495306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07" name="Google Shape;2507;p8"/>
            <p:cNvSpPr/>
            <p:nvPr/>
          </p:nvSpPr>
          <p:spPr>
            <a:xfrm>
              <a:off x="533407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08" name="Google Shape;2508;p8"/>
            <p:cNvSpPr/>
            <p:nvPr/>
          </p:nvSpPr>
          <p:spPr>
            <a:xfrm>
              <a:off x="571507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09" name="Google Shape;2509;p8"/>
            <p:cNvSpPr/>
            <p:nvPr/>
          </p:nvSpPr>
          <p:spPr>
            <a:xfrm>
              <a:off x="609608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10" name="Google Shape;2510;p8"/>
            <p:cNvSpPr/>
            <p:nvPr/>
          </p:nvSpPr>
          <p:spPr>
            <a:xfrm>
              <a:off x="647708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11" name="Google Shape;2511;p8"/>
            <p:cNvSpPr/>
            <p:nvPr/>
          </p:nvSpPr>
          <p:spPr>
            <a:xfrm>
              <a:off x="685809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12" name="Google Shape;2512;p8"/>
            <p:cNvSpPr/>
            <p:nvPr/>
          </p:nvSpPr>
          <p:spPr>
            <a:xfrm>
              <a:off x="723909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13" name="Google Shape;2513;p8"/>
            <p:cNvSpPr/>
            <p:nvPr/>
          </p:nvSpPr>
          <p:spPr>
            <a:xfrm>
              <a:off x="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14" name="Google Shape;2514;p8"/>
            <p:cNvSpPr/>
            <p:nvPr/>
          </p:nvSpPr>
          <p:spPr>
            <a:xfrm>
              <a:off x="38100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15" name="Google Shape;2515;p8"/>
            <p:cNvSpPr/>
            <p:nvPr/>
          </p:nvSpPr>
          <p:spPr>
            <a:xfrm>
              <a:off x="76201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16" name="Google Shape;2516;p8"/>
            <p:cNvSpPr/>
            <p:nvPr/>
          </p:nvSpPr>
          <p:spPr>
            <a:xfrm>
              <a:off x="114301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17" name="Google Shape;2517;p8"/>
            <p:cNvSpPr/>
            <p:nvPr/>
          </p:nvSpPr>
          <p:spPr>
            <a:xfrm>
              <a:off x="152402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18" name="Google Shape;2518;p8"/>
            <p:cNvSpPr/>
            <p:nvPr/>
          </p:nvSpPr>
          <p:spPr>
            <a:xfrm>
              <a:off x="190502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19" name="Google Shape;2519;p8"/>
            <p:cNvSpPr/>
            <p:nvPr/>
          </p:nvSpPr>
          <p:spPr>
            <a:xfrm>
              <a:off x="228603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20" name="Google Shape;2520;p8"/>
            <p:cNvSpPr/>
            <p:nvPr/>
          </p:nvSpPr>
          <p:spPr>
            <a:xfrm>
              <a:off x="266703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21" name="Google Shape;2521;p8"/>
            <p:cNvSpPr/>
            <p:nvPr/>
          </p:nvSpPr>
          <p:spPr>
            <a:xfrm>
              <a:off x="304804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22" name="Google Shape;2522;p8"/>
            <p:cNvSpPr/>
            <p:nvPr/>
          </p:nvSpPr>
          <p:spPr>
            <a:xfrm>
              <a:off x="342904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23" name="Google Shape;2523;p8"/>
            <p:cNvSpPr/>
            <p:nvPr/>
          </p:nvSpPr>
          <p:spPr>
            <a:xfrm>
              <a:off x="381005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24" name="Google Shape;2524;p8"/>
            <p:cNvSpPr/>
            <p:nvPr/>
          </p:nvSpPr>
          <p:spPr>
            <a:xfrm>
              <a:off x="419105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25" name="Google Shape;2525;p8"/>
            <p:cNvSpPr/>
            <p:nvPr/>
          </p:nvSpPr>
          <p:spPr>
            <a:xfrm>
              <a:off x="457206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26" name="Google Shape;2526;p8"/>
            <p:cNvSpPr/>
            <p:nvPr/>
          </p:nvSpPr>
          <p:spPr>
            <a:xfrm>
              <a:off x="495306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27" name="Google Shape;2527;p8"/>
            <p:cNvSpPr/>
            <p:nvPr/>
          </p:nvSpPr>
          <p:spPr>
            <a:xfrm>
              <a:off x="533407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28" name="Google Shape;2528;p8"/>
            <p:cNvSpPr/>
            <p:nvPr/>
          </p:nvSpPr>
          <p:spPr>
            <a:xfrm>
              <a:off x="571507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29" name="Google Shape;2529;p8"/>
            <p:cNvSpPr/>
            <p:nvPr/>
          </p:nvSpPr>
          <p:spPr>
            <a:xfrm>
              <a:off x="609608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30" name="Google Shape;2530;p8"/>
            <p:cNvSpPr/>
            <p:nvPr/>
          </p:nvSpPr>
          <p:spPr>
            <a:xfrm>
              <a:off x="647708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31" name="Google Shape;2531;p8"/>
            <p:cNvSpPr/>
            <p:nvPr/>
          </p:nvSpPr>
          <p:spPr>
            <a:xfrm>
              <a:off x="685809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32" name="Google Shape;2532;p8"/>
            <p:cNvSpPr/>
            <p:nvPr/>
          </p:nvSpPr>
          <p:spPr>
            <a:xfrm>
              <a:off x="723909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33" name="Google Shape;2533;p8"/>
            <p:cNvSpPr/>
            <p:nvPr/>
          </p:nvSpPr>
          <p:spPr>
            <a:xfrm>
              <a:off x="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34" name="Google Shape;2534;p8"/>
            <p:cNvSpPr/>
            <p:nvPr/>
          </p:nvSpPr>
          <p:spPr>
            <a:xfrm>
              <a:off x="38100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35" name="Google Shape;2535;p8"/>
            <p:cNvSpPr/>
            <p:nvPr/>
          </p:nvSpPr>
          <p:spPr>
            <a:xfrm>
              <a:off x="76201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36" name="Google Shape;2536;p8"/>
            <p:cNvSpPr/>
            <p:nvPr/>
          </p:nvSpPr>
          <p:spPr>
            <a:xfrm>
              <a:off x="114301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37" name="Google Shape;2537;p8"/>
            <p:cNvSpPr/>
            <p:nvPr/>
          </p:nvSpPr>
          <p:spPr>
            <a:xfrm>
              <a:off x="152402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38" name="Google Shape;2538;p8"/>
            <p:cNvSpPr/>
            <p:nvPr/>
          </p:nvSpPr>
          <p:spPr>
            <a:xfrm>
              <a:off x="190502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39" name="Google Shape;2539;p8"/>
            <p:cNvSpPr/>
            <p:nvPr/>
          </p:nvSpPr>
          <p:spPr>
            <a:xfrm>
              <a:off x="228603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40" name="Google Shape;2540;p8"/>
            <p:cNvSpPr/>
            <p:nvPr/>
          </p:nvSpPr>
          <p:spPr>
            <a:xfrm>
              <a:off x="266703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41" name="Google Shape;2541;p8"/>
            <p:cNvSpPr/>
            <p:nvPr/>
          </p:nvSpPr>
          <p:spPr>
            <a:xfrm>
              <a:off x="304804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42" name="Google Shape;2542;p8"/>
            <p:cNvSpPr/>
            <p:nvPr/>
          </p:nvSpPr>
          <p:spPr>
            <a:xfrm>
              <a:off x="342904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43" name="Google Shape;2543;p8"/>
            <p:cNvSpPr/>
            <p:nvPr/>
          </p:nvSpPr>
          <p:spPr>
            <a:xfrm>
              <a:off x="381005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44" name="Google Shape;2544;p8"/>
            <p:cNvSpPr/>
            <p:nvPr/>
          </p:nvSpPr>
          <p:spPr>
            <a:xfrm>
              <a:off x="419105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45" name="Google Shape;2545;p8"/>
            <p:cNvSpPr/>
            <p:nvPr/>
          </p:nvSpPr>
          <p:spPr>
            <a:xfrm>
              <a:off x="457206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46" name="Google Shape;2546;p8"/>
            <p:cNvSpPr/>
            <p:nvPr/>
          </p:nvSpPr>
          <p:spPr>
            <a:xfrm>
              <a:off x="495306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47" name="Google Shape;2547;p8"/>
            <p:cNvSpPr/>
            <p:nvPr/>
          </p:nvSpPr>
          <p:spPr>
            <a:xfrm>
              <a:off x="533407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48" name="Google Shape;2548;p8"/>
            <p:cNvSpPr/>
            <p:nvPr/>
          </p:nvSpPr>
          <p:spPr>
            <a:xfrm>
              <a:off x="571507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49" name="Google Shape;2549;p8"/>
            <p:cNvSpPr/>
            <p:nvPr/>
          </p:nvSpPr>
          <p:spPr>
            <a:xfrm>
              <a:off x="609608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50" name="Google Shape;2550;p8"/>
            <p:cNvSpPr/>
            <p:nvPr/>
          </p:nvSpPr>
          <p:spPr>
            <a:xfrm>
              <a:off x="647708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51" name="Google Shape;2551;p8"/>
            <p:cNvSpPr/>
            <p:nvPr/>
          </p:nvSpPr>
          <p:spPr>
            <a:xfrm>
              <a:off x="685809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52" name="Google Shape;2552;p8"/>
            <p:cNvSpPr/>
            <p:nvPr/>
          </p:nvSpPr>
          <p:spPr>
            <a:xfrm>
              <a:off x="723909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53" name="Google Shape;2553;p8"/>
            <p:cNvSpPr/>
            <p:nvPr/>
          </p:nvSpPr>
          <p:spPr>
            <a:xfrm>
              <a:off x="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54" name="Google Shape;2554;p8"/>
            <p:cNvSpPr/>
            <p:nvPr/>
          </p:nvSpPr>
          <p:spPr>
            <a:xfrm>
              <a:off x="38100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55" name="Google Shape;2555;p8"/>
            <p:cNvSpPr/>
            <p:nvPr/>
          </p:nvSpPr>
          <p:spPr>
            <a:xfrm>
              <a:off x="76201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56" name="Google Shape;2556;p8"/>
            <p:cNvSpPr/>
            <p:nvPr/>
          </p:nvSpPr>
          <p:spPr>
            <a:xfrm>
              <a:off x="114301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57" name="Google Shape;2557;p8"/>
            <p:cNvSpPr/>
            <p:nvPr/>
          </p:nvSpPr>
          <p:spPr>
            <a:xfrm>
              <a:off x="152402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58" name="Google Shape;2558;p8"/>
            <p:cNvSpPr/>
            <p:nvPr/>
          </p:nvSpPr>
          <p:spPr>
            <a:xfrm>
              <a:off x="190502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59" name="Google Shape;2559;p8"/>
            <p:cNvSpPr/>
            <p:nvPr/>
          </p:nvSpPr>
          <p:spPr>
            <a:xfrm>
              <a:off x="228603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60" name="Google Shape;2560;p8"/>
            <p:cNvSpPr/>
            <p:nvPr/>
          </p:nvSpPr>
          <p:spPr>
            <a:xfrm>
              <a:off x="266703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61" name="Google Shape;2561;p8"/>
            <p:cNvSpPr/>
            <p:nvPr/>
          </p:nvSpPr>
          <p:spPr>
            <a:xfrm>
              <a:off x="304804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62" name="Google Shape;2562;p8"/>
            <p:cNvSpPr/>
            <p:nvPr/>
          </p:nvSpPr>
          <p:spPr>
            <a:xfrm>
              <a:off x="342904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63" name="Google Shape;2563;p8"/>
            <p:cNvSpPr/>
            <p:nvPr/>
          </p:nvSpPr>
          <p:spPr>
            <a:xfrm>
              <a:off x="381005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64" name="Google Shape;2564;p8"/>
            <p:cNvSpPr/>
            <p:nvPr/>
          </p:nvSpPr>
          <p:spPr>
            <a:xfrm>
              <a:off x="419105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65" name="Google Shape;2565;p8"/>
            <p:cNvSpPr/>
            <p:nvPr/>
          </p:nvSpPr>
          <p:spPr>
            <a:xfrm>
              <a:off x="457206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66" name="Google Shape;2566;p8"/>
            <p:cNvSpPr/>
            <p:nvPr/>
          </p:nvSpPr>
          <p:spPr>
            <a:xfrm>
              <a:off x="495306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67" name="Google Shape;2567;p8"/>
            <p:cNvSpPr/>
            <p:nvPr/>
          </p:nvSpPr>
          <p:spPr>
            <a:xfrm>
              <a:off x="533407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68" name="Google Shape;2568;p8"/>
            <p:cNvSpPr/>
            <p:nvPr/>
          </p:nvSpPr>
          <p:spPr>
            <a:xfrm>
              <a:off x="571507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69" name="Google Shape;2569;p8"/>
            <p:cNvSpPr/>
            <p:nvPr/>
          </p:nvSpPr>
          <p:spPr>
            <a:xfrm>
              <a:off x="609608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0" name="Google Shape;2570;p8"/>
            <p:cNvSpPr/>
            <p:nvPr/>
          </p:nvSpPr>
          <p:spPr>
            <a:xfrm>
              <a:off x="647708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1" name="Google Shape;2571;p8"/>
            <p:cNvSpPr/>
            <p:nvPr/>
          </p:nvSpPr>
          <p:spPr>
            <a:xfrm>
              <a:off x="685809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2" name="Google Shape;2572;p8"/>
            <p:cNvSpPr/>
            <p:nvPr/>
          </p:nvSpPr>
          <p:spPr>
            <a:xfrm>
              <a:off x="723909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3" name="Google Shape;2573;p8"/>
            <p:cNvSpPr/>
            <p:nvPr/>
          </p:nvSpPr>
          <p:spPr>
            <a:xfrm>
              <a:off x="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4" name="Google Shape;2574;p8"/>
            <p:cNvSpPr/>
            <p:nvPr/>
          </p:nvSpPr>
          <p:spPr>
            <a:xfrm>
              <a:off x="38100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5" name="Google Shape;2575;p8"/>
            <p:cNvSpPr/>
            <p:nvPr/>
          </p:nvSpPr>
          <p:spPr>
            <a:xfrm>
              <a:off x="76201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6" name="Google Shape;2576;p8"/>
            <p:cNvSpPr/>
            <p:nvPr/>
          </p:nvSpPr>
          <p:spPr>
            <a:xfrm>
              <a:off x="114301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7" name="Google Shape;2577;p8"/>
            <p:cNvSpPr/>
            <p:nvPr/>
          </p:nvSpPr>
          <p:spPr>
            <a:xfrm>
              <a:off x="152402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8" name="Google Shape;2578;p8"/>
            <p:cNvSpPr/>
            <p:nvPr/>
          </p:nvSpPr>
          <p:spPr>
            <a:xfrm>
              <a:off x="190502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9" name="Google Shape;2579;p8"/>
            <p:cNvSpPr/>
            <p:nvPr/>
          </p:nvSpPr>
          <p:spPr>
            <a:xfrm>
              <a:off x="228603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80" name="Google Shape;2580;p8"/>
            <p:cNvSpPr/>
            <p:nvPr/>
          </p:nvSpPr>
          <p:spPr>
            <a:xfrm>
              <a:off x="266703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81" name="Google Shape;2581;p8"/>
            <p:cNvSpPr/>
            <p:nvPr/>
          </p:nvSpPr>
          <p:spPr>
            <a:xfrm>
              <a:off x="304804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82" name="Google Shape;2582;p8"/>
            <p:cNvSpPr/>
            <p:nvPr/>
          </p:nvSpPr>
          <p:spPr>
            <a:xfrm>
              <a:off x="342904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83" name="Google Shape;2583;p8"/>
            <p:cNvSpPr/>
            <p:nvPr/>
          </p:nvSpPr>
          <p:spPr>
            <a:xfrm>
              <a:off x="381005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84" name="Google Shape;2584;p8"/>
            <p:cNvSpPr/>
            <p:nvPr/>
          </p:nvSpPr>
          <p:spPr>
            <a:xfrm>
              <a:off x="419105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85" name="Google Shape;2585;p8"/>
            <p:cNvSpPr/>
            <p:nvPr/>
          </p:nvSpPr>
          <p:spPr>
            <a:xfrm>
              <a:off x="457206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86" name="Google Shape;2586;p8"/>
            <p:cNvSpPr/>
            <p:nvPr/>
          </p:nvSpPr>
          <p:spPr>
            <a:xfrm>
              <a:off x="495306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87" name="Google Shape;2587;p8"/>
            <p:cNvSpPr/>
            <p:nvPr/>
          </p:nvSpPr>
          <p:spPr>
            <a:xfrm>
              <a:off x="533407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88" name="Google Shape;2588;p8"/>
            <p:cNvSpPr/>
            <p:nvPr/>
          </p:nvSpPr>
          <p:spPr>
            <a:xfrm>
              <a:off x="571507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89" name="Google Shape;2589;p8"/>
            <p:cNvSpPr/>
            <p:nvPr/>
          </p:nvSpPr>
          <p:spPr>
            <a:xfrm>
              <a:off x="609608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90" name="Google Shape;2590;p8"/>
            <p:cNvSpPr/>
            <p:nvPr/>
          </p:nvSpPr>
          <p:spPr>
            <a:xfrm>
              <a:off x="647708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91" name="Google Shape;2591;p8"/>
            <p:cNvSpPr/>
            <p:nvPr/>
          </p:nvSpPr>
          <p:spPr>
            <a:xfrm>
              <a:off x="685809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92" name="Google Shape;2592;p8"/>
            <p:cNvSpPr/>
            <p:nvPr/>
          </p:nvSpPr>
          <p:spPr>
            <a:xfrm>
              <a:off x="723909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93" name="Google Shape;2593;p8"/>
            <p:cNvSpPr/>
            <p:nvPr/>
          </p:nvSpPr>
          <p:spPr>
            <a:xfrm>
              <a:off x="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94" name="Google Shape;2594;p8"/>
            <p:cNvSpPr/>
            <p:nvPr/>
          </p:nvSpPr>
          <p:spPr>
            <a:xfrm>
              <a:off x="38100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95" name="Google Shape;2595;p8"/>
            <p:cNvSpPr/>
            <p:nvPr/>
          </p:nvSpPr>
          <p:spPr>
            <a:xfrm>
              <a:off x="76201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96" name="Google Shape;2596;p8"/>
            <p:cNvSpPr/>
            <p:nvPr/>
          </p:nvSpPr>
          <p:spPr>
            <a:xfrm>
              <a:off x="114301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97" name="Google Shape;2597;p8"/>
            <p:cNvSpPr/>
            <p:nvPr/>
          </p:nvSpPr>
          <p:spPr>
            <a:xfrm>
              <a:off x="152402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98" name="Google Shape;2598;p8"/>
            <p:cNvSpPr/>
            <p:nvPr/>
          </p:nvSpPr>
          <p:spPr>
            <a:xfrm>
              <a:off x="190502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99" name="Google Shape;2599;p8"/>
            <p:cNvSpPr/>
            <p:nvPr/>
          </p:nvSpPr>
          <p:spPr>
            <a:xfrm>
              <a:off x="228603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00" name="Google Shape;2600;p8"/>
            <p:cNvSpPr/>
            <p:nvPr/>
          </p:nvSpPr>
          <p:spPr>
            <a:xfrm>
              <a:off x="266703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01" name="Google Shape;2601;p8"/>
            <p:cNvSpPr/>
            <p:nvPr/>
          </p:nvSpPr>
          <p:spPr>
            <a:xfrm>
              <a:off x="304804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02" name="Google Shape;2602;p8"/>
            <p:cNvSpPr/>
            <p:nvPr/>
          </p:nvSpPr>
          <p:spPr>
            <a:xfrm>
              <a:off x="342904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03" name="Google Shape;2603;p8"/>
            <p:cNvSpPr/>
            <p:nvPr/>
          </p:nvSpPr>
          <p:spPr>
            <a:xfrm>
              <a:off x="381005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04" name="Google Shape;2604;p8"/>
            <p:cNvSpPr/>
            <p:nvPr/>
          </p:nvSpPr>
          <p:spPr>
            <a:xfrm>
              <a:off x="419105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05" name="Google Shape;2605;p8"/>
            <p:cNvSpPr/>
            <p:nvPr/>
          </p:nvSpPr>
          <p:spPr>
            <a:xfrm>
              <a:off x="457206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06" name="Google Shape;2606;p8"/>
            <p:cNvSpPr/>
            <p:nvPr/>
          </p:nvSpPr>
          <p:spPr>
            <a:xfrm>
              <a:off x="495306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07" name="Google Shape;2607;p8"/>
            <p:cNvSpPr/>
            <p:nvPr/>
          </p:nvSpPr>
          <p:spPr>
            <a:xfrm>
              <a:off x="533407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08" name="Google Shape;2608;p8"/>
            <p:cNvSpPr/>
            <p:nvPr/>
          </p:nvSpPr>
          <p:spPr>
            <a:xfrm>
              <a:off x="571507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09" name="Google Shape;2609;p8"/>
            <p:cNvSpPr/>
            <p:nvPr/>
          </p:nvSpPr>
          <p:spPr>
            <a:xfrm>
              <a:off x="609608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10" name="Google Shape;2610;p8"/>
            <p:cNvSpPr/>
            <p:nvPr/>
          </p:nvSpPr>
          <p:spPr>
            <a:xfrm>
              <a:off x="647708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11" name="Google Shape;2611;p8"/>
            <p:cNvSpPr/>
            <p:nvPr/>
          </p:nvSpPr>
          <p:spPr>
            <a:xfrm>
              <a:off x="685809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12" name="Google Shape;2612;p8"/>
            <p:cNvSpPr/>
            <p:nvPr/>
          </p:nvSpPr>
          <p:spPr>
            <a:xfrm>
              <a:off x="723909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13" name="Google Shape;2613;p8"/>
            <p:cNvSpPr/>
            <p:nvPr/>
          </p:nvSpPr>
          <p:spPr>
            <a:xfrm>
              <a:off x="7620110" y="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14" name="Google Shape;2614;p8"/>
            <p:cNvSpPr/>
            <p:nvPr/>
          </p:nvSpPr>
          <p:spPr>
            <a:xfrm>
              <a:off x="8001115" y="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15" name="Google Shape;2615;p8"/>
            <p:cNvSpPr/>
            <p:nvPr/>
          </p:nvSpPr>
          <p:spPr>
            <a:xfrm>
              <a:off x="8382120" y="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16" name="Google Shape;2616;p8"/>
            <p:cNvSpPr/>
            <p:nvPr/>
          </p:nvSpPr>
          <p:spPr>
            <a:xfrm>
              <a:off x="8763125" y="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17" name="Google Shape;2617;p8"/>
            <p:cNvSpPr/>
            <p:nvPr/>
          </p:nvSpPr>
          <p:spPr>
            <a:xfrm>
              <a:off x="7620110" y="342894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18" name="Google Shape;2618;p8"/>
            <p:cNvSpPr/>
            <p:nvPr/>
          </p:nvSpPr>
          <p:spPr>
            <a:xfrm>
              <a:off x="8001115" y="342894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19" name="Google Shape;2619;p8"/>
            <p:cNvSpPr/>
            <p:nvPr/>
          </p:nvSpPr>
          <p:spPr>
            <a:xfrm>
              <a:off x="8382120" y="342894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20" name="Google Shape;2620;p8"/>
            <p:cNvSpPr/>
            <p:nvPr/>
          </p:nvSpPr>
          <p:spPr>
            <a:xfrm>
              <a:off x="8763125" y="342894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21" name="Google Shape;2621;p8"/>
            <p:cNvSpPr/>
            <p:nvPr/>
          </p:nvSpPr>
          <p:spPr>
            <a:xfrm>
              <a:off x="7620110" y="685788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22" name="Google Shape;2622;p8"/>
            <p:cNvSpPr/>
            <p:nvPr/>
          </p:nvSpPr>
          <p:spPr>
            <a:xfrm>
              <a:off x="8001115" y="685788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23" name="Google Shape;2623;p8"/>
            <p:cNvSpPr/>
            <p:nvPr/>
          </p:nvSpPr>
          <p:spPr>
            <a:xfrm>
              <a:off x="8382120" y="685788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24" name="Google Shape;2624;p8"/>
            <p:cNvSpPr/>
            <p:nvPr/>
          </p:nvSpPr>
          <p:spPr>
            <a:xfrm>
              <a:off x="8763125" y="685788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25" name="Google Shape;2625;p8"/>
            <p:cNvSpPr/>
            <p:nvPr/>
          </p:nvSpPr>
          <p:spPr>
            <a:xfrm>
              <a:off x="7620110" y="1028682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26" name="Google Shape;2626;p8"/>
            <p:cNvSpPr/>
            <p:nvPr/>
          </p:nvSpPr>
          <p:spPr>
            <a:xfrm>
              <a:off x="8001115" y="1028682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27" name="Google Shape;2627;p8"/>
            <p:cNvSpPr/>
            <p:nvPr/>
          </p:nvSpPr>
          <p:spPr>
            <a:xfrm>
              <a:off x="8382120" y="1028682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28" name="Google Shape;2628;p8"/>
            <p:cNvSpPr/>
            <p:nvPr/>
          </p:nvSpPr>
          <p:spPr>
            <a:xfrm>
              <a:off x="8763125" y="1028682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29" name="Google Shape;2629;p8"/>
            <p:cNvSpPr/>
            <p:nvPr/>
          </p:nvSpPr>
          <p:spPr>
            <a:xfrm>
              <a:off x="7620110" y="1371576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30" name="Google Shape;2630;p8"/>
            <p:cNvSpPr/>
            <p:nvPr/>
          </p:nvSpPr>
          <p:spPr>
            <a:xfrm>
              <a:off x="8001115" y="1371576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31" name="Google Shape;2631;p8"/>
            <p:cNvSpPr/>
            <p:nvPr/>
          </p:nvSpPr>
          <p:spPr>
            <a:xfrm>
              <a:off x="8382120" y="1371576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32" name="Google Shape;2632;p8"/>
            <p:cNvSpPr/>
            <p:nvPr/>
          </p:nvSpPr>
          <p:spPr>
            <a:xfrm>
              <a:off x="8763125" y="1371576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33" name="Google Shape;2633;p8"/>
            <p:cNvSpPr/>
            <p:nvPr/>
          </p:nvSpPr>
          <p:spPr>
            <a:xfrm>
              <a:off x="7620110" y="171447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34" name="Google Shape;2634;p8"/>
            <p:cNvSpPr/>
            <p:nvPr/>
          </p:nvSpPr>
          <p:spPr>
            <a:xfrm>
              <a:off x="8001115" y="171447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35" name="Google Shape;2635;p8"/>
            <p:cNvSpPr/>
            <p:nvPr/>
          </p:nvSpPr>
          <p:spPr>
            <a:xfrm>
              <a:off x="8382120" y="171447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36" name="Google Shape;2636;p8"/>
            <p:cNvSpPr/>
            <p:nvPr/>
          </p:nvSpPr>
          <p:spPr>
            <a:xfrm>
              <a:off x="8763125" y="171447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37" name="Google Shape;2637;p8"/>
            <p:cNvSpPr/>
            <p:nvPr/>
          </p:nvSpPr>
          <p:spPr>
            <a:xfrm>
              <a:off x="7620110" y="205736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38" name="Google Shape;2638;p8"/>
            <p:cNvSpPr/>
            <p:nvPr/>
          </p:nvSpPr>
          <p:spPr>
            <a:xfrm>
              <a:off x="8001115" y="205736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39" name="Google Shape;2639;p8"/>
            <p:cNvSpPr/>
            <p:nvPr/>
          </p:nvSpPr>
          <p:spPr>
            <a:xfrm>
              <a:off x="8382120" y="205736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40" name="Google Shape;2640;p8"/>
            <p:cNvSpPr/>
            <p:nvPr/>
          </p:nvSpPr>
          <p:spPr>
            <a:xfrm>
              <a:off x="8763125" y="205736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41" name="Google Shape;2641;p8"/>
            <p:cNvSpPr/>
            <p:nvPr/>
          </p:nvSpPr>
          <p:spPr>
            <a:xfrm>
              <a:off x="7620110" y="2400259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42" name="Google Shape;2642;p8"/>
            <p:cNvSpPr/>
            <p:nvPr/>
          </p:nvSpPr>
          <p:spPr>
            <a:xfrm>
              <a:off x="8001115" y="2400259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43" name="Google Shape;2643;p8"/>
            <p:cNvSpPr/>
            <p:nvPr/>
          </p:nvSpPr>
          <p:spPr>
            <a:xfrm>
              <a:off x="8382120" y="2400259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44" name="Google Shape;2644;p8"/>
            <p:cNvSpPr/>
            <p:nvPr/>
          </p:nvSpPr>
          <p:spPr>
            <a:xfrm>
              <a:off x="8763125" y="2400259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45" name="Google Shape;2645;p8"/>
            <p:cNvSpPr/>
            <p:nvPr/>
          </p:nvSpPr>
          <p:spPr>
            <a:xfrm>
              <a:off x="7620110" y="274315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46" name="Google Shape;2646;p8"/>
            <p:cNvSpPr/>
            <p:nvPr/>
          </p:nvSpPr>
          <p:spPr>
            <a:xfrm>
              <a:off x="8001115" y="274315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47" name="Google Shape;2647;p8"/>
            <p:cNvSpPr/>
            <p:nvPr/>
          </p:nvSpPr>
          <p:spPr>
            <a:xfrm>
              <a:off x="8382120" y="274315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48" name="Google Shape;2648;p8"/>
            <p:cNvSpPr/>
            <p:nvPr/>
          </p:nvSpPr>
          <p:spPr>
            <a:xfrm>
              <a:off x="8763125" y="274315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49" name="Google Shape;2649;p8"/>
            <p:cNvSpPr/>
            <p:nvPr/>
          </p:nvSpPr>
          <p:spPr>
            <a:xfrm>
              <a:off x="7620110" y="308604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50" name="Google Shape;2650;p8"/>
            <p:cNvSpPr/>
            <p:nvPr/>
          </p:nvSpPr>
          <p:spPr>
            <a:xfrm>
              <a:off x="8001115" y="308604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51" name="Google Shape;2651;p8"/>
            <p:cNvSpPr/>
            <p:nvPr/>
          </p:nvSpPr>
          <p:spPr>
            <a:xfrm>
              <a:off x="8382120" y="308604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52" name="Google Shape;2652;p8"/>
            <p:cNvSpPr/>
            <p:nvPr/>
          </p:nvSpPr>
          <p:spPr>
            <a:xfrm>
              <a:off x="8763125" y="308604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53" name="Google Shape;2653;p8"/>
            <p:cNvSpPr/>
            <p:nvPr/>
          </p:nvSpPr>
          <p:spPr>
            <a:xfrm>
              <a:off x="7620110" y="342894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54" name="Google Shape;2654;p8"/>
            <p:cNvSpPr/>
            <p:nvPr/>
          </p:nvSpPr>
          <p:spPr>
            <a:xfrm>
              <a:off x="8001115" y="342894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55" name="Google Shape;2655;p8"/>
            <p:cNvSpPr/>
            <p:nvPr/>
          </p:nvSpPr>
          <p:spPr>
            <a:xfrm>
              <a:off x="8382120" y="342894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56" name="Google Shape;2656;p8"/>
            <p:cNvSpPr/>
            <p:nvPr/>
          </p:nvSpPr>
          <p:spPr>
            <a:xfrm>
              <a:off x="8763125" y="342894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57" name="Google Shape;2657;p8"/>
            <p:cNvSpPr/>
            <p:nvPr/>
          </p:nvSpPr>
          <p:spPr>
            <a:xfrm>
              <a:off x="7620110" y="377182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58" name="Google Shape;2658;p8"/>
            <p:cNvSpPr/>
            <p:nvPr/>
          </p:nvSpPr>
          <p:spPr>
            <a:xfrm>
              <a:off x="8001115" y="377182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59" name="Google Shape;2659;p8"/>
            <p:cNvSpPr/>
            <p:nvPr/>
          </p:nvSpPr>
          <p:spPr>
            <a:xfrm>
              <a:off x="8382120" y="377182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60" name="Google Shape;2660;p8"/>
            <p:cNvSpPr/>
            <p:nvPr/>
          </p:nvSpPr>
          <p:spPr>
            <a:xfrm>
              <a:off x="8763125" y="377182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61" name="Google Shape;2661;p8"/>
            <p:cNvSpPr/>
            <p:nvPr/>
          </p:nvSpPr>
          <p:spPr>
            <a:xfrm>
              <a:off x="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62" name="Google Shape;2662;p8"/>
            <p:cNvSpPr/>
            <p:nvPr/>
          </p:nvSpPr>
          <p:spPr>
            <a:xfrm>
              <a:off x="38100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63" name="Google Shape;2663;p8"/>
            <p:cNvSpPr/>
            <p:nvPr/>
          </p:nvSpPr>
          <p:spPr>
            <a:xfrm>
              <a:off x="76201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64" name="Google Shape;2664;p8"/>
            <p:cNvSpPr/>
            <p:nvPr/>
          </p:nvSpPr>
          <p:spPr>
            <a:xfrm>
              <a:off x="114301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65" name="Google Shape;2665;p8"/>
            <p:cNvSpPr/>
            <p:nvPr/>
          </p:nvSpPr>
          <p:spPr>
            <a:xfrm>
              <a:off x="152402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66" name="Google Shape;2666;p8"/>
            <p:cNvSpPr/>
            <p:nvPr/>
          </p:nvSpPr>
          <p:spPr>
            <a:xfrm>
              <a:off x="190502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67" name="Google Shape;2667;p8"/>
            <p:cNvSpPr/>
            <p:nvPr/>
          </p:nvSpPr>
          <p:spPr>
            <a:xfrm>
              <a:off x="228603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68" name="Google Shape;2668;p8"/>
            <p:cNvSpPr/>
            <p:nvPr/>
          </p:nvSpPr>
          <p:spPr>
            <a:xfrm>
              <a:off x="266703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69" name="Google Shape;2669;p8"/>
            <p:cNvSpPr/>
            <p:nvPr/>
          </p:nvSpPr>
          <p:spPr>
            <a:xfrm>
              <a:off x="304804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70" name="Google Shape;2670;p8"/>
            <p:cNvSpPr/>
            <p:nvPr/>
          </p:nvSpPr>
          <p:spPr>
            <a:xfrm>
              <a:off x="342904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71" name="Google Shape;2671;p8"/>
            <p:cNvSpPr/>
            <p:nvPr/>
          </p:nvSpPr>
          <p:spPr>
            <a:xfrm>
              <a:off x="381005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72" name="Google Shape;2672;p8"/>
            <p:cNvSpPr/>
            <p:nvPr/>
          </p:nvSpPr>
          <p:spPr>
            <a:xfrm>
              <a:off x="419105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73" name="Google Shape;2673;p8"/>
            <p:cNvSpPr/>
            <p:nvPr/>
          </p:nvSpPr>
          <p:spPr>
            <a:xfrm>
              <a:off x="457206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74" name="Google Shape;2674;p8"/>
            <p:cNvSpPr/>
            <p:nvPr/>
          </p:nvSpPr>
          <p:spPr>
            <a:xfrm>
              <a:off x="495306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75" name="Google Shape;2675;p8"/>
            <p:cNvSpPr/>
            <p:nvPr/>
          </p:nvSpPr>
          <p:spPr>
            <a:xfrm>
              <a:off x="533407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76" name="Google Shape;2676;p8"/>
            <p:cNvSpPr/>
            <p:nvPr/>
          </p:nvSpPr>
          <p:spPr>
            <a:xfrm>
              <a:off x="571507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77" name="Google Shape;2677;p8"/>
            <p:cNvSpPr/>
            <p:nvPr/>
          </p:nvSpPr>
          <p:spPr>
            <a:xfrm>
              <a:off x="609608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78" name="Google Shape;2678;p8"/>
            <p:cNvSpPr/>
            <p:nvPr/>
          </p:nvSpPr>
          <p:spPr>
            <a:xfrm>
              <a:off x="647708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79" name="Google Shape;2679;p8"/>
            <p:cNvSpPr/>
            <p:nvPr/>
          </p:nvSpPr>
          <p:spPr>
            <a:xfrm>
              <a:off x="685809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80" name="Google Shape;2680;p8"/>
            <p:cNvSpPr/>
            <p:nvPr/>
          </p:nvSpPr>
          <p:spPr>
            <a:xfrm>
              <a:off x="723909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81" name="Google Shape;2681;p8"/>
            <p:cNvSpPr/>
            <p:nvPr/>
          </p:nvSpPr>
          <p:spPr>
            <a:xfrm>
              <a:off x="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82" name="Google Shape;2682;p8"/>
            <p:cNvSpPr/>
            <p:nvPr/>
          </p:nvSpPr>
          <p:spPr>
            <a:xfrm>
              <a:off x="38100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83" name="Google Shape;2683;p8"/>
            <p:cNvSpPr/>
            <p:nvPr/>
          </p:nvSpPr>
          <p:spPr>
            <a:xfrm>
              <a:off x="76201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84" name="Google Shape;2684;p8"/>
            <p:cNvSpPr/>
            <p:nvPr/>
          </p:nvSpPr>
          <p:spPr>
            <a:xfrm>
              <a:off x="114301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85" name="Google Shape;2685;p8"/>
            <p:cNvSpPr/>
            <p:nvPr/>
          </p:nvSpPr>
          <p:spPr>
            <a:xfrm>
              <a:off x="152402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86" name="Google Shape;2686;p8"/>
            <p:cNvSpPr/>
            <p:nvPr/>
          </p:nvSpPr>
          <p:spPr>
            <a:xfrm>
              <a:off x="190502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87" name="Google Shape;2687;p8"/>
            <p:cNvSpPr/>
            <p:nvPr/>
          </p:nvSpPr>
          <p:spPr>
            <a:xfrm>
              <a:off x="228603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88" name="Google Shape;2688;p8"/>
            <p:cNvSpPr/>
            <p:nvPr/>
          </p:nvSpPr>
          <p:spPr>
            <a:xfrm>
              <a:off x="266703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89" name="Google Shape;2689;p8"/>
            <p:cNvSpPr/>
            <p:nvPr/>
          </p:nvSpPr>
          <p:spPr>
            <a:xfrm>
              <a:off x="304804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90" name="Google Shape;2690;p8"/>
            <p:cNvSpPr/>
            <p:nvPr/>
          </p:nvSpPr>
          <p:spPr>
            <a:xfrm>
              <a:off x="342904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91" name="Google Shape;2691;p8"/>
            <p:cNvSpPr/>
            <p:nvPr/>
          </p:nvSpPr>
          <p:spPr>
            <a:xfrm>
              <a:off x="381005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92" name="Google Shape;2692;p8"/>
            <p:cNvSpPr/>
            <p:nvPr/>
          </p:nvSpPr>
          <p:spPr>
            <a:xfrm>
              <a:off x="419105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93" name="Google Shape;2693;p8"/>
            <p:cNvSpPr/>
            <p:nvPr/>
          </p:nvSpPr>
          <p:spPr>
            <a:xfrm>
              <a:off x="457206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94" name="Google Shape;2694;p8"/>
            <p:cNvSpPr/>
            <p:nvPr/>
          </p:nvSpPr>
          <p:spPr>
            <a:xfrm>
              <a:off x="495306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95" name="Google Shape;2695;p8"/>
            <p:cNvSpPr/>
            <p:nvPr/>
          </p:nvSpPr>
          <p:spPr>
            <a:xfrm>
              <a:off x="533407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96" name="Google Shape;2696;p8"/>
            <p:cNvSpPr/>
            <p:nvPr/>
          </p:nvSpPr>
          <p:spPr>
            <a:xfrm>
              <a:off x="571507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97" name="Google Shape;2697;p8"/>
            <p:cNvSpPr/>
            <p:nvPr/>
          </p:nvSpPr>
          <p:spPr>
            <a:xfrm>
              <a:off x="609608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98" name="Google Shape;2698;p8"/>
            <p:cNvSpPr/>
            <p:nvPr/>
          </p:nvSpPr>
          <p:spPr>
            <a:xfrm>
              <a:off x="647708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99" name="Google Shape;2699;p8"/>
            <p:cNvSpPr/>
            <p:nvPr/>
          </p:nvSpPr>
          <p:spPr>
            <a:xfrm>
              <a:off x="685809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00" name="Google Shape;2700;p8"/>
            <p:cNvSpPr/>
            <p:nvPr/>
          </p:nvSpPr>
          <p:spPr>
            <a:xfrm>
              <a:off x="723909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01" name="Google Shape;2701;p8"/>
            <p:cNvSpPr/>
            <p:nvPr/>
          </p:nvSpPr>
          <p:spPr>
            <a:xfrm>
              <a:off x="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02" name="Google Shape;2702;p8"/>
            <p:cNvSpPr/>
            <p:nvPr/>
          </p:nvSpPr>
          <p:spPr>
            <a:xfrm>
              <a:off x="38100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03" name="Google Shape;2703;p8"/>
            <p:cNvSpPr/>
            <p:nvPr/>
          </p:nvSpPr>
          <p:spPr>
            <a:xfrm>
              <a:off x="76201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04" name="Google Shape;2704;p8"/>
            <p:cNvSpPr/>
            <p:nvPr/>
          </p:nvSpPr>
          <p:spPr>
            <a:xfrm>
              <a:off x="114301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05" name="Google Shape;2705;p8"/>
            <p:cNvSpPr/>
            <p:nvPr/>
          </p:nvSpPr>
          <p:spPr>
            <a:xfrm>
              <a:off x="152402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06" name="Google Shape;2706;p8"/>
            <p:cNvSpPr/>
            <p:nvPr/>
          </p:nvSpPr>
          <p:spPr>
            <a:xfrm>
              <a:off x="190502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07" name="Google Shape;2707;p8"/>
            <p:cNvSpPr/>
            <p:nvPr/>
          </p:nvSpPr>
          <p:spPr>
            <a:xfrm>
              <a:off x="228603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08" name="Google Shape;2708;p8"/>
            <p:cNvSpPr/>
            <p:nvPr/>
          </p:nvSpPr>
          <p:spPr>
            <a:xfrm>
              <a:off x="266703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09" name="Google Shape;2709;p8"/>
            <p:cNvSpPr/>
            <p:nvPr/>
          </p:nvSpPr>
          <p:spPr>
            <a:xfrm>
              <a:off x="304804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10" name="Google Shape;2710;p8"/>
            <p:cNvSpPr/>
            <p:nvPr/>
          </p:nvSpPr>
          <p:spPr>
            <a:xfrm>
              <a:off x="342904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11" name="Google Shape;2711;p8"/>
            <p:cNvSpPr/>
            <p:nvPr/>
          </p:nvSpPr>
          <p:spPr>
            <a:xfrm>
              <a:off x="381005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12" name="Google Shape;2712;p8"/>
            <p:cNvSpPr/>
            <p:nvPr/>
          </p:nvSpPr>
          <p:spPr>
            <a:xfrm>
              <a:off x="419105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13" name="Google Shape;2713;p8"/>
            <p:cNvSpPr/>
            <p:nvPr/>
          </p:nvSpPr>
          <p:spPr>
            <a:xfrm>
              <a:off x="457206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14" name="Google Shape;2714;p8"/>
            <p:cNvSpPr/>
            <p:nvPr/>
          </p:nvSpPr>
          <p:spPr>
            <a:xfrm>
              <a:off x="495306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15" name="Google Shape;2715;p8"/>
            <p:cNvSpPr/>
            <p:nvPr/>
          </p:nvSpPr>
          <p:spPr>
            <a:xfrm>
              <a:off x="533407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16" name="Google Shape;2716;p8"/>
            <p:cNvSpPr/>
            <p:nvPr/>
          </p:nvSpPr>
          <p:spPr>
            <a:xfrm>
              <a:off x="571507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17" name="Google Shape;2717;p8"/>
            <p:cNvSpPr/>
            <p:nvPr/>
          </p:nvSpPr>
          <p:spPr>
            <a:xfrm>
              <a:off x="609608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18" name="Google Shape;2718;p8"/>
            <p:cNvSpPr/>
            <p:nvPr/>
          </p:nvSpPr>
          <p:spPr>
            <a:xfrm>
              <a:off x="647708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19" name="Google Shape;2719;p8"/>
            <p:cNvSpPr/>
            <p:nvPr/>
          </p:nvSpPr>
          <p:spPr>
            <a:xfrm>
              <a:off x="685809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20" name="Google Shape;2720;p8"/>
            <p:cNvSpPr/>
            <p:nvPr/>
          </p:nvSpPr>
          <p:spPr>
            <a:xfrm>
              <a:off x="723909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21" name="Google Shape;2721;p8"/>
            <p:cNvSpPr/>
            <p:nvPr/>
          </p:nvSpPr>
          <p:spPr>
            <a:xfrm>
              <a:off x="7620110" y="411471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22" name="Google Shape;2722;p8"/>
            <p:cNvSpPr/>
            <p:nvPr/>
          </p:nvSpPr>
          <p:spPr>
            <a:xfrm>
              <a:off x="8001115" y="411471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23" name="Google Shape;2723;p8"/>
            <p:cNvSpPr/>
            <p:nvPr/>
          </p:nvSpPr>
          <p:spPr>
            <a:xfrm>
              <a:off x="8382120" y="411471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24" name="Google Shape;2724;p8"/>
            <p:cNvSpPr/>
            <p:nvPr/>
          </p:nvSpPr>
          <p:spPr>
            <a:xfrm>
              <a:off x="8763125" y="411471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25" name="Google Shape;2725;p8"/>
            <p:cNvSpPr/>
            <p:nvPr/>
          </p:nvSpPr>
          <p:spPr>
            <a:xfrm>
              <a:off x="7620110" y="445760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26" name="Google Shape;2726;p8"/>
            <p:cNvSpPr/>
            <p:nvPr/>
          </p:nvSpPr>
          <p:spPr>
            <a:xfrm>
              <a:off x="8001115" y="445760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27" name="Google Shape;2727;p8"/>
            <p:cNvSpPr/>
            <p:nvPr/>
          </p:nvSpPr>
          <p:spPr>
            <a:xfrm>
              <a:off x="8382120" y="445760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28" name="Google Shape;2728;p8"/>
            <p:cNvSpPr/>
            <p:nvPr/>
          </p:nvSpPr>
          <p:spPr>
            <a:xfrm>
              <a:off x="8763125" y="445760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29" name="Google Shape;2729;p8"/>
            <p:cNvSpPr/>
            <p:nvPr/>
          </p:nvSpPr>
          <p:spPr>
            <a:xfrm>
              <a:off x="7620110" y="480049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30" name="Google Shape;2730;p8"/>
            <p:cNvSpPr/>
            <p:nvPr/>
          </p:nvSpPr>
          <p:spPr>
            <a:xfrm>
              <a:off x="8001115" y="480049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31" name="Google Shape;2731;p8"/>
            <p:cNvSpPr/>
            <p:nvPr/>
          </p:nvSpPr>
          <p:spPr>
            <a:xfrm>
              <a:off x="8382120" y="480049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32" name="Google Shape;2732;p8"/>
            <p:cNvSpPr/>
            <p:nvPr/>
          </p:nvSpPr>
          <p:spPr>
            <a:xfrm>
              <a:off x="8763125" y="480049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733" name="Google Shape;2733;p8"/>
          <p:cNvSpPr/>
          <p:nvPr/>
        </p:nvSpPr>
        <p:spPr>
          <a:xfrm flipH="1">
            <a:off x="0" y="0"/>
            <a:ext cx="9144000" cy="5143500"/>
          </a:xfrm>
          <a:prstGeom prst="rtTriangle">
            <a:avLst/>
          </a:prstGeom>
          <a:solidFill>
            <a:srgbClr val="005051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734" name="Google Shape;2734;p8"/>
          <p:cNvGrpSpPr/>
          <p:nvPr/>
        </p:nvGrpSpPr>
        <p:grpSpPr>
          <a:xfrm>
            <a:off x="553048" y="535000"/>
            <a:ext cx="8105852" cy="4302000"/>
            <a:chOff x="553048" y="535000"/>
            <a:chExt cx="8105852" cy="4302000"/>
          </a:xfrm>
        </p:grpSpPr>
        <p:sp>
          <p:nvSpPr>
            <p:cNvPr id="2735" name="Google Shape;2735;p8"/>
            <p:cNvSpPr/>
            <p:nvPr/>
          </p:nvSpPr>
          <p:spPr>
            <a:xfrm>
              <a:off x="942300" y="763600"/>
              <a:ext cx="7716600" cy="4073400"/>
            </a:xfrm>
            <a:prstGeom prst="roundRect">
              <a:avLst>
                <a:gd fmla="val 2480" name="adj"/>
              </a:avLst>
            </a:prstGeom>
            <a:solidFill>
              <a:srgbClr val="222828">
                <a:alpha val="2039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36" name="Google Shape;2736;p8"/>
            <p:cNvSpPr/>
            <p:nvPr/>
          </p:nvSpPr>
          <p:spPr>
            <a:xfrm>
              <a:off x="712275" y="535000"/>
              <a:ext cx="7716600" cy="4073400"/>
            </a:xfrm>
            <a:prstGeom prst="roundRect">
              <a:avLst>
                <a:gd fmla="val 2480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37" name="Google Shape;2737;p8"/>
            <p:cNvSpPr/>
            <p:nvPr/>
          </p:nvSpPr>
          <p:spPr>
            <a:xfrm>
              <a:off x="848698" y="898261"/>
              <a:ext cx="317374" cy="317436"/>
            </a:xfrm>
            <a:custGeom>
              <a:rect b="b" l="l" r="r" t="t"/>
              <a:pathLst>
                <a:path extrusionOk="0" h="15212" w="15209">
                  <a:moveTo>
                    <a:pt x="7604" y="0"/>
                  </a:moveTo>
                  <a:cubicBezTo>
                    <a:pt x="3404" y="0"/>
                    <a:pt x="0" y="3405"/>
                    <a:pt x="0" y="7605"/>
                  </a:cubicBezTo>
                  <a:cubicBezTo>
                    <a:pt x="0" y="11805"/>
                    <a:pt x="3404" y="15212"/>
                    <a:pt x="7604" y="15212"/>
                  </a:cubicBezTo>
                  <a:cubicBezTo>
                    <a:pt x="11804" y="15212"/>
                    <a:pt x="15209" y="11805"/>
                    <a:pt x="15209" y="7605"/>
                  </a:cubicBezTo>
                  <a:cubicBezTo>
                    <a:pt x="15209" y="3405"/>
                    <a:pt x="11804" y="0"/>
                    <a:pt x="760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38" name="Google Shape;2738;p8"/>
            <p:cNvSpPr/>
            <p:nvPr/>
          </p:nvSpPr>
          <p:spPr>
            <a:xfrm>
              <a:off x="553048" y="931482"/>
              <a:ext cx="549400" cy="250994"/>
            </a:xfrm>
            <a:custGeom>
              <a:rect b="b" l="l" r="r" t="t"/>
              <a:pathLst>
                <a:path extrusionOk="0" h="12028" w="26328">
                  <a:moveTo>
                    <a:pt x="1493" y="0"/>
                  </a:moveTo>
                  <a:cubicBezTo>
                    <a:pt x="671" y="0"/>
                    <a:pt x="0" y="668"/>
                    <a:pt x="0" y="1494"/>
                  </a:cubicBezTo>
                  <a:cubicBezTo>
                    <a:pt x="0" y="2319"/>
                    <a:pt x="671" y="2990"/>
                    <a:pt x="1493" y="2990"/>
                  </a:cubicBezTo>
                  <a:lnTo>
                    <a:pt x="19596" y="2990"/>
                  </a:lnTo>
                  <a:cubicBezTo>
                    <a:pt x="21591" y="2990"/>
                    <a:pt x="23340" y="4081"/>
                    <a:pt x="23340" y="5330"/>
                  </a:cubicBezTo>
                  <a:lnTo>
                    <a:pt x="23340" y="6698"/>
                  </a:lnTo>
                  <a:cubicBezTo>
                    <a:pt x="23340" y="7944"/>
                    <a:pt x="21591" y="9038"/>
                    <a:pt x="19596" y="9038"/>
                  </a:cubicBezTo>
                  <a:lnTo>
                    <a:pt x="1493" y="9038"/>
                  </a:lnTo>
                  <a:cubicBezTo>
                    <a:pt x="671" y="9038"/>
                    <a:pt x="0" y="9706"/>
                    <a:pt x="0" y="10532"/>
                  </a:cubicBezTo>
                  <a:cubicBezTo>
                    <a:pt x="0" y="11357"/>
                    <a:pt x="671" y="12028"/>
                    <a:pt x="1493" y="12028"/>
                  </a:cubicBezTo>
                  <a:lnTo>
                    <a:pt x="19596" y="12028"/>
                  </a:lnTo>
                  <a:lnTo>
                    <a:pt x="19596" y="12025"/>
                  </a:lnTo>
                  <a:cubicBezTo>
                    <a:pt x="23370" y="12025"/>
                    <a:pt x="26327" y="9685"/>
                    <a:pt x="26327" y="6695"/>
                  </a:cubicBezTo>
                  <a:lnTo>
                    <a:pt x="26327" y="5327"/>
                  </a:lnTo>
                  <a:cubicBezTo>
                    <a:pt x="26327" y="2340"/>
                    <a:pt x="23370" y="0"/>
                    <a:pt x="19596" y="0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39" name="Google Shape;2739;p8"/>
            <p:cNvSpPr/>
            <p:nvPr/>
          </p:nvSpPr>
          <p:spPr>
            <a:xfrm>
              <a:off x="848698" y="1332681"/>
              <a:ext cx="317374" cy="317457"/>
            </a:xfrm>
            <a:custGeom>
              <a:rect b="b" l="l" r="r" t="t"/>
              <a:pathLst>
                <a:path extrusionOk="0" h="15213" w="15209">
                  <a:moveTo>
                    <a:pt x="7604" y="1"/>
                  </a:moveTo>
                  <a:cubicBezTo>
                    <a:pt x="3404" y="1"/>
                    <a:pt x="0" y="3408"/>
                    <a:pt x="0" y="7608"/>
                  </a:cubicBezTo>
                  <a:cubicBezTo>
                    <a:pt x="0" y="11808"/>
                    <a:pt x="3404" y="15212"/>
                    <a:pt x="7604" y="15212"/>
                  </a:cubicBezTo>
                  <a:cubicBezTo>
                    <a:pt x="11804" y="15212"/>
                    <a:pt x="15209" y="11808"/>
                    <a:pt x="15209" y="7608"/>
                  </a:cubicBezTo>
                  <a:cubicBezTo>
                    <a:pt x="15209" y="3408"/>
                    <a:pt x="11804" y="1"/>
                    <a:pt x="760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40" name="Google Shape;2740;p8"/>
            <p:cNvSpPr/>
            <p:nvPr/>
          </p:nvSpPr>
          <p:spPr>
            <a:xfrm>
              <a:off x="553048" y="1365902"/>
              <a:ext cx="549400" cy="251015"/>
            </a:xfrm>
            <a:custGeom>
              <a:rect b="b" l="l" r="r" t="t"/>
              <a:pathLst>
                <a:path extrusionOk="0" h="12029" w="26328">
                  <a:moveTo>
                    <a:pt x="1493" y="1"/>
                  </a:moveTo>
                  <a:cubicBezTo>
                    <a:pt x="671" y="1"/>
                    <a:pt x="0" y="671"/>
                    <a:pt x="0" y="1497"/>
                  </a:cubicBezTo>
                  <a:cubicBezTo>
                    <a:pt x="0" y="2320"/>
                    <a:pt x="671" y="2990"/>
                    <a:pt x="1493" y="2990"/>
                  </a:cubicBezTo>
                  <a:lnTo>
                    <a:pt x="19596" y="2990"/>
                  </a:lnTo>
                  <a:cubicBezTo>
                    <a:pt x="21591" y="2990"/>
                    <a:pt x="23340" y="4084"/>
                    <a:pt x="23340" y="5330"/>
                  </a:cubicBezTo>
                  <a:lnTo>
                    <a:pt x="23340" y="6699"/>
                  </a:lnTo>
                  <a:cubicBezTo>
                    <a:pt x="23340" y="7948"/>
                    <a:pt x="21591" y="9042"/>
                    <a:pt x="19596" y="9042"/>
                  </a:cubicBezTo>
                  <a:lnTo>
                    <a:pt x="1493" y="9042"/>
                  </a:lnTo>
                  <a:cubicBezTo>
                    <a:pt x="671" y="9042"/>
                    <a:pt x="0" y="9709"/>
                    <a:pt x="0" y="10535"/>
                  </a:cubicBezTo>
                  <a:cubicBezTo>
                    <a:pt x="0" y="11361"/>
                    <a:pt x="671" y="12028"/>
                    <a:pt x="1493" y="12028"/>
                  </a:cubicBezTo>
                  <a:lnTo>
                    <a:pt x="19596" y="12028"/>
                  </a:lnTo>
                  <a:cubicBezTo>
                    <a:pt x="23370" y="12028"/>
                    <a:pt x="26327" y="9688"/>
                    <a:pt x="26327" y="6699"/>
                  </a:cubicBezTo>
                  <a:lnTo>
                    <a:pt x="26327" y="5330"/>
                  </a:lnTo>
                  <a:cubicBezTo>
                    <a:pt x="26327" y="2344"/>
                    <a:pt x="23370" y="1"/>
                    <a:pt x="19596" y="1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41" name="Google Shape;2741;p8"/>
            <p:cNvSpPr/>
            <p:nvPr/>
          </p:nvSpPr>
          <p:spPr>
            <a:xfrm>
              <a:off x="848698" y="1767184"/>
              <a:ext cx="317374" cy="317436"/>
            </a:xfrm>
            <a:custGeom>
              <a:rect b="b" l="l" r="r" t="t"/>
              <a:pathLst>
                <a:path extrusionOk="0" h="15212" w="15209">
                  <a:moveTo>
                    <a:pt x="7604" y="0"/>
                  </a:moveTo>
                  <a:cubicBezTo>
                    <a:pt x="3404" y="0"/>
                    <a:pt x="0" y="3404"/>
                    <a:pt x="0" y="7605"/>
                  </a:cubicBezTo>
                  <a:cubicBezTo>
                    <a:pt x="0" y="11805"/>
                    <a:pt x="3404" y="15212"/>
                    <a:pt x="7604" y="15212"/>
                  </a:cubicBezTo>
                  <a:cubicBezTo>
                    <a:pt x="11804" y="15212"/>
                    <a:pt x="15209" y="11805"/>
                    <a:pt x="15209" y="7605"/>
                  </a:cubicBezTo>
                  <a:cubicBezTo>
                    <a:pt x="15209" y="3404"/>
                    <a:pt x="11804" y="0"/>
                    <a:pt x="760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42" name="Google Shape;2742;p8"/>
            <p:cNvSpPr/>
            <p:nvPr/>
          </p:nvSpPr>
          <p:spPr>
            <a:xfrm>
              <a:off x="553048" y="1800405"/>
              <a:ext cx="549400" cy="250994"/>
            </a:xfrm>
            <a:custGeom>
              <a:rect b="b" l="l" r="r" t="t"/>
              <a:pathLst>
                <a:path extrusionOk="0" h="12028" w="26328">
                  <a:moveTo>
                    <a:pt x="1493" y="0"/>
                  </a:moveTo>
                  <a:cubicBezTo>
                    <a:pt x="671" y="0"/>
                    <a:pt x="0" y="668"/>
                    <a:pt x="0" y="1493"/>
                  </a:cubicBezTo>
                  <a:cubicBezTo>
                    <a:pt x="0" y="2319"/>
                    <a:pt x="671" y="2990"/>
                    <a:pt x="1493" y="2990"/>
                  </a:cubicBezTo>
                  <a:lnTo>
                    <a:pt x="19596" y="2990"/>
                  </a:lnTo>
                  <a:cubicBezTo>
                    <a:pt x="21591" y="2990"/>
                    <a:pt x="23340" y="4081"/>
                    <a:pt x="23340" y="5330"/>
                  </a:cubicBezTo>
                  <a:lnTo>
                    <a:pt x="23340" y="6695"/>
                  </a:lnTo>
                  <a:cubicBezTo>
                    <a:pt x="23340" y="7944"/>
                    <a:pt x="21591" y="9038"/>
                    <a:pt x="19596" y="9038"/>
                  </a:cubicBezTo>
                  <a:lnTo>
                    <a:pt x="1493" y="9038"/>
                  </a:lnTo>
                  <a:cubicBezTo>
                    <a:pt x="671" y="9038"/>
                    <a:pt x="0" y="9706"/>
                    <a:pt x="0" y="10532"/>
                  </a:cubicBezTo>
                  <a:cubicBezTo>
                    <a:pt x="0" y="11357"/>
                    <a:pt x="671" y="12028"/>
                    <a:pt x="1493" y="12028"/>
                  </a:cubicBezTo>
                  <a:lnTo>
                    <a:pt x="19596" y="12028"/>
                  </a:lnTo>
                  <a:lnTo>
                    <a:pt x="19596" y="12025"/>
                  </a:lnTo>
                  <a:cubicBezTo>
                    <a:pt x="23370" y="12025"/>
                    <a:pt x="26327" y="9685"/>
                    <a:pt x="26327" y="6695"/>
                  </a:cubicBezTo>
                  <a:lnTo>
                    <a:pt x="26327" y="5327"/>
                  </a:lnTo>
                  <a:cubicBezTo>
                    <a:pt x="26327" y="2340"/>
                    <a:pt x="23370" y="0"/>
                    <a:pt x="19596" y="0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43" name="Google Shape;2743;p8"/>
            <p:cNvSpPr/>
            <p:nvPr/>
          </p:nvSpPr>
          <p:spPr>
            <a:xfrm>
              <a:off x="848698" y="2201603"/>
              <a:ext cx="317374" cy="317457"/>
            </a:xfrm>
            <a:custGeom>
              <a:rect b="b" l="l" r="r" t="t"/>
              <a:pathLst>
                <a:path extrusionOk="0" h="15213" w="15209">
                  <a:moveTo>
                    <a:pt x="7604" y="1"/>
                  </a:moveTo>
                  <a:cubicBezTo>
                    <a:pt x="3404" y="1"/>
                    <a:pt x="0" y="3405"/>
                    <a:pt x="0" y="7608"/>
                  </a:cubicBezTo>
                  <a:cubicBezTo>
                    <a:pt x="0" y="11808"/>
                    <a:pt x="3404" y="15212"/>
                    <a:pt x="7604" y="15212"/>
                  </a:cubicBezTo>
                  <a:cubicBezTo>
                    <a:pt x="11804" y="15212"/>
                    <a:pt x="15209" y="11808"/>
                    <a:pt x="15209" y="7608"/>
                  </a:cubicBezTo>
                  <a:cubicBezTo>
                    <a:pt x="15209" y="3405"/>
                    <a:pt x="11804" y="1"/>
                    <a:pt x="760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44" name="Google Shape;2744;p8"/>
            <p:cNvSpPr/>
            <p:nvPr/>
          </p:nvSpPr>
          <p:spPr>
            <a:xfrm>
              <a:off x="553048" y="2234824"/>
              <a:ext cx="549400" cy="251015"/>
            </a:xfrm>
            <a:custGeom>
              <a:rect b="b" l="l" r="r" t="t"/>
              <a:pathLst>
                <a:path extrusionOk="0" h="12029" w="26328">
                  <a:moveTo>
                    <a:pt x="1493" y="1"/>
                  </a:moveTo>
                  <a:cubicBezTo>
                    <a:pt x="671" y="1"/>
                    <a:pt x="0" y="668"/>
                    <a:pt x="0" y="1494"/>
                  </a:cubicBezTo>
                  <a:cubicBezTo>
                    <a:pt x="0" y="2320"/>
                    <a:pt x="671" y="2990"/>
                    <a:pt x="1493" y="2990"/>
                  </a:cubicBezTo>
                  <a:lnTo>
                    <a:pt x="19596" y="2990"/>
                  </a:lnTo>
                  <a:cubicBezTo>
                    <a:pt x="21591" y="2990"/>
                    <a:pt x="23340" y="4084"/>
                    <a:pt x="23340" y="5330"/>
                  </a:cubicBezTo>
                  <a:lnTo>
                    <a:pt x="23340" y="6699"/>
                  </a:lnTo>
                  <a:cubicBezTo>
                    <a:pt x="23340" y="7945"/>
                    <a:pt x="21591" y="9039"/>
                    <a:pt x="19596" y="9039"/>
                  </a:cubicBezTo>
                  <a:lnTo>
                    <a:pt x="1493" y="9039"/>
                  </a:lnTo>
                  <a:cubicBezTo>
                    <a:pt x="671" y="9039"/>
                    <a:pt x="0" y="9706"/>
                    <a:pt x="0" y="10532"/>
                  </a:cubicBezTo>
                  <a:cubicBezTo>
                    <a:pt x="0" y="11358"/>
                    <a:pt x="671" y="12028"/>
                    <a:pt x="1493" y="12028"/>
                  </a:cubicBezTo>
                  <a:lnTo>
                    <a:pt x="19596" y="12028"/>
                  </a:lnTo>
                  <a:lnTo>
                    <a:pt x="19596" y="12025"/>
                  </a:lnTo>
                  <a:cubicBezTo>
                    <a:pt x="23370" y="12025"/>
                    <a:pt x="26327" y="9685"/>
                    <a:pt x="26327" y="6699"/>
                  </a:cubicBezTo>
                  <a:lnTo>
                    <a:pt x="26327" y="5330"/>
                  </a:lnTo>
                  <a:cubicBezTo>
                    <a:pt x="26327" y="2341"/>
                    <a:pt x="23370" y="1"/>
                    <a:pt x="19596" y="1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45" name="Google Shape;2745;p8"/>
            <p:cNvSpPr/>
            <p:nvPr/>
          </p:nvSpPr>
          <p:spPr>
            <a:xfrm>
              <a:off x="848698" y="2636106"/>
              <a:ext cx="317374" cy="317374"/>
            </a:xfrm>
            <a:custGeom>
              <a:rect b="b" l="l" r="r" t="t"/>
              <a:pathLst>
                <a:path extrusionOk="0" h="15209" w="15209">
                  <a:moveTo>
                    <a:pt x="7604" y="0"/>
                  </a:moveTo>
                  <a:cubicBezTo>
                    <a:pt x="3404" y="0"/>
                    <a:pt x="0" y="3404"/>
                    <a:pt x="0" y="7604"/>
                  </a:cubicBezTo>
                  <a:cubicBezTo>
                    <a:pt x="0" y="11805"/>
                    <a:pt x="3404" y="15209"/>
                    <a:pt x="7604" y="15209"/>
                  </a:cubicBezTo>
                  <a:cubicBezTo>
                    <a:pt x="11804" y="15209"/>
                    <a:pt x="15209" y="11805"/>
                    <a:pt x="15209" y="7604"/>
                  </a:cubicBezTo>
                  <a:cubicBezTo>
                    <a:pt x="15209" y="3404"/>
                    <a:pt x="11804" y="0"/>
                    <a:pt x="760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46" name="Google Shape;2746;p8"/>
            <p:cNvSpPr/>
            <p:nvPr/>
          </p:nvSpPr>
          <p:spPr>
            <a:xfrm>
              <a:off x="553048" y="2669265"/>
              <a:ext cx="549400" cy="250994"/>
            </a:xfrm>
            <a:custGeom>
              <a:rect b="b" l="l" r="r" t="t"/>
              <a:pathLst>
                <a:path extrusionOk="0" h="12028" w="26328">
                  <a:moveTo>
                    <a:pt x="1493" y="0"/>
                  </a:moveTo>
                  <a:cubicBezTo>
                    <a:pt x="671" y="0"/>
                    <a:pt x="0" y="671"/>
                    <a:pt x="0" y="1496"/>
                  </a:cubicBezTo>
                  <a:cubicBezTo>
                    <a:pt x="0" y="2322"/>
                    <a:pt x="671" y="2990"/>
                    <a:pt x="1493" y="2990"/>
                  </a:cubicBezTo>
                  <a:lnTo>
                    <a:pt x="19596" y="2990"/>
                  </a:lnTo>
                  <a:cubicBezTo>
                    <a:pt x="21591" y="2990"/>
                    <a:pt x="23340" y="4084"/>
                    <a:pt x="23340" y="5330"/>
                  </a:cubicBezTo>
                  <a:lnTo>
                    <a:pt x="23340" y="6698"/>
                  </a:lnTo>
                  <a:cubicBezTo>
                    <a:pt x="23340" y="7947"/>
                    <a:pt x="21591" y="9041"/>
                    <a:pt x="19596" y="9041"/>
                  </a:cubicBezTo>
                  <a:lnTo>
                    <a:pt x="1493" y="9041"/>
                  </a:lnTo>
                  <a:cubicBezTo>
                    <a:pt x="671" y="9041"/>
                    <a:pt x="0" y="9709"/>
                    <a:pt x="0" y="10534"/>
                  </a:cubicBezTo>
                  <a:cubicBezTo>
                    <a:pt x="0" y="11360"/>
                    <a:pt x="671" y="12028"/>
                    <a:pt x="1493" y="12028"/>
                  </a:cubicBezTo>
                  <a:lnTo>
                    <a:pt x="19596" y="12028"/>
                  </a:lnTo>
                  <a:cubicBezTo>
                    <a:pt x="23370" y="12028"/>
                    <a:pt x="26327" y="9688"/>
                    <a:pt x="26327" y="6698"/>
                  </a:cubicBezTo>
                  <a:lnTo>
                    <a:pt x="26327" y="5330"/>
                  </a:lnTo>
                  <a:cubicBezTo>
                    <a:pt x="26327" y="2343"/>
                    <a:pt x="23370" y="0"/>
                    <a:pt x="19596" y="0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47" name="Google Shape;2747;p8"/>
            <p:cNvSpPr/>
            <p:nvPr/>
          </p:nvSpPr>
          <p:spPr>
            <a:xfrm>
              <a:off x="848698" y="3070526"/>
              <a:ext cx="317374" cy="317457"/>
            </a:xfrm>
            <a:custGeom>
              <a:rect b="b" l="l" r="r" t="t"/>
              <a:pathLst>
                <a:path extrusionOk="0" h="15213" w="15209">
                  <a:moveTo>
                    <a:pt x="7604" y="1"/>
                  </a:moveTo>
                  <a:cubicBezTo>
                    <a:pt x="3404" y="1"/>
                    <a:pt x="0" y="3405"/>
                    <a:pt x="0" y="7605"/>
                  </a:cubicBezTo>
                  <a:cubicBezTo>
                    <a:pt x="0" y="11805"/>
                    <a:pt x="3404" y="15212"/>
                    <a:pt x="7604" y="15212"/>
                  </a:cubicBezTo>
                  <a:cubicBezTo>
                    <a:pt x="11804" y="15212"/>
                    <a:pt x="15209" y="11805"/>
                    <a:pt x="15209" y="7605"/>
                  </a:cubicBezTo>
                  <a:cubicBezTo>
                    <a:pt x="15209" y="3405"/>
                    <a:pt x="11804" y="1"/>
                    <a:pt x="760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48" name="Google Shape;2748;p8"/>
            <p:cNvSpPr/>
            <p:nvPr/>
          </p:nvSpPr>
          <p:spPr>
            <a:xfrm>
              <a:off x="553048" y="3103747"/>
              <a:ext cx="549400" cy="251015"/>
            </a:xfrm>
            <a:custGeom>
              <a:rect b="b" l="l" r="r" t="t"/>
              <a:pathLst>
                <a:path extrusionOk="0" h="12029" w="26328">
                  <a:moveTo>
                    <a:pt x="1493" y="0"/>
                  </a:moveTo>
                  <a:cubicBezTo>
                    <a:pt x="671" y="0"/>
                    <a:pt x="0" y="668"/>
                    <a:pt x="0" y="1494"/>
                  </a:cubicBezTo>
                  <a:cubicBezTo>
                    <a:pt x="0" y="2320"/>
                    <a:pt x="671" y="2987"/>
                    <a:pt x="1493" y="2987"/>
                  </a:cubicBezTo>
                  <a:lnTo>
                    <a:pt x="19596" y="2987"/>
                  </a:lnTo>
                  <a:cubicBezTo>
                    <a:pt x="21591" y="2987"/>
                    <a:pt x="23340" y="4081"/>
                    <a:pt x="23340" y="5330"/>
                  </a:cubicBezTo>
                  <a:lnTo>
                    <a:pt x="23340" y="6696"/>
                  </a:lnTo>
                  <a:cubicBezTo>
                    <a:pt x="23340" y="7945"/>
                    <a:pt x="21591" y="9039"/>
                    <a:pt x="19596" y="9039"/>
                  </a:cubicBezTo>
                  <a:lnTo>
                    <a:pt x="1493" y="9039"/>
                  </a:lnTo>
                  <a:cubicBezTo>
                    <a:pt x="671" y="9039"/>
                    <a:pt x="0" y="9706"/>
                    <a:pt x="0" y="10532"/>
                  </a:cubicBezTo>
                  <a:cubicBezTo>
                    <a:pt x="0" y="11358"/>
                    <a:pt x="671" y="12028"/>
                    <a:pt x="1493" y="12028"/>
                  </a:cubicBezTo>
                  <a:lnTo>
                    <a:pt x="19596" y="12028"/>
                  </a:lnTo>
                  <a:lnTo>
                    <a:pt x="19596" y="12025"/>
                  </a:lnTo>
                  <a:cubicBezTo>
                    <a:pt x="23370" y="12025"/>
                    <a:pt x="26327" y="9685"/>
                    <a:pt x="26327" y="6696"/>
                  </a:cubicBezTo>
                  <a:lnTo>
                    <a:pt x="26327" y="5330"/>
                  </a:lnTo>
                  <a:cubicBezTo>
                    <a:pt x="26327" y="2340"/>
                    <a:pt x="23370" y="0"/>
                    <a:pt x="19596" y="0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49" name="Google Shape;2749;p8"/>
            <p:cNvSpPr/>
            <p:nvPr/>
          </p:nvSpPr>
          <p:spPr>
            <a:xfrm>
              <a:off x="848698" y="3504966"/>
              <a:ext cx="317374" cy="317436"/>
            </a:xfrm>
            <a:custGeom>
              <a:rect b="b" l="l" r="r" t="t"/>
              <a:pathLst>
                <a:path extrusionOk="0" h="15212" w="15209">
                  <a:moveTo>
                    <a:pt x="7604" y="0"/>
                  </a:moveTo>
                  <a:cubicBezTo>
                    <a:pt x="3404" y="0"/>
                    <a:pt x="0" y="3407"/>
                    <a:pt x="0" y="7607"/>
                  </a:cubicBezTo>
                  <a:cubicBezTo>
                    <a:pt x="0" y="11807"/>
                    <a:pt x="3404" y="15212"/>
                    <a:pt x="7604" y="15212"/>
                  </a:cubicBezTo>
                  <a:cubicBezTo>
                    <a:pt x="11804" y="15212"/>
                    <a:pt x="15209" y="11807"/>
                    <a:pt x="15209" y="7607"/>
                  </a:cubicBezTo>
                  <a:cubicBezTo>
                    <a:pt x="15209" y="3407"/>
                    <a:pt x="11804" y="0"/>
                    <a:pt x="760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50" name="Google Shape;2750;p8"/>
            <p:cNvSpPr/>
            <p:nvPr/>
          </p:nvSpPr>
          <p:spPr>
            <a:xfrm>
              <a:off x="553048" y="3538167"/>
              <a:ext cx="549400" cy="251015"/>
            </a:xfrm>
            <a:custGeom>
              <a:rect b="b" l="l" r="r" t="t"/>
              <a:pathLst>
                <a:path extrusionOk="0" h="12029" w="26328">
                  <a:moveTo>
                    <a:pt x="1493" y="1"/>
                  </a:moveTo>
                  <a:cubicBezTo>
                    <a:pt x="671" y="1"/>
                    <a:pt x="0" y="672"/>
                    <a:pt x="0" y="1497"/>
                  </a:cubicBezTo>
                  <a:cubicBezTo>
                    <a:pt x="0" y="2320"/>
                    <a:pt x="671" y="2991"/>
                    <a:pt x="1493" y="2991"/>
                  </a:cubicBezTo>
                  <a:lnTo>
                    <a:pt x="19596" y="2991"/>
                  </a:lnTo>
                  <a:cubicBezTo>
                    <a:pt x="21591" y="2991"/>
                    <a:pt x="23340" y="4085"/>
                    <a:pt x="23340" y="5331"/>
                  </a:cubicBezTo>
                  <a:lnTo>
                    <a:pt x="23340" y="6699"/>
                  </a:lnTo>
                  <a:cubicBezTo>
                    <a:pt x="23340" y="7948"/>
                    <a:pt x="21591" y="9042"/>
                    <a:pt x="19596" y="9042"/>
                  </a:cubicBezTo>
                  <a:lnTo>
                    <a:pt x="1493" y="9042"/>
                  </a:lnTo>
                  <a:cubicBezTo>
                    <a:pt x="671" y="9042"/>
                    <a:pt x="0" y="9710"/>
                    <a:pt x="0" y="10535"/>
                  </a:cubicBezTo>
                  <a:cubicBezTo>
                    <a:pt x="0" y="11361"/>
                    <a:pt x="671" y="12029"/>
                    <a:pt x="1493" y="12029"/>
                  </a:cubicBezTo>
                  <a:lnTo>
                    <a:pt x="19596" y="12029"/>
                  </a:lnTo>
                  <a:cubicBezTo>
                    <a:pt x="23370" y="12029"/>
                    <a:pt x="26327" y="9689"/>
                    <a:pt x="26327" y="6699"/>
                  </a:cubicBezTo>
                  <a:lnTo>
                    <a:pt x="26327" y="5331"/>
                  </a:lnTo>
                  <a:cubicBezTo>
                    <a:pt x="26327" y="2344"/>
                    <a:pt x="23370" y="1"/>
                    <a:pt x="19596" y="1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51" name="Google Shape;2751;p8"/>
            <p:cNvSpPr/>
            <p:nvPr/>
          </p:nvSpPr>
          <p:spPr>
            <a:xfrm>
              <a:off x="848698" y="3939449"/>
              <a:ext cx="317374" cy="317395"/>
            </a:xfrm>
            <a:custGeom>
              <a:rect b="b" l="l" r="r" t="t"/>
              <a:pathLst>
                <a:path extrusionOk="0" h="15210" w="15209">
                  <a:moveTo>
                    <a:pt x="7604" y="1"/>
                  </a:moveTo>
                  <a:cubicBezTo>
                    <a:pt x="3404" y="1"/>
                    <a:pt x="0" y="3405"/>
                    <a:pt x="0" y="7605"/>
                  </a:cubicBezTo>
                  <a:cubicBezTo>
                    <a:pt x="0" y="11805"/>
                    <a:pt x="3404" y="15209"/>
                    <a:pt x="7604" y="15209"/>
                  </a:cubicBezTo>
                  <a:cubicBezTo>
                    <a:pt x="11804" y="15209"/>
                    <a:pt x="15209" y="11805"/>
                    <a:pt x="15209" y="7605"/>
                  </a:cubicBezTo>
                  <a:cubicBezTo>
                    <a:pt x="15209" y="3405"/>
                    <a:pt x="11804" y="1"/>
                    <a:pt x="760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52" name="Google Shape;2752;p8"/>
            <p:cNvSpPr/>
            <p:nvPr/>
          </p:nvSpPr>
          <p:spPr>
            <a:xfrm>
              <a:off x="553048" y="3972670"/>
              <a:ext cx="549400" cy="251015"/>
            </a:xfrm>
            <a:custGeom>
              <a:rect b="b" l="l" r="r" t="t"/>
              <a:pathLst>
                <a:path extrusionOk="0" h="12029" w="26328">
                  <a:moveTo>
                    <a:pt x="1493" y="0"/>
                  </a:moveTo>
                  <a:cubicBezTo>
                    <a:pt x="671" y="0"/>
                    <a:pt x="0" y="668"/>
                    <a:pt x="0" y="1494"/>
                  </a:cubicBezTo>
                  <a:cubicBezTo>
                    <a:pt x="0" y="2320"/>
                    <a:pt x="671" y="2990"/>
                    <a:pt x="1493" y="2990"/>
                  </a:cubicBezTo>
                  <a:lnTo>
                    <a:pt x="19596" y="2990"/>
                  </a:lnTo>
                  <a:cubicBezTo>
                    <a:pt x="21591" y="2990"/>
                    <a:pt x="23340" y="4081"/>
                    <a:pt x="23340" y="5330"/>
                  </a:cubicBezTo>
                  <a:lnTo>
                    <a:pt x="23340" y="6695"/>
                  </a:lnTo>
                  <a:cubicBezTo>
                    <a:pt x="23340" y="7944"/>
                    <a:pt x="21591" y="9038"/>
                    <a:pt x="19596" y="9038"/>
                  </a:cubicBezTo>
                  <a:lnTo>
                    <a:pt x="1493" y="9038"/>
                  </a:lnTo>
                  <a:cubicBezTo>
                    <a:pt x="671" y="9038"/>
                    <a:pt x="0" y="9706"/>
                    <a:pt x="0" y="10532"/>
                  </a:cubicBezTo>
                  <a:cubicBezTo>
                    <a:pt x="0" y="11358"/>
                    <a:pt x="671" y="12028"/>
                    <a:pt x="1493" y="12028"/>
                  </a:cubicBezTo>
                  <a:lnTo>
                    <a:pt x="19596" y="12028"/>
                  </a:lnTo>
                  <a:lnTo>
                    <a:pt x="19596" y="12025"/>
                  </a:lnTo>
                  <a:cubicBezTo>
                    <a:pt x="23370" y="12025"/>
                    <a:pt x="26327" y="9685"/>
                    <a:pt x="26327" y="6695"/>
                  </a:cubicBezTo>
                  <a:lnTo>
                    <a:pt x="26327" y="5327"/>
                  </a:lnTo>
                  <a:cubicBezTo>
                    <a:pt x="26327" y="2340"/>
                    <a:pt x="23370" y="0"/>
                    <a:pt x="19596" y="0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753" name="Google Shape;2753;p8"/>
          <p:cNvSpPr txBox="1"/>
          <p:nvPr>
            <p:ph type="title"/>
          </p:nvPr>
        </p:nvSpPr>
        <p:spPr>
          <a:xfrm>
            <a:off x="1270650" y="629375"/>
            <a:ext cx="7020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300"/>
              <a:buFont typeface="Gantari ExtraBold"/>
              <a:buNone/>
              <a:defRPr sz="3300">
                <a:solidFill>
                  <a:schemeClr val="lt2"/>
                </a:solidFill>
                <a:latin typeface="Gantari ExtraBold"/>
                <a:ea typeface="Gantari ExtraBold"/>
                <a:cs typeface="Gantari ExtraBold"/>
                <a:sym typeface="Gantari Extra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300"/>
              <a:buFont typeface="Gantari ExtraBold"/>
              <a:buNone/>
              <a:defRPr sz="3300">
                <a:solidFill>
                  <a:schemeClr val="lt2"/>
                </a:solidFill>
                <a:latin typeface="Gantari ExtraBold"/>
                <a:ea typeface="Gantari ExtraBold"/>
                <a:cs typeface="Gantari ExtraBold"/>
                <a:sym typeface="Gantari ExtraBo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300"/>
              <a:buFont typeface="Gantari ExtraBold"/>
              <a:buNone/>
              <a:defRPr sz="3300">
                <a:solidFill>
                  <a:schemeClr val="lt2"/>
                </a:solidFill>
                <a:latin typeface="Gantari ExtraBold"/>
                <a:ea typeface="Gantari ExtraBold"/>
                <a:cs typeface="Gantari ExtraBold"/>
                <a:sym typeface="Gantari ExtraBo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300"/>
              <a:buFont typeface="Gantari ExtraBold"/>
              <a:buNone/>
              <a:defRPr sz="3300">
                <a:solidFill>
                  <a:schemeClr val="lt2"/>
                </a:solidFill>
                <a:latin typeface="Gantari ExtraBold"/>
                <a:ea typeface="Gantari ExtraBold"/>
                <a:cs typeface="Gantari ExtraBold"/>
                <a:sym typeface="Gantari ExtraBo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300"/>
              <a:buFont typeface="Gantari ExtraBold"/>
              <a:buNone/>
              <a:defRPr sz="3300">
                <a:solidFill>
                  <a:schemeClr val="lt2"/>
                </a:solidFill>
                <a:latin typeface="Gantari ExtraBold"/>
                <a:ea typeface="Gantari ExtraBold"/>
                <a:cs typeface="Gantari ExtraBold"/>
                <a:sym typeface="Gantari ExtraBo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300"/>
              <a:buFont typeface="Gantari ExtraBold"/>
              <a:buNone/>
              <a:defRPr sz="3300">
                <a:solidFill>
                  <a:schemeClr val="lt2"/>
                </a:solidFill>
                <a:latin typeface="Gantari ExtraBold"/>
                <a:ea typeface="Gantari ExtraBold"/>
                <a:cs typeface="Gantari ExtraBold"/>
                <a:sym typeface="Gantari ExtraBo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300"/>
              <a:buFont typeface="Gantari ExtraBold"/>
              <a:buNone/>
              <a:defRPr sz="3300">
                <a:solidFill>
                  <a:schemeClr val="lt2"/>
                </a:solidFill>
                <a:latin typeface="Gantari ExtraBold"/>
                <a:ea typeface="Gantari ExtraBold"/>
                <a:cs typeface="Gantari ExtraBold"/>
                <a:sym typeface="Gantari ExtraBo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300"/>
              <a:buFont typeface="Gantari ExtraBold"/>
              <a:buNone/>
              <a:defRPr sz="3300">
                <a:solidFill>
                  <a:schemeClr val="lt2"/>
                </a:solidFill>
                <a:latin typeface="Gantari ExtraBold"/>
                <a:ea typeface="Gantari ExtraBold"/>
                <a:cs typeface="Gantari ExtraBold"/>
                <a:sym typeface="Gantari ExtraBo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300"/>
              <a:buFont typeface="Gantari ExtraBold"/>
              <a:buNone/>
              <a:defRPr sz="3300">
                <a:solidFill>
                  <a:schemeClr val="lt2"/>
                </a:solidFill>
                <a:latin typeface="Gantari ExtraBold"/>
                <a:ea typeface="Gantari ExtraBold"/>
                <a:cs typeface="Gantari ExtraBold"/>
                <a:sym typeface="Gantari ExtraBold"/>
              </a:defRPr>
            </a:lvl9pPr>
          </a:lstStyle>
          <a:p/>
        </p:txBody>
      </p:sp>
      <p:sp>
        <p:nvSpPr>
          <p:cNvPr id="2754" name="Google Shape;2754;p8"/>
          <p:cNvSpPr txBox="1"/>
          <p:nvPr>
            <p:ph idx="1" type="body"/>
          </p:nvPr>
        </p:nvSpPr>
        <p:spPr>
          <a:xfrm>
            <a:off x="1270650" y="1202075"/>
            <a:ext cx="7020000" cy="34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antari"/>
              <a:buChar char="●"/>
              <a:defRPr>
                <a:solidFill>
                  <a:schemeClr val="dk1"/>
                </a:solidFill>
                <a:latin typeface="Gantari"/>
                <a:ea typeface="Gantari"/>
                <a:cs typeface="Gantari"/>
                <a:sym typeface="Gantari"/>
              </a:defRPr>
            </a:lvl1pPr>
            <a:lvl2pPr indent="-3175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antari"/>
              <a:buChar char="○"/>
              <a:defRPr>
                <a:solidFill>
                  <a:schemeClr val="dk1"/>
                </a:solidFill>
                <a:latin typeface="Gantari"/>
                <a:ea typeface="Gantari"/>
                <a:cs typeface="Gantari"/>
                <a:sym typeface="Gantari"/>
              </a:defRPr>
            </a:lvl2pPr>
            <a:lvl3pPr indent="-3175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antari"/>
              <a:buChar char="■"/>
              <a:defRPr>
                <a:solidFill>
                  <a:schemeClr val="dk1"/>
                </a:solidFill>
                <a:latin typeface="Gantari"/>
                <a:ea typeface="Gantari"/>
                <a:cs typeface="Gantari"/>
                <a:sym typeface="Gantari"/>
              </a:defRPr>
            </a:lvl3pPr>
            <a:lvl4pPr indent="-3175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antari"/>
              <a:buChar char="●"/>
              <a:defRPr>
                <a:solidFill>
                  <a:schemeClr val="dk1"/>
                </a:solidFill>
                <a:latin typeface="Gantari"/>
                <a:ea typeface="Gantari"/>
                <a:cs typeface="Gantari"/>
                <a:sym typeface="Gantari"/>
              </a:defRPr>
            </a:lvl4pPr>
            <a:lvl5pPr indent="-3175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antari"/>
              <a:buChar char="○"/>
              <a:defRPr>
                <a:solidFill>
                  <a:schemeClr val="dk1"/>
                </a:solidFill>
                <a:latin typeface="Gantari"/>
                <a:ea typeface="Gantari"/>
                <a:cs typeface="Gantari"/>
                <a:sym typeface="Gantari"/>
              </a:defRPr>
            </a:lvl5pPr>
            <a:lvl6pPr indent="-3175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antari"/>
              <a:buChar char="■"/>
              <a:defRPr>
                <a:solidFill>
                  <a:schemeClr val="dk1"/>
                </a:solidFill>
                <a:latin typeface="Gantari"/>
                <a:ea typeface="Gantari"/>
                <a:cs typeface="Gantari"/>
                <a:sym typeface="Gantari"/>
              </a:defRPr>
            </a:lvl6pPr>
            <a:lvl7pPr indent="-3175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antari"/>
              <a:buChar char="●"/>
              <a:defRPr>
                <a:solidFill>
                  <a:schemeClr val="dk1"/>
                </a:solidFill>
                <a:latin typeface="Gantari"/>
                <a:ea typeface="Gantari"/>
                <a:cs typeface="Gantari"/>
                <a:sym typeface="Gantari"/>
              </a:defRPr>
            </a:lvl7pPr>
            <a:lvl8pPr indent="-3175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antari"/>
              <a:buChar char="○"/>
              <a:defRPr>
                <a:solidFill>
                  <a:schemeClr val="dk1"/>
                </a:solidFill>
                <a:latin typeface="Gantari"/>
                <a:ea typeface="Gantari"/>
                <a:cs typeface="Gantari"/>
                <a:sym typeface="Gantari"/>
              </a:defRPr>
            </a:lvl8pPr>
            <a:lvl9pPr indent="-3175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antari"/>
              <a:buChar char="■"/>
              <a:defRPr>
                <a:solidFill>
                  <a:schemeClr val="dk1"/>
                </a:solidFill>
                <a:latin typeface="Gantari"/>
                <a:ea typeface="Gantari"/>
                <a:cs typeface="Gantari"/>
                <a:sym typeface="Ganta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bg>
      <p:bgPr>
        <a:solidFill>
          <a:schemeClr val="lt1"/>
        </a:solidFill>
      </p:bgPr>
    </p:bg>
    <p:spTree>
      <p:nvGrpSpPr>
        <p:cNvPr id="2755" name="Shape 2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56" name="Google Shape;2756;p9"/>
          <p:cNvGrpSpPr/>
          <p:nvPr/>
        </p:nvGrpSpPr>
        <p:grpSpPr>
          <a:xfrm>
            <a:off x="0" y="0"/>
            <a:ext cx="9144125" cy="5143391"/>
            <a:chOff x="0" y="0"/>
            <a:chExt cx="9144125" cy="5143391"/>
          </a:xfrm>
        </p:grpSpPr>
        <p:sp>
          <p:nvSpPr>
            <p:cNvPr id="2757" name="Google Shape;2757;p9"/>
            <p:cNvSpPr/>
            <p:nvPr/>
          </p:nvSpPr>
          <p:spPr>
            <a:xfrm>
              <a:off x="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58" name="Google Shape;2758;p9"/>
            <p:cNvSpPr/>
            <p:nvPr/>
          </p:nvSpPr>
          <p:spPr>
            <a:xfrm>
              <a:off x="38100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59" name="Google Shape;2759;p9"/>
            <p:cNvSpPr/>
            <p:nvPr/>
          </p:nvSpPr>
          <p:spPr>
            <a:xfrm>
              <a:off x="76201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60" name="Google Shape;2760;p9"/>
            <p:cNvSpPr/>
            <p:nvPr/>
          </p:nvSpPr>
          <p:spPr>
            <a:xfrm>
              <a:off x="114301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61" name="Google Shape;2761;p9"/>
            <p:cNvSpPr/>
            <p:nvPr/>
          </p:nvSpPr>
          <p:spPr>
            <a:xfrm>
              <a:off x="152402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62" name="Google Shape;2762;p9"/>
            <p:cNvSpPr/>
            <p:nvPr/>
          </p:nvSpPr>
          <p:spPr>
            <a:xfrm>
              <a:off x="190502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63" name="Google Shape;2763;p9"/>
            <p:cNvSpPr/>
            <p:nvPr/>
          </p:nvSpPr>
          <p:spPr>
            <a:xfrm>
              <a:off x="228603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64" name="Google Shape;2764;p9"/>
            <p:cNvSpPr/>
            <p:nvPr/>
          </p:nvSpPr>
          <p:spPr>
            <a:xfrm>
              <a:off x="266703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65" name="Google Shape;2765;p9"/>
            <p:cNvSpPr/>
            <p:nvPr/>
          </p:nvSpPr>
          <p:spPr>
            <a:xfrm>
              <a:off x="304804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66" name="Google Shape;2766;p9"/>
            <p:cNvSpPr/>
            <p:nvPr/>
          </p:nvSpPr>
          <p:spPr>
            <a:xfrm>
              <a:off x="342904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67" name="Google Shape;2767;p9"/>
            <p:cNvSpPr/>
            <p:nvPr/>
          </p:nvSpPr>
          <p:spPr>
            <a:xfrm>
              <a:off x="381005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68" name="Google Shape;2768;p9"/>
            <p:cNvSpPr/>
            <p:nvPr/>
          </p:nvSpPr>
          <p:spPr>
            <a:xfrm>
              <a:off x="419105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69" name="Google Shape;2769;p9"/>
            <p:cNvSpPr/>
            <p:nvPr/>
          </p:nvSpPr>
          <p:spPr>
            <a:xfrm>
              <a:off x="457206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70" name="Google Shape;2770;p9"/>
            <p:cNvSpPr/>
            <p:nvPr/>
          </p:nvSpPr>
          <p:spPr>
            <a:xfrm>
              <a:off x="495306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71" name="Google Shape;2771;p9"/>
            <p:cNvSpPr/>
            <p:nvPr/>
          </p:nvSpPr>
          <p:spPr>
            <a:xfrm>
              <a:off x="533407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72" name="Google Shape;2772;p9"/>
            <p:cNvSpPr/>
            <p:nvPr/>
          </p:nvSpPr>
          <p:spPr>
            <a:xfrm>
              <a:off x="571507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73" name="Google Shape;2773;p9"/>
            <p:cNvSpPr/>
            <p:nvPr/>
          </p:nvSpPr>
          <p:spPr>
            <a:xfrm>
              <a:off x="609608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74" name="Google Shape;2774;p9"/>
            <p:cNvSpPr/>
            <p:nvPr/>
          </p:nvSpPr>
          <p:spPr>
            <a:xfrm>
              <a:off x="647708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75" name="Google Shape;2775;p9"/>
            <p:cNvSpPr/>
            <p:nvPr/>
          </p:nvSpPr>
          <p:spPr>
            <a:xfrm>
              <a:off x="685809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76" name="Google Shape;2776;p9"/>
            <p:cNvSpPr/>
            <p:nvPr/>
          </p:nvSpPr>
          <p:spPr>
            <a:xfrm>
              <a:off x="723909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77" name="Google Shape;2777;p9"/>
            <p:cNvSpPr/>
            <p:nvPr/>
          </p:nvSpPr>
          <p:spPr>
            <a:xfrm>
              <a:off x="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78" name="Google Shape;2778;p9"/>
            <p:cNvSpPr/>
            <p:nvPr/>
          </p:nvSpPr>
          <p:spPr>
            <a:xfrm>
              <a:off x="38100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79" name="Google Shape;2779;p9"/>
            <p:cNvSpPr/>
            <p:nvPr/>
          </p:nvSpPr>
          <p:spPr>
            <a:xfrm>
              <a:off x="76201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80" name="Google Shape;2780;p9"/>
            <p:cNvSpPr/>
            <p:nvPr/>
          </p:nvSpPr>
          <p:spPr>
            <a:xfrm>
              <a:off x="114301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81" name="Google Shape;2781;p9"/>
            <p:cNvSpPr/>
            <p:nvPr/>
          </p:nvSpPr>
          <p:spPr>
            <a:xfrm>
              <a:off x="152402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82" name="Google Shape;2782;p9"/>
            <p:cNvSpPr/>
            <p:nvPr/>
          </p:nvSpPr>
          <p:spPr>
            <a:xfrm>
              <a:off x="190502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83" name="Google Shape;2783;p9"/>
            <p:cNvSpPr/>
            <p:nvPr/>
          </p:nvSpPr>
          <p:spPr>
            <a:xfrm>
              <a:off x="228603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84" name="Google Shape;2784;p9"/>
            <p:cNvSpPr/>
            <p:nvPr/>
          </p:nvSpPr>
          <p:spPr>
            <a:xfrm>
              <a:off x="266703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85" name="Google Shape;2785;p9"/>
            <p:cNvSpPr/>
            <p:nvPr/>
          </p:nvSpPr>
          <p:spPr>
            <a:xfrm>
              <a:off x="304804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86" name="Google Shape;2786;p9"/>
            <p:cNvSpPr/>
            <p:nvPr/>
          </p:nvSpPr>
          <p:spPr>
            <a:xfrm>
              <a:off x="342904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87" name="Google Shape;2787;p9"/>
            <p:cNvSpPr/>
            <p:nvPr/>
          </p:nvSpPr>
          <p:spPr>
            <a:xfrm>
              <a:off x="381005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88" name="Google Shape;2788;p9"/>
            <p:cNvSpPr/>
            <p:nvPr/>
          </p:nvSpPr>
          <p:spPr>
            <a:xfrm>
              <a:off x="419105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89" name="Google Shape;2789;p9"/>
            <p:cNvSpPr/>
            <p:nvPr/>
          </p:nvSpPr>
          <p:spPr>
            <a:xfrm>
              <a:off x="457206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90" name="Google Shape;2790;p9"/>
            <p:cNvSpPr/>
            <p:nvPr/>
          </p:nvSpPr>
          <p:spPr>
            <a:xfrm>
              <a:off x="495306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91" name="Google Shape;2791;p9"/>
            <p:cNvSpPr/>
            <p:nvPr/>
          </p:nvSpPr>
          <p:spPr>
            <a:xfrm>
              <a:off x="533407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92" name="Google Shape;2792;p9"/>
            <p:cNvSpPr/>
            <p:nvPr/>
          </p:nvSpPr>
          <p:spPr>
            <a:xfrm>
              <a:off x="571507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93" name="Google Shape;2793;p9"/>
            <p:cNvSpPr/>
            <p:nvPr/>
          </p:nvSpPr>
          <p:spPr>
            <a:xfrm>
              <a:off x="609608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94" name="Google Shape;2794;p9"/>
            <p:cNvSpPr/>
            <p:nvPr/>
          </p:nvSpPr>
          <p:spPr>
            <a:xfrm>
              <a:off x="647708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95" name="Google Shape;2795;p9"/>
            <p:cNvSpPr/>
            <p:nvPr/>
          </p:nvSpPr>
          <p:spPr>
            <a:xfrm>
              <a:off x="685809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96" name="Google Shape;2796;p9"/>
            <p:cNvSpPr/>
            <p:nvPr/>
          </p:nvSpPr>
          <p:spPr>
            <a:xfrm>
              <a:off x="723909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97" name="Google Shape;2797;p9"/>
            <p:cNvSpPr/>
            <p:nvPr/>
          </p:nvSpPr>
          <p:spPr>
            <a:xfrm>
              <a:off x="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98" name="Google Shape;2798;p9"/>
            <p:cNvSpPr/>
            <p:nvPr/>
          </p:nvSpPr>
          <p:spPr>
            <a:xfrm>
              <a:off x="38100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99" name="Google Shape;2799;p9"/>
            <p:cNvSpPr/>
            <p:nvPr/>
          </p:nvSpPr>
          <p:spPr>
            <a:xfrm>
              <a:off x="76201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00" name="Google Shape;2800;p9"/>
            <p:cNvSpPr/>
            <p:nvPr/>
          </p:nvSpPr>
          <p:spPr>
            <a:xfrm>
              <a:off x="114301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01" name="Google Shape;2801;p9"/>
            <p:cNvSpPr/>
            <p:nvPr/>
          </p:nvSpPr>
          <p:spPr>
            <a:xfrm>
              <a:off x="152402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02" name="Google Shape;2802;p9"/>
            <p:cNvSpPr/>
            <p:nvPr/>
          </p:nvSpPr>
          <p:spPr>
            <a:xfrm>
              <a:off x="190502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03" name="Google Shape;2803;p9"/>
            <p:cNvSpPr/>
            <p:nvPr/>
          </p:nvSpPr>
          <p:spPr>
            <a:xfrm>
              <a:off x="228603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04" name="Google Shape;2804;p9"/>
            <p:cNvSpPr/>
            <p:nvPr/>
          </p:nvSpPr>
          <p:spPr>
            <a:xfrm>
              <a:off x="266703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05" name="Google Shape;2805;p9"/>
            <p:cNvSpPr/>
            <p:nvPr/>
          </p:nvSpPr>
          <p:spPr>
            <a:xfrm>
              <a:off x="304804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06" name="Google Shape;2806;p9"/>
            <p:cNvSpPr/>
            <p:nvPr/>
          </p:nvSpPr>
          <p:spPr>
            <a:xfrm>
              <a:off x="342904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07" name="Google Shape;2807;p9"/>
            <p:cNvSpPr/>
            <p:nvPr/>
          </p:nvSpPr>
          <p:spPr>
            <a:xfrm>
              <a:off x="381005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08" name="Google Shape;2808;p9"/>
            <p:cNvSpPr/>
            <p:nvPr/>
          </p:nvSpPr>
          <p:spPr>
            <a:xfrm>
              <a:off x="419105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09" name="Google Shape;2809;p9"/>
            <p:cNvSpPr/>
            <p:nvPr/>
          </p:nvSpPr>
          <p:spPr>
            <a:xfrm>
              <a:off x="457206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10" name="Google Shape;2810;p9"/>
            <p:cNvSpPr/>
            <p:nvPr/>
          </p:nvSpPr>
          <p:spPr>
            <a:xfrm>
              <a:off x="495306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11" name="Google Shape;2811;p9"/>
            <p:cNvSpPr/>
            <p:nvPr/>
          </p:nvSpPr>
          <p:spPr>
            <a:xfrm>
              <a:off x="533407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12" name="Google Shape;2812;p9"/>
            <p:cNvSpPr/>
            <p:nvPr/>
          </p:nvSpPr>
          <p:spPr>
            <a:xfrm>
              <a:off x="571507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13" name="Google Shape;2813;p9"/>
            <p:cNvSpPr/>
            <p:nvPr/>
          </p:nvSpPr>
          <p:spPr>
            <a:xfrm>
              <a:off x="609608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14" name="Google Shape;2814;p9"/>
            <p:cNvSpPr/>
            <p:nvPr/>
          </p:nvSpPr>
          <p:spPr>
            <a:xfrm>
              <a:off x="647708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15" name="Google Shape;2815;p9"/>
            <p:cNvSpPr/>
            <p:nvPr/>
          </p:nvSpPr>
          <p:spPr>
            <a:xfrm>
              <a:off x="685809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16" name="Google Shape;2816;p9"/>
            <p:cNvSpPr/>
            <p:nvPr/>
          </p:nvSpPr>
          <p:spPr>
            <a:xfrm>
              <a:off x="723909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17" name="Google Shape;2817;p9"/>
            <p:cNvSpPr/>
            <p:nvPr/>
          </p:nvSpPr>
          <p:spPr>
            <a:xfrm>
              <a:off x="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18" name="Google Shape;2818;p9"/>
            <p:cNvSpPr/>
            <p:nvPr/>
          </p:nvSpPr>
          <p:spPr>
            <a:xfrm>
              <a:off x="38100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19" name="Google Shape;2819;p9"/>
            <p:cNvSpPr/>
            <p:nvPr/>
          </p:nvSpPr>
          <p:spPr>
            <a:xfrm>
              <a:off x="76201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20" name="Google Shape;2820;p9"/>
            <p:cNvSpPr/>
            <p:nvPr/>
          </p:nvSpPr>
          <p:spPr>
            <a:xfrm>
              <a:off x="114301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21" name="Google Shape;2821;p9"/>
            <p:cNvSpPr/>
            <p:nvPr/>
          </p:nvSpPr>
          <p:spPr>
            <a:xfrm>
              <a:off x="152402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22" name="Google Shape;2822;p9"/>
            <p:cNvSpPr/>
            <p:nvPr/>
          </p:nvSpPr>
          <p:spPr>
            <a:xfrm>
              <a:off x="190502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23" name="Google Shape;2823;p9"/>
            <p:cNvSpPr/>
            <p:nvPr/>
          </p:nvSpPr>
          <p:spPr>
            <a:xfrm>
              <a:off x="228603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24" name="Google Shape;2824;p9"/>
            <p:cNvSpPr/>
            <p:nvPr/>
          </p:nvSpPr>
          <p:spPr>
            <a:xfrm>
              <a:off x="266703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25" name="Google Shape;2825;p9"/>
            <p:cNvSpPr/>
            <p:nvPr/>
          </p:nvSpPr>
          <p:spPr>
            <a:xfrm>
              <a:off x="304804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26" name="Google Shape;2826;p9"/>
            <p:cNvSpPr/>
            <p:nvPr/>
          </p:nvSpPr>
          <p:spPr>
            <a:xfrm>
              <a:off x="342904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27" name="Google Shape;2827;p9"/>
            <p:cNvSpPr/>
            <p:nvPr/>
          </p:nvSpPr>
          <p:spPr>
            <a:xfrm>
              <a:off x="381005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28" name="Google Shape;2828;p9"/>
            <p:cNvSpPr/>
            <p:nvPr/>
          </p:nvSpPr>
          <p:spPr>
            <a:xfrm>
              <a:off x="419105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29" name="Google Shape;2829;p9"/>
            <p:cNvSpPr/>
            <p:nvPr/>
          </p:nvSpPr>
          <p:spPr>
            <a:xfrm>
              <a:off x="457206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30" name="Google Shape;2830;p9"/>
            <p:cNvSpPr/>
            <p:nvPr/>
          </p:nvSpPr>
          <p:spPr>
            <a:xfrm>
              <a:off x="495306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31" name="Google Shape;2831;p9"/>
            <p:cNvSpPr/>
            <p:nvPr/>
          </p:nvSpPr>
          <p:spPr>
            <a:xfrm>
              <a:off x="533407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32" name="Google Shape;2832;p9"/>
            <p:cNvSpPr/>
            <p:nvPr/>
          </p:nvSpPr>
          <p:spPr>
            <a:xfrm>
              <a:off x="571507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33" name="Google Shape;2833;p9"/>
            <p:cNvSpPr/>
            <p:nvPr/>
          </p:nvSpPr>
          <p:spPr>
            <a:xfrm>
              <a:off x="609608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34" name="Google Shape;2834;p9"/>
            <p:cNvSpPr/>
            <p:nvPr/>
          </p:nvSpPr>
          <p:spPr>
            <a:xfrm>
              <a:off x="647708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35" name="Google Shape;2835;p9"/>
            <p:cNvSpPr/>
            <p:nvPr/>
          </p:nvSpPr>
          <p:spPr>
            <a:xfrm>
              <a:off x="685809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36" name="Google Shape;2836;p9"/>
            <p:cNvSpPr/>
            <p:nvPr/>
          </p:nvSpPr>
          <p:spPr>
            <a:xfrm>
              <a:off x="723909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37" name="Google Shape;2837;p9"/>
            <p:cNvSpPr/>
            <p:nvPr/>
          </p:nvSpPr>
          <p:spPr>
            <a:xfrm>
              <a:off x="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38" name="Google Shape;2838;p9"/>
            <p:cNvSpPr/>
            <p:nvPr/>
          </p:nvSpPr>
          <p:spPr>
            <a:xfrm>
              <a:off x="38100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39" name="Google Shape;2839;p9"/>
            <p:cNvSpPr/>
            <p:nvPr/>
          </p:nvSpPr>
          <p:spPr>
            <a:xfrm>
              <a:off x="76201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40" name="Google Shape;2840;p9"/>
            <p:cNvSpPr/>
            <p:nvPr/>
          </p:nvSpPr>
          <p:spPr>
            <a:xfrm>
              <a:off x="114301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41" name="Google Shape;2841;p9"/>
            <p:cNvSpPr/>
            <p:nvPr/>
          </p:nvSpPr>
          <p:spPr>
            <a:xfrm>
              <a:off x="152402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42" name="Google Shape;2842;p9"/>
            <p:cNvSpPr/>
            <p:nvPr/>
          </p:nvSpPr>
          <p:spPr>
            <a:xfrm>
              <a:off x="190502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43" name="Google Shape;2843;p9"/>
            <p:cNvSpPr/>
            <p:nvPr/>
          </p:nvSpPr>
          <p:spPr>
            <a:xfrm>
              <a:off x="228603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44" name="Google Shape;2844;p9"/>
            <p:cNvSpPr/>
            <p:nvPr/>
          </p:nvSpPr>
          <p:spPr>
            <a:xfrm>
              <a:off x="266703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45" name="Google Shape;2845;p9"/>
            <p:cNvSpPr/>
            <p:nvPr/>
          </p:nvSpPr>
          <p:spPr>
            <a:xfrm>
              <a:off x="304804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46" name="Google Shape;2846;p9"/>
            <p:cNvSpPr/>
            <p:nvPr/>
          </p:nvSpPr>
          <p:spPr>
            <a:xfrm>
              <a:off x="342904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47" name="Google Shape;2847;p9"/>
            <p:cNvSpPr/>
            <p:nvPr/>
          </p:nvSpPr>
          <p:spPr>
            <a:xfrm>
              <a:off x="381005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48" name="Google Shape;2848;p9"/>
            <p:cNvSpPr/>
            <p:nvPr/>
          </p:nvSpPr>
          <p:spPr>
            <a:xfrm>
              <a:off x="419105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49" name="Google Shape;2849;p9"/>
            <p:cNvSpPr/>
            <p:nvPr/>
          </p:nvSpPr>
          <p:spPr>
            <a:xfrm>
              <a:off x="457206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50" name="Google Shape;2850;p9"/>
            <p:cNvSpPr/>
            <p:nvPr/>
          </p:nvSpPr>
          <p:spPr>
            <a:xfrm>
              <a:off x="495306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51" name="Google Shape;2851;p9"/>
            <p:cNvSpPr/>
            <p:nvPr/>
          </p:nvSpPr>
          <p:spPr>
            <a:xfrm>
              <a:off x="533407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52" name="Google Shape;2852;p9"/>
            <p:cNvSpPr/>
            <p:nvPr/>
          </p:nvSpPr>
          <p:spPr>
            <a:xfrm>
              <a:off x="571507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53" name="Google Shape;2853;p9"/>
            <p:cNvSpPr/>
            <p:nvPr/>
          </p:nvSpPr>
          <p:spPr>
            <a:xfrm>
              <a:off x="609608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54" name="Google Shape;2854;p9"/>
            <p:cNvSpPr/>
            <p:nvPr/>
          </p:nvSpPr>
          <p:spPr>
            <a:xfrm>
              <a:off x="647708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55" name="Google Shape;2855;p9"/>
            <p:cNvSpPr/>
            <p:nvPr/>
          </p:nvSpPr>
          <p:spPr>
            <a:xfrm>
              <a:off x="685809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56" name="Google Shape;2856;p9"/>
            <p:cNvSpPr/>
            <p:nvPr/>
          </p:nvSpPr>
          <p:spPr>
            <a:xfrm>
              <a:off x="723909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57" name="Google Shape;2857;p9"/>
            <p:cNvSpPr/>
            <p:nvPr/>
          </p:nvSpPr>
          <p:spPr>
            <a:xfrm>
              <a:off x="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58" name="Google Shape;2858;p9"/>
            <p:cNvSpPr/>
            <p:nvPr/>
          </p:nvSpPr>
          <p:spPr>
            <a:xfrm>
              <a:off x="38100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59" name="Google Shape;2859;p9"/>
            <p:cNvSpPr/>
            <p:nvPr/>
          </p:nvSpPr>
          <p:spPr>
            <a:xfrm>
              <a:off x="76201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60" name="Google Shape;2860;p9"/>
            <p:cNvSpPr/>
            <p:nvPr/>
          </p:nvSpPr>
          <p:spPr>
            <a:xfrm>
              <a:off x="114301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61" name="Google Shape;2861;p9"/>
            <p:cNvSpPr/>
            <p:nvPr/>
          </p:nvSpPr>
          <p:spPr>
            <a:xfrm>
              <a:off x="152402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62" name="Google Shape;2862;p9"/>
            <p:cNvSpPr/>
            <p:nvPr/>
          </p:nvSpPr>
          <p:spPr>
            <a:xfrm>
              <a:off x="190502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63" name="Google Shape;2863;p9"/>
            <p:cNvSpPr/>
            <p:nvPr/>
          </p:nvSpPr>
          <p:spPr>
            <a:xfrm>
              <a:off x="228603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64" name="Google Shape;2864;p9"/>
            <p:cNvSpPr/>
            <p:nvPr/>
          </p:nvSpPr>
          <p:spPr>
            <a:xfrm>
              <a:off x="266703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65" name="Google Shape;2865;p9"/>
            <p:cNvSpPr/>
            <p:nvPr/>
          </p:nvSpPr>
          <p:spPr>
            <a:xfrm>
              <a:off x="304804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66" name="Google Shape;2866;p9"/>
            <p:cNvSpPr/>
            <p:nvPr/>
          </p:nvSpPr>
          <p:spPr>
            <a:xfrm>
              <a:off x="342904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67" name="Google Shape;2867;p9"/>
            <p:cNvSpPr/>
            <p:nvPr/>
          </p:nvSpPr>
          <p:spPr>
            <a:xfrm>
              <a:off x="381005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68" name="Google Shape;2868;p9"/>
            <p:cNvSpPr/>
            <p:nvPr/>
          </p:nvSpPr>
          <p:spPr>
            <a:xfrm>
              <a:off x="419105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69" name="Google Shape;2869;p9"/>
            <p:cNvSpPr/>
            <p:nvPr/>
          </p:nvSpPr>
          <p:spPr>
            <a:xfrm>
              <a:off x="457206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70" name="Google Shape;2870;p9"/>
            <p:cNvSpPr/>
            <p:nvPr/>
          </p:nvSpPr>
          <p:spPr>
            <a:xfrm>
              <a:off x="495306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71" name="Google Shape;2871;p9"/>
            <p:cNvSpPr/>
            <p:nvPr/>
          </p:nvSpPr>
          <p:spPr>
            <a:xfrm>
              <a:off x="533407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72" name="Google Shape;2872;p9"/>
            <p:cNvSpPr/>
            <p:nvPr/>
          </p:nvSpPr>
          <p:spPr>
            <a:xfrm>
              <a:off x="571507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73" name="Google Shape;2873;p9"/>
            <p:cNvSpPr/>
            <p:nvPr/>
          </p:nvSpPr>
          <p:spPr>
            <a:xfrm>
              <a:off x="609608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74" name="Google Shape;2874;p9"/>
            <p:cNvSpPr/>
            <p:nvPr/>
          </p:nvSpPr>
          <p:spPr>
            <a:xfrm>
              <a:off x="647708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75" name="Google Shape;2875;p9"/>
            <p:cNvSpPr/>
            <p:nvPr/>
          </p:nvSpPr>
          <p:spPr>
            <a:xfrm>
              <a:off x="685809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76" name="Google Shape;2876;p9"/>
            <p:cNvSpPr/>
            <p:nvPr/>
          </p:nvSpPr>
          <p:spPr>
            <a:xfrm>
              <a:off x="723909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77" name="Google Shape;2877;p9"/>
            <p:cNvSpPr/>
            <p:nvPr/>
          </p:nvSpPr>
          <p:spPr>
            <a:xfrm>
              <a:off x="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78" name="Google Shape;2878;p9"/>
            <p:cNvSpPr/>
            <p:nvPr/>
          </p:nvSpPr>
          <p:spPr>
            <a:xfrm>
              <a:off x="38100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79" name="Google Shape;2879;p9"/>
            <p:cNvSpPr/>
            <p:nvPr/>
          </p:nvSpPr>
          <p:spPr>
            <a:xfrm>
              <a:off x="76201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80" name="Google Shape;2880;p9"/>
            <p:cNvSpPr/>
            <p:nvPr/>
          </p:nvSpPr>
          <p:spPr>
            <a:xfrm>
              <a:off x="114301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81" name="Google Shape;2881;p9"/>
            <p:cNvSpPr/>
            <p:nvPr/>
          </p:nvSpPr>
          <p:spPr>
            <a:xfrm>
              <a:off x="152402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82" name="Google Shape;2882;p9"/>
            <p:cNvSpPr/>
            <p:nvPr/>
          </p:nvSpPr>
          <p:spPr>
            <a:xfrm>
              <a:off x="190502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83" name="Google Shape;2883;p9"/>
            <p:cNvSpPr/>
            <p:nvPr/>
          </p:nvSpPr>
          <p:spPr>
            <a:xfrm>
              <a:off x="228603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84" name="Google Shape;2884;p9"/>
            <p:cNvSpPr/>
            <p:nvPr/>
          </p:nvSpPr>
          <p:spPr>
            <a:xfrm>
              <a:off x="266703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85" name="Google Shape;2885;p9"/>
            <p:cNvSpPr/>
            <p:nvPr/>
          </p:nvSpPr>
          <p:spPr>
            <a:xfrm>
              <a:off x="304804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86" name="Google Shape;2886;p9"/>
            <p:cNvSpPr/>
            <p:nvPr/>
          </p:nvSpPr>
          <p:spPr>
            <a:xfrm>
              <a:off x="342904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87" name="Google Shape;2887;p9"/>
            <p:cNvSpPr/>
            <p:nvPr/>
          </p:nvSpPr>
          <p:spPr>
            <a:xfrm>
              <a:off x="381005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88" name="Google Shape;2888;p9"/>
            <p:cNvSpPr/>
            <p:nvPr/>
          </p:nvSpPr>
          <p:spPr>
            <a:xfrm>
              <a:off x="419105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89" name="Google Shape;2889;p9"/>
            <p:cNvSpPr/>
            <p:nvPr/>
          </p:nvSpPr>
          <p:spPr>
            <a:xfrm>
              <a:off x="457206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90" name="Google Shape;2890;p9"/>
            <p:cNvSpPr/>
            <p:nvPr/>
          </p:nvSpPr>
          <p:spPr>
            <a:xfrm>
              <a:off x="495306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91" name="Google Shape;2891;p9"/>
            <p:cNvSpPr/>
            <p:nvPr/>
          </p:nvSpPr>
          <p:spPr>
            <a:xfrm>
              <a:off x="533407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92" name="Google Shape;2892;p9"/>
            <p:cNvSpPr/>
            <p:nvPr/>
          </p:nvSpPr>
          <p:spPr>
            <a:xfrm>
              <a:off x="571507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93" name="Google Shape;2893;p9"/>
            <p:cNvSpPr/>
            <p:nvPr/>
          </p:nvSpPr>
          <p:spPr>
            <a:xfrm>
              <a:off x="609608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94" name="Google Shape;2894;p9"/>
            <p:cNvSpPr/>
            <p:nvPr/>
          </p:nvSpPr>
          <p:spPr>
            <a:xfrm>
              <a:off x="647708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95" name="Google Shape;2895;p9"/>
            <p:cNvSpPr/>
            <p:nvPr/>
          </p:nvSpPr>
          <p:spPr>
            <a:xfrm>
              <a:off x="685809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96" name="Google Shape;2896;p9"/>
            <p:cNvSpPr/>
            <p:nvPr/>
          </p:nvSpPr>
          <p:spPr>
            <a:xfrm>
              <a:off x="723909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97" name="Google Shape;2897;p9"/>
            <p:cNvSpPr/>
            <p:nvPr/>
          </p:nvSpPr>
          <p:spPr>
            <a:xfrm>
              <a:off x="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98" name="Google Shape;2898;p9"/>
            <p:cNvSpPr/>
            <p:nvPr/>
          </p:nvSpPr>
          <p:spPr>
            <a:xfrm>
              <a:off x="38100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99" name="Google Shape;2899;p9"/>
            <p:cNvSpPr/>
            <p:nvPr/>
          </p:nvSpPr>
          <p:spPr>
            <a:xfrm>
              <a:off x="76201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00" name="Google Shape;2900;p9"/>
            <p:cNvSpPr/>
            <p:nvPr/>
          </p:nvSpPr>
          <p:spPr>
            <a:xfrm>
              <a:off x="114301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01" name="Google Shape;2901;p9"/>
            <p:cNvSpPr/>
            <p:nvPr/>
          </p:nvSpPr>
          <p:spPr>
            <a:xfrm>
              <a:off x="152402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02" name="Google Shape;2902;p9"/>
            <p:cNvSpPr/>
            <p:nvPr/>
          </p:nvSpPr>
          <p:spPr>
            <a:xfrm>
              <a:off x="190502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03" name="Google Shape;2903;p9"/>
            <p:cNvSpPr/>
            <p:nvPr/>
          </p:nvSpPr>
          <p:spPr>
            <a:xfrm>
              <a:off x="228603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04" name="Google Shape;2904;p9"/>
            <p:cNvSpPr/>
            <p:nvPr/>
          </p:nvSpPr>
          <p:spPr>
            <a:xfrm>
              <a:off x="266703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05" name="Google Shape;2905;p9"/>
            <p:cNvSpPr/>
            <p:nvPr/>
          </p:nvSpPr>
          <p:spPr>
            <a:xfrm>
              <a:off x="304804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06" name="Google Shape;2906;p9"/>
            <p:cNvSpPr/>
            <p:nvPr/>
          </p:nvSpPr>
          <p:spPr>
            <a:xfrm>
              <a:off x="342904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07" name="Google Shape;2907;p9"/>
            <p:cNvSpPr/>
            <p:nvPr/>
          </p:nvSpPr>
          <p:spPr>
            <a:xfrm>
              <a:off x="381005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08" name="Google Shape;2908;p9"/>
            <p:cNvSpPr/>
            <p:nvPr/>
          </p:nvSpPr>
          <p:spPr>
            <a:xfrm>
              <a:off x="419105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09" name="Google Shape;2909;p9"/>
            <p:cNvSpPr/>
            <p:nvPr/>
          </p:nvSpPr>
          <p:spPr>
            <a:xfrm>
              <a:off x="457206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10" name="Google Shape;2910;p9"/>
            <p:cNvSpPr/>
            <p:nvPr/>
          </p:nvSpPr>
          <p:spPr>
            <a:xfrm>
              <a:off x="495306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11" name="Google Shape;2911;p9"/>
            <p:cNvSpPr/>
            <p:nvPr/>
          </p:nvSpPr>
          <p:spPr>
            <a:xfrm>
              <a:off x="533407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12" name="Google Shape;2912;p9"/>
            <p:cNvSpPr/>
            <p:nvPr/>
          </p:nvSpPr>
          <p:spPr>
            <a:xfrm>
              <a:off x="571507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13" name="Google Shape;2913;p9"/>
            <p:cNvSpPr/>
            <p:nvPr/>
          </p:nvSpPr>
          <p:spPr>
            <a:xfrm>
              <a:off x="609608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14" name="Google Shape;2914;p9"/>
            <p:cNvSpPr/>
            <p:nvPr/>
          </p:nvSpPr>
          <p:spPr>
            <a:xfrm>
              <a:off x="647708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15" name="Google Shape;2915;p9"/>
            <p:cNvSpPr/>
            <p:nvPr/>
          </p:nvSpPr>
          <p:spPr>
            <a:xfrm>
              <a:off x="685809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16" name="Google Shape;2916;p9"/>
            <p:cNvSpPr/>
            <p:nvPr/>
          </p:nvSpPr>
          <p:spPr>
            <a:xfrm>
              <a:off x="723909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17" name="Google Shape;2917;p9"/>
            <p:cNvSpPr/>
            <p:nvPr/>
          </p:nvSpPr>
          <p:spPr>
            <a:xfrm>
              <a:off x="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18" name="Google Shape;2918;p9"/>
            <p:cNvSpPr/>
            <p:nvPr/>
          </p:nvSpPr>
          <p:spPr>
            <a:xfrm>
              <a:off x="38100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19" name="Google Shape;2919;p9"/>
            <p:cNvSpPr/>
            <p:nvPr/>
          </p:nvSpPr>
          <p:spPr>
            <a:xfrm>
              <a:off x="76201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20" name="Google Shape;2920;p9"/>
            <p:cNvSpPr/>
            <p:nvPr/>
          </p:nvSpPr>
          <p:spPr>
            <a:xfrm>
              <a:off x="114301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21" name="Google Shape;2921;p9"/>
            <p:cNvSpPr/>
            <p:nvPr/>
          </p:nvSpPr>
          <p:spPr>
            <a:xfrm>
              <a:off x="152402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22" name="Google Shape;2922;p9"/>
            <p:cNvSpPr/>
            <p:nvPr/>
          </p:nvSpPr>
          <p:spPr>
            <a:xfrm>
              <a:off x="190502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23" name="Google Shape;2923;p9"/>
            <p:cNvSpPr/>
            <p:nvPr/>
          </p:nvSpPr>
          <p:spPr>
            <a:xfrm>
              <a:off x="228603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24" name="Google Shape;2924;p9"/>
            <p:cNvSpPr/>
            <p:nvPr/>
          </p:nvSpPr>
          <p:spPr>
            <a:xfrm>
              <a:off x="266703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25" name="Google Shape;2925;p9"/>
            <p:cNvSpPr/>
            <p:nvPr/>
          </p:nvSpPr>
          <p:spPr>
            <a:xfrm>
              <a:off x="304804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26" name="Google Shape;2926;p9"/>
            <p:cNvSpPr/>
            <p:nvPr/>
          </p:nvSpPr>
          <p:spPr>
            <a:xfrm>
              <a:off x="342904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27" name="Google Shape;2927;p9"/>
            <p:cNvSpPr/>
            <p:nvPr/>
          </p:nvSpPr>
          <p:spPr>
            <a:xfrm>
              <a:off x="381005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28" name="Google Shape;2928;p9"/>
            <p:cNvSpPr/>
            <p:nvPr/>
          </p:nvSpPr>
          <p:spPr>
            <a:xfrm>
              <a:off x="419105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29" name="Google Shape;2929;p9"/>
            <p:cNvSpPr/>
            <p:nvPr/>
          </p:nvSpPr>
          <p:spPr>
            <a:xfrm>
              <a:off x="457206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30" name="Google Shape;2930;p9"/>
            <p:cNvSpPr/>
            <p:nvPr/>
          </p:nvSpPr>
          <p:spPr>
            <a:xfrm>
              <a:off x="495306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31" name="Google Shape;2931;p9"/>
            <p:cNvSpPr/>
            <p:nvPr/>
          </p:nvSpPr>
          <p:spPr>
            <a:xfrm>
              <a:off x="533407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32" name="Google Shape;2932;p9"/>
            <p:cNvSpPr/>
            <p:nvPr/>
          </p:nvSpPr>
          <p:spPr>
            <a:xfrm>
              <a:off x="571507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33" name="Google Shape;2933;p9"/>
            <p:cNvSpPr/>
            <p:nvPr/>
          </p:nvSpPr>
          <p:spPr>
            <a:xfrm>
              <a:off x="609608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34" name="Google Shape;2934;p9"/>
            <p:cNvSpPr/>
            <p:nvPr/>
          </p:nvSpPr>
          <p:spPr>
            <a:xfrm>
              <a:off x="647708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35" name="Google Shape;2935;p9"/>
            <p:cNvSpPr/>
            <p:nvPr/>
          </p:nvSpPr>
          <p:spPr>
            <a:xfrm>
              <a:off x="685809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36" name="Google Shape;2936;p9"/>
            <p:cNvSpPr/>
            <p:nvPr/>
          </p:nvSpPr>
          <p:spPr>
            <a:xfrm>
              <a:off x="723909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37" name="Google Shape;2937;p9"/>
            <p:cNvSpPr/>
            <p:nvPr/>
          </p:nvSpPr>
          <p:spPr>
            <a:xfrm>
              <a:off x="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38" name="Google Shape;2938;p9"/>
            <p:cNvSpPr/>
            <p:nvPr/>
          </p:nvSpPr>
          <p:spPr>
            <a:xfrm>
              <a:off x="38100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39" name="Google Shape;2939;p9"/>
            <p:cNvSpPr/>
            <p:nvPr/>
          </p:nvSpPr>
          <p:spPr>
            <a:xfrm>
              <a:off x="76201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40" name="Google Shape;2940;p9"/>
            <p:cNvSpPr/>
            <p:nvPr/>
          </p:nvSpPr>
          <p:spPr>
            <a:xfrm>
              <a:off x="114301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41" name="Google Shape;2941;p9"/>
            <p:cNvSpPr/>
            <p:nvPr/>
          </p:nvSpPr>
          <p:spPr>
            <a:xfrm>
              <a:off x="152402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42" name="Google Shape;2942;p9"/>
            <p:cNvSpPr/>
            <p:nvPr/>
          </p:nvSpPr>
          <p:spPr>
            <a:xfrm>
              <a:off x="190502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43" name="Google Shape;2943;p9"/>
            <p:cNvSpPr/>
            <p:nvPr/>
          </p:nvSpPr>
          <p:spPr>
            <a:xfrm>
              <a:off x="228603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44" name="Google Shape;2944;p9"/>
            <p:cNvSpPr/>
            <p:nvPr/>
          </p:nvSpPr>
          <p:spPr>
            <a:xfrm>
              <a:off x="266703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45" name="Google Shape;2945;p9"/>
            <p:cNvSpPr/>
            <p:nvPr/>
          </p:nvSpPr>
          <p:spPr>
            <a:xfrm>
              <a:off x="304804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46" name="Google Shape;2946;p9"/>
            <p:cNvSpPr/>
            <p:nvPr/>
          </p:nvSpPr>
          <p:spPr>
            <a:xfrm>
              <a:off x="342904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47" name="Google Shape;2947;p9"/>
            <p:cNvSpPr/>
            <p:nvPr/>
          </p:nvSpPr>
          <p:spPr>
            <a:xfrm>
              <a:off x="381005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48" name="Google Shape;2948;p9"/>
            <p:cNvSpPr/>
            <p:nvPr/>
          </p:nvSpPr>
          <p:spPr>
            <a:xfrm>
              <a:off x="419105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49" name="Google Shape;2949;p9"/>
            <p:cNvSpPr/>
            <p:nvPr/>
          </p:nvSpPr>
          <p:spPr>
            <a:xfrm>
              <a:off x="457206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50" name="Google Shape;2950;p9"/>
            <p:cNvSpPr/>
            <p:nvPr/>
          </p:nvSpPr>
          <p:spPr>
            <a:xfrm>
              <a:off x="495306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51" name="Google Shape;2951;p9"/>
            <p:cNvSpPr/>
            <p:nvPr/>
          </p:nvSpPr>
          <p:spPr>
            <a:xfrm>
              <a:off x="533407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52" name="Google Shape;2952;p9"/>
            <p:cNvSpPr/>
            <p:nvPr/>
          </p:nvSpPr>
          <p:spPr>
            <a:xfrm>
              <a:off x="571507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53" name="Google Shape;2953;p9"/>
            <p:cNvSpPr/>
            <p:nvPr/>
          </p:nvSpPr>
          <p:spPr>
            <a:xfrm>
              <a:off x="609608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54" name="Google Shape;2954;p9"/>
            <p:cNvSpPr/>
            <p:nvPr/>
          </p:nvSpPr>
          <p:spPr>
            <a:xfrm>
              <a:off x="647708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55" name="Google Shape;2955;p9"/>
            <p:cNvSpPr/>
            <p:nvPr/>
          </p:nvSpPr>
          <p:spPr>
            <a:xfrm>
              <a:off x="685809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56" name="Google Shape;2956;p9"/>
            <p:cNvSpPr/>
            <p:nvPr/>
          </p:nvSpPr>
          <p:spPr>
            <a:xfrm>
              <a:off x="723909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57" name="Google Shape;2957;p9"/>
            <p:cNvSpPr/>
            <p:nvPr/>
          </p:nvSpPr>
          <p:spPr>
            <a:xfrm>
              <a:off x="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58" name="Google Shape;2958;p9"/>
            <p:cNvSpPr/>
            <p:nvPr/>
          </p:nvSpPr>
          <p:spPr>
            <a:xfrm>
              <a:off x="38100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59" name="Google Shape;2959;p9"/>
            <p:cNvSpPr/>
            <p:nvPr/>
          </p:nvSpPr>
          <p:spPr>
            <a:xfrm>
              <a:off x="76201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60" name="Google Shape;2960;p9"/>
            <p:cNvSpPr/>
            <p:nvPr/>
          </p:nvSpPr>
          <p:spPr>
            <a:xfrm>
              <a:off x="114301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61" name="Google Shape;2961;p9"/>
            <p:cNvSpPr/>
            <p:nvPr/>
          </p:nvSpPr>
          <p:spPr>
            <a:xfrm>
              <a:off x="152402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62" name="Google Shape;2962;p9"/>
            <p:cNvSpPr/>
            <p:nvPr/>
          </p:nvSpPr>
          <p:spPr>
            <a:xfrm>
              <a:off x="190502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63" name="Google Shape;2963;p9"/>
            <p:cNvSpPr/>
            <p:nvPr/>
          </p:nvSpPr>
          <p:spPr>
            <a:xfrm>
              <a:off x="228603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64" name="Google Shape;2964;p9"/>
            <p:cNvSpPr/>
            <p:nvPr/>
          </p:nvSpPr>
          <p:spPr>
            <a:xfrm>
              <a:off x="266703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65" name="Google Shape;2965;p9"/>
            <p:cNvSpPr/>
            <p:nvPr/>
          </p:nvSpPr>
          <p:spPr>
            <a:xfrm>
              <a:off x="304804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66" name="Google Shape;2966;p9"/>
            <p:cNvSpPr/>
            <p:nvPr/>
          </p:nvSpPr>
          <p:spPr>
            <a:xfrm>
              <a:off x="342904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67" name="Google Shape;2967;p9"/>
            <p:cNvSpPr/>
            <p:nvPr/>
          </p:nvSpPr>
          <p:spPr>
            <a:xfrm>
              <a:off x="381005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68" name="Google Shape;2968;p9"/>
            <p:cNvSpPr/>
            <p:nvPr/>
          </p:nvSpPr>
          <p:spPr>
            <a:xfrm>
              <a:off x="419105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69" name="Google Shape;2969;p9"/>
            <p:cNvSpPr/>
            <p:nvPr/>
          </p:nvSpPr>
          <p:spPr>
            <a:xfrm>
              <a:off x="457206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70" name="Google Shape;2970;p9"/>
            <p:cNvSpPr/>
            <p:nvPr/>
          </p:nvSpPr>
          <p:spPr>
            <a:xfrm>
              <a:off x="495306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71" name="Google Shape;2971;p9"/>
            <p:cNvSpPr/>
            <p:nvPr/>
          </p:nvSpPr>
          <p:spPr>
            <a:xfrm>
              <a:off x="533407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72" name="Google Shape;2972;p9"/>
            <p:cNvSpPr/>
            <p:nvPr/>
          </p:nvSpPr>
          <p:spPr>
            <a:xfrm>
              <a:off x="571507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73" name="Google Shape;2973;p9"/>
            <p:cNvSpPr/>
            <p:nvPr/>
          </p:nvSpPr>
          <p:spPr>
            <a:xfrm>
              <a:off x="609608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74" name="Google Shape;2974;p9"/>
            <p:cNvSpPr/>
            <p:nvPr/>
          </p:nvSpPr>
          <p:spPr>
            <a:xfrm>
              <a:off x="647708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75" name="Google Shape;2975;p9"/>
            <p:cNvSpPr/>
            <p:nvPr/>
          </p:nvSpPr>
          <p:spPr>
            <a:xfrm>
              <a:off x="685809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76" name="Google Shape;2976;p9"/>
            <p:cNvSpPr/>
            <p:nvPr/>
          </p:nvSpPr>
          <p:spPr>
            <a:xfrm>
              <a:off x="723909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77" name="Google Shape;2977;p9"/>
            <p:cNvSpPr/>
            <p:nvPr/>
          </p:nvSpPr>
          <p:spPr>
            <a:xfrm>
              <a:off x="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78" name="Google Shape;2978;p9"/>
            <p:cNvSpPr/>
            <p:nvPr/>
          </p:nvSpPr>
          <p:spPr>
            <a:xfrm>
              <a:off x="38100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79" name="Google Shape;2979;p9"/>
            <p:cNvSpPr/>
            <p:nvPr/>
          </p:nvSpPr>
          <p:spPr>
            <a:xfrm>
              <a:off x="76201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80" name="Google Shape;2980;p9"/>
            <p:cNvSpPr/>
            <p:nvPr/>
          </p:nvSpPr>
          <p:spPr>
            <a:xfrm>
              <a:off x="114301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81" name="Google Shape;2981;p9"/>
            <p:cNvSpPr/>
            <p:nvPr/>
          </p:nvSpPr>
          <p:spPr>
            <a:xfrm>
              <a:off x="152402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82" name="Google Shape;2982;p9"/>
            <p:cNvSpPr/>
            <p:nvPr/>
          </p:nvSpPr>
          <p:spPr>
            <a:xfrm>
              <a:off x="190502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83" name="Google Shape;2983;p9"/>
            <p:cNvSpPr/>
            <p:nvPr/>
          </p:nvSpPr>
          <p:spPr>
            <a:xfrm>
              <a:off x="228603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84" name="Google Shape;2984;p9"/>
            <p:cNvSpPr/>
            <p:nvPr/>
          </p:nvSpPr>
          <p:spPr>
            <a:xfrm>
              <a:off x="266703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85" name="Google Shape;2985;p9"/>
            <p:cNvSpPr/>
            <p:nvPr/>
          </p:nvSpPr>
          <p:spPr>
            <a:xfrm>
              <a:off x="304804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86" name="Google Shape;2986;p9"/>
            <p:cNvSpPr/>
            <p:nvPr/>
          </p:nvSpPr>
          <p:spPr>
            <a:xfrm>
              <a:off x="342904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87" name="Google Shape;2987;p9"/>
            <p:cNvSpPr/>
            <p:nvPr/>
          </p:nvSpPr>
          <p:spPr>
            <a:xfrm>
              <a:off x="381005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88" name="Google Shape;2988;p9"/>
            <p:cNvSpPr/>
            <p:nvPr/>
          </p:nvSpPr>
          <p:spPr>
            <a:xfrm>
              <a:off x="419105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89" name="Google Shape;2989;p9"/>
            <p:cNvSpPr/>
            <p:nvPr/>
          </p:nvSpPr>
          <p:spPr>
            <a:xfrm>
              <a:off x="457206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90" name="Google Shape;2990;p9"/>
            <p:cNvSpPr/>
            <p:nvPr/>
          </p:nvSpPr>
          <p:spPr>
            <a:xfrm>
              <a:off x="495306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91" name="Google Shape;2991;p9"/>
            <p:cNvSpPr/>
            <p:nvPr/>
          </p:nvSpPr>
          <p:spPr>
            <a:xfrm>
              <a:off x="533407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92" name="Google Shape;2992;p9"/>
            <p:cNvSpPr/>
            <p:nvPr/>
          </p:nvSpPr>
          <p:spPr>
            <a:xfrm>
              <a:off x="571507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93" name="Google Shape;2993;p9"/>
            <p:cNvSpPr/>
            <p:nvPr/>
          </p:nvSpPr>
          <p:spPr>
            <a:xfrm>
              <a:off x="609608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94" name="Google Shape;2994;p9"/>
            <p:cNvSpPr/>
            <p:nvPr/>
          </p:nvSpPr>
          <p:spPr>
            <a:xfrm>
              <a:off x="647708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95" name="Google Shape;2995;p9"/>
            <p:cNvSpPr/>
            <p:nvPr/>
          </p:nvSpPr>
          <p:spPr>
            <a:xfrm>
              <a:off x="685809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96" name="Google Shape;2996;p9"/>
            <p:cNvSpPr/>
            <p:nvPr/>
          </p:nvSpPr>
          <p:spPr>
            <a:xfrm>
              <a:off x="723909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97" name="Google Shape;2997;p9"/>
            <p:cNvSpPr/>
            <p:nvPr/>
          </p:nvSpPr>
          <p:spPr>
            <a:xfrm>
              <a:off x="7620110" y="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98" name="Google Shape;2998;p9"/>
            <p:cNvSpPr/>
            <p:nvPr/>
          </p:nvSpPr>
          <p:spPr>
            <a:xfrm>
              <a:off x="8001115" y="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99" name="Google Shape;2999;p9"/>
            <p:cNvSpPr/>
            <p:nvPr/>
          </p:nvSpPr>
          <p:spPr>
            <a:xfrm>
              <a:off x="8382120" y="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00" name="Google Shape;3000;p9"/>
            <p:cNvSpPr/>
            <p:nvPr/>
          </p:nvSpPr>
          <p:spPr>
            <a:xfrm>
              <a:off x="8763125" y="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01" name="Google Shape;3001;p9"/>
            <p:cNvSpPr/>
            <p:nvPr/>
          </p:nvSpPr>
          <p:spPr>
            <a:xfrm>
              <a:off x="7620110" y="342894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02" name="Google Shape;3002;p9"/>
            <p:cNvSpPr/>
            <p:nvPr/>
          </p:nvSpPr>
          <p:spPr>
            <a:xfrm>
              <a:off x="8001115" y="342894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03" name="Google Shape;3003;p9"/>
            <p:cNvSpPr/>
            <p:nvPr/>
          </p:nvSpPr>
          <p:spPr>
            <a:xfrm>
              <a:off x="8382120" y="342894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04" name="Google Shape;3004;p9"/>
            <p:cNvSpPr/>
            <p:nvPr/>
          </p:nvSpPr>
          <p:spPr>
            <a:xfrm>
              <a:off x="8763125" y="342894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05" name="Google Shape;3005;p9"/>
            <p:cNvSpPr/>
            <p:nvPr/>
          </p:nvSpPr>
          <p:spPr>
            <a:xfrm>
              <a:off x="7620110" y="685788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06" name="Google Shape;3006;p9"/>
            <p:cNvSpPr/>
            <p:nvPr/>
          </p:nvSpPr>
          <p:spPr>
            <a:xfrm>
              <a:off x="8001115" y="685788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07" name="Google Shape;3007;p9"/>
            <p:cNvSpPr/>
            <p:nvPr/>
          </p:nvSpPr>
          <p:spPr>
            <a:xfrm>
              <a:off x="8382120" y="685788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08" name="Google Shape;3008;p9"/>
            <p:cNvSpPr/>
            <p:nvPr/>
          </p:nvSpPr>
          <p:spPr>
            <a:xfrm>
              <a:off x="8763125" y="685788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09" name="Google Shape;3009;p9"/>
            <p:cNvSpPr/>
            <p:nvPr/>
          </p:nvSpPr>
          <p:spPr>
            <a:xfrm>
              <a:off x="7620110" y="1028682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10" name="Google Shape;3010;p9"/>
            <p:cNvSpPr/>
            <p:nvPr/>
          </p:nvSpPr>
          <p:spPr>
            <a:xfrm>
              <a:off x="8001115" y="1028682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11" name="Google Shape;3011;p9"/>
            <p:cNvSpPr/>
            <p:nvPr/>
          </p:nvSpPr>
          <p:spPr>
            <a:xfrm>
              <a:off x="8382120" y="1028682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12" name="Google Shape;3012;p9"/>
            <p:cNvSpPr/>
            <p:nvPr/>
          </p:nvSpPr>
          <p:spPr>
            <a:xfrm>
              <a:off x="8763125" y="1028682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13" name="Google Shape;3013;p9"/>
            <p:cNvSpPr/>
            <p:nvPr/>
          </p:nvSpPr>
          <p:spPr>
            <a:xfrm>
              <a:off x="7620110" y="1371576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14" name="Google Shape;3014;p9"/>
            <p:cNvSpPr/>
            <p:nvPr/>
          </p:nvSpPr>
          <p:spPr>
            <a:xfrm>
              <a:off x="8001115" y="1371576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15" name="Google Shape;3015;p9"/>
            <p:cNvSpPr/>
            <p:nvPr/>
          </p:nvSpPr>
          <p:spPr>
            <a:xfrm>
              <a:off x="8382120" y="1371576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16" name="Google Shape;3016;p9"/>
            <p:cNvSpPr/>
            <p:nvPr/>
          </p:nvSpPr>
          <p:spPr>
            <a:xfrm>
              <a:off x="8763125" y="1371576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17" name="Google Shape;3017;p9"/>
            <p:cNvSpPr/>
            <p:nvPr/>
          </p:nvSpPr>
          <p:spPr>
            <a:xfrm>
              <a:off x="7620110" y="171447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18" name="Google Shape;3018;p9"/>
            <p:cNvSpPr/>
            <p:nvPr/>
          </p:nvSpPr>
          <p:spPr>
            <a:xfrm>
              <a:off x="8001115" y="171447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19" name="Google Shape;3019;p9"/>
            <p:cNvSpPr/>
            <p:nvPr/>
          </p:nvSpPr>
          <p:spPr>
            <a:xfrm>
              <a:off x="8382120" y="171447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20" name="Google Shape;3020;p9"/>
            <p:cNvSpPr/>
            <p:nvPr/>
          </p:nvSpPr>
          <p:spPr>
            <a:xfrm>
              <a:off x="8763125" y="171447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21" name="Google Shape;3021;p9"/>
            <p:cNvSpPr/>
            <p:nvPr/>
          </p:nvSpPr>
          <p:spPr>
            <a:xfrm>
              <a:off x="7620110" y="205736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22" name="Google Shape;3022;p9"/>
            <p:cNvSpPr/>
            <p:nvPr/>
          </p:nvSpPr>
          <p:spPr>
            <a:xfrm>
              <a:off x="8001115" y="205736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23" name="Google Shape;3023;p9"/>
            <p:cNvSpPr/>
            <p:nvPr/>
          </p:nvSpPr>
          <p:spPr>
            <a:xfrm>
              <a:off x="8382120" y="205736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24" name="Google Shape;3024;p9"/>
            <p:cNvSpPr/>
            <p:nvPr/>
          </p:nvSpPr>
          <p:spPr>
            <a:xfrm>
              <a:off x="8763125" y="205736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25" name="Google Shape;3025;p9"/>
            <p:cNvSpPr/>
            <p:nvPr/>
          </p:nvSpPr>
          <p:spPr>
            <a:xfrm>
              <a:off x="7620110" y="2400259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26" name="Google Shape;3026;p9"/>
            <p:cNvSpPr/>
            <p:nvPr/>
          </p:nvSpPr>
          <p:spPr>
            <a:xfrm>
              <a:off x="8001115" y="2400259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27" name="Google Shape;3027;p9"/>
            <p:cNvSpPr/>
            <p:nvPr/>
          </p:nvSpPr>
          <p:spPr>
            <a:xfrm>
              <a:off x="8382120" y="2400259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28" name="Google Shape;3028;p9"/>
            <p:cNvSpPr/>
            <p:nvPr/>
          </p:nvSpPr>
          <p:spPr>
            <a:xfrm>
              <a:off x="8763125" y="2400259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29" name="Google Shape;3029;p9"/>
            <p:cNvSpPr/>
            <p:nvPr/>
          </p:nvSpPr>
          <p:spPr>
            <a:xfrm>
              <a:off x="7620110" y="274315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30" name="Google Shape;3030;p9"/>
            <p:cNvSpPr/>
            <p:nvPr/>
          </p:nvSpPr>
          <p:spPr>
            <a:xfrm>
              <a:off x="8001115" y="274315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31" name="Google Shape;3031;p9"/>
            <p:cNvSpPr/>
            <p:nvPr/>
          </p:nvSpPr>
          <p:spPr>
            <a:xfrm>
              <a:off x="8382120" y="274315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32" name="Google Shape;3032;p9"/>
            <p:cNvSpPr/>
            <p:nvPr/>
          </p:nvSpPr>
          <p:spPr>
            <a:xfrm>
              <a:off x="8763125" y="274315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33" name="Google Shape;3033;p9"/>
            <p:cNvSpPr/>
            <p:nvPr/>
          </p:nvSpPr>
          <p:spPr>
            <a:xfrm>
              <a:off x="7620110" y="308604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34" name="Google Shape;3034;p9"/>
            <p:cNvSpPr/>
            <p:nvPr/>
          </p:nvSpPr>
          <p:spPr>
            <a:xfrm>
              <a:off x="8001115" y="308604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35" name="Google Shape;3035;p9"/>
            <p:cNvSpPr/>
            <p:nvPr/>
          </p:nvSpPr>
          <p:spPr>
            <a:xfrm>
              <a:off x="8382120" y="308604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36" name="Google Shape;3036;p9"/>
            <p:cNvSpPr/>
            <p:nvPr/>
          </p:nvSpPr>
          <p:spPr>
            <a:xfrm>
              <a:off x="8763125" y="308604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37" name="Google Shape;3037;p9"/>
            <p:cNvSpPr/>
            <p:nvPr/>
          </p:nvSpPr>
          <p:spPr>
            <a:xfrm>
              <a:off x="7620110" y="342894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38" name="Google Shape;3038;p9"/>
            <p:cNvSpPr/>
            <p:nvPr/>
          </p:nvSpPr>
          <p:spPr>
            <a:xfrm>
              <a:off x="8001115" y="342894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39" name="Google Shape;3039;p9"/>
            <p:cNvSpPr/>
            <p:nvPr/>
          </p:nvSpPr>
          <p:spPr>
            <a:xfrm>
              <a:off x="8382120" y="342894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40" name="Google Shape;3040;p9"/>
            <p:cNvSpPr/>
            <p:nvPr/>
          </p:nvSpPr>
          <p:spPr>
            <a:xfrm>
              <a:off x="8763125" y="342894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41" name="Google Shape;3041;p9"/>
            <p:cNvSpPr/>
            <p:nvPr/>
          </p:nvSpPr>
          <p:spPr>
            <a:xfrm>
              <a:off x="7620110" y="377182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42" name="Google Shape;3042;p9"/>
            <p:cNvSpPr/>
            <p:nvPr/>
          </p:nvSpPr>
          <p:spPr>
            <a:xfrm>
              <a:off x="8001115" y="377182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43" name="Google Shape;3043;p9"/>
            <p:cNvSpPr/>
            <p:nvPr/>
          </p:nvSpPr>
          <p:spPr>
            <a:xfrm>
              <a:off x="8382120" y="377182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44" name="Google Shape;3044;p9"/>
            <p:cNvSpPr/>
            <p:nvPr/>
          </p:nvSpPr>
          <p:spPr>
            <a:xfrm>
              <a:off x="8763125" y="377182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45" name="Google Shape;3045;p9"/>
            <p:cNvSpPr/>
            <p:nvPr/>
          </p:nvSpPr>
          <p:spPr>
            <a:xfrm>
              <a:off x="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46" name="Google Shape;3046;p9"/>
            <p:cNvSpPr/>
            <p:nvPr/>
          </p:nvSpPr>
          <p:spPr>
            <a:xfrm>
              <a:off x="38100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47" name="Google Shape;3047;p9"/>
            <p:cNvSpPr/>
            <p:nvPr/>
          </p:nvSpPr>
          <p:spPr>
            <a:xfrm>
              <a:off x="76201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48" name="Google Shape;3048;p9"/>
            <p:cNvSpPr/>
            <p:nvPr/>
          </p:nvSpPr>
          <p:spPr>
            <a:xfrm>
              <a:off x="114301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49" name="Google Shape;3049;p9"/>
            <p:cNvSpPr/>
            <p:nvPr/>
          </p:nvSpPr>
          <p:spPr>
            <a:xfrm>
              <a:off x="152402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50" name="Google Shape;3050;p9"/>
            <p:cNvSpPr/>
            <p:nvPr/>
          </p:nvSpPr>
          <p:spPr>
            <a:xfrm>
              <a:off x="190502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51" name="Google Shape;3051;p9"/>
            <p:cNvSpPr/>
            <p:nvPr/>
          </p:nvSpPr>
          <p:spPr>
            <a:xfrm>
              <a:off x="228603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52" name="Google Shape;3052;p9"/>
            <p:cNvSpPr/>
            <p:nvPr/>
          </p:nvSpPr>
          <p:spPr>
            <a:xfrm>
              <a:off x="266703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53" name="Google Shape;3053;p9"/>
            <p:cNvSpPr/>
            <p:nvPr/>
          </p:nvSpPr>
          <p:spPr>
            <a:xfrm>
              <a:off x="304804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54" name="Google Shape;3054;p9"/>
            <p:cNvSpPr/>
            <p:nvPr/>
          </p:nvSpPr>
          <p:spPr>
            <a:xfrm>
              <a:off x="342904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55" name="Google Shape;3055;p9"/>
            <p:cNvSpPr/>
            <p:nvPr/>
          </p:nvSpPr>
          <p:spPr>
            <a:xfrm>
              <a:off x="381005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56" name="Google Shape;3056;p9"/>
            <p:cNvSpPr/>
            <p:nvPr/>
          </p:nvSpPr>
          <p:spPr>
            <a:xfrm>
              <a:off x="419105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57" name="Google Shape;3057;p9"/>
            <p:cNvSpPr/>
            <p:nvPr/>
          </p:nvSpPr>
          <p:spPr>
            <a:xfrm>
              <a:off x="457206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58" name="Google Shape;3058;p9"/>
            <p:cNvSpPr/>
            <p:nvPr/>
          </p:nvSpPr>
          <p:spPr>
            <a:xfrm>
              <a:off x="495306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59" name="Google Shape;3059;p9"/>
            <p:cNvSpPr/>
            <p:nvPr/>
          </p:nvSpPr>
          <p:spPr>
            <a:xfrm>
              <a:off x="533407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60" name="Google Shape;3060;p9"/>
            <p:cNvSpPr/>
            <p:nvPr/>
          </p:nvSpPr>
          <p:spPr>
            <a:xfrm>
              <a:off x="571507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61" name="Google Shape;3061;p9"/>
            <p:cNvSpPr/>
            <p:nvPr/>
          </p:nvSpPr>
          <p:spPr>
            <a:xfrm>
              <a:off x="609608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62" name="Google Shape;3062;p9"/>
            <p:cNvSpPr/>
            <p:nvPr/>
          </p:nvSpPr>
          <p:spPr>
            <a:xfrm>
              <a:off x="647708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63" name="Google Shape;3063;p9"/>
            <p:cNvSpPr/>
            <p:nvPr/>
          </p:nvSpPr>
          <p:spPr>
            <a:xfrm>
              <a:off x="685809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64" name="Google Shape;3064;p9"/>
            <p:cNvSpPr/>
            <p:nvPr/>
          </p:nvSpPr>
          <p:spPr>
            <a:xfrm>
              <a:off x="723909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65" name="Google Shape;3065;p9"/>
            <p:cNvSpPr/>
            <p:nvPr/>
          </p:nvSpPr>
          <p:spPr>
            <a:xfrm>
              <a:off x="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66" name="Google Shape;3066;p9"/>
            <p:cNvSpPr/>
            <p:nvPr/>
          </p:nvSpPr>
          <p:spPr>
            <a:xfrm>
              <a:off x="38100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67" name="Google Shape;3067;p9"/>
            <p:cNvSpPr/>
            <p:nvPr/>
          </p:nvSpPr>
          <p:spPr>
            <a:xfrm>
              <a:off x="76201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68" name="Google Shape;3068;p9"/>
            <p:cNvSpPr/>
            <p:nvPr/>
          </p:nvSpPr>
          <p:spPr>
            <a:xfrm>
              <a:off x="114301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69" name="Google Shape;3069;p9"/>
            <p:cNvSpPr/>
            <p:nvPr/>
          </p:nvSpPr>
          <p:spPr>
            <a:xfrm>
              <a:off x="152402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70" name="Google Shape;3070;p9"/>
            <p:cNvSpPr/>
            <p:nvPr/>
          </p:nvSpPr>
          <p:spPr>
            <a:xfrm>
              <a:off x="190502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71" name="Google Shape;3071;p9"/>
            <p:cNvSpPr/>
            <p:nvPr/>
          </p:nvSpPr>
          <p:spPr>
            <a:xfrm>
              <a:off x="228603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72" name="Google Shape;3072;p9"/>
            <p:cNvSpPr/>
            <p:nvPr/>
          </p:nvSpPr>
          <p:spPr>
            <a:xfrm>
              <a:off x="266703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73" name="Google Shape;3073;p9"/>
            <p:cNvSpPr/>
            <p:nvPr/>
          </p:nvSpPr>
          <p:spPr>
            <a:xfrm>
              <a:off x="304804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74" name="Google Shape;3074;p9"/>
            <p:cNvSpPr/>
            <p:nvPr/>
          </p:nvSpPr>
          <p:spPr>
            <a:xfrm>
              <a:off x="342904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75" name="Google Shape;3075;p9"/>
            <p:cNvSpPr/>
            <p:nvPr/>
          </p:nvSpPr>
          <p:spPr>
            <a:xfrm>
              <a:off x="381005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76" name="Google Shape;3076;p9"/>
            <p:cNvSpPr/>
            <p:nvPr/>
          </p:nvSpPr>
          <p:spPr>
            <a:xfrm>
              <a:off x="419105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77" name="Google Shape;3077;p9"/>
            <p:cNvSpPr/>
            <p:nvPr/>
          </p:nvSpPr>
          <p:spPr>
            <a:xfrm>
              <a:off x="457206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78" name="Google Shape;3078;p9"/>
            <p:cNvSpPr/>
            <p:nvPr/>
          </p:nvSpPr>
          <p:spPr>
            <a:xfrm>
              <a:off x="495306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79" name="Google Shape;3079;p9"/>
            <p:cNvSpPr/>
            <p:nvPr/>
          </p:nvSpPr>
          <p:spPr>
            <a:xfrm>
              <a:off x="533407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80" name="Google Shape;3080;p9"/>
            <p:cNvSpPr/>
            <p:nvPr/>
          </p:nvSpPr>
          <p:spPr>
            <a:xfrm>
              <a:off x="571507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81" name="Google Shape;3081;p9"/>
            <p:cNvSpPr/>
            <p:nvPr/>
          </p:nvSpPr>
          <p:spPr>
            <a:xfrm>
              <a:off x="609608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82" name="Google Shape;3082;p9"/>
            <p:cNvSpPr/>
            <p:nvPr/>
          </p:nvSpPr>
          <p:spPr>
            <a:xfrm>
              <a:off x="647708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83" name="Google Shape;3083;p9"/>
            <p:cNvSpPr/>
            <p:nvPr/>
          </p:nvSpPr>
          <p:spPr>
            <a:xfrm>
              <a:off x="685809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84" name="Google Shape;3084;p9"/>
            <p:cNvSpPr/>
            <p:nvPr/>
          </p:nvSpPr>
          <p:spPr>
            <a:xfrm>
              <a:off x="723909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85" name="Google Shape;3085;p9"/>
            <p:cNvSpPr/>
            <p:nvPr/>
          </p:nvSpPr>
          <p:spPr>
            <a:xfrm>
              <a:off x="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86" name="Google Shape;3086;p9"/>
            <p:cNvSpPr/>
            <p:nvPr/>
          </p:nvSpPr>
          <p:spPr>
            <a:xfrm>
              <a:off x="38100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87" name="Google Shape;3087;p9"/>
            <p:cNvSpPr/>
            <p:nvPr/>
          </p:nvSpPr>
          <p:spPr>
            <a:xfrm>
              <a:off x="76201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88" name="Google Shape;3088;p9"/>
            <p:cNvSpPr/>
            <p:nvPr/>
          </p:nvSpPr>
          <p:spPr>
            <a:xfrm>
              <a:off x="114301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89" name="Google Shape;3089;p9"/>
            <p:cNvSpPr/>
            <p:nvPr/>
          </p:nvSpPr>
          <p:spPr>
            <a:xfrm>
              <a:off x="152402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90" name="Google Shape;3090;p9"/>
            <p:cNvSpPr/>
            <p:nvPr/>
          </p:nvSpPr>
          <p:spPr>
            <a:xfrm>
              <a:off x="190502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91" name="Google Shape;3091;p9"/>
            <p:cNvSpPr/>
            <p:nvPr/>
          </p:nvSpPr>
          <p:spPr>
            <a:xfrm>
              <a:off x="228603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92" name="Google Shape;3092;p9"/>
            <p:cNvSpPr/>
            <p:nvPr/>
          </p:nvSpPr>
          <p:spPr>
            <a:xfrm>
              <a:off x="266703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93" name="Google Shape;3093;p9"/>
            <p:cNvSpPr/>
            <p:nvPr/>
          </p:nvSpPr>
          <p:spPr>
            <a:xfrm>
              <a:off x="304804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94" name="Google Shape;3094;p9"/>
            <p:cNvSpPr/>
            <p:nvPr/>
          </p:nvSpPr>
          <p:spPr>
            <a:xfrm>
              <a:off x="342904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95" name="Google Shape;3095;p9"/>
            <p:cNvSpPr/>
            <p:nvPr/>
          </p:nvSpPr>
          <p:spPr>
            <a:xfrm>
              <a:off x="381005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96" name="Google Shape;3096;p9"/>
            <p:cNvSpPr/>
            <p:nvPr/>
          </p:nvSpPr>
          <p:spPr>
            <a:xfrm>
              <a:off x="419105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97" name="Google Shape;3097;p9"/>
            <p:cNvSpPr/>
            <p:nvPr/>
          </p:nvSpPr>
          <p:spPr>
            <a:xfrm>
              <a:off x="457206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98" name="Google Shape;3098;p9"/>
            <p:cNvSpPr/>
            <p:nvPr/>
          </p:nvSpPr>
          <p:spPr>
            <a:xfrm>
              <a:off x="495306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99" name="Google Shape;3099;p9"/>
            <p:cNvSpPr/>
            <p:nvPr/>
          </p:nvSpPr>
          <p:spPr>
            <a:xfrm>
              <a:off x="533407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00" name="Google Shape;3100;p9"/>
            <p:cNvSpPr/>
            <p:nvPr/>
          </p:nvSpPr>
          <p:spPr>
            <a:xfrm>
              <a:off x="571507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01" name="Google Shape;3101;p9"/>
            <p:cNvSpPr/>
            <p:nvPr/>
          </p:nvSpPr>
          <p:spPr>
            <a:xfrm>
              <a:off x="609608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02" name="Google Shape;3102;p9"/>
            <p:cNvSpPr/>
            <p:nvPr/>
          </p:nvSpPr>
          <p:spPr>
            <a:xfrm>
              <a:off x="647708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03" name="Google Shape;3103;p9"/>
            <p:cNvSpPr/>
            <p:nvPr/>
          </p:nvSpPr>
          <p:spPr>
            <a:xfrm>
              <a:off x="685809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04" name="Google Shape;3104;p9"/>
            <p:cNvSpPr/>
            <p:nvPr/>
          </p:nvSpPr>
          <p:spPr>
            <a:xfrm>
              <a:off x="723909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05" name="Google Shape;3105;p9"/>
            <p:cNvSpPr/>
            <p:nvPr/>
          </p:nvSpPr>
          <p:spPr>
            <a:xfrm>
              <a:off x="7620110" y="411471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06" name="Google Shape;3106;p9"/>
            <p:cNvSpPr/>
            <p:nvPr/>
          </p:nvSpPr>
          <p:spPr>
            <a:xfrm>
              <a:off x="8001115" y="411471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07" name="Google Shape;3107;p9"/>
            <p:cNvSpPr/>
            <p:nvPr/>
          </p:nvSpPr>
          <p:spPr>
            <a:xfrm>
              <a:off x="8382120" y="411471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08" name="Google Shape;3108;p9"/>
            <p:cNvSpPr/>
            <p:nvPr/>
          </p:nvSpPr>
          <p:spPr>
            <a:xfrm>
              <a:off x="8763125" y="411471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09" name="Google Shape;3109;p9"/>
            <p:cNvSpPr/>
            <p:nvPr/>
          </p:nvSpPr>
          <p:spPr>
            <a:xfrm>
              <a:off x="7620110" y="445760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10" name="Google Shape;3110;p9"/>
            <p:cNvSpPr/>
            <p:nvPr/>
          </p:nvSpPr>
          <p:spPr>
            <a:xfrm>
              <a:off x="8001115" y="445760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11" name="Google Shape;3111;p9"/>
            <p:cNvSpPr/>
            <p:nvPr/>
          </p:nvSpPr>
          <p:spPr>
            <a:xfrm>
              <a:off x="8382120" y="445760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12" name="Google Shape;3112;p9"/>
            <p:cNvSpPr/>
            <p:nvPr/>
          </p:nvSpPr>
          <p:spPr>
            <a:xfrm>
              <a:off x="8763125" y="445760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13" name="Google Shape;3113;p9"/>
            <p:cNvSpPr/>
            <p:nvPr/>
          </p:nvSpPr>
          <p:spPr>
            <a:xfrm>
              <a:off x="7620110" y="480049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14" name="Google Shape;3114;p9"/>
            <p:cNvSpPr/>
            <p:nvPr/>
          </p:nvSpPr>
          <p:spPr>
            <a:xfrm>
              <a:off x="8001115" y="480049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15" name="Google Shape;3115;p9"/>
            <p:cNvSpPr/>
            <p:nvPr/>
          </p:nvSpPr>
          <p:spPr>
            <a:xfrm>
              <a:off x="8382120" y="480049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16" name="Google Shape;3116;p9"/>
            <p:cNvSpPr/>
            <p:nvPr/>
          </p:nvSpPr>
          <p:spPr>
            <a:xfrm>
              <a:off x="8763125" y="480049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117" name="Google Shape;3117;p9"/>
          <p:cNvSpPr/>
          <p:nvPr/>
        </p:nvSpPr>
        <p:spPr>
          <a:xfrm flipH="1">
            <a:off x="0" y="0"/>
            <a:ext cx="9144000" cy="5143500"/>
          </a:xfrm>
          <a:prstGeom prst="rtTriangle">
            <a:avLst/>
          </a:prstGeom>
          <a:solidFill>
            <a:srgbClr val="005051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118" name="Google Shape;3118;p9"/>
          <p:cNvGrpSpPr/>
          <p:nvPr/>
        </p:nvGrpSpPr>
        <p:grpSpPr>
          <a:xfrm>
            <a:off x="553048" y="535000"/>
            <a:ext cx="8105852" cy="4302000"/>
            <a:chOff x="553048" y="535000"/>
            <a:chExt cx="8105852" cy="4302000"/>
          </a:xfrm>
        </p:grpSpPr>
        <p:sp>
          <p:nvSpPr>
            <p:cNvPr id="3119" name="Google Shape;3119;p9"/>
            <p:cNvSpPr/>
            <p:nvPr/>
          </p:nvSpPr>
          <p:spPr>
            <a:xfrm>
              <a:off x="942300" y="763600"/>
              <a:ext cx="7716600" cy="4073400"/>
            </a:xfrm>
            <a:prstGeom prst="roundRect">
              <a:avLst>
                <a:gd fmla="val 2480" name="adj"/>
              </a:avLst>
            </a:prstGeom>
            <a:solidFill>
              <a:srgbClr val="222828">
                <a:alpha val="2039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20" name="Google Shape;3120;p9"/>
            <p:cNvSpPr/>
            <p:nvPr/>
          </p:nvSpPr>
          <p:spPr>
            <a:xfrm>
              <a:off x="712275" y="535000"/>
              <a:ext cx="7716600" cy="4073400"/>
            </a:xfrm>
            <a:prstGeom prst="roundRect">
              <a:avLst>
                <a:gd fmla="val 2480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21" name="Google Shape;3121;p9"/>
            <p:cNvSpPr/>
            <p:nvPr/>
          </p:nvSpPr>
          <p:spPr>
            <a:xfrm>
              <a:off x="848698" y="898261"/>
              <a:ext cx="317374" cy="317436"/>
            </a:xfrm>
            <a:custGeom>
              <a:rect b="b" l="l" r="r" t="t"/>
              <a:pathLst>
                <a:path extrusionOk="0" h="15212" w="15209">
                  <a:moveTo>
                    <a:pt x="7604" y="0"/>
                  </a:moveTo>
                  <a:cubicBezTo>
                    <a:pt x="3404" y="0"/>
                    <a:pt x="0" y="3405"/>
                    <a:pt x="0" y="7605"/>
                  </a:cubicBezTo>
                  <a:cubicBezTo>
                    <a:pt x="0" y="11805"/>
                    <a:pt x="3404" y="15212"/>
                    <a:pt x="7604" y="15212"/>
                  </a:cubicBezTo>
                  <a:cubicBezTo>
                    <a:pt x="11804" y="15212"/>
                    <a:pt x="15209" y="11805"/>
                    <a:pt x="15209" y="7605"/>
                  </a:cubicBezTo>
                  <a:cubicBezTo>
                    <a:pt x="15209" y="3405"/>
                    <a:pt x="11804" y="0"/>
                    <a:pt x="760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22" name="Google Shape;3122;p9"/>
            <p:cNvSpPr/>
            <p:nvPr/>
          </p:nvSpPr>
          <p:spPr>
            <a:xfrm>
              <a:off x="553048" y="931482"/>
              <a:ext cx="549400" cy="250994"/>
            </a:xfrm>
            <a:custGeom>
              <a:rect b="b" l="l" r="r" t="t"/>
              <a:pathLst>
                <a:path extrusionOk="0" h="12028" w="26328">
                  <a:moveTo>
                    <a:pt x="1493" y="0"/>
                  </a:moveTo>
                  <a:cubicBezTo>
                    <a:pt x="671" y="0"/>
                    <a:pt x="0" y="668"/>
                    <a:pt x="0" y="1494"/>
                  </a:cubicBezTo>
                  <a:cubicBezTo>
                    <a:pt x="0" y="2319"/>
                    <a:pt x="671" y="2990"/>
                    <a:pt x="1493" y="2990"/>
                  </a:cubicBezTo>
                  <a:lnTo>
                    <a:pt x="19596" y="2990"/>
                  </a:lnTo>
                  <a:cubicBezTo>
                    <a:pt x="21591" y="2990"/>
                    <a:pt x="23340" y="4081"/>
                    <a:pt x="23340" y="5330"/>
                  </a:cubicBezTo>
                  <a:lnTo>
                    <a:pt x="23340" y="6698"/>
                  </a:lnTo>
                  <a:cubicBezTo>
                    <a:pt x="23340" y="7944"/>
                    <a:pt x="21591" y="9038"/>
                    <a:pt x="19596" y="9038"/>
                  </a:cubicBezTo>
                  <a:lnTo>
                    <a:pt x="1493" y="9038"/>
                  </a:lnTo>
                  <a:cubicBezTo>
                    <a:pt x="671" y="9038"/>
                    <a:pt x="0" y="9706"/>
                    <a:pt x="0" y="10532"/>
                  </a:cubicBezTo>
                  <a:cubicBezTo>
                    <a:pt x="0" y="11357"/>
                    <a:pt x="671" y="12028"/>
                    <a:pt x="1493" y="12028"/>
                  </a:cubicBezTo>
                  <a:lnTo>
                    <a:pt x="19596" y="12028"/>
                  </a:lnTo>
                  <a:lnTo>
                    <a:pt x="19596" y="12025"/>
                  </a:lnTo>
                  <a:cubicBezTo>
                    <a:pt x="23370" y="12025"/>
                    <a:pt x="26327" y="9685"/>
                    <a:pt x="26327" y="6695"/>
                  </a:cubicBezTo>
                  <a:lnTo>
                    <a:pt x="26327" y="5327"/>
                  </a:lnTo>
                  <a:cubicBezTo>
                    <a:pt x="26327" y="2340"/>
                    <a:pt x="23370" y="0"/>
                    <a:pt x="19596" y="0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23" name="Google Shape;3123;p9"/>
            <p:cNvSpPr/>
            <p:nvPr/>
          </p:nvSpPr>
          <p:spPr>
            <a:xfrm>
              <a:off x="848698" y="1332681"/>
              <a:ext cx="317374" cy="317457"/>
            </a:xfrm>
            <a:custGeom>
              <a:rect b="b" l="l" r="r" t="t"/>
              <a:pathLst>
                <a:path extrusionOk="0" h="15213" w="15209">
                  <a:moveTo>
                    <a:pt x="7604" y="1"/>
                  </a:moveTo>
                  <a:cubicBezTo>
                    <a:pt x="3404" y="1"/>
                    <a:pt x="0" y="3408"/>
                    <a:pt x="0" y="7608"/>
                  </a:cubicBezTo>
                  <a:cubicBezTo>
                    <a:pt x="0" y="11808"/>
                    <a:pt x="3404" y="15212"/>
                    <a:pt x="7604" y="15212"/>
                  </a:cubicBezTo>
                  <a:cubicBezTo>
                    <a:pt x="11804" y="15212"/>
                    <a:pt x="15209" y="11808"/>
                    <a:pt x="15209" y="7608"/>
                  </a:cubicBezTo>
                  <a:cubicBezTo>
                    <a:pt x="15209" y="3408"/>
                    <a:pt x="11804" y="1"/>
                    <a:pt x="760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24" name="Google Shape;3124;p9"/>
            <p:cNvSpPr/>
            <p:nvPr/>
          </p:nvSpPr>
          <p:spPr>
            <a:xfrm>
              <a:off x="553048" y="1365902"/>
              <a:ext cx="549400" cy="251015"/>
            </a:xfrm>
            <a:custGeom>
              <a:rect b="b" l="l" r="r" t="t"/>
              <a:pathLst>
                <a:path extrusionOk="0" h="12029" w="26328">
                  <a:moveTo>
                    <a:pt x="1493" y="1"/>
                  </a:moveTo>
                  <a:cubicBezTo>
                    <a:pt x="671" y="1"/>
                    <a:pt x="0" y="671"/>
                    <a:pt x="0" y="1497"/>
                  </a:cubicBezTo>
                  <a:cubicBezTo>
                    <a:pt x="0" y="2320"/>
                    <a:pt x="671" y="2990"/>
                    <a:pt x="1493" y="2990"/>
                  </a:cubicBezTo>
                  <a:lnTo>
                    <a:pt x="19596" y="2990"/>
                  </a:lnTo>
                  <a:cubicBezTo>
                    <a:pt x="21591" y="2990"/>
                    <a:pt x="23340" y="4084"/>
                    <a:pt x="23340" y="5330"/>
                  </a:cubicBezTo>
                  <a:lnTo>
                    <a:pt x="23340" y="6699"/>
                  </a:lnTo>
                  <a:cubicBezTo>
                    <a:pt x="23340" y="7948"/>
                    <a:pt x="21591" y="9042"/>
                    <a:pt x="19596" y="9042"/>
                  </a:cubicBezTo>
                  <a:lnTo>
                    <a:pt x="1493" y="9042"/>
                  </a:lnTo>
                  <a:cubicBezTo>
                    <a:pt x="671" y="9042"/>
                    <a:pt x="0" y="9709"/>
                    <a:pt x="0" y="10535"/>
                  </a:cubicBezTo>
                  <a:cubicBezTo>
                    <a:pt x="0" y="11361"/>
                    <a:pt x="671" y="12028"/>
                    <a:pt x="1493" y="12028"/>
                  </a:cubicBezTo>
                  <a:lnTo>
                    <a:pt x="19596" y="12028"/>
                  </a:lnTo>
                  <a:cubicBezTo>
                    <a:pt x="23370" y="12028"/>
                    <a:pt x="26327" y="9688"/>
                    <a:pt x="26327" y="6699"/>
                  </a:cubicBezTo>
                  <a:lnTo>
                    <a:pt x="26327" y="5330"/>
                  </a:lnTo>
                  <a:cubicBezTo>
                    <a:pt x="26327" y="2344"/>
                    <a:pt x="23370" y="1"/>
                    <a:pt x="19596" y="1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25" name="Google Shape;3125;p9"/>
            <p:cNvSpPr/>
            <p:nvPr/>
          </p:nvSpPr>
          <p:spPr>
            <a:xfrm>
              <a:off x="848698" y="1767184"/>
              <a:ext cx="317374" cy="317436"/>
            </a:xfrm>
            <a:custGeom>
              <a:rect b="b" l="l" r="r" t="t"/>
              <a:pathLst>
                <a:path extrusionOk="0" h="15212" w="15209">
                  <a:moveTo>
                    <a:pt x="7604" y="0"/>
                  </a:moveTo>
                  <a:cubicBezTo>
                    <a:pt x="3404" y="0"/>
                    <a:pt x="0" y="3404"/>
                    <a:pt x="0" y="7605"/>
                  </a:cubicBezTo>
                  <a:cubicBezTo>
                    <a:pt x="0" y="11805"/>
                    <a:pt x="3404" y="15212"/>
                    <a:pt x="7604" y="15212"/>
                  </a:cubicBezTo>
                  <a:cubicBezTo>
                    <a:pt x="11804" y="15212"/>
                    <a:pt x="15209" y="11805"/>
                    <a:pt x="15209" y="7605"/>
                  </a:cubicBezTo>
                  <a:cubicBezTo>
                    <a:pt x="15209" y="3404"/>
                    <a:pt x="11804" y="0"/>
                    <a:pt x="760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26" name="Google Shape;3126;p9"/>
            <p:cNvSpPr/>
            <p:nvPr/>
          </p:nvSpPr>
          <p:spPr>
            <a:xfrm>
              <a:off x="553048" y="1800405"/>
              <a:ext cx="549400" cy="250994"/>
            </a:xfrm>
            <a:custGeom>
              <a:rect b="b" l="l" r="r" t="t"/>
              <a:pathLst>
                <a:path extrusionOk="0" h="12028" w="26328">
                  <a:moveTo>
                    <a:pt x="1493" y="0"/>
                  </a:moveTo>
                  <a:cubicBezTo>
                    <a:pt x="671" y="0"/>
                    <a:pt x="0" y="668"/>
                    <a:pt x="0" y="1493"/>
                  </a:cubicBezTo>
                  <a:cubicBezTo>
                    <a:pt x="0" y="2319"/>
                    <a:pt x="671" y="2990"/>
                    <a:pt x="1493" y="2990"/>
                  </a:cubicBezTo>
                  <a:lnTo>
                    <a:pt x="19596" y="2990"/>
                  </a:lnTo>
                  <a:cubicBezTo>
                    <a:pt x="21591" y="2990"/>
                    <a:pt x="23340" y="4081"/>
                    <a:pt x="23340" y="5330"/>
                  </a:cubicBezTo>
                  <a:lnTo>
                    <a:pt x="23340" y="6695"/>
                  </a:lnTo>
                  <a:cubicBezTo>
                    <a:pt x="23340" y="7944"/>
                    <a:pt x="21591" y="9038"/>
                    <a:pt x="19596" y="9038"/>
                  </a:cubicBezTo>
                  <a:lnTo>
                    <a:pt x="1493" y="9038"/>
                  </a:lnTo>
                  <a:cubicBezTo>
                    <a:pt x="671" y="9038"/>
                    <a:pt x="0" y="9706"/>
                    <a:pt x="0" y="10532"/>
                  </a:cubicBezTo>
                  <a:cubicBezTo>
                    <a:pt x="0" y="11357"/>
                    <a:pt x="671" y="12028"/>
                    <a:pt x="1493" y="12028"/>
                  </a:cubicBezTo>
                  <a:lnTo>
                    <a:pt x="19596" y="12028"/>
                  </a:lnTo>
                  <a:lnTo>
                    <a:pt x="19596" y="12025"/>
                  </a:lnTo>
                  <a:cubicBezTo>
                    <a:pt x="23370" y="12025"/>
                    <a:pt x="26327" y="9685"/>
                    <a:pt x="26327" y="6695"/>
                  </a:cubicBezTo>
                  <a:lnTo>
                    <a:pt x="26327" y="5327"/>
                  </a:lnTo>
                  <a:cubicBezTo>
                    <a:pt x="26327" y="2340"/>
                    <a:pt x="23370" y="0"/>
                    <a:pt x="19596" y="0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27" name="Google Shape;3127;p9"/>
            <p:cNvSpPr/>
            <p:nvPr/>
          </p:nvSpPr>
          <p:spPr>
            <a:xfrm>
              <a:off x="848698" y="2201603"/>
              <a:ext cx="317374" cy="317457"/>
            </a:xfrm>
            <a:custGeom>
              <a:rect b="b" l="l" r="r" t="t"/>
              <a:pathLst>
                <a:path extrusionOk="0" h="15213" w="15209">
                  <a:moveTo>
                    <a:pt x="7604" y="1"/>
                  </a:moveTo>
                  <a:cubicBezTo>
                    <a:pt x="3404" y="1"/>
                    <a:pt x="0" y="3405"/>
                    <a:pt x="0" y="7608"/>
                  </a:cubicBezTo>
                  <a:cubicBezTo>
                    <a:pt x="0" y="11808"/>
                    <a:pt x="3404" y="15212"/>
                    <a:pt x="7604" y="15212"/>
                  </a:cubicBezTo>
                  <a:cubicBezTo>
                    <a:pt x="11804" y="15212"/>
                    <a:pt x="15209" y="11808"/>
                    <a:pt x="15209" y="7608"/>
                  </a:cubicBezTo>
                  <a:cubicBezTo>
                    <a:pt x="15209" y="3405"/>
                    <a:pt x="11804" y="1"/>
                    <a:pt x="760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28" name="Google Shape;3128;p9"/>
            <p:cNvSpPr/>
            <p:nvPr/>
          </p:nvSpPr>
          <p:spPr>
            <a:xfrm>
              <a:off x="553048" y="2234824"/>
              <a:ext cx="549400" cy="251015"/>
            </a:xfrm>
            <a:custGeom>
              <a:rect b="b" l="l" r="r" t="t"/>
              <a:pathLst>
                <a:path extrusionOk="0" h="12029" w="26328">
                  <a:moveTo>
                    <a:pt x="1493" y="1"/>
                  </a:moveTo>
                  <a:cubicBezTo>
                    <a:pt x="671" y="1"/>
                    <a:pt x="0" y="668"/>
                    <a:pt x="0" y="1494"/>
                  </a:cubicBezTo>
                  <a:cubicBezTo>
                    <a:pt x="0" y="2320"/>
                    <a:pt x="671" y="2990"/>
                    <a:pt x="1493" y="2990"/>
                  </a:cubicBezTo>
                  <a:lnTo>
                    <a:pt x="19596" y="2990"/>
                  </a:lnTo>
                  <a:cubicBezTo>
                    <a:pt x="21591" y="2990"/>
                    <a:pt x="23340" y="4084"/>
                    <a:pt x="23340" y="5330"/>
                  </a:cubicBezTo>
                  <a:lnTo>
                    <a:pt x="23340" y="6699"/>
                  </a:lnTo>
                  <a:cubicBezTo>
                    <a:pt x="23340" y="7945"/>
                    <a:pt x="21591" y="9039"/>
                    <a:pt x="19596" y="9039"/>
                  </a:cubicBezTo>
                  <a:lnTo>
                    <a:pt x="1493" y="9039"/>
                  </a:lnTo>
                  <a:cubicBezTo>
                    <a:pt x="671" y="9039"/>
                    <a:pt x="0" y="9706"/>
                    <a:pt x="0" y="10532"/>
                  </a:cubicBezTo>
                  <a:cubicBezTo>
                    <a:pt x="0" y="11358"/>
                    <a:pt x="671" y="12028"/>
                    <a:pt x="1493" y="12028"/>
                  </a:cubicBezTo>
                  <a:lnTo>
                    <a:pt x="19596" y="12028"/>
                  </a:lnTo>
                  <a:lnTo>
                    <a:pt x="19596" y="12025"/>
                  </a:lnTo>
                  <a:cubicBezTo>
                    <a:pt x="23370" y="12025"/>
                    <a:pt x="26327" y="9685"/>
                    <a:pt x="26327" y="6699"/>
                  </a:cubicBezTo>
                  <a:lnTo>
                    <a:pt x="26327" y="5330"/>
                  </a:lnTo>
                  <a:cubicBezTo>
                    <a:pt x="26327" y="2341"/>
                    <a:pt x="23370" y="1"/>
                    <a:pt x="19596" y="1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29" name="Google Shape;3129;p9"/>
            <p:cNvSpPr/>
            <p:nvPr/>
          </p:nvSpPr>
          <p:spPr>
            <a:xfrm>
              <a:off x="848698" y="2636106"/>
              <a:ext cx="317374" cy="317374"/>
            </a:xfrm>
            <a:custGeom>
              <a:rect b="b" l="l" r="r" t="t"/>
              <a:pathLst>
                <a:path extrusionOk="0" h="15209" w="15209">
                  <a:moveTo>
                    <a:pt x="7604" y="0"/>
                  </a:moveTo>
                  <a:cubicBezTo>
                    <a:pt x="3404" y="0"/>
                    <a:pt x="0" y="3404"/>
                    <a:pt x="0" y="7604"/>
                  </a:cubicBezTo>
                  <a:cubicBezTo>
                    <a:pt x="0" y="11805"/>
                    <a:pt x="3404" y="15209"/>
                    <a:pt x="7604" y="15209"/>
                  </a:cubicBezTo>
                  <a:cubicBezTo>
                    <a:pt x="11804" y="15209"/>
                    <a:pt x="15209" y="11805"/>
                    <a:pt x="15209" y="7604"/>
                  </a:cubicBezTo>
                  <a:cubicBezTo>
                    <a:pt x="15209" y="3404"/>
                    <a:pt x="11804" y="0"/>
                    <a:pt x="760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30" name="Google Shape;3130;p9"/>
            <p:cNvSpPr/>
            <p:nvPr/>
          </p:nvSpPr>
          <p:spPr>
            <a:xfrm>
              <a:off x="553048" y="2669265"/>
              <a:ext cx="549400" cy="250994"/>
            </a:xfrm>
            <a:custGeom>
              <a:rect b="b" l="l" r="r" t="t"/>
              <a:pathLst>
                <a:path extrusionOk="0" h="12028" w="26328">
                  <a:moveTo>
                    <a:pt x="1493" y="0"/>
                  </a:moveTo>
                  <a:cubicBezTo>
                    <a:pt x="671" y="0"/>
                    <a:pt x="0" y="671"/>
                    <a:pt x="0" y="1496"/>
                  </a:cubicBezTo>
                  <a:cubicBezTo>
                    <a:pt x="0" y="2322"/>
                    <a:pt x="671" y="2990"/>
                    <a:pt x="1493" y="2990"/>
                  </a:cubicBezTo>
                  <a:lnTo>
                    <a:pt x="19596" y="2990"/>
                  </a:lnTo>
                  <a:cubicBezTo>
                    <a:pt x="21591" y="2990"/>
                    <a:pt x="23340" y="4084"/>
                    <a:pt x="23340" y="5330"/>
                  </a:cubicBezTo>
                  <a:lnTo>
                    <a:pt x="23340" y="6698"/>
                  </a:lnTo>
                  <a:cubicBezTo>
                    <a:pt x="23340" y="7947"/>
                    <a:pt x="21591" y="9041"/>
                    <a:pt x="19596" y="9041"/>
                  </a:cubicBezTo>
                  <a:lnTo>
                    <a:pt x="1493" y="9041"/>
                  </a:lnTo>
                  <a:cubicBezTo>
                    <a:pt x="671" y="9041"/>
                    <a:pt x="0" y="9709"/>
                    <a:pt x="0" y="10534"/>
                  </a:cubicBezTo>
                  <a:cubicBezTo>
                    <a:pt x="0" y="11360"/>
                    <a:pt x="671" y="12028"/>
                    <a:pt x="1493" y="12028"/>
                  </a:cubicBezTo>
                  <a:lnTo>
                    <a:pt x="19596" y="12028"/>
                  </a:lnTo>
                  <a:cubicBezTo>
                    <a:pt x="23370" y="12028"/>
                    <a:pt x="26327" y="9688"/>
                    <a:pt x="26327" y="6698"/>
                  </a:cubicBezTo>
                  <a:lnTo>
                    <a:pt x="26327" y="5330"/>
                  </a:lnTo>
                  <a:cubicBezTo>
                    <a:pt x="26327" y="2343"/>
                    <a:pt x="23370" y="0"/>
                    <a:pt x="19596" y="0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31" name="Google Shape;3131;p9"/>
            <p:cNvSpPr/>
            <p:nvPr/>
          </p:nvSpPr>
          <p:spPr>
            <a:xfrm>
              <a:off x="848698" y="3070526"/>
              <a:ext cx="317374" cy="317457"/>
            </a:xfrm>
            <a:custGeom>
              <a:rect b="b" l="l" r="r" t="t"/>
              <a:pathLst>
                <a:path extrusionOk="0" h="15213" w="15209">
                  <a:moveTo>
                    <a:pt x="7604" y="1"/>
                  </a:moveTo>
                  <a:cubicBezTo>
                    <a:pt x="3404" y="1"/>
                    <a:pt x="0" y="3405"/>
                    <a:pt x="0" y="7605"/>
                  </a:cubicBezTo>
                  <a:cubicBezTo>
                    <a:pt x="0" y="11805"/>
                    <a:pt x="3404" y="15212"/>
                    <a:pt x="7604" y="15212"/>
                  </a:cubicBezTo>
                  <a:cubicBezTo>
                    <a:pt x="11804" y="15212"/>
                    <a:pt x="15209" y="11805"/>
                    <a:pt x="15209" y="7605"/>
                  </a:cubicBezTo>
                  <a:cubicBezTo>
                    <a:pt x="15209" y="3405"/>
                    <a:pt x="11804" y="1"/>
                    <a:pt x="760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32" name="Google Shape;3132;p9"/>
            <p:cNvSpPr/>
            <p:nvPr/>
          </p:nvSpPr>
          <p:spPr>
            <a:xfrm>
              <a:off x="553048" y="3103747"/>
              <a:ext cx="549400" cy="251015"/>
            </a:xfrm>
            <a:custGeom>
              <a:rect b="b" l="l" r="r" t="t"/>
              <a:pathLst>
                <a:path extrusionOk="0" h="12029" w="26328">
                  <a:moveTo>
                    <a:pt x="1493" y="0"/>
                  </a:moveTo>
                  <a:cubicBezTo>
                    <a:pt x="671" y="0"/>
                    <a:pt x="0" y="668"/>
                    <a:pt x="0" y="1494"/>
                  </a:cubicBezTo>
                  <a:cubicBezTo>
                    <a:pt x="0" y="2320"/>
                    <a:pt x="671" y="2987"/>
                    <a:pt x="1493" y="2987"/>
                  </a:cubicBezTo>
                  <a:lnTo>
                    <a:pt x="19596" y="2987"/>
                  </a:lnTo>
                  <a:cubicBezTo>
                    <a:pt x="21591" y="2987"/>
                    <a:pt x="23340" y="4081"/>
                    <a:pt x="23340" y="5330"/>
                  </a:cubicBezTo>
                  <a:lnTo>
                    <a:pt x="23340" y="6696"/>
                  </a:lnTo>
                  <a:cubicBezTo>
                    <a:pt x="23340" y="7945"/>
                    <a:pt x="21591" y="9039"/>
                    <a:pt x="19596" y="9039"/>
                  </a:cubicBezTo>
                  <a:lnTo>
                    <a:pt x="1493" y="9039"/>
                  </a:lnTo>
                  <a:cubicBezTo>
                    <a:pt x="671" y="9039"/>
                    <a:pt x="0" y="9706"/>
                    <a:pt x="0" y="10532"/>
                  </a:cubicBezTo>
                  <a:cubicBezTo>
                    <a:pt x="0" y="11358"/>
                    <a:pt x="671" y="12028"/>
                    <a:pt x="1493" y="12028"/>
                  </a:cubicBezTo>
                  <a:lnTo>
                    <a:pt x="19596" y="12028"/>
                  </a:lnTo>
                  <a:lnTo>
                    <a:pt x="19596" y="12025"/>
                  </a:lnTo>
                  <a:cubicBezTo>
                    <a:pt x="23370" y="12025"/>
                    <a:pt x="26327" y="9685"/>
                    <a:pt x="26327" y="6696"/>
                  </a:cubicBezTo>
                  <a:lnTo>
                    <a:pt x="26327" y="5330"/>
                  </a:lnTo>
                  <a:cubicBezTo>
                    <a:pt x="26327" y="2340"/>
                    <a:pt x="23370" y="0"/>
                    <a:pt x="19596" y="0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33" name="Google Shape;3133;p9"/>
            <p:cNvSpPr/>
            <p:nvPr/>
          </p:nvSpPr>
          <p:spPr>
            <a:xfrm>
              <a:off x="848698" y="3504966"/>
              <a:ext cx="317374" cy="317436"/>
            </a:xfrm>
            <a:custGeom>
              <a:rect b="b" l="l" r="r" t="t"/>
              <a:pathLst>
                <a:path extrusionOk="0" h="15212" w="15209">
                  <a:moveTo>
                    <a:pt x="7604" y="0"/>
                  </a:moveTo>
                  <a:cubicBezTo>
                    <a:pt x="3404" y="0"/>
                    <a:pt x="0" y="3407"/>
                    <a:pt x="0" y="7607"/>
                  </a:cubicBezTo>
                  <a:cubicBezTo>
                    <a:pt x="0" y="11807"/>
                    <a:pt x="3404" y="15212"/>
                    <a:pt x="7604" y="15212"/>
                  </a:cubicBezTo>
                  <a:cubicBezTo>
                    <a:pt x="11804" y="15212"/>
                    <a:pt x="15209" y="11807"/>
                    <a:pt x="15209" y="7607"/>
                  </a:cubicBezTo>
                  <a:cubicBezTo>
                    <a:pt x="15209" y="3407"/>
                    <a:pt x="11804" y="0"/>
                    <a:pt x="760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34" name="Google Shape;3134;p9"/>
            <p:cNvSpPr/>
            <p:nvPr/>
          </p:nvSpPr>
          <p:spPr>
            <a:xfrm>
              <a:off x="553048" y="3538167"/>
              <a:ext cx="549400" cy="251015"/>
            </a:xfrm>
            <a:custGeom>
              <a:rect b="b" l="l" r="r" t="t"/>
              <a:pathLst>
                <a:path extrusionOk="0" h="12029" w="26328">
                  <a:moveTo>
                    <a:pt x="1493" y="1"/>
                  </a:moveTo>
                  <a:cubicBezTo>
                    <a:pt x="671" y="1"/>
                    <a:pt x="0" y="672"/>
                    <a:pt x="0" y="1497"/>
                  </a:cubicBezTo>
                  <a:cubicBezTo>
                    <a:pt x="0" y="2320"/>
                    <a:pt x="671" y="2991"/>
                    <a:pt x="1493" y="2991"/>
                  </a:cubicBezTo>
                  <a:lnTo>
                    <a:pt x="19596" y="2991"/>
                  </a:lnTo>
                  <a:cubicBezTo>
                    <a:pt x="21591" y="2991"/>
                    <a:pt x="23340" y="4085"/>
                    <a:pt x="23340" y="5331"/>
                  </a:cubicBezTo>
                  <a:lnTo>
                    <a:pt x="23340" y="6699"/>
                  </a:lnTo>
                  <a:cubicBezTo>
                    <a:pt x="23340" y="7948"/>
                    <a:pt x="21591" y="9042"/>
                    <a:pt x="19596" y="9042"/>
                  </a:cubicBezTo>
                  <a:lnTo>
                    <a:pt x="1493" y="9042"/>
                  </a:lnTo>
                  <a:cubicBezTo>
                    <a:pt x="671" y="9042"/>
                    <a:pt x="0" y="9710"/>
                    <a:pt x="0" y="10535"/>
                  </a:cubicBezTo>
                  <a:cubicBezTo>
                    <a:pt x="0" y="11361"/>
                    <a:pt x="671" y="12029"/>
                    <a:pt x="1493" y="12029"/>
                  </a:cubicBezTo>
                  <a:lnTo>
                    <a:pt x="19596" y="12029"/>
                  </a:lnTo>
                  <a:cubicBezTo>
                    <a:pt x="23370" y="12029"/>
                    <a:pt x="26327" y="9689"/>
                    <a:pt x="26327" y="6699"/>
                  </a:cubicBezTo>
                  <a:lnTo>
                    <a:pt x="26327" y="5331"/>
                  </a:lnTo>
                  <a:cubicBezTo>
                    <a:pt x="26327" y="2344"/>
                    <a:pt x="23370" y="1"/>
                    <a:pt x="19596" y="1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35" name="Google Shape;3135;p9"/>
            <p:cNvSpPr/>
            <p:nvPr/>
          </p:nvSpPr>
          <p:spPr>
            <a:xfrm>
              <a:off x="848698" y="3939449"/>
              <a:ext cx="317374" cy="317395"/>
            </a:xfrm>
            <a:custGeom>
              <a:rect b="b" l="l" r="r" t="t"/>
              <a:pathLst>
                <a:path extrusionOk="0" h="15210" w="15209">
                  <a:moveTo>
                    <a:pt x="7604" y="1"/>
                  </a:moveTo>
                  <a:cubicBezTo>
                    <a:pt x="3404" y="1"/>
                    <a:pt x="0" y="3405"/>
                    <a:pt x="0" y="7605"/>
                  </a:cubicBezTo>
                  <a:cubicBezTo>
                    <a:pt x="0" y="11805"/>
                    <a:pt x="3404" y="15209"/>
                    <a:pt x="7604" y="15209"/>
                  </a:cubicBezTo>
                  <a:cubicBezTo>
                    <a:pt x="11804" y="15209"/>
                    <a:pt x="15209" y="11805"/>
                    <a:pt x="15209" y="7605"/>
                  </a:cubicBezTo>
                  <a:cubicBezTo>
                    <a:pt x="15209" y="3405"/>
                    <a:pt x="11804" y="1"/>
                    <a:pt x="760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36" name="Google Shape;3136;p9"/>
            <p:cNvSpPr/>
            <p:nvPr/>
          </p:nvSpPr>
          <p:spPr>
            <a:xfrm>
              <a:off x="553048" y="3972670"/>
              <a:ext cx="549400" cy="251015"/>
            </a:xfrm>
            <a:custGeom>
              <a:rect b="b" l="l" r="r" t="t"/>
              <a:pathLst>
                <a:path extrusionOk="0" h="12029" w="26328">
                  <a:moveTo>
                    <a:pt x="1493" y="0"/>
                  </a:moveTo>
                  <a:cubicBezTo>
                    <a:pt x="671" y="0"/>
                    <a:pt x="0" y="668"/>
                    <a:pt x="0" y="1494"/>
                  </a:cubicBezTo>
                  <a:cubicBezTo>
                    <a:pt x="0" y="2320"/>
                    <a:pt x="671" y="2990"/>
                    <a:pt x="1493" y="2990"/>
                  </a:cubicBezTo>
                  <a:lnTo>
                    <a:pt x="19596" y="2990"/>
                  </a:lnTo>
                  <a:cubicBezTo>
                    <a:pt x="21591" y="2990"/>
                    <a:pt x="23340" y="4081"/>
                    <a:pt x="23340" y="5330"/>
                  </a:cubicBezTo>
                  <a:lnTo>
                    <a:pt x="23340" y="6695"/>
                  </a:lnTo>
                  <a:cubicBezTo>
                    <a:pt x="23340" y="7944"/>
                    <a:pt x="21591" y="9038"/>
                    <a:pt x="19596" y="9038"/>
                  </a:cubicBezTo>
                  <a:lnTo>
                    <a:pt x="1493" y="9038"/>
                  </a:lnTo>
                  <a:cubicBezTo>
                    <a:pt x="671" y="9038"/>
                    <a:pt x="0" y="9706"/>
                    <a:pt x="0" y="10532"/>
                  </a:cubicBezTo>
                  <a:cubicBezTo>
                    <a:pt x="0" y="11358"/>
                    <a:pt x="671" y="12028"/>
                    <a:pt x="1493" y="12028"/>
                  </a:cubicBezTo>
                  <a:lnTo>
                    <a:pt x="19596" y="12028"/>
                  </a:lnTo>
                  <a:lnTo>
                    <a:pt x="19596" y="12025"/>
                  </a:lnTo>
                  <a:cubicBezTo>
                    <a:pt x="23370" y="12025"/>
                    <a:pt x="26327" y="9685"/>
                    <a:pt x="26327" y="6695"/>
                  </a:cubicBezTo>
                  <a:lnTo>
                    <a:pt x="26327" y="5327"/>
                  </a:lnTo>
                  <a:cubicBezTo>
                    <a:pt x="26327" y="2340"/>
                    <a:pt x="23370" y="0"/>
                    <a:pt x="19596" y="0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137" name="Google Shape;3137;p9"/>
          <p:cNvSpPr txBox="1"/>
          <p:nvPr>
            <p:ph type="title"/>
          </p:nvPr>
        </p:nvSpPr>
        <p:spPr>
          <a:xfrm>
            <a:off x="1270650" y="629375"/>
            <a:ext cx="3500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300"/>
              <a:buFont typeface="Gantari ExtraBold"/>
              <a:buNone/>
              <a:defRPr sz="3300">
                <a:solidFill>
                  <a:schemeClr val="lt2"/>
                </a:solidFill>
                <a:latin typeface="Gantari ExtraBold"/>
                <a:ea typeface="Gantari ExtraBold"/>
                <a:cs typeface="Gantari ExtraBold"/>
                <a:sym typeface="Gantari Extra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300"/>
              <a:buFont typeface="Gantari ExtraBold"/>
              <a:buNone/>
              <a:defRPr sz="3300">
                <a:solidFill>
                  <a:schemeClr val="lt2"/>
                </a:solidFill>
                <a:latin typeface="Gantari ExtraBold"/>
                <a:ea typeface="Gantari ExtraBold"/>
                <a:cs typeface="Gantari ExtraBold"/>
                <a:sym typeface="Gantari ExtraBo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300"/>
              <a:buFont typeface="Gantari ExtraBold"/>
              <a:buNone/>
              <a:defRPr sz="3300">
                <a:solidFill>
                  <a:schemeClr val="lt2"/>
                </a:solidFill>
                <a:latin typeface="Gantari ExtraBold"/>
                <a:ea typeface="Gantari ExtraBold"/>
                <a:cs typeface="Gantari ExtraBold"/>
                <a:sym typeface="Gantari ExtraBo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300"/>
              <a:buFont typeface="Gantari ExtraBold"/>
              <a:buNone/>
              <a:defRPr sz="3300">
                <a:solidFill>
                  <a:schemeClr val="lt2"/>
                </a:solidFill>
                <a:latin typeface="Gantari ExtraBold"/>
                <a:ea typeface="Gantari ExtraBold"/>
                <a:cs typeface="Gantari ExtraBold"/>
                <a:sym typeface="Gantari ExtraBo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300"/>
              <a:buFont typeface="Gantari ExtraBold"/>
              <a:buNone/>
              <a:defRPr sz="3300">
                <a:solidFill>
                  <a:schemeClr val="lt2"/>
                </a:solidFill>
                <a:latin typeface="Gantari ExtraBold"/>
                <a:ea typeface="Gantari ExtraBold"/>
                <a:cs typeface="Gantari ExtraBold"/>
                <a:sym typeface="Gantari ExtraBo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300"/>
              <a:buFont typeface="Gantari ExtraBold"/>
              <a:buNone/>
              <a:defRPr sz="3300">
                <a:solidFill>
                  <a:schemeClr val="lt2"/>
                </a:solidFill>
                <a:latin typeface="Gantari ExtraBold"/>
                <a:ea typeface="Gantari ExtraBold"/>
                <a:cs typeface="Gantari ExtraBold"/>
                <a:sym typeface="Gantari ExtraBo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300"/>
              <a:buFont typeface="Gantari ExtraBold"/>
              <a:buNone/>
              <a:defRPr sz="3300">
                <a:solidFill>
                  <a:schemeClr val="lt2"/>
                </a:solidFill>
                <a:latin typeface="Gantari ExtraBold"/>
                <a:ea typeface="Gantari ExtraBold"/>
                <a:cs typeface="Gantari ExtraBold"/>
                <a:sym typeface="Gantari ExtraBo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300"/>
              <a:buFont typeface="Gantari ExtraBold"/>
              <a:buNone/>
              <a:defRPr sz="3300">
                <a:solidFill>
                  <a:schemeClr val="lt2"/>
                </a:solidFill>
                <a:latin typeface="Gantari ExtraBold"/>
                <a:ea typeface="Gantari ExtraBold"/>
                <a:cs typeface="Gantari ExtraBold"/>
                <a:sym typeface="Gantari ExtraBo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300"/>
              <a:buFont typeface="Gantari ExtraBold"/>
              <a:buNone/>
              <a:defRPr sz="3300">
                <a:solidFill>
                  <a:schemeClr val="lt2"/>
                </a:solidFill>
                <a:latin typeface="Gantari ExtraBold"/>
                <a:ea typeface="Gantari ExtraBold"/>
                <a:cs typeface="Gantari ExtraBold"/>
                <a:sym typeface="Gantari ExtraBold"/>
              </a:defRPr>
            </a:lvl9pPr>
          </a:lstStyle>
          <a:p/>
        </p:txBody>
      </p:sp>
      <p:sp>
        <p:nvSpPr>
          <p:cNvPr id="3138" name="Google Shape;3138;p9"/>
          <p:cNvSpPr txBox="1"/>
          <p:nvPr>
            <p:ph idx="1" type="subTitle"/>
          </p:nvPr>
        </p:nvSpPr>
        <p:spPr>
          <a:xfrm>
            <a:off x="1270650" y="1202075"/>
            <a:ext cx="3500400" cy="388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b="1">
                <a:solidFill>
                  <a:schemeClr val="accent2"/>
                </a:solidFill>
                <a:highlight>
                  <a:schemeClr val="lt2"/>
                </a:highlight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b="1">
                <a:solidFill>
                  <a:schemeClr val="accent2"/>
                </a:solidFill>
                <a:highlight>
                  <a:schemeClr val="lt2"/>
                </a:highlight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b="1">
                <a:solidFill>
                  <a:schemeClr val="accent2"/>
                </a:solidFill>
                <a:highlight>
                  <a:schemeClr val="lt2"/>
                </a:highlight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b="1">
                <a:solidFill>
                  <a:schemeClr val="accent2"/>
                </a:solidFill>
                <a:highlight>
                  <a:schemeClr val="lt2"/>
                </a:highlight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b="1">
                <a:solidFill>
                  <a:schemeClr val="accent2"/>
                </a:solidFill>
                <a:highlight>
                  <a:schemeClr val="lt2"/>
                </a:highlight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b="1">
                <a:solidFill>
                  <a:schemeClr val="accent2"/>
                </a:solidFill>
                <a:highlight>
                  <a:schemeClr val="lt2"/>
                </a:highlight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b="1">
                <a:solidFill>
                  <a:schemeClr val="accent2"/>
                </a:solidFill>
                <a:highlight>
                  <a:schemeClr val="lt2"/>
                </a:highlight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b="1">
                <a:solidFill>
                  <a:schemeClr val="accent2"/>
                </a:solidFill>
                <a:highlight>
                  <a:schemeClr val="lt2"/>
                </a:highlight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b="1">
                <a:solidFill>
                  <a:schemeClr val="accent2"/>
                </a:solidFill>
                <a:highlight>
                  <a:schemeClr val="lt2"/>
                </a:highlight>
              </a:defRPr>
            </a:lvl9pPr>
          </a:lstStyle>
          <a:p/>
        </p:txBody>
      </p:sp>
      <p:sp>
        <p:nvSpPr>
          <p:cNvPr id="3139" name="Google Shape;3139;p9"/>
          <p:cNvSpPr txBox="1"/>
          <p:nvPr>
            <p:ph idx="2" type="subTitle"/>
          </p:nvPr>
        </p:nvSpPr>
        <p:spPr>
          <a:xfrm>
            <a:off x="1270650" y="1514375"/>
            <a:ext cx="3500400" cy="295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40" name="Google Shape;3140;p9"/>
          <p:cNvSpPr txBox="1"/>
          <p:nvPr>
            <p:ph idx="3" type="title"/>
          </p:nvPr>
        </p:nvSpPr>
        <p:spPr>
          <a:xfrm>
            <a:off x="4771050" y="629375"/>
            <a:ext cx="3500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300"/>
              <a:buFont typeface="Gantari ExtraBold"/>
              <a:buNone/>
              <a:defRPr sz="3300">
                <a:solidFill>
                  <a:schemeClr val="lt2"/>
                </a:solidFill>
                <a:latin typeface="Gantari ExtraBold"/>
                <a:ea typeface="Gantari ExtraBold"/>
                <a:cs typeface="Gantari ExtraBold"/>
                <a:sym typeface="Gantari Extra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300"/>
              <a:buFont typeface="Gantari ExtraBold"/>
              <a:buNone/>
              <a:defRPr sz="3300">
                <a:solidFill>
                  <a:schemeClr val="lt2"/>
                </a:solidFill>
                <a:latin typeface="Gantari ExtraBold"/>
                <a:ea typeface="Gantari ExtraBold"/>
                <a:cs typeface="Gantari ExtraBold"/>
                <a:sym typeface="Gantari ExtraBo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300"/>
              <a:buFont typeface="Gantari ExtraBold"/>
              <a:buNone/>
              <a:defRPr sz="3300">
                <a:solidFill>
                  <a:schemeClr val="lt2"/>
                </a:solidFill>
                <a:latin typeface="Gantari ExtraBold"/>
                <a:ea typeface="Gantari ExtraBold"/>
                <a:cs typeface="Gantari ExtraBold"/>
                <a:sym typeface="Gantari ExtraBo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300"/>
              <a:buFont typeface="Gantari ExtraBold"/>
              <a:buNone/>
              <a:defRPr sz="3300">
                <a:solidFill>
                  <a:schemeClr val="lt2"/>
                </a:solidFill>
                <a:latin typeface="Gantari ExtraBold"/>
                <a:ea typeface="Gantari ExtraBold"/>
                <a:cs typeface="Gantari ExtraBold"/>
                <a:sym typeface="Gantari ExtraBo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300"/>
              <a:buFont typeface="Gantari ExtraBold"/>
              <a:buNone/>
              <a:defRPr sz="3300">
                <a:solidFill>
                  <a:schemeClr val="lt2"/>
                </a:solidFill>
                <a:latin typeface="Gantari ExtraBold"/>
                <a:ea typeface="Gantari ExtraBold"/>
                <a:cs typeface="Gantari ExtraBold"/>
                <a:sym typeface="Gantari ExtraBo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300"/>
              <a:buFont typeface="Gantari ExtraBold"/>
              <a:buNone/>
              <a:defRPr sz="3300">
                <a:solidFill>
                  <a:schemeClr val="lt2"/>
                </a:solidFill>
                <a:latin typeface="Gantari ExtraBold"/>
                <a:ea typeface="Gantari ExtraBold"/>
                <a:cs typeface="Gantari ExtraBold"/>
                <a:sym typeface="Gantari ExtraBo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300"/>
              <a:buFont typeface="Gantari ExtraBold"/>
              <a:buNone/>
              <a:defRPr sz="3300">
                <a:solidFill>
                  <a:schemeClr val="lt2"/>
                </a:solidFill>
                <a:latin typeface="Gantari ExtraBold"/>
                <a:ea typeface="Gantari ExtraBold"/>
                <a:cs typeface="Gantari ExtraBold"/>
                <a:sym typeface="Gantari ExtraBo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300"/>
              <a:buFont typeface="Gantari ExtraBold"/>
              <a:buNone/>
              <a:defRPr sz="3300">
                <a:solidFill>
                  <a:schemeClr val="lt2"/>
                </a:solidFill>
                <a:latin typeface="Gantari ExtraBold"/>
                <a:ea typeface="Gantari ExtraBold"/>
                <a:cs typeface="Gantari ExtraBold"/>
                <a:sym typeface="Gantari ExtraBo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300"/>
              <a:buFont typeface="Gantari ExtraBold"/>
              <a:buNone/>
              <a:defRPr sz="3300">
                <a:solidFill>
                  <a:schemeClr val="lt2"/>
                </a:solidFill>
                <a:latin typeface="Gantari ExtraBold"/>
                <a:ea typeface="Gantari ExtraBold"/>
                <a:cs typeface="Gantari ExtraBold"/>
                <a:sym typeface="Gantari ExtraBold"/>
              </a:defRPr>
            </a:lvl9pPr>
          </a:lstStyle>
          <a:p/>
        </p:txBody>
      </p:sp>
      <p:sp>
        <p:nvSpPr>
          <p:cNvPr id="3141" name="Google Shape;3141;p9"/>
          <p:cNvSpPr txBox="1"/>
          <p:nvPr>
            <p:ph idx="4" type="subTitle"/>
          </p:nvPr>
        </p:nvSpPr>
        <p:spPr>
          <a:xfrm>
            <a:off x="4771050" y="1202075"/>
            <a:ext cx="3500400" cy="388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b="1">
                <a:solidFill>
                  <a:schemeClr val="accent2"/>
                </a:solidFill>
                <a:highlight>
                  <a:schemeClr val="lt2"/>
                </a:highlight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b="1">
                <a:solidFill>
                  <a:schemeClr val="accent2"/>
                </a:solidFill>
                <a:highlight>
                  <a:schemeClr val="lt2"/>
                </a:highlight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b="1">
                <a:solidFill>
                  <a:schemeClr val="accent2"/>
                </a:solidFill>
                <a:highlight>
                  <a:schemeClr val="lt2"/>
                </a:highlight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b="1">
                <a:solidFill>
                  <a:schemeClr val="accent2"/>
                </a:solidFill>
                <a:highlight>
                  <a:schemeClr val="lt2"/>
                </a:highlight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b="1">
                <a:solidFill>
                  <a:schemeClr val="accent2"/>
                </a:solidFill>
                <a:highlight>
                  <a:schemeClr val="lt2"/>
                </a:highlight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b="1">
                <a:solidFill>
                  <a:schemeClr val="accent2"/>
                </a:solidFill>
                <a:highlight>
                  <a:schemeClr val="lt2"/>
                </a:highlight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b="1">
                <a:solidFill>
                  <a:schemeClr val="accent2"/>
                </a:solidFill>
                <a:highlight>
                  <a:schemeClr val="lt2"/>
                </a:highlight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b="1">
                <a:solidFill>
                  <a:schemeClr val="accent2"/>
                </a:solidFill>
                <a:highlight>
                  <a:schemeClr val="lt2"/>
                </a:highlight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b="1">
                <a:solidFill>
                  <a:schemeClr val="accent2"/>
                </a:solidFill>
                <a:highlight>
                  <a:schemeClr val="lt2"/>
                </a:highlight>
              </a:defRPr>
            </a:lvl9pPr>
          </a:lstStyle>
          <a:p/>
        </p:txBody>
      </p:sp>
      <p:sp>
        <p:nvSpPr>
          <p:cNvPr id="3142" name="Google Shape;3142;p9"/>
          <p:cNvSpPr txBox="1"/>
          <p:nvPr>
            <p:ph idx="5" type="subTitle"/>
          </p:nvPr>
        </p:nvSpPr>
        <p:spPr>
          <a:xfrm>
            <a:off x="4771050" y="1514375"/>
            <a:ext cx="3500400" cy="295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bg>
      <p:bgPr>
        <a:solidFill>
          <a:schemeClr val="lt1"/>
        </a:solidFill>
      </p:bgPr>
    </p:bg>
    <p:spTree>
      <p:nvGrpSpPr>
        <p:cNvPr id="3143" name="Shape 3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44" name="Google Shape;3144;p10"/>
          <p:cNvGrpSpPr/>
          <p:nvPr/>
        </p:nvGrpSpPr>
        <p:grpSpPr>
          <a:xfrm>
            <a:off x="0" y="0"/>
            <a:ext cx="9144125" cy="5143391"/>
            <a:chOff x="0" y="0"/>
            <a:chExt cx="9144125" cy="5143391"/>
          </a:xfrm>
        </p:grpSpPr>
        <p:sp>
          <p:nvSpPr>
            <p:cNvPr id="3145" name="Google Shape;3145;p10"/>
            <p:cNvSpPr/>
            <p:nvPr/>
          </p:nvSpPr>
          <p:spPr>
            <a:xfrm>
              <a:off x="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46" name="Google Shape;3146;p10"/>
            <p:cNvSpPr/>
            <p:nvPr/>
          </p:nvSpPr>
          <p:spPr>
            <a:xfrm>
              <a:off x="38100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47" name="Google Shape;3147;p10"/>
            <p:cNvSpPr/>
            <p:nvPr/>
          </p:nvSpPr>
          <p:spPr>
            <a:xfrm>
              <a:off x="76201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48" name="Google Shape;3148;p10"/>
            <p:cNvSpPr/>
            <p:nvPr/>
          </p:nvSpPr>
          <p:spPr>
            <a:xfrm>
              <a:off x="114301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49" name="Google Shape;3149;p10"/>
            <p:cNvSpPr/>
            <p:nvPr/>
          </p:nvSpPr>
          <p:spPr>
            <a:xfrm>
              <a:off x="152402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50" name="Google Shape;3150;p10"/>
            <p:cNvSpPr/>
            <p:nvPr/>
          </p:nvSpPr>
          <p:spPr>
            <a:xfrm>
              <a:off x="190502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51" name="Google Shape;3151;p10"/>
            <p:cNvSpPr/>
            <p:nvPr/>
          </p:nvSpPr>
          <p:spPr>
            <a:xfrm>
              <a:off x="228603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52" name="Google Shape;3152;p10"/>
            <p:cNvSpPr/>
            <p:nvPr/>
          </p:nvSpPr>
          <p:spPr>
            <a:xfrm>
              <a:off x="266703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53" name="Google Shape;3153;p10"/>
            <p:cNvSpPr/>
            <p:nvPr/>
          </p:nvSpPr>
          <p:spPr>
            <a:xfrm>
              <a:off x="304804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54" name="Google Shape;3154;p10"/>
            <p:cNvSpPr/>
            <p:nvPr/>
          </p:nvSpPr>
          <p:spPr>
            <a:xfrm>
              <a:off x="342904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55" name="Google Shape;3155;p10"/>
            <p:cNvSpPr/>
            <p:nvPr/>
          </p:nvSpPr>
          <p:spPr>
            <a:xfrm>
              <a:off x="381005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56" name="Google Shape;3156;p10"/>
            <p:cNvSpPr/>
            <p:nvPr/>
          </p:nvSpPr>
          <p:spPr>
            <a:xfrm>
              <a:off x="419105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57" name="Google Shape;3157;p10"/>
            <p:cNvSpPr/>
            <p:nvPr/>
          </p:nvSpPr>
          <p:spPr>
            <a:xfrm>
              <a:off x="457206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58" name="Google Shape;3158;p10"/>
            <p:cNvSpPr/>
            <p:nvPr/>
          </p:nvSpPr>
          <p:spPr>
            <a:xfrm>
              <a:off x="495306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59" name="Google Shape;3159;p10"/>
            <p:cNvSpPr/>
            <p:nvPr/>
          </p:nvSpPr>
          <p:spPr>
            <a:xfrm>
              <a:off x="533407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60" name="Google Shape;3160;p10"/>
            <p:cNvSpPr/>
            <p:nvPr/>
          </p:nvSpPr>
          <p:spPr>
            <a:xfrm>
              <a:off x="571507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61" name="Google Shape;3161;p10"/>
            <p:cNvSpPr/>
            <p:nvPr/>
          </p:nvSpPr>
          <p:spPr>
            <a:xfrm>
              <a:off x="609608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62" name="Google Shape;3162;p10"/>
            <p:cNvSpPr/>
            <p:nvPr/>
          </p:nvSpPr>
          <p:spPr>
            <a:xfrm>
              <a:off x="647708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63" name="Google Shape;3163;p10"/>
            <p:cNvSpPr/>
            <p:nvPr/>
          </p:nvSpPr>
          <p:spPr>
            <a:xfrm>
              <a:off x="685809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64" name="Google Shape;3164;p10"/>
            <p:cNvSpPr/>
            <p:nvPr/>
          </p:nvSpPr>
          <p:spPr>
            <a:xfrm>
              <a:off x="723909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65" name="Google Shape;3165;p10"/>
            <p:cNvSpPr/>
            <p:nvPr/>
          </p:nvSpPr>
          <p:spPr>
            <a:xfrm>
              <a:off x="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66" name="Google Shape;3166;p10"/>
            <p:cNvSpPr/>
            <p:nvPr/>
          </p:nvSpPr>
          <p:spPr>
            <a:xfrm>
              <a:off x="38100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67" name="Google Shape;3167;p10"/>
            <p:cNvSpPr/>
            <p:nvPr/>
          </p:nvSpPr>
          <p:spPr>
            <a:xfrm>
              <a:off x="76201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68" name="Google Shape;3168;p10"/>
            <p:cNvSpPr/>
            <p:nvPr/>
          </p:nvSpPr>
          <p:spPr>
            <a:xfrm>
              <a:off x="114301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69" name="Google Shape;3169;p10"/>
            <p:cNvSpPr/>
            <p:nvPr/>
          </p:nvSpPr>
          <p:spPr>
            <a:xfrm>
              <a:off x="152402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70" name="Google Shape;3170;p10"/>
            <p:cNvSpPr/>
            <p:nvPr/>
          </p:nvSpPr>
          <p:spPr>
            <a:xfrm>
              <a:off x="190502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71" name="Google Shape;3171;p10"/>
            <p:cNvSpPr/>
            <p:nvPr/>
          </p:nvSpPr>
          <p:spPr>
            <a:xfrm>
              <a:off x="228603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72" name="Google Shape;3172;p10"/>
            <p:cNvSpPr/>
            <p:nvPr/>
          </p:nvSpPr>
          <p:spPr>
            <a:xfrm>
              <a:off x="266703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73" name="Google Shape;3173;p10"/>
            <p:cNvSpPr/>
            <p:nvPr/>
          </p:nvSpPr>
          <p:spPr>
            <a:xfrm>
              <a:off x="304804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74" name="Google Shape;3174;p10"/>
            <p:cNvSpPr/>
            <p:nvPr/>
          </p:nvSpPr>
          <p:spPr>
            <a:xfrm>
              <a:off x="342904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75" name="Google Shape;3175;p10"/>
            <p:cNvSpPr/>
            <p:nvPr/>
          </p:nvSpPr>
          <p:spPr>
            <a:xfrm>
              <a:off x="381005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76" name="Google Shape;3176;p10"/>
            <p:cNvSpPr/>
            <p:nvPr/>
          </p:nvSpPr>
          <p:spPr>
            <a:xfrm>
              <a:off x="419105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77" name="Google Shape;3177;p10"/>
            <p:cNvSpPr/>
            <p:nvPr/>
          </p:nvSpPr>
          <p:spPr>
            <a:xfrm>
              <a:off x="457206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78" name="Google Shape;3178;p10"/>
            <p:cNvSpPr/>
            <p:nvPr/>
          </p:nvSpPr>
          <p:spPr>
            <a:xfrm>
              <a:off x="495306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79" name="Google Shape;3179;p10"/>
            <p:cNvSpPr/>
            <p:nvPr/>
          </p:nvSpPr>
          <p:spPr>
            <a:xfrm>
              <a:off x="533407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80" name="Google Shape;3180;p10"/>
            <p:cNvSpPr/>
            <p:nvPr/>
          </p:nvSpPr>
          <p:spPr>
            <a:xfrm>
              <a:off x="571507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81" name="Google Shape;3181;p10"/>
            <p:cNvSpPr/>
            <p:nvPr/>
          </p:nvSpPr>
          <p:spPr>
            <a:xfrm>
              <a:off x="609608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82" name="Google Shape;3182;p10"/>
            <p:cNvSpPr/>
            <p:nvPr/>
          </p:nvSpPr>
          <p:spPr>
            <a:xfrm>
              <a:off x="647708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83" name="Google Shape;3183;p10"/>
            <p:cNvSpPr/>
            <p:nvPr/>
          </p:nvSpPr>
          <p:spPr>
            <a:xfrm>
              <a:off x="685809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84" name="Google Shape;3184;p10"/>
            <p:cNvSpPr/>
            <p:nvPr/>
          </p:nvSpPr>
          <p:spPr>
            <a:xfrm>
              <a:off x="723909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85" name="Google Shape;3185;p10"/>
            <p:cNvSpPr/>
            <p:nvPr/>
          </p:nvSpPr>
          <p:spPr>
            <a:xfrm>
              <a:off x="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86" name="Google Shape;3186;p10"/>
            <p:cNvSpPr/>
            <p:nvPr/>
          </p:nvSpPr>
          <p:spPr>
            <a:xfrm>
              <a:off x="38100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87" name="Google Shape;3187;p10"/>
            <p:cNvSpPr/>
            <p:nvPr/>
          </p:nvSpPr>
          <p:spPr>
            <a:xfrm>
              <a:off x="76201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88" name="Google Shape;3188;p10"/>
            <p:cNvSpPr/>
            <p:nvPr/>
          </p:nvSpPr>
          <p:spPr>
            <a:xfrm>
              <a:off x="114301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89" name="Google Shape;3189;p10"/>
            <p:cNvSpPr/>
            <p:nvPr/>
          </p:nvSpPr>
          <p:spPr>
            <a:xfrm>
              <a:off x="152402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90" name="Google Shape;3190;p10"/>
            <p:cNvSpPr/>
            <p:nvPr/>
          </p:nvSpPr>
          <p:spPr>
            <a:xfrm>
              <a:off x="190502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91" name="Google Shape;3191;p10"/>
            <p:cNvSpPr/>
            <p:nvPr/>
          </p:nvSpPr>
          <p:spPr>
            <a:xfrm>
              <a:off x="228603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92" name="Google Shape;3192;p10"/>
            <p:cNvSpPr/>
            <p:nvPr/>
          </p:nvSpPr>
          <p:spPr>
            <a:xfrm>
              <a:off x="266703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93" name="Google Shape;3193;p10"/>
            <p:cNvSpPr/>
            <p:nvPr/>
          </p:nvSpPr>
          <p:spPr>
            <a:xfrm>
              <a:off x="304804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94" name="Google Shape;3194;p10"/>
            <p:cNvSpPr/>
            <p:nvPr/>
          </p:nvSpPr>
          <p:spPr>
            <a:xfrm>
              <a:off x="342904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95" name="Google Shape;3195;p10"/>
            <p:cNvSpPr/>
            <p:nvPr/>
          </p:nvSpPr>
          <p:spPr>
            <a:xfrm>
              <a:off x="381005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96" name="Google Shape;3196;p10"/>
            <p:cNvSpPr/>
            <p:nvPr/>
          </p:nvSpPr>
          <p:spPr>
            <a:xfrm>
              <a:off x="419105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97" name="Google Shape;3197;p10"/>
            <p:cNvSpPr/>
            <p:nvPr/>
          </p:nvSpPr>
          <p:spPr>
            <a:xfrm>
              <a:off x="457206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98" name="Google Shape;3198;p10"/>
            <p:cNvSpPr/>
            <p:nvPr/>
          </p:nvSpPr>
          <p:spPr>
            <a:xfrm>
              <a:off x="495306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99" name="Google Shape;3199;p10"/>
            <p:cNvSpPr/>
            <p:nvPr/>
          </p:nvSpPr>
          <p:spPr>
            <a:xfrm>
              <a:off x="533407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00" name="Google Shape;3200;p10"/>
            <p:cNvSpPr/>
            <p:nvPr/>
          </p:nvSpPr>
          <p:spPr>
            <a:xfrm>
              <a:off x="571507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01" name="Google Shape;3201;p10"/>
            <p:cNvSpPr/>
            <p:nvPr/>
          </p:nvSpPr>
          <p:spPr>
            <a:xfrm>
              <a:off x="609608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02" name="Google Shape;3202;p10"/>
            <p:cNvSpPr/>
            <p:nvPr/>
          </p:nvSpPr>
          <p:spPr>
            <a:xfrm>
              <a:off x="647708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03" name="Google Shape;3203;p10"/>
            <p:cNvSpPr/>
            <p:nvPr/>
          </p:nvSpPr>
          <p:spPr>
            <a:xfrm>
              <a:off x="685809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04" name="Google Shape;3204;p10"/>
            <p:cNvSpPr/>
            <p:nvPr/>
          </p:nvSpPr>
          <p:spPr>
            <a:xfrm>
              <a:off x="723909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05" name="Google Shape;3205;p10"/>
            <p:cNvSpPr/>
            <p:nvPr/>
          </p:nvSpPr>
          <p:spPr>
            <a:xfrm>
              <a:off x="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06" name="Google Shape;3206;p10"/>
            <p:cNvSpPr/>
            <p:nvPr/>
          </p:nvSpPr>
          <p:spPr>
            <a:xfrm>
              <a:off x="38100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07" name="Google Shape;3207;p10"/>
            <p:cNvSpPr/>
            <p:nvPr/>
          </p:nvSpPr>
          <p:spPr>
            <a:xfrm>
              <a:off x="76201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08" name="Google Shape;3208;p10"/>
            <p:cNvSpPr/>
            <p:nvPr/>
          </p:nvSpPr>
          <p:spPr>
            <a:xfrm>
              <a:off x="114301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09" name="Google Shape;3209;p10"/>
            <p:cNvSpPr/>
            <p:nvPr/>
          </p:nvSpPr>
          <p:spPr>
            <a:xfrm>
              <a:off x="152402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10" name="Google Shape;3210;p10"/>
            <p:cNvSpPr/>
            <p:nvPr/>
          </p:nvSpPr>
          <p:spPr>
            <a:xfrm>
              <a:off x="190502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11" name="Google Shape;3211;p10"/>
            <p:cNvSpPr/>
            <p:nvPr/>
          </p:nvSpPr>
          <p:spPr>
            <a:xfrm>
              <a:off x="228603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12" name="Google Shape;3212;p10"/>
            <p:cNvSpPr/>
            <p:nvPr/>
          </p:nvSpPr>
          <p:spPr>
            <a:xfrm>
              <a:off x="266703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13" name="Google Shape;3213;p10"/>
            <p:cNvSpPr/>
            <p:nvPr/>
          </p:nvSpPr>
          <p:spPr>
            <a:xfrm>
              <a:off x="304804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14" name="Google Shape;3214;p10"/>
            <p:cNvSpPr/>
            <p:nvPr/>
          </p:nvSpPr>
          <p:spPr>
            <a:xfrm>
              <a:off x="342904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15" name="Google Shape;3215;p10"/>
            <p:cNvSpPr/>
            <p:nvPr/>
          </p:nvSpPr>
          <p:spPr>
            <a:xfrm>
              <a:off x="381005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16" name="Google Shape;3216;p10"/>
            <p:cNvSpPr/>
            <p:nvPr/>
          </p:nvSpPr>
          <p:spPr>
            <a:xfrm>
              <a:off x="419105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17" name="Google Shape;3217;p10"/>
            <p:cNvSpPr/>
            <p:nvPr/>
          </p:nvSpPr>
          <p:spPr>
            <a:xfrm>
              <a:off x="457206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18" name="Google Shape;3218;p10"/>
            <p:cNvSpPr/>
            <p:nvPr/>
          </p:nvSpPr>
          <p:spPr>
            <a:xfrm>
              <a:off x="495306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19" name="Google Shape;3219;p10"/>
            <p:cNvSpPr/>
            <p:nvPr/>
          </p:nvSpPr>
          <p:spPr>
            <a:xfrm>
              <a:off x="533407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20" name="Google Shape;3220;p10"/>
            <p:cNvSpPr/>
            <p:nvPr/>
          </p:nvSpPr>
          <p:spPr>
            <a:xfrm>
              <a:off x="571507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21" name="Google Shape;3221;p10"/>
            <p:cNvSpPr/>
            <p:nvPr/>
          </p:nvSpPr>
          <p:spPr>
            <a:xfrm>
              <a:off x="609608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22" name="Google Shape;3222;p10"/>
            <p:cNvSpPr/>
            <p:nvPr/>
          </p:nvSpPr>
          <p:spPr>
            <a:xfrm>
              <a:off x="647708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23" name="Google Shape;3223;p10"/>
            <p:cNvSpPr/>
            <p:nvPr/>
          </p:nvSpPr>
          <p:spPr>
            <a:xfrm>
              <a:off x="685809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24" name="Google Shape;3224;p10"/>
            <p:cNvSpPr/>
            <p:nvPr/>
          </p:nvSpPr>
          <p:spPr>
            <a:xfrm>
              <a:off x="723909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25" name="Google Shape;3225;p10"/>
            <p:cNvSpPr/>
            <p:nvPr/>
          </p:nvSpPr>
          <p:spPr>
            <a:xfrm>
              <a:off x="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26" name="Google Shape;3226;p10"/>
            <p:cNvSpPr/>
            <p:nvPr/>
          </p:nvSpPr>
          <p:spPr>
            <a:xfrm>
              <a:off x="38100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27" name="Google Shape;3227;p10"/>
            <p:cNvSpPr/>
            <p:nvPr/>
          </p:nvSpPr>
          <p:spPr>
            <a:xfrm>
              <a:off x="76201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28" name="Google Shape;3228;p10"/>
            <p:cNvSpPr/>
            <p:nvPr/>
          </p:nvSpPr>
          <p:spPr>
            <a:xfrm>
              <a:off x="114301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29" name="Google Shape;3229;p10"/>
            <p:cNvSpPr/>
            <p:nvPr/>
          </p:nvSpPr>
          <p:spPr>
            <a:xfrm>
              <a:off x="152402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30" name="Google Shape;3230;p10"/>
            <p:cNvSpPr/>
            <p:nvPr/>
          </p:nvSpPr>
          <p:spPr>
            <a:xfrm>
              <a:off x="190502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31" name="Google Shape;3231;p10"/>
            <p:cNvSpPr/>
            <p:nvPr/>
          </p:nvSpPr>
          <p:spPr>
            <a:xfrm>
              <a:off x="228603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32" name="Google Shape;3232;p10"/>
            <p:cNvSpPr/>
            <p:nvPr/>
          </p:nvSpPr>
          <p:spPr>
            <a:xfrm>
              <a:off x="266703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33" name="Google Shape;3233;p10"/>
            <p:cNvSpPr/>
            <p:nvPr/>
          </p:nvSpPr>
          <p:spPr>
            <a:xfrm>
              <a:off x="304804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34" name="Google Shape;3234;p10"/>
            <p:cNvSpPr/>
            <p:nvPr/>
          </p:nvSpPr>
          <p:spPr>
            <a:xfrm>
              <a:off x="342904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35" name="Google Shape;3235;p10"/>
            <p:cNvSpPr/>
            <p:nvPr/>
          </p:nvSpPr>
          <p:spPr>
            <a:xfrm>
              <a:off x="381005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36" name="Google Shape;3236;p10"/>
            <p:cNvSpPr/>
            <p:nvPr/>
          </p:nvSpPr>
          <p:spPr>
            <a:xfrm>
              <a:off x="419105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37" name="Google Shape;3237;p10"/>
            <p:cNvSpPr/>
            <p:nvPr/>
          </p:nvSpPr>
          <p:spPr>
            <a:xfrm>
              <a:off x="457206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38" name="Google Shape;3238;p10"/>
            <p:cNvSpPr/>
            <p:nvPr/>
          </p:nvSpPr>
          <p:spPr>
            <a:xfrm>
              <a:off x="495306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39" name="Google Shape;3239;p10"/>
            <p:cNvSpPr/>
            <p:nvPr/>
          </p:nvSpPr>
          <p:spPr>
            <a:xfrm>
              <a:off x="533407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40" name="Google Shape;3240;p10"/>
            <p:cNvSpPr/>
            <p:nvPr/>
          </p:nvSpPr>
          <p:spPr>
            <a:xfrm>
              <a:off x="571507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41" name="Google Shape;3241;p10"/>
            <p:cNvSpPr/>
            <p:nvPr/>
          </p:nvSpPr>
          <p:spPr>
            <a:xfrm>
              <a:off x="609608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42" name="Google Shape;3242;p10"/>
            <p:cNvSpPr/>
            <p:nvPr/>
          </p:nvSpPr>
          <p:spPr>
            <a:xfrm>
              <a:off x="647708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43" name="Google Shape;3243;p10"/>
            <p:cNvSpPr/>
            <p:nvPr/>
          </p:nvSpPr>
          <p:spPr>
            <a:xfrm>
              <a:off x="685809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44" name="Google Shape;3244;p10"/>
            <p:cNvSpPr/>
            <p:nvPr/>
          </p:nvSpPr>
          <p:spPr>
            <a:xfrm>
              <a:off x="723909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45" name="Google Shape;3245;p10"/>
            <p:cNvSpPr/>
            <p:nvPr/>
          </p:nvSpPr>
          <p:spPr>
            <a:xfrm>
              <a:off x="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46" name="Google Shape;3246;p10"/>
            <p:cNvSpPr/>
            <p:nvPr/>
          </p:nvSpPr>
          <p:spPr>
            <a:xfrm>
              <a:off x="38100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47" name="Google Shape;3247;p10"/>
            <p:cNvSpPr/>
            <p:nvPr/>
          </p:nvSpPr>
          <p:spPr>
            <a:xfrm>
              <a:off x="76201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48" name="Google Shape;3248;p10"/>
            <p:cNvSpPr/>
            <p:nvPr/>
          </p:nvSpPr>
          <p:spPr>
            <a:xfrm>
              <a:off x="114301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49" name="Google Shape;3249;p10"/>
            <p:cNvSpPr/>
            <p:nvPr/>
          </p:nvSpPr>
          <p:spPr>
            <a:xfrm>
              <a:off x="152402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50" name="Google Shape;3250;p10"/>
            <p:cNvSpPr/>
            <p:nvPr/>
          </p:nvSpPr>
          <p:spPr>
            <a:xfrm>
              <a:off x="190502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51" name="Google Shape;3251;p10"/>
            <p:cNvSpPr/>
            <p:nvPr/>
          </p:nvSpPr>
          <p:spPr>
            <a:xfrm>
              <a:off x="228603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52" name="Google Shape;3252;p10"/>
            <p:cNvSpPr/>
            <p:nvPr/>
          </p:nvSpPr>
          <p:spPr>
            <a:xfrm>
              <a:off x="266703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53" name="Google Shape;3253;p10"/>
            <p:cNvSpPr/>
            <p:nvPr/>
          </p:nvSpPr>
          <p:spPr>
            <a:xfrm>
              <a:off x="304804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54" name="Google Shape;3254;p10"/>
            <p:cNvSpPr/>
            <p:nvPr/>
          </p:nvSpPr>
          <p:spPr>
            <a:xfrm>
              <a:off x="342904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55" name="Google Shape;3255;p10"/>
            <p:cNvSpPr/>
            <p:nvPr/>
          </p:nvSpPr>
          <p:spPr>
            <a:xfrm>
              <a:off x="381005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56" name="Google Shape;3256;p10"/>
            <p:cNvSpPr/>
            <p:nvPr/>
          </p:nvSpPr>
          <p:spPr>
            <a:xfrm>
              <a:off x="419105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57" name="Google Shape;3257;p10"/>
            <p:cNvSpPr/>
            <p:nvPr/>
          </p:nvSpPr>
          <p:spPr>
            <a:xfrm>
              <a:off x="457206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58" name="Google Shape;3258;p10"/>
            <p:cNvSpPr/>
            <p:nvPr/>
          </p:nvSpPr>
          <p:spPr>
            <a:xfrm>
              <a:off x="495306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59" name="Google Shape;3259;p10"/>
            <p:cNvSpPr/>
            <p:nvPr/>
          </p:nvSpPr>
          <p:spPr>
            <a:xfrm>
              <a:off x="533407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60" name="Google Shape;3260;p10"/>
            <p:cNvSpPr/>
            <p:nvPr/>
          </p:nvSpPr>
          <p:spPr>
            <a:xfrm>
              <a:off x="571507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61" name="Google Shape;3261;p10"/>
            <p:cNvSpPr/>
            <p:nvPr/>
          </p:nvSpPr>
          <p:spPr>
            <a:xfrm>
              <a:off x="609608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62" name="Google Shape;3262;p10"/>
            <p:cNvSpPr/>
            <p:nvPr/>
          </p:nvSpPr>
          <p:spPr>
            <a:xfrm>
              <a:off x="647708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63" name="Google Shape;3263;p10"/>
            <p:cNvSpPr/>
            <p:nvPr/>
          </p:nvSpPr>
          <p:spPr>
            <a:xfrm>
              <a:off x="685809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64" name="Google Shape;3264;p10"/>
            <p:cNvSpPr/>
            <p:nvPr/>
          </p:nvSpPr>
          <p:spPr>
            <a:xfrm>
              <a:off x="723909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65" name="Google Shape;3265;p10"/>
            <p:cNvSpPr/>
            <p:nvPr/>
          </p:nvSpPr>
          <p:spPr>
            <a:xfrm>
              <a:off x="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66" name="Google Shape;3266;p10"/>
            <p:cNvSpPr/>
            <p:nvPr/>
          </p:nvSpPr>
          <p:spPr>
            <a:xfrm>
              <a:off x="38100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67" name="Google Shape;3267;p10"/>
            <p:cNvSpPr/>
            <p:nvPr/>
          </p:nvSpPr>
          <p:spPr>
            <a:xfrm>
              <a:off x="76201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68" name="Google Shape;3268;p10"/>
            <p:cNvSpPr/>
            <p:nvPr/>
          </p:nvSpPr>
          <p:spPr>
            <a:xfrm>
              <a:off x="114301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69" name="Google Shape;3269;p10"/>
            <p:cNvSpPr/>
            <p:nvPr/>
          </p:nvSpPr>
          <p:spPr>
            <a:xfrm>
              <a:off x="152402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70" name="Google Shape;3270;p10"/>
            <p:cNvSpPr/>
            <p:nvPr/>
          </p:nvSpPr>
          <p:spPr>
            <a:xfrm>
              <a:off x="190502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71" name="Google Shape;3271;p10"/>
            <p:cNvSpPr/>
            <p:nvPr/>
          </p:nvSpPr>
          <p:spPr>
            <a:xfrm>
              <a:off x="228603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72" name="Google Shape;3272;p10"/>
            <p:cNvSpPr/>
            <p:nvPr/>
          </p:nvSpPr>
          <p:spPr>
            <a:xfrm>
              <a:off x="266703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73" name="Google Shape;3273;p10"/>
            <p:cNvSpPr/>
            <p:nvPr/>
          </p:nvSpPr>
          <p:spPr>
            <a:xfrm>
              <a:off x="304804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74" name="Google Shape;3274;p10"/>
            <p:cNvSpPr/>
            <p:nvPr/>
          </p:nvSpPr>
          <p:spPr>
            <a:xfrm>
              <a:off x="342904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75" name="Google Shape;3275;p10"/>
            <p:cNvSpPr/>
            <p:nvPr/>
          </p:nvSpPr>
          <p:spPr>
            <a:xfrm>
              <a:off x="381005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76" name="Google Shape;3276;p10"/>
            <p:cNvSpPr/>
            <p:nvPr/>
          </p:nvSpPr>
          <p:spPr>
            <a:xfrm>
              <a:off x="419105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77" name="Google Shape;3277;p10"/>
            <p:cNvSpPr/>
            <p:nvPr/>
          </p:nvSpPr>
          <p:spPr>
            <a:xfrm>
              <a:off x="457206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78" name="Google Shape;3278;p10"/>
            <p:cNvSpPr/>
            <p:nvPr/>
          </p:nvSpPr>
          <p:spPr>
            <a:xfrm>
              <a:off x="495306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79" name="Google Shape;3279;p10"/>
            <p:cNvSpPr/>
            <p:nvPr/>
          </p:nvSpPr>
          <p:spPr>
            <a:xfrm>
              <a:off x="533407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80" name="Google Shape;3280;p10"/>
            <p:cNvSpPr/>
            <p:nvPr/>
          </p:nvSpPr>
          <p:spPr>
            <a:xfrm>
              <a:off x="571507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81" name="Google Shape;3281;p10"/>
            <p:cNvSpPr/>
            <p:nvPr/>
          </p:nvSpPr>
          <p:spPr>
            <a:xfrm>
              <a:off x="609608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82" name="Google Shape;3282;p10"/>
            <p:cNvSpPr/>
            <p:nvPr/>
          </p:nvSpPr>
          <p:spPr>
            <a:xfrm>
              <a:off x="647708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83" name="Google Shape;3283;p10"/>
            <p:cNvSpPr/>
            <p:nvPr/>
          </p:nvSpPr>
          <p:spPr>
            <a:xfrm>
              <a:off x="685809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84" name="Google Shape;3284;p10"/>
            <p:cNvSpPr/>
            <p:nvPr/>
          </p:nvSpPr>
          <p:spPr>
            <a:xfrm>
              <a:off x="723909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85" name="Google Shape;3285;p10"/>
            <p:cNvSpPr/>
            <p:nvPr/>
          </p:nvSpPr>
          <p:spPr>
            <a:xfrm>
              <a:off x="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86" name="Google Shape;3286;p10"/>
            <p:cNvSpPr/>
            <p:nvPr/>
          </p:nvSpPr>
          <p:spPr>
            <a:xfrm>
              <a:off x="38100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87" name="Google Shape;3287;p10"/>
            <p:cNvSpPr/>
            <p:nvPr/>
          </p:nvSpPr>
          <p:spPr>
            <a:xfrm>
              <a:off x="76201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88" name="Google Shape;3288;p10"/>
            <p:cNvSpPr/>
            <p:nvPr/>
          </p:nvSpPr>
          <p:spPr>
            <a:xfrm>
              <a:off x="114301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89" name="Google Shape;3289;p10"/>
            <p:cNvSpPr/>
            <p:nvPr/>
          </p:nvSpPr>
          <p:spPr>
            <a:xfrm>
              <a:off x="152402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90" name="Google Shape;3290;p10"/>
            <p:cNvSpPr/>
            <p:nvPr/>
          </p:nvSpPr>
          <p:spPr>
            <a:xfrm>
              <a:off x="190502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91" name="Google Shape;3291;p10"/>
            <p:cNvSpPr/>
            <p:nvPr/>
          </p:nvSpPr>
          <p:spPr>
            <a:xfrm>
              <a:off x="228603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92" name="Google Shape;3292;p10"/>
            <p:cNvSpPr/>
            <p:nvPr/>
          </p:nvSpPr>
          <p:spPr>
            <a:xfrm>
              <a:off x="266703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93" name="Google Shape;3293;p10"/>
            <p:cNvSpPr/>
            <p:nvPr/>
          </p:nvSpPr>
          <p:spPr>
            <a:xfrm>
              <a:off x="304804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94" name="Google Shape;3294;p10"/>
            <p:cNvSpPr/>
            <p:nvPr/>
          </p:nvSpPr>
          <p:spPr>
            <a:xfrm>
              <a:off x="342904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95" name="Google Shape;3295;p10"/>
            <p:cNvSpPr/>
            <p:nvPr/>
          </p:nvSpPr>
          <p:spPr>
            <a:xfrm>
              <a:off x="381005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96" name="Google Shape;3296;p10"/>
            <p:cNvSpPr/>
            <p:nvPr/>
          </p:nvSpPr>
          <p:spPr>
            <a:xfrm>
              <a:off x="419105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97" name="Google Shape;3297;p10"/>
            <p:cNvSpPr/>
            <p:nvPr/>
          </p:nvSpPr>
          <p:spPr>
            <a:xfrm>
              <a:off x="457206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98" name="Google Shape;3298;p10"/>
            <p:cNvSpPr/>
            <p:nvPr/>
          </p:nvSpPr>
          <p:spPr>
            <a:xfrm>
              <a:off x="495306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99" name="Google Shape;3299;p10"/>
            <p:cNvSpPr/>
            <p:nvPr/>
          </p:nvSpPr>
          <p:spPr>
            <a:xfrm>
              <a:off x="533407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00" name="Google Shape;3300;p10"/>
            <p:cNvSpPr/>
            <p:nvPr/>
          </p:nvSpPr>
          <p:spPr>
            <a:xfrm>
              <a:off x="571507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01" name="Google Shape;3301;p10"/>
            <p:cNvSpPr/>
            <p:nvPr/>
          </p:nvSpPr>
          <p:spPr>
            <a:xfrm>
              <a:off x="609608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02" name="Google Shape;3302;p10"/>
            <p:cNvSpPr/>
            <p:nvPr/>
          </p:nvSpPr>
          <p:spPr>
            <a:xfrm>
              <a:off x="647708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03" name="Google Shape;3303;p10"/>
            <p:cNvSpPr/>
            <p:nvPr/>
          </p:nvSpPr>
          <p:spPr>
            <a:xfrm>
              <a:off x="685809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04" name="Google Shape;3304;p10"/>
            <p:cNvSpPr/>
            <p:nvPr/>
          </p:nvSpPr>
          <p:spPr>
            <a:xfrm>
              <a:off x="723909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05" name="Google Shape;3305;p10"/>
            <p:cNvSpPr/>
            <p:nvPr/>
          </p:nvSpPr>
          <p:spPr>
            <a:xfrm>
              <a:off x="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06" name="Google Shape;3306;p10"/>
            <p:cNvSpPr/>
            <p:nvPr/>
          </p:nvSpPr>
          <p:spPr>
            <a:xfrm>
              <a:off x="38100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07" name="Google Shape;3307;p10"/>
            <p:cNvSpPr/>
            <p:nvPr/>
          </p:nvSpPr>
          <p:spPr>
            <a:xfrm>
              <a:off x="76201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08" name="Google Shape;3308;p10"/>
            <p:cNvSpPr/>
            <p:nvPr/>
          </p:nvSpPr>
          <p:spPr>
            <a:xfrm>
              <a:off x="114301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09" name="Google Shape;3309;p10"/>
            <p:cNvSpPr/>
            <p:nvPr/>
          </p:nvSpPr>
          <p:spPr>
            <a:xfrm>
              <a:off x="152402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10" name="Google Shape;3310;p10"/>
            <p:cNvSpPr/>
            <p:nvPr/>
          </p:nvSpPr>
          <p:spPr>
            <a:xfrm>
              <a:off x="190502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11" name="Google Shape;3311;p10"/>
            <p:cNvSpPr/>
            <p:nvPr/>
          </p:nvSpPr>
          <p:spPr>
            <a:xfrm>
              <a:off x="228603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12" name="Google Shape;3312;p10"/>
            <p:cNvSpPr/>
            <p:nvPr/>
          </p:nvSpPr>
          <p:spPr>
            <a:xfrm>
              <a:off x="266703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13" name="Google Shape;3313;p10"/>
            <p:cNvSpPr/>
            <p:nvPr/>
          </p:nvSpPr>
          <p:spPr>
            <a:xfrm>
              <a:off x="304804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14" name="Google Shape;3314;p10"/>
            <p:cNvSpPr/>
            <p:nvPr/>
          </p:nvSpPr>
          <p:spPr>
            <a:xfrm>
              <a:off x="342904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15" name="Google Shape;3315;p10"/>
            <p:cNvSpPr/>
            <p:nvPr/>
          </p:nvSpPr>
          <p:spPr>
            <a:xfrm>
              <a:off x="381005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16" name="Google Shape;3316;p10"/>
            <p:cNvSpPr/>
            <p:nvPr/>
          </p:nvSpPr>
          <p:spPr>
            <a:xfrm>
              <a:off x="419105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17" name="Google Shape;3317;p10"/>
            <p:cNvSpPr/>
            <p:nvPr/>
          </p:nvSpPr>
          <p:spPr>
            <a:xfrm>
              <a:off x="457206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18" name="Google Shape;3318;p10"/>
            <p:cNvSpPr/>
            <p:nvPr/>
          </p:nvSpPr>
          <p:spPr>
            <a:xfrm>
              <a:off x="495306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19" name="Google Shape;3319;p10"/>
            <p:cNvSpPr/>
            <p:nvPr/>
          </p:nvSpPr>
          <p:spPr>
            <a:xfrm>
              <a:off x="533407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20" name="Google Shape;3320;p10"/>
            <p:cNvSpPr/>
            <p:nvPr/>
          </p:nvSpPr>
          <p:spPr>
            <a:xfrm>
              <a:off x="571507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21" name="Google Shape;3321;p10"/>
            <p:cNvSpPr/>
            <p:nvPr/>
          </p:nvSpPr>
          <p:spPr>
            <a:xfrm>
              <a:off x="609608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22" name="Google Shape;3322;p10"/>
            <p:cNvSpPr/>
            <p:nvPr/>
          </p:nvSpPr>
          <p:spPr>
            <a:xfrm>
              <a:off x="647708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23" name="Google Shape;3323;p10"/>
            <p:cNvSpPr/>
            <p:nvPr/>
          </p:nvSpPr>
          <p:spPr>
            <a:xfrm>
              <a:off x="685809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24" name="Google Shape;3324;p10"/>
            <p:cNvSpPr/>
            <p:nvPr/>
          </p:nvSpPr>
          <p:spPr>
            <a:xfrm>
              <a:off x="723909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25" name="Google Shape;3325;p10"/>
            <p:cNvSpPr/>
            <p:nvPr/>
          </p:nvSpPr>
          <p:spPr>
            <a:xfrm>
              <a:off x="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26" name="Google Shape;3326;p10"/>
            <p:cNvSpPr/>
            <p:nvPr/>
          </p:nvSpPr>
          <p:spPr>
            <a:xfrm>
              <a:off x="38100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27" name="Google Shape;3327;p10"/>
            <p:cNvSpPr/>
            <p:nvPr/>
          </p:nvSpPr>
          <p:spPr>
            <a:xfrm>
              <a:off x="76201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28" name="Google Shape;3328;p10"/>
            <p:cNvSpPr/>
            <p:nvPr/>
          </p:nvSpPr>
          <p:spPr>
            <a:xfrm>
              <a:off x="114301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29" name="Google Shape;3329;p10"/>
            <p:cNvSpPr/>
            <p:nvPr/>
          </p:nvSpPr>
          <p:spPr>
            <a:xfrm>
              <a:off x="152402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30" name="Google Shape;3330;p10"/>
            <p:cNvSpPr/>
            <p:nvPr/>
          </p:nvSpPr>
          <p:spPr>
            <a:xfrm>
              <a:off x="190502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31" name="Google Shape;3331;p10"/>
            <p:cNvSpPr/>
            <p:nvPr/>
          </p:nvSpPr>
          <p:spPr>
            <a:xfrm>
              <a:off x="228603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32" name="Google Shape;3332;p10"/>
            <p:cNvSpPr/>
            <p:nvPr/>
          </p:nvSpPr>
          <p:spPr>
            <a:xfrm>
              <a:off x="266703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33" name="Google Shape;3333;p10"/>
            <p:cNvSpPr/>
            <p:nvPr/>
          </p:nvSpPr>
          <p:spPr>
            <a:xfrm>
              <a:off x="304804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34" name="Google Shape;3334;p10"/>
            <p:cNvSpPr/>
            <p:nvPr/>
          </p:nvSpPr>
          <p:spPr>
            <a:xfrm>
              <a:off x="342904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35" name="Google Shape;3335;p10"/>
            <p:cNvSpPr/>
            <p:nvPr/>
          </p:nvSpPr>
          <p:spPr>
            <a:xfrm>
              <a:off x="381005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36" name="Google Shape;3336;p10"/>
            <p:cNvSpPr/>
            <p:nvPr/>
          </p:nvSpPr>
          <p:spPr>
            <a:xfrm>
              <a:off x="419105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37" name="Google Shape;3337;p10"/>
            <p:cNvSpPr/>
            <p:nvPr/>
          </p:nvSpPr>
          <p:spPr>
            <a:xfrm>
              <a:off x="457206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38" name="Google Shape;3338;p10"/>
            <p:cNvSpPr/>
            <p:nvPr/>
          </p:nvSpPr>
          <p:spPr>
            <a:xfrm>
              <a:off x="495306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39" name="Google Shape;3339;p10"/>
            <p:cNvSpPr/>
            <p:nvPr/>
          </p:nvSpPr>
          <p:spPr>
            <a:xfrm>
              <a:off x="533407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40" name="Google Shape;3340;p10"/>
            <p:cNvSpPr/>
            <p:nvPr/>
          </p:nvSpPr>
          <p:spPr>
            <a:xfrm>
              <a:off x="571507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41" name="Google Shape;3341;p10"/>
            <p:cNvSpPr/>
            <p:nvPr/>
          </p:nvSpPr>
          <p:spPr>
            <a:xfrm>
              <a:off x="609608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42" name="Google Shape;3342;p10"/>
            <p:cNvSpPr/>
            <p:nvPr/>
          </p:nvSpPr>
          <p:spPr>
            <a:xfrm>
              <a:off x="647708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43" name="Google Shape;3343;p10"/>
            <p:cNvSpPr/>
            <p:nvPr/>
          </p:nvSpPr>
          <p:spPr>
            <a:xfrm>
              <a:off x="685809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44" name="Google Shape;3344;p10"/>
            <p:cNvSpPr/>
            <p:nvPr/>
          </p:nvSpPr>
          <p:spPr>
            <a:xfrm>
              <a:off x="723909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45" name="Google Shape;3345;p10"/>
            <p:cNvSpPr/>
            <p:nvPr/>
          </p:nvSpPr>
          <p:spPr>
            <a:xfrm>
              <a:off x="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46" name="Google Shape;3346;p10"/>
            <p:cNvSpPr/>
            <p:nvPr/>
          </p:nvSpPr>
          <p:spPr>
            <a:xfrm>
              <a:off x="38100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47" name="Google Shape;3347;p10"/>
            <p:cNvSpPr/>
            <p:nvPr/>
          </p:nvSpPr>
          <p:spPr>
            <a:xfrm>
              <a:off x="76201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48" name="Google Shape;3348;p10"/>
            <p:cNvSpPr/>
            <p:nvPr/>
          </p:nvSpPr>
          <p:spPr>
            <a:xfrm>
              <a:off x="114301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49" name="Google Shape;3349;p10"/>
            <p:cNvSpPr/>
            <p:nvPr/>
          </p:nvSpPr>
          <p:spPr>
            <a:xfrm>
              <a:off x="152402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50" name="Google Shape;3350;p10"/>
            <p:cNvSpPr/>
            <p:nvPr/>
          </p:nvSpPr>
          <p:spPr>
            <a:xfrm>
              <a:off x="190502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51" name="Google Shape;3351;p10"/>
            <p:cNvSpPr/>
            <p:nvPr/>
          </p:nvSpPr>
          <p:spPr>
            <a:xfrm>
              <a:off x="228603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52" name="Google Shape;3352;p10"/>
            <p:cNvSpPr/>
            <p:nvPr/>
          </p:nvSpPr>
          <p:spPr>
            <a:xfrm>
              <a:off x="266703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53" name="Google Shape;3353;p10"/>
            <p:cNvSpPr/>
            <p:nvPr/>
          </p:nvSpPr>
          <p:spPr>
            <a:xfrm>
              <a:off x="304804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54" name="Google Shape;3354;p10"/>
            <p:cNvSpPr/>
            <p:nvPr/>
          </p:nvSpPr>
          <p:spPr>
            <a:xfrm>
              <a:off x="342904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55" name="Google Shape;3355;p10"/>
            <p:cNvSpPr/>
            <p:nvPr/>
          </p:nvSpPr>
          <p:spPr>
            <a:xfrm>
              <a:off x="381005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56" name="Google Shape;3356;p10"/>
            <p:cNvSpPr/>
            <p:nvPr/>
          </p:nvSpPr>
          <p:spPr>
            <a:xfrm>
              <a:off x="419105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57" name="Google Shape;3357;p10"/>
            <p:cNvSpPr/>
            <p:nvPr/>
          </p:nvSpPr>
          <p:spPr>
            <a:xfrm>
              <a:off x="457206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58" name="Google Shape;3358;p10"/>
            <p:cNvSpPr/>
            <p:nvPr/>
          </p:nvSpPr>
          <p:spPr>
            <a:xfrm>
              <a:off x="495306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59" name="Google Shape;3359;p10"/>
            <p:cNvSpPr/>
            <p:nvPr/>
          </p:nvSpPr>
          <p:spPr>
            <a:xfrm>
              <a:off x="533407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60" name="Google Shape;3360;p10"/>
            <p:cNvSpPr/>
            <p:nvPr/>
          </p:nvSpPr>
          <p:spPr>
            <a:xfrm>
              <a:off x="571507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61" name="Google Shape;3361;p10"/>
            <p:cNvSpPr/>
            <p:nvPr/>
          </p:nvSpPr>
          <p:spPr>
            <a:xfrm>
              <a:off x="609608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62" name="Google Shape;3362;p10"/>
            <p:cNvSpPr/>
            <p:nvPr/>
          </p:nvSpPr>
          <p:spPr>
            <a:xfrm>
              <a:off x="647708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63" name="Google Shape;3363;p10"/>
            <p:cNvSpPr/>
            <p:nvPr/>
          </p:nvSpPr>
          <p:spPr>
            <a:xfrm>
              <a:off x="685809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64" name="Google Shape;3364;p10"/>
            <p:cNvSpPr/>
            <p:nvPr/>
          </p:nvSpPr>
          <p:spPr>
            <a:xfrm>
              <a:off x="723909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65" name="Google Shape;3365;p10"/>
            <p:cNvSpPr/>
            <p:nvPr/>
          </p:nvSpPr>
          <p:spPr>
            <a:xfrm>
              <a:off x="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66" name="Google Shape;3366;p10"/>
            <p:cNvSpPr/>
            <p:nvPr/>
          </p:nvSpPr>
          <p:spPr>
            <a:xfrm>
              <a:off x="38100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67" name="Google Shape;3367;p10"/>
            <p:cNvSpPr/>
            <p:nvPr/>
          </p:nvSpPr>
          <p:spPr>
            <a:xfrm>
              <a:off x="76201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68" name="Google Shape;3368;p10"/>
            <p:cNvSpPr/>
            <p:nvPr/>
          </p:nvSpPr>
          <p:spPr>
            <a:xfrm>
              <a:off x="114301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69" name="Google Shape;3369;p10"/>
            <p:cNvSpPr/>
            <p:nvPr/>
          </p:nvSpPr>
          <p:spPr>
            <a:xfrm>
              <a:off x="152402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70" name="Google Shape;3370;p10"/>
            <p:cNvSpPr/>
            <p:nvPr/>
          </p:nvSpPr>
          <p:spPr>
            <a:xfrm>
              <a:off x="190502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71" name="Google Shape;3371;p10"/>
            <p:cNvSpPr/>
            <p:nvPr/>
          </p:nvSpPr>
          <p:spPr>
            <a:xfrm>
              <a:off x="228603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72" name="Google Shape;3372;p10"/>
            <p:cNvSpPr/>
            <p:nvPr/>
          </p:nvSpPr>
          <p:spPr>
            <a:xfrm>
              <a:off x="266703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73" name="Google Shape;3373;p10"/>
            <p:cNvSpPr/>
            <p:nvPr/>
          </p:nvSpPr>
          <p:spPr>
            <a:xfrm>
              <a:off x="304804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74" name="Google Shape;3374;p10"/>
            <p:cNvSpPr/>
            <p:nvPr/>
          </p:nvSpPr>
          <p:spPr>
            <a:xfrm>
              <a:off x="342904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75" name="Google Shape;3375;p10"/>
            <p:cNvSpPr/>
            <p:nvPr/>
          </p:nvSpPr>
          <p:spPr>
            <a:xfrm>
              <a:off x="381005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76" name="Google Shape;3376;p10"/>
            <p:cNvSpPr/>
            <p:nvPr/>
          </p:nvSpPr>
          <p:spPr>
            <a:xfrm>
              <a:off x="419105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77" name="Google Shape;3377;p10"/>
            <p:cNvSpPr/>
            <p:nvPr/>
          </p:nvSpPr>
          <p:spPr>
            <a:xfrm>
              <a:off x="457206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78" name="Google Shape;3378;p10"/>
            <p:cNvSpPr/>
            <p:nvPr/>
          </p:nvSpPr>
          <p:spPr>
            <a:xfrm>
              <a:off x="495306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79" name="Google Shape;3379;p10"/>
            <p:cNvSpPr/>
            <p:nvPr/>
          </p:nvSpPr>
          <p:spPr>
            <a:xfrm>
              <a:off x="533407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80" name="Google Shape;3380;p10"/>
            <p:cNvSpPr/>
            <p:nvPr/>
          </p:nvSpPr>
          <p:spPr>
            <a:xfrm>
              <a:off x="571507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81" name="Google Shape;3381;p10"/>
            <p:cNvSpPr/>
            <p:nvPr/>
          </p:nvSpPr>
          <p:spPr>
            <a:xfrm>
              <a:off x="609608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82" name="Google Shape;3382;p10"/>
            <p:cNvSpPr/>
            <p:nvPr/>
          </p:nvSpPr>
          <p:spPr>
            <a:xfrm>
              <a:off x="647708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83" name="Google Shape;3383;p10"/>
            <p:cNvSpPr/>
            <p:nvPr/>
          </p:nvSpPr>
          <p:spPr>
            <a:xfrm>
              <a:off x="685809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84" name="Google Shape;3384;p10"/>
            <p:cNvSpPr/>
            <p:nvPr/>
          </p:nvSpPr>
          <p:spPr>
            <a:xfrm>
              <a:off x="723909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85" name="Google Shape;3385;p10"/>
            <p:cNvSpPr/>
            <p:nvPr/>
          </p:nvSpPr>
          <p:spPr>
            <a:xfrm>
              <a:off x="7620110" y="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86" name="Google Shape;3386;p10"/>
            <p:cNvSpPr/>
            <p:nvPr/>
          </p:nvSpPr>
          <p:spPr>
            <a:xfrm>
              <a:off x="8001115" y="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87" name="Google Shape;3387;p10"/>
            <p:cNvSpPr/>
            <p:nvPr/>
          </p:nvSpPr>
          <p:spPr>
            <a:xfrm>
              <a:off x="8382120" y="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88" name="Google Shape;3388;p10"/>
            <p:cNvSpPr/>
            <p:nvPr/>
          </p:nvSpPr>
          <p:spPr>
            <a:xfrm>
              <a:off x="8763125" y="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89" name="Google Shape;3389;p10"/>
            <p:cNvSpPr/>
            <p:nvPr/>
          </p:nvSpPr>
          <p:spPr>
            <a:xfrm>
              <a:off x="7620110" y="342894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90" name="Google Shape;3390;p10"/>
            <p:cNvSpPr/>
            <p:nvPr/>
          </p:nvSpPr>
          <p:spPr>
            <a:xfrm>
              <a:off x="8001115" y="342894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91" name="Google Shape;3391;p10"/>
            <p:cNvSpPr/>
            <p:nvPr/>
          </p:nvSpPr>
          <p:spPr>
            <a:xfrm>
              <a:off x="8382120" y="342894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92" name="Google Shape;3392;p10"/>
            <p:cNvSpPr/>
            <p:nvPr/>
          </p:nvSpPr>
          <p:spPr>
            <a:xfrm>
              <a:off x="8763125" y="342894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93" name="Google Shape;3393;p10"/>
            <p:cNvSpPr/>
            <p:nvPr/>
          </p:nvSpPr>
          <p:spPr>
            <a:xfrm>
              <a:off x="7620110" y="685788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94" name="Google Shape;3394;p10"/>
            <p:cNvSpPr/>
            <p:nvPr/>
          </p:nvSpPr>
          <p:spPr>
            <a:xfrm>
              <a:off x="8001115" y="685788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95" name="Google Shape;3395;p10"/>
            <p:cNvSpPr/>
            <p:nvPr/>
          </p:nvSpPr>
          <p:spPr>
            <a:xfrm>
              <a:off x="8382120" y="685788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96" name="Google Shape;3396;p10"/>
            <p:cNvSpPr/>
            <p:nvPr/>
          </p:nvSpPr>
          <p:spPr>
            <a:xfrm>
              <a:off x="8763125" y="685788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97" name="Google Shape;3397;p10"/>
            <p:cNvSpPr/>
            <p:nvPr/>
          </p:nvSpPr>
          <p:spPr>
            <a:xfrm>
              <a:off x="7620110" y="1028682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98" name="Google Shape;3398;p10"/>
            <p:cNvSpPr/>
            <p:nvPr/>
          </p:nvSpPr>
          <p:spPr>
            <a:xfrm>
              <a:off x="8001115" y="1028682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99" name="Google Shape;3399;p10"/>
            <p:cNvSpPr/>
            <p:nvPr/>
          </p:nvSpPr>
          <p:spPr>
            <a:xfrm>
              <a:off x="8382120" y="1028682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00" name="Google Shape;3400;p10"/>
            <p:cNvSpPr/>
            <p:nvPr/>
          </p:nvSpPr>
          <p:spPr>
            <a:xfrm>
              <a:off x="8763125" y="1028682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01" name="Google Shape;3401;p10"/>
            <p:cNvSpPr/>
            <p:nvPr/>
          </p:nvSpPr>
          <p:spPr>
            <a:xfrm>
              <a:off x="7620110" y="1371576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02" name="Google Shape;3402;p10"/>
            <p:cNvSpPr/>
            <p:nvPr/>
          </p:nvSpPr>
          <p:spPr>
            <a:xfrm>
              <a:off x="8001115" y="1371576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03" name="Google Shape;3403;p10"/>
            <p:cNvSpPr/>
            <p:nvPr/>
          </p:nvSpPr>
          <p:spPr>
            <a:xfrm>
              <a:off x="8382120" y="1371576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04" name="Google Shape;3404;p10"/>
            <p:cNvSpPr/>
            <p:nvPr/>
          </p:nvSpPr>
          <p:spPr>
            <a:xfrm>
              <a:off x="8763125" y="1371576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05" name="Google Shape;3405;p10"/>
            <p:cNvSpPr/>
            <p:nvPr/>
          </p:nvSpPr>
          <p:spPr>
            <a:xfrm>
              <a:off x="7620110" y="171447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06" name="Google Shape;3406;p10"/>
            <p:cNvSpPr/>
            <p:nvPr/>
          </p:nvSpPr>
          <p:spPr>
            <a:xfrm>
              <a:off x="8001115" y="171447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07" name="Google Shape;3407;p10"/>
            <p:cNvSpPr/>
            <p:nvPr/>
          </p:nvSpPr>
          <p:spPr>
            <a:xfrm>
              <a:off x="8382120" y="171447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08" name="Google Shape;3408;p10"/>
            <p:cNvSpPr/>
            <p:nvPr/>
          </p:nvSpPr>
          <p:spPr>
            <a:xfrm>
              <a:off x="8763125" y="171447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09" name="Google Shape;3409;p10"/>
            <p:cNvSpPr/>
            <p:nvPr/>
          </p:nvSpPr>
          <p:spPr>
            <a:xfrm>
              <a:off x="7620110" y="205736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10" name="Google Shape;3410;p10"/>
            <p:cNvSpPr/>
            <p:nvPr/>
          </p:nvSpPr>
          <p:spPr>
            <a:xfrm>
              <a:off x="8001115" y="205736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11" name="Google Shape;3411;p10"/>
            <p:cNvSpPr/>
            <p:nvPr/>
          </p:nvSpPr>
          <p:spPr>
            <a:xfrm>
              <a:off x="8382120" y="205736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12" name="Google Shape;3412;p10"/>
            <p:cNvSpPr/>
            <p:nvPr/>
          </p:nvSpPr>
          <p:spPr>
            <a:xfrm>
              <a:off x="8763125" y="205736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13" name="Google Shape;3413;p10"/>
            <p:cNvSpPr/>
            <p:nvPr/>
          </p:nvSpPr>
          <p:spPr>
            <a:xfrm>
              <a:off x="7620110" y="2400259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14" name="Google Shape;3414;p10"/>
            <p:cNvSpPr/>
            <p:nvPr/>
          </p:nvSpPr>
          <p:spPr>
            <a:xfrm>
              <a:off x="8001115" y="2400259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15" name="Google Shape;3415;p10"/>
            <p:cNvSpPr/>
            <p:nvPr/>
          </p:nvSpPr>
          <p:spPr>
            <a:xfrm>
              <a:off x="8382120" y="2400259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16" name="Google Shape;3416;p10"/>
            <p:cNvSpPr/>
            <p:nvPr/>
          </p:nvSpPr>
          <p:spPr>
            <a:xfrm>
              <a:off x="8763125" y="2400259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17" name="Google Shape;3417;p10"/>
            <p:cNvSpPr/>
            <p:nvPr/>
          </p:nvSpPr>
          <p:spPr>
            <a:xfrm>
              <a:off x="7620110" y="274315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18" name="Google Shape;3418;p10"/>
            <p:cNvSpPr/>
            <p:nvPr/>
          </p:nvSpPr>
          <p:spPr>
            <a:xfrm>
              <a:off x="8001115" y="274315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19" name="Google Shape;3419;p10"/>
            <p:cNvSpPr/>
            <p:nvPr/>
          </p:nvSpPr>
          <p:spPr>
            <a:xfrm>
              <a:off x="8382120" y="274315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20" name="Google Shape;3420;p10"/>
            <p:cNvSpPr/>
            <p:nvPr/>
          </p:nvSpPr>
          <p:spPr>
            <a:xfrm>
              <a:off x="8763125" y="274315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21" name="Google Shape;3421;p10"/>
            <p:cNvSpPr/>
            <p:nvPr/>
          </p:nvSpPr>
          <p:spPr>
            <a:xfrm>
              <a:off x="7620110" y="308604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22" name="Google Shape;3422;p10"/>
            <p:cNvSpPr/>
            <p:nvPr/>
          </p:nvSpPr>
          <p:spPr>
            <a:xfrm>
              <a:off x="8001115" y="308604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23" name="Google Shape;3423;p10"/>
            <p:cNvSpPr/>
            <p:nvPr/>
          </p:nvSpPr>
          <p:spPr>
            <a:xfrm>
              <a:off x="8382120" y="308604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24" name="Google Shape;3424;p10"/>
            <p:cNvSpPr/>
            <p:nvPr/>
          </p:nvSpPr>
          <p:spPr>
            <a:xfrm>
              <a:off x="8763125" y="308604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25" name="Google Shape;3425;p10"/>
            <p:cNvSpPr/>
            <p:nvPr/>
          </p:nvSpPr>
          <p:spPr>
            <a:xfrm>
              <a:off x="7620110" y="342894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26" name="Google Shape;3426;p10"/>
            <p:cNvSpPr/>
            <p:nvPr/>
          </p:nvSpPr>
          <p:spPr>
            <a:xfrm>
              <a:off x="8001115" y="342894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27" name="Google Shape;3427;p10"/>
            <p:cNvSpPr/>
            <p:nvPr/>
          </p:nvSpPr>
          <p:spPr>
            <a:xfrm>
              <a:off x="8382120" y="342894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28" name="Google Shape;3428;p10"/>
            <p:cNvSpPr/>
            <p:nvPr/>
          </p:nvSpPr>
          <p:spPr>
            <a:xfrm>
              <a:off x="8763125" y="342894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29" name="Google Shape;3429;p10"/>
            <p:cNvSpPr/>
            <p:nvPr/>
          </p:nvSpPr>
          <p:spPr>
            <a:xfrm>
              <a:off x="7620110" y="377182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30" name="Google Shape;3430;p10"/>
            <p:cNvSpPr/>
            <p:nvPr/>
          </p:nvSpPr>
          <p:spPr>
            <a:xfrm>
              <a:off x="8001115" y="377182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31" name="Google Shape;3431;p10"/>
            <p:cNvSpPr/>
            <p:nvPr/>
          </p:nvSpPr>
          <p:spPr>
            <a:xfrm>
              <a:off x="8382120" y="377182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32" name="Google Shape;3432;p10"/>
            <p:cNvSpPr/>
            <p:nvPr/>
          </p:nvSpPr>
          <p:spPr>
            <a:xfrm>
              <a:off x="8763125" y="377182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33" name="Google Shape;3433;p10"/>
            <p:cNvSpPr/>
            <p:nvPr/>
          </p:nvSpPr>
          <p:spPr>
            <a:xfrm>
              <a:off x="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34" name="Google Shape;3434;p10"/>
            <p:cNvSpPr/>
            <p:nvPr/>
          </p:nvSpPr>
          <p:spPr>
            <a:xfrm>
              <a:off x="38100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35" name="Google Shape;3435;p10"/>
            <p:cNvSpPr/>
            <p:nvPr/>
          </p:nvSpPr>
          <p:spPr>
            <a:xfrm>
              <a:off x="76201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36" name="Google Shape;3436;p10"/>
            <p:cNvSpPr/>
            <p:nvPr/>
          </p:nvSpPr>
          <p:spPr>
            <a:xfrm>
              <a:off x="114301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37" name="Google Shape;3437;p10"/>
            <p:cNvSpPr/>
            <p:nvPr/>
          </p:nvSpPr>
          <p:spPr>
            <a:xfrm>
              <a:off x="152402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38" name="Google Shape;3438;p10"/>
            <p:cNvSpPr/>
            <p:nvPr/>
          </p:nvSpPr>
          <p:spPr>
            <a:xfrm>
              <a:off x="190502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39" name="Google Shape;3439;p10"/>
            <p:cNvSpPr/>
            <p:nvPr/>
          </p:nvSpPr>
          <p:spPr>
            <a:xfrm>
              <a:off x="228603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40" name="Google Shape;3440;p10"/>
            <p:cNvSpPr/>
            <p:nvPr/>
          </p:nvSpPr>
          <p:spPr>
            <a:xfrm>
              <a:off x="266703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41" name="Google Shape;3441;p10"/>
            <p:cNvSpPr/>
            <p:nvPr/>
          </p:nvSpPr>
          <p:spPr>
            <a:xfrm>
              <a:off x="304804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42" name="Google Shape;3442;p10"/>
            <p:cNvSpPr/>
            <p:nvPr/>
          </p:nvSpPr>
          <p:spPr>
            <a:xfrm>
              <a:off x="342904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43" name="Google Shape;3443;p10"/>
            <p:cNvSpPr/>
            <p:nvPr/>
          </p:nvSpPr>
          <p:spPr>
            <a:xfrm>
              <a:off x="381005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44" name="Google Shape;3444;p10"/>
            <p:cNvSpPr/>
            <p:nvPr/>
          </p:nvSpPr>
          <p:spPr>
            <a:xfrm>
              <a:off x="419105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45" name="Google Shape;3445;p10"/>
            <p:cNvSpPr/>
            <p:nvPr/>
          </p:nvSpPr>
          <p:spPr>
            <a:xfrm>
              <a:off x="457206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46" name="Google Shape;3446;p10"/>
            <p:cNvSpPr/>
            <p:nvPr/>
          </p:nvSpPr>
          <p:spPr>
            <a:xfrm>
              <a:off x="495306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47" name="Google Shape;3447;p10"/>
            <p:cNvSpPr/>
            <p:nvPr/>
          </p:nvSpPr>
          <p:spPr>
            <a:xfrm>
              <a:off x="533407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48" name="Google Shape;3448;p10"/>
            <p:cNvSpPr/>
            <p:nvPr/>
          </p:nvSpPr>
          <p:spPr>
            <a:xfrm>
              <a:off x="571507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49" name="Google Shape;3449;p10"/>
            <p:cNvSpPr/>
            <p:nvPr/>
          </p:nvSpPr>
          <p:spPr>
            <a:xfrm>
              <a:off x="609608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50" name="Google Shape;3450;p10"/>
            <p:cNvSpPr/>
            <p:nvPr/>
          </p:nvSpPr>
          <p:spPr>
            <a:xfrm>
              <a:off x="647708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51" name="Google Shape;3451;p10"/>
            <p:cNvSpPr/>
            <p:nvPr/>
          </p:nvSpPr>
          <p:spPr>
            <a:xfrm>
              <a:off x="685809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52" name="Google Shape;3452;p10"/>
            <p:cNvSpPr/>
            <p:nvPr/>
          </p:nvSpPr>
          <p:spPr>
            <a:xfrm>
              <a:off x="723909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53" name="Google Shape;3453;p10"/>
            <p:cNvSpPr/>
            <p:nvPr/>
          </p:nvSpPr>
          <p:spPr>
            <a:xfrm>
              <a:off x="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54" name="Google Shape;3454;p10"/>
            <p:cNvSpPr/>
            <p:nvPr/>
          </p:nvSpPr>
          <p:spPr>
            <a:xfrm>
              <a:off x="38100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55" name="Google Shape;3455;p10"/>
            <p:cNvSpPr/>
            <p:nvPr/>
          </p:nvSpPr>
          <p:spPr>
            <a:xfrm>
              <a:off x="76201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56" name="Google Shape;3456;p10"/>
            <p:cNvSpPr/>
            <p:nvPr/>
          </p:nvSpPr>
          <p:spPr>
            <a:xfrm>
              <a:off x="114301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57" name="Google Shape;3457;p10"/>
            <p:cNvSpPr/>
            <p:nvPr/>
          </p:nvSpPr>
          <p:spPr>
            <a:xfrm>
              <a:off x="152402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58" name="Google Shape;3458;p10"/>
            <p:cNvSpPr/>
            <p:nvPr/>
          </p:nvSpPr>
          <p:spPr>
            <a:xfrm>
              <a:off x="190502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59" name="Google Shape;3459;p10"/>
            <p:cNvSpPr/>
            <p:nvPr/>
          </p:nvSpPr>
          <p:spPr>
            <a:xfrm>
              <a:off x="228603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60" name="Google Shape;3460;p10"/>
            <p:cNvSpPr/>
            <p:nvPr/>
          </p:nvSpPr>
          <p:spPr>
            <a:xfrm>
              <a:off x="266703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61" name="Google Shape;3461;p10"/>
            <p:cNvSpPr/>
            <p:nvPr/>
          </p:nvSpPr>
          <p:spPr>
            <a:xfrm>
              <a:off x="304804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62" name="Google Shape;3462;p10"/>
            <p:cNvSpPr/>
            <p:nvPr/>
          </p:nvSpPr>
          <p:spPr>
            <a:xfrm>
              <a:off x="342904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63" name="Google Shape;3463;p10"/>
            <p:cNvSpPr/>
            <p:nvPr/>
          </p:nvSpPr>
          <p:spPr>
            <a:xfrm>
              <a:off x="381005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64" name="Google Shape;3464;p10"/>
            <p:cNvSpPr/>
            <p:nvPr/>
          </p:nvSpPr>
          <p:spPr>
            <a:xfrm>
              <a:off x="419105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65" name="Google Shape;3465;p10"/>
            <p:cNvSpPr/>
            <p:nvPr/>
          </p:nvSpPr>
          <p:spPr>
            <a:xfrm>
              <a:off x="457206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66" name="Google Shape;3466;p10"/>
            <p:cNvSpPr/>
            <p:nvPr/>
          </p:nvSpPr>
          <p:spPr>
            <a:xfrm>
              <a:off x="495306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67" name="Google Shape;3467;p10"/>
            <p:cNvSpPr/>
            <p:nvPr/>
          </p:nvSpPr>
          <p:spPr>
            <a:xfrm>
              <a:off x="533407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68" name="Google Shape;3468;p10"/>
            <p:cNvSpPr/>
            <p:nvPr/>
          </p:nvSpPr>
          <p:spPr>
            <a:xfrm>
              <a:off x="571507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69" name="Google Shape;3469;p10"/>
            <p:cNvSpPr/>
            <p:nvPr/>
          </p:nvSpPr>
          <p:spPr>
            <a:xfrm>
              <a:off x="609608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70" name="Google Shape;3470;p10"/>
            <p:cNvSpPr/>
            <p:nvPr/>
          </p:nvSpPr>
          <p:spPr>
            <a:xfrm>
              <a:off x="647708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71" name="Google Shape;3471;p10"/>
            <p:cNvSpPr/>
            <p:nvPr/>
          </p:nvSpPr>
          <p:spPr>
            <a:xfrm>
              <a:off x="685809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72" name="Google Shape;3472;p10"/>
            <p:cNvSpPr/>
            <p:nvPr/>
          </p:nvSpPr>
          <p:spPr>
            <a:xfrm>
              <a:off x="723909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73" name="Google Shape;3473;p10"/>
            <p:cNvSpPr/>
            <p:nvPr/>
          </p:nvSpPr>
          <p:spPr>
            <a:xfrm>
              <a:off x="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74" name="Google Shape;3474;p10"/>
            <p:cNvSpPr/>
            <p:nvPr/>
          </p:nvSpPr>
          <p:spPr>
            <a:xfrm>
              <a:off x="38100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75" name="Google Shape;3475;p10"/>
            <p:cNvSpPr/>
            <p:nvPr/>
          </p:nvSpPr>
          <p:spPr>
            <a:xfrm>
              <a:off x="76201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76" name="Google Shape;3476;p10"/>
            <p:cNvSpPr/>
            <p:nvPr/>
          </p:nvSpPr>
          <p:spPr>
            <a:xfrm>
              <a:off x="114301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77" name="Google Shape;3477;p10"/>
            <p:cNvSpPr/>
            <p:nvPr/>
          </p:nvSpPr>
          <p:spPr>
            <a:xfrm>
              <a:off x="152402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78" name="Google Shape;3478;p10"/>
            <p:cNvSpPr/>
            <p:nvPr/>
          </p:nvSpPr>
          <p:spPr>
            <a:xfrm>
              <a:off x="190502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79" name="Google Shape;3479;p10"/>
            <p:cNvSpPr/>
            <p:nvPr/>
          </p:nvSpPr>
          <p:spPr>
            <a:xfrm>
              <a:off x="228603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80" name="Google Shape;3480;p10"/>
            <p:cNvSpPr/>
            <p:nvPr/>
          </p:nvSpPr>
          <p:spPr>
            <a:xfrm>
              <a:off x="266703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81" name="Google Shape;3481;p10"/>
            <p:cNvSpPr/>
            <p:nvPr/>
          </p:nvSpPr>
          <p:spPr>
            <a:xfrm>
              <a:off x="304804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82" name="Google Shape;3482;p10"/>
            <p:cNvSpPr/>
            <p:nvPr/>
          </p:nvSpPr>
          <p:spPr>
            <a:xfrm>
              <a:off x="342904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83" name="Google Shape;3483;p10"/>
            <p:cNvSpPr/>
            <p:nvPr/>
          </p:nvSpPr>
          <p:spPr>
            <a:xfrm>
              <a:off x="381005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84" name="Google Shape;3484;p10"/>
            <p:cNvSpPr/>
            <p:nvPr/>
          </p:nvSpPr>
          <p:spPr>
            <a:xfrm>
              <a:off x="419105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85" name="Google Shape;3485;p10"/>
            <p:cNvSpPr/>
            <p:nvPr/>
          </p:nvSpPr>
          <p:spPr>
            <a:xfrm>
              <a:off x="457206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86" name="Google Shape;3486;p10"/>
            <p:cNvSpPr/>
            <p:nvPr/>
          </p:nvSpPr>
          <p:spPr>
            <a:xfrm>
              <a:off x="495306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87" name="Google Shape;3487;p10"/>
            <p:cNvSpPr/>
            <p:nvPr/>
          </p:nvSpPr>
          <p:spPr>
            <a:xfrm>
              <a:off x="533407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88" name="Google Shape;3488;p10"/>
            <p:cNvSpPr/>
            <p:nvPr/>
          </p:nvSpPr>
          <p:spPr>
            <a:xfrm>
              <a:off x="571507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89" name="Google Shape;3489;p10"/>
            <p:cNvSpPr/>
            <p:nvPr/>
          </p:nvSpPr>
          <p:spPr>
            <a:xfrm>
              <a:off x="609608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90" name="Google Shape;3490;p10"/>
            <p:cNvSpPr/>
            <p:nvPr/>
          </p:nvSpPr>
          <p:spPr>
            <a:xfrm>
              <a:off x="647708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91" name="Google Shape;3491;p10"/>
            <p:cNvSpPr/>
            <p:nvPr/>
          </p:nvSpPr>
          <p:spPr>
            <a:xfrm>
              <a:off x="685809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92" name="Google Shape;3492;p10"/>
            <p:cNvSpPr/>
            <p:nvPr/>
          </p:nvSpPr>
          <p:spPr>
            <a:xfrm>
              <a:off x="723909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93" name="Google Shape;3493;p10"/>
            <p:cNvSpPr/>
            <p:nvPr/>
          </p:nvSpPr>
          <p:spPr>
            <a:xfrm>
              <a:off x="7620110" y="411471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94" name="Google Shape;3494;p10"/>
            <p:cNvSpPr/>
            <p:nvPr/>
          </p:nvSpPr>
          <p:spPr>
            <a:xfrm>
              <a:off x="8001115" y="411471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95" name="Google Shape;3495;p10"/>
            <p:cNvSpPr/>
            <p:nvPr/>
          </p:nvSpPr>
          <p:spPr>
            <a:xfrm>
              <a:off x="8382120" y="411471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96" name="Google Shape;3496;p10"/>
            <p:cNvSpPr/>
            <p:nvPr/>
          </p:nvSpPr>
          <p:spPr>
            <a:xfrm>
              <a:off x="8763125" y="411471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97" name="Google Shape;3497;p10"/>
            <p:cNvSpPr/>
            <p:nvPr/>
          </p:nvSpPr>
          <p:spPr>
            <a:xfrm>
              <a:off x="7620110" y="445760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98" name="Google Shape;3498;p10"/>
            <p:cNvSpPr/>
            <p:nvPr/>
          </p:nvSpPr>
          <p:spPr>
            <a:xfrm>
              <a:off x="8001115" y="445760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99" name="Google Shape;3499;p10"/>
            <p:cNvSpPr/>
            <p:nvPr/>
          </p:nvSpPr>
          <p:spPr>
            <a:xfrm>
              <a:off x="8382120" y="445760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00" name="Google Shape;3500;p10"/>
            <p:cNvSpPr/>
            <p:nvPr/>
          </p:nvSpPr>
          <p:spPr>
            <a:xfrm>
              <a:off x="8763125" y="445760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01" name="Google Shape;3501;p10"/>
            <p:cNvSpPr/>
            <p:nvPr/>
          </p:nvSpPr>
          <p:spPr>
            <a:xfrm>
              <a:off x="7620110" y="480049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02" name="Google Shape;3502;p10"/>
            <p:cNvSpPr/>
            <p:nvPr/>
          </p:nvSpPr>
          <p:spPr>
            <a:xfrm>
              <a:off x="8001115" y="480049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03" name="Google Shape;3503;p10"/>
            <p:cNvSpPr/>
            <p:nvPr/>
          </p:nvSpPr>
          <p:spPr>
            <a:xfrm>
              <a:off x="8382120" y="480049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04" name="Google Shape;3504;p10"/>
            <p:cNvSpPr/>
            <p:nvPr/>
          </p:nvSpPr>
          <p:spPr>
            <a:xfrm>
              <a:off x="8763125" y="480049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505" name="Google Shape;3505;p10"/>
          <p:cNvSpPr/>
          <p:nvPr/>
        </p:nvSpPr>
        <p:spPr>
          <a:xfrm flipH="1">
            <a:off x="0" y="0"/>
            <a:ext cx="9144000" cy="5143500"/>
          </a:xfrm>
          <a:prstGeom prst="rtTriangle">
            <a:avLst/>
          </a:prstGeom>
          <a:solidFill>
            <a:srgbClr val="005051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506" name="Google Shape;3506;p10"/>
          <p:cNvGrpSpPr/>
          <p:nvPr/>
        </p:nvGrpSpPr>
        <p:grpSpPr>
          <a:xfrm>
            <a:off x="553048" y="535000"/>
            <a:ext cx="8105852" cy="4302000"/>
            <a:chOff x="553048" y="535000"/>
            <a:chExt cx="8105852" cy="4302000"/>
          </a:xfrm>
        </p:grpSpPr>
        <p:sp>
          <p:nvSpPr>
            <p:cNvPr id="3507" name="Google Shape;3507;p10"/>
            <p:cNvSpPr/>
            <p:nvPr/>
          </p:nvSpPr>
          <p:spPr>
            <a:xfrm>
              <a:off x="942300" y="763600"/>
              <a:ext cx="7716600" cy="4073400"/>
            </a:xfrm>
            <a:prstGeom prst="roundRect">
              <a:avLst>
                <a:gd fmla="val 2480" name="adj"/>
              </a:avLst>
            </a:prstGeom>
            <a:solidFill>
              <a:srgbClr val="222828">
                <a:alpha val="2039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08" name="Google Shape;3508;p10"/>
            <p:cNvSpPr/>
            <p:nvPr/>
          </p:nvSpPr>
          <p:spPr>
            <a:xfrm>
              <a:off x="712275" y="535000"/>
              <a:ext cx="7716600" cy="4073400"/>
            </a:xfrm>
            <a:prstGeom prst="roundRect">
              <a:avLst>
                <a:gd fmla="val 2480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09" name="Google Shape;3509;p10"/>
            <p:cNvSpPr/>
            <p:nvPr/>
          </p:nvSpPr>
          <p:spPr>
            <a:xfrm>
              <a:off x="848698" y="898261"/>
              <a:ext cx="317374" cy="317436"/>
            </a:xfrm>
            <a:custGeom>
              <a:rect b="b" l="l" r="r" t="t"/>
              <a:pathLst>
                <a:path extrusionOk="0" h="15212" w="15209">
                  <a:moveTo>
                    <a:pt x="7604" y="0"/>
                  </a:moveTo>
                  <a:cubicBezTo>
                    <a:pt x="3404" y="0"/>
                    <a:pt x="0" y="3405"/>
                    <a:pt x="0" y="7605"/>
                  </a:cubicBezTo>
                  <a:cubicBezTo>
                    <a:pt x="0" y="11805"/>
                    <a:pt x="3404" y="15212"/>
                    <a:pt x="7604" y="15212"/>
                  </a:cubicBezTo>
                  <a:cubicBezTo>
                    <a:pt x="11804" y="15212"/>
                    <a:pt x="15209" y="11805"/>
                    <a:pt x="15209" y="7605"/>
                  </a:cubicBezTo>
                  <a:cubicBezTo>
                    <a:pt x="15209" y="3405"/>
                    <a:pt x="11804" y="0"/>
                    <a:pt x="760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10" name="Google Shape;3510;p10"/>
            <p:cNvSpPr/>
            <p:nvPr/>
          </p:nvSpPr>
          <p:spPr>
            <a:xfrm>
              <a:off x="553048" y="931482"/>
              <a:ext cx="549400" cy="250994"/>
            </a:xfrm>
            <a:custGeom>
              <a:rect b="b" l="l" r="r" t="t"/>
              <a:pathLst>
                <a:path extrusionOk="0" h="12028" w="26328">
                  <a:moveTo>
                    <a:pt x="1493" y="0"/>
                  </a:moveTo>
                  <a:cubicBezTo>
                    <a:pt x="671" y="0"/>
                    <a:pt x="0" y="668"/>
                    <a:pt x="0" y="1494"/>
                  </a:cubicBezTo>
                  <a:cubicBezTo>
                    <a:pt x="0" y="2319"/>
                    <a:pt x="671" y="2990"/>
                    <a:pt x="1493" y="2990"/>
                  </a:cubicBezTo>
                  <a:lnTo>
                    <a:pt x="19596" y="2990"/>
                  </a:lnTo>
                  <a:cubicBezTo>
                    <a:pt x="21591" y="2990"/>
                    <a:pt x="23340" y="4081"/>
                    <a:pt x="23340" y="5330"/>
                  </a:cubicBezTo>
                  <a:lnTo>
                    <a:pt x="23340" y="6698"/>
                  </a:lnTo>
                  <a:cubicBezTo>
                    <a:pt x="23340" y="7944"/>
                    <a:pt x="21591" y="9038"/>
                    <a:pt x="19596" y="9038"/>
                  </a:cubicBezTo>
                  <a:lnTo>
                    <a:pt x="1493" y="9038"/>
                  </a:lnTo>
                  <a:cubicBezTo>
                    <a:pt x="671" y="9038"/>
                    <a:pt x="0" y="9706"/>
                    <a:pt x="0" y="10532"/>
                  </a:cubicBezTo>
                  <a:cubicBezTo>
                    <a:pt x="0" y="11357"/>
                    <a:pt x="671" y="12028"/>
                    <a:pt x="1493" y="12028"/>
                  </a:cubicBezTo>
                  <a:lnTo>
                    <a:pt x="19596" y="12028"/>
                  </a:lnTo>
                  <a:lnTo>
                    <a:pt x="19596" y="12025"/>
                  </a:lnTo>
                  <a:cubicBezTo>
                    <a:pt x="23370" y="12025"/>
                    <a:pt x="26327" y="9685"/>
                    <a:pt x="26327" y="6695"/>
                  </a:cubicBezTo>
                  <a:lnTo>
                    <a:pt x="26327" y="5327"/>
                  </a:lnTo>
                  <a:cubicBezTo>
                    <a:pt x="26327" y="2340"/>
                    <a:pt x="23370" y="0"/>
                    <a:pt x="19596" y="0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11" name="Google Shape;3511;p10"/>
            <p:cNvSpPr/>
            <p:nvPr/>
          </p:nvSpPr>
          <p:spPr>
            <a:xfrm>
              <a:off x="848698" y="1332681"/>
              <a:ext cx="317374" cy="317457"/>
            </a:xfrm>
            <a:custGeom>
              <a:rect b="b" l="l" r="r" t="t"/>
              <a:pathLst>
                <a:path extrusionOk="0" h="15213" w="15209">
                  <a:moveTo>
                    <a:pt x="7604" y="1"/>
                  </a:moveTo>
                  <a:cubicBezTo>
                    <a:pt x="3404" y="1"/>
                    <a:pt x="0" y="3408"/>
                    <a:pt x="0" y="7608"/>
                  </a:cubicBezTo>
                  <a:cubicBezTo>
                    <a:pt x="0" y="11808"/>
                    <a:pt x="3404" y="15212"/>
                    <a:pt x="7604" y="15212"/>
                  </a:cubicBezTo>
                  <a:cubicBezTo>
                    <a:pt x="11804" y="15212"/>
                    <a:pt x="15209" y="11808"/>
                    <a:pt x="15209" y="7608"/>
                  </a:cubicBezTo>
                  <a:cubicBezTo>
                    <a:pt x="15209" y="3408"/>
                    <a:pt x="11804" y="1"/>
                    <a:pt x="760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12" name="Google Shape;3512;p10"/>
            <p:cNvSpPr/>
            <p:nvPr/>
          </p:nvSpPr>
          <p:spPr>
            <a:xfrm>
              <a:off x="553048" y="1365902"/>
              <a:ext cx="549400" cy="251015"/>
            </a:xfrm>
            <a:custGeom>
              <a:rect b="b" l="l" r="r" t="t"/>
              <a:pathLst>
                <a:path extrusionOk="0" h="12029" w="26328">
                  <a:moveTo>
                    <a:pt x="1493" y="1"/>
                  </a:moveTo>
                  <a:cubicBezTo>
                    <a:pt x="671" y="1"/>
                    <a:pt x="0" y="671"/>
                    <a:pt x="0" y="1497"/>
                  </a:cubicBezTo>
                  <a:cubicBezTo>
                    <a:pt x="0" y="2320"/>
                    <a:pt x="671" y="2990"/>
                    <a:pt x="1493" y="2990"/>
                  </a:cubicBezTo>
                  <a:lnTo>
                    <a:pt x="19596" y="2990"/>
                  </a:lnTo>
                  <a:cubicBezTo>
                    <a:pt x="21591" y="2990"/>
                    <a:pt x="23340" y="4084"/>
                    <a:pt x="23340" y="5330"/>
                  </a:cubicBezTo>
                  <a:lnTo>
                    <a:pt x="23340" y="6699"/>
                  </a:lnTo>
                  <a:cubicBezTo>
                    <a:pt x="23340" y="7948"/>
                    <a:pt x="21591" y="9042"/>
                    <a:pt x="19596" y="9042"/>
                  </a:cubicBezTo>
                  <a:lnTo>
                    <a:pt x="1493" y="9042"/>
                  </a:lnTo>
                  <a:cubicBezTo>
                    <a:pt x="671" y="9042"/>
                    <a:pt x="0" y="9709"/>
                    <a:pt x="0" y="10535"/>
                  </a:cubicBezTo>
                  <a:cubicBezTo>
                    <a:pt x="0" y="11361"/>
                    <a:pt x="671" y="12028"/>
                    <a:pt x="1493" y="12028"/>
                  </a:cubicBezTo>
                  <a:lnTo>
                    <a:pt x="19596" y="12028"/>
                  </a:lnTo>
                  <a:cubicBezTo>
                    <a:pt x="23370" y="12028"/>
                    <a:pt x="26327" y="9688"/>
                    <a:pt x="26327" y="6699"/>
                  </a:cubicBezTo>
                  <a:lnTo>
                    <a:pt x="26327" y="5330"/>
                  </a:lnTo>
                  <a:cubicBezTo>
                    <a:pt x="26327" y="2344"/>
                    <a:pt x="23370" y="1"/>
                    <a:pt x="19596" y="1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13" name="Google Shape;3513;p10"/>
            <p:cNvSpPr/>
            <p:nvPr/>
          </p:nvSpPr>
          <p:spPr>
            <a:xfrm>
              <a:off x="848698" y="1767184"/>
              <a:ext cx="317374" cy="317436"/>
            </a:xfrm>
            <a:custGeom>
              <a:rect b="b" l="l" r="r" t="t"/>
              <a:pathLst>
                <a:path extrusionOk="0" h="15212" w="15209">
                  <a:moveTo>
                    <a:pt x="7604" y="0"/>
                  </a:moveTo>
                  <a:cubicBezTo>
                    <a:pt x="3404" y="0"/>
                    <a:pt x="0" y="3404"/>
                    <a:pt x="0" y="7605"/>
                  </a:cubicBezTo>
                  <a:cubicBezTo>
                    <a:pt x="0" y="11805"/>
                    <a:pt x="3404" y="15212"/>
                    <a:pt x="7604" y="15212"/>
                  </a:cubicBezTo>
                  <a:cubicBezTo>
                    <a:pt x="11804" y="15212"/>
                    <a:pt x="15209" y="11805"/>
                    <a:pt x="15209" y="7605"/>
                  </a:cubicBezTo>
                  <a:cubicBezTo>
                    <a:pt x="15209" y="3404"/>
                    <a:pt x="11804" y="0"/>
                    <a:pt x="760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14" name="Google Shape;3514;p10"/>
            <p:cNvSpPr/>
            <p:nvPr/>
          </p:nvSpPr>
          <p:spPr>
            <a:xfrm>
              <a:off x="553048" y="1800405"/>
              <a:ext cx="549400" cy="250994"/>
            </a:xfrm>
            <a:custGeom>
              <a:rect b="b" l="l" r="r" t="t"/>
              <a:pathLst>
                <a:path extrusionOk="0" h="12028" w="26328">
                  <a:moveTo>
                    <a:pt x="1493" y="0"/>
                  </a:moveTo>
                  <a:cubicBezTo>
                    <a:pt x="671" y="0"/>
                    <a:pt x="0" y="668"/>
                    <a:pt x="0" y="1493"/>
                  </a:cubicBezTo>
                  <a:cubicBezTo>
                    <a:pt x="0" y="2319"/>
                    <a:pt x="671" y="2990"/>
                    <a:pt x="1493" y="2990"/>
                  </a:cubicBezTo>
                  <a:lnTo>
                    <a:pt x="19596" y="2990"/>
                  </a:lnTo>
                  <a:cubicBezTo>
                    <a:pt x="21591" y="2990"/>
                    <a:pt x="23340" y="4081"/>
                    <a:pt x="23340" y="5330"/>
                  </a:cubicBezTo>
                  <a:lnTo>
                    <a:pt x="23340" y="6695"/>
                  </a:lnTo>
                  <a:cubicBezTo>
                    <a:pt x="23340" y="7944"/>
                    <a:pt x="21591" y="9038"/>
                    <a:pt x="19596" y="9038"/>
                  </a:cubicBezTo>
                  <a:lnTo>
                    <a:pt x="1493" y="9038"/>
                  </a:lnTo>
                  <a:cubicBezTo>
                    <a:pt x="671" y="9038"/>
                    <a:pt x="0" y="9706"/>
                    <a:pt x="0" y="10532"/>
                  </a:cubicBezTo>
                  <a:cubicBezTo>
                    <a:pt x="0" y="11357"/>
                    <a:pt x="671" y="12028"/>
                    <a:pt x="1493" y="12028"/>
                  </a:cubicBezTo>
                  <a:lnTo>
                    <a:pt x="19596" y="12028"/>
                  </a:lnTo>
                  <a:lnTo>
                    <a:pt x="19596" y="12025"/>
                  </a:lnTo>
                  <a:cubicBezTo>
                    <a:pt x="23370" y="12025"/>
                    <a:pt x="26327" y="9685"/>
                    <a:pt x="26327" y="6695"/>
                  </a:cubicBezTo>
                  <a:lnTo>
                    <a:pt x="26327" y="5327"/>
                  </a:lnTo>
                  <a:cubicBezTo>
                    <a:pt x="26327" y="2340"/>
                    <a:pt x="23370" y="0"/>
                    <a:pt x="19596" y="0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15" name="Google Shape;3515;p10"/>
            <p:cNvSpPr/>
            <p:nvPr/>
          </p:nvSpPr>
          <p:spPr>
            <a:xfrm>
              <a:off x="848698" y="2201603"/>
              <a:ext cx="317374" cy="317457"/>
            </a:xfrm>
            <a:custGeom>
              <a:rect b="b" l="l" r="r" t="t"/>
              <a:pathLst>
                <a:path extrusionOk="0" h="15213" w="15209">
                  <a:moveTo>
                    <a:pt x="7604" y="1"/>
                  </a:moveTo>
                  <a:cubicBezTo>
                    <a:pt x="3404" y="1"/>
                    <a:pt x="0" y="3405"/>
                    <a:pt x="0" y="7608"/>
                  </a:cubicBezTo>
                  <a:cubicBezTo>
                    <a:pt x="0" y="11808"/>
                    <a:pt x="3404" y="15212"/>
                    <a:pt x="7604" y="15212"/>
                  </a:cubicBezTo>
                  <a:cubicBezTo>
                    <a:pt x="11804" y="15212"/>
                    <a:pt x="15209" y="11808"/>
                    <a:pt x="15209" y="7608"/>
                  </a:cubicBezTo>
                  <a:cubicBezTo>
                    <a:pt x="15209" y="3405"/>
                    <a:pt x="11804" y="1"/>
                    <a:pt x="760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16" name="Google Shape;3516;p10"/>
            <p:cNvSpPr/>
            <p:nvPr/>
          </p:nvSpPr>
          <p:spPr>
            <a:xfrm>
              <a:off x="553048" y="2234824"/>
              <a:ext cx="549400" cy="251015"/>
            </a:xfrm>
            <a:custGeom>
              <a:rect b="b" l="l" r="r" t="t"/>
              <a:pathLst>
                <a:path extrusionOk="0" h="12029" w="26328">
                  <a:moveTo>
                    <a:pt x="1493" y="1"/>
                  </a:moveTo>
                  <a:cubicBezTo>
                    <a:pt x="671" y="1"/>
                    <a:pt x="0" y="668"/>
                    <a:pt x="0" y="1494"/>
                  </a:cubicBezTo>
                  <a:cubicBezTo>
                    <a:pt x="0" y="2320"/>
                    <a:pt x="671" y="2990"/>
                    <a:pt x="1493" y="2990"/>
                  </a:cubicBezTo>
                  <a:lnTo>
                    <a:pt x="19596" y="2990"/>
                  </a:lnTo>
                  <a:cubicBezTo>
                    <a:pt x="21591" y="2990"/>
                    <a:pt x="23340" y="4084"/>
                    <a:pt x="23340" y="5330"/>
                  </a:cubicBezTo>
                  <a:lnTo>
                    <a:pt x="23340" y="6699"/>
                  </a:lnTo>
                  <a:cubicBezTo>
                    <a:pt x="23340" y="7945"/>
                    <a:pt x="21591" y="9039"/>
                    <a:pt x="19596" y="9039"/>
                  </a:cubicBezTo>
                  <a:lnTo>
                    <a:pt x="1493" y="9039"/>
                  </a:lnTo>
                  <a:cubicBezTo>
                    <a:pt x="671" y="9039"/>
                    <a:pt x="0" y="9706"/>
                    <a:pt x="0" y="10532"/>
                  </a:cubicBezTo>
                  <a:cubicBezTo>
                    <a:pt x="0" y="11358"/>
                    <a:pt x="671" y="12028"/>
                    <a:pt x="1493" y="12028"/>
                  </a:cubicBezTo>
                  <a:lnTo>
                    <a:pt x="19596" y="12028"/>
                  </a:lnTo>
                  <a:lnTo>
                    <a:pt x="19596" y="12025"/>
                  </a:lnTo>
                  <a:cubicBezTo>
                    <a:pt x="23370" y="12025"/>
                    <a:pt x="26327" y="9685"/>
                    <a:pt x="26327" y="6699"/>
                  </a:cubicBezTo>
                  <a:lnTo>
                    <a:pt x="26327" y="5330"/>
                  </a:lnTo>
                  <a:cubicBezTo>
                    <a:pt x="26327" y="2341"/>
                    <a:pt x="23370" y="1"/>
                    <a:pt x="19596" y="1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17" name="Google Shape;3517;p10"/>
            <p:cNvSpPr/>
            <p:nvPr/>
          </p:nvSpPr>
          <p:spPr>
            <a:xfrm>
              <a:off x="848698" y="2636106"/>
              <a:ext cx="317374" cy="317374"/>
            </a:xfrm>
            <a:custGeom>
              <a:rect b="b" l="l" r="r" t="t"/>
              <a:pathLst>
                <a:path extrusionOk="0" h="15209" w="15209">
                  <a:moveTo>
                    <a:pt x="7604" y="0"/>
                  </a:moveTo>
                  <a:cubicBezTo>
                    <a:pt x="3404" y="0"/>
                    <a:pt x="0" y="3404"/>
                    <a:pt x="0" y="7604"/>
                  </a:cubicBezTo>
                  <a:cubicBezTo>
                    <a:pt x="0" y="11805"/>
                    <a:pt x="3404" y="15209"/>
                    <a:pt x="7604" y="15209"/>
                  </a:cubicBezTo>
                  <a:cubicBezTo>
                    <a:pt x="11804" y="15209"/>
                    <a:pt x="15209" y="11805"/>
                    <a:pt x="15209" y="7604"/>
                  </a:cubicBezTo>
                  <a:cubicBezTo>
                    <a:pt x="15209" y="3404"/>
                    <a:pt x="11804" y="0"/>
                    <a:pt x="760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18" name="Google Shape;3518;p10"/>
            <p:cNvSpPr/>
            <p:nvPr/>
          </p:nvSpPr>
          <p:spPr>
            <a:xfrm>
              <a:off x="553048" y="2669265"/>
              <a:ext cx="549400" cy="250994"/>
            </a:xfrm>
            <a:custGeom>
              <a:rect b="b" l="l" r="r" t="t"/>
              <a:pathLst>
                <a:path extrusionOk="0" h="12028" w="26328">
                  <a:moveTo>
                    <a:pt x="1493" y="0"/>
                  </a:moveTo>
                  <a:cubicBezTo>
                    <a:pt x="671" y="0"/>
                    <a:pt x="0" y="671"/>
                    <a:pt x="0" y="1496"/>
                  </a:cubicBezTo>
                  <a:cubicBezTo>
                    <a:pt x="0" y="2322"/>
                    <a:pt x="671" y="2990"/>
                    <a:pt x="1493" y="2990"/>
                  </a:cubicBezTo>
                  <a:lnTo>
                    <a:pt x="19596" y="2990"/>
                  </a:lnTo>
                  <a:cubicBezTo>
                    <a:pt x="21591" y="2990"/>
                    <a:pt x="23340" y="4084"/>
                    <a:pt x="23340" y="5330"/>
                  </a:cubicBezTo>
                  <a:lnTo>
                    <a:pt x="23340" y="6698"/>
                  </a:lnTo>
                  <a:cubicBezTo>
                    <a:pt x="23340" y="7947"/>
                    <a:pt x="21591" y="9041"/>
                    <a:pt x="19596" y="9041"/>
                  </a:cubicBezTo>
                  <a:lnTo>
                    <a:pt x="1493" y="9041"/>
                  </a:lnTo>
                  <a:cubicBezTo>
                    <a:pt x="671" y="9041"/>
                    <a:pt x="0" y="9709"/>
                    <a:pt x="0" y="10534"/>
                  </a:cubicBezTo>
                  <a:cubicBezTo>
                    <a:pt x="0" y="11360"/>
                    <a:pt x="671" y="12028"/>
                    <a:pt x="1493" y="12028"/>
                  </a:cubicBezTo>
                  <a:lnTo>
                    <a:pt x="19596" y="12028"/>
                  </a:lnTo>
                  <a:cubicBezTo>
                    <a:pt x="23370" y="12028"/>
                    <a:pt x="26327" y="9688"/>
                    <a:pt x="26327" y="6698"/>
                  </a:cubicBezTo>
                  <a:lnTo>
                    <a:pt x="26327" y="5330"/>
                  </a:lnTo>
                  <a:cubicBezTo>
                    <a:pt x="26327" y="2343"/>
                    <a:pt x="23370" y="0"/>
                    <a:pt x="19596" y="0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19" name="Google Shape;3519;p10"/>
            <p:cNvSpPr/>
            <p:nvPr/>
          </p:nvSpPr>
          <p:spPr>
            <a:xfrm>
              <a:off x="848698" y="3070526"/>
              <a:ext cx="317374" cy="317457"/>
            </a:xfrm>
            <a:custGeom>
              <a:rect b="b" l="l" r="r" t="t"/>
              <a:pathLst>
                <a:path extrusionOk="0" h="15213" w="15209">
                  <a:moveTo>
                    <a:pt x="7604" y="1"/>
                  </a:moveTo>
                  <a:cubicBezTo>
                    <a:pt x="3404" y="1"/>
                    <a:pt x="0" y="3405"/>
                    <a:pt x="0" y="7605"/>
                  </a:cubicBezTo>
                  <a:cubicBezTo>
                    <a:pt x="0" y="11805"/>
                    <a:pt x="3404" y="15212"/>
                    <a:pt x="7604" y="15212"/>
                  </a:cubicBezTo>
                  <a:cubicBezTo>
                    <a:pt x="11804" y="15212"/>
                    <a:pt x="15209" y="11805"/>
                    <a:pt x="15209" y="7605"/>
                  </a:cubicBezTo>
                  <a:cubicBezTo>
                    <a:pt x="15209" y="3405"/>
                    <a:pt x="11804" y="1"/>
                    <a:pt x="760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20" name="Google Shape;3520;p10"/>
            <p:cNvSpPr/>
            <p:nvPr/>
          </p:nvSpPr>
          <p:spPr>
            <a:xfrm>
              <a:off x="553048" y="3103747"/>
              <a:ext cx="549400" cy="251015"/>
            </a:xfrm>
            <a:custGeom>
              <a:rect b="b" l="l" r="r" t="t"/>
              <a:pathLst>
                <a:path extrusionOk="0" h="12029" w="26328">
                  <a:moveTo>
                    <a:pt x="1493" y="0"/>
                  </a:moveTo>
                  <a:cubicBezTo>
                    <a:pt x="671" y="0"/>
                    <a:pt x="0" y="668"/>
                    <a:pt x="0" y="1494"/>
                  </a:cubicBezTo>
                  <a:cubicBezTo>
                    <a:pt x="0" y="2320"/>
                    <a:pt x="671" y="2987"/>
                    <a:pt x="1493" y="2987"/>
                  </a:cubicBezTo>
                  <a:lnTo>
                    <a:pt x="19596" y="2987"/>
                  </a:lnTo>
                  <a:cubicBezTo>
                    <a:pt x="21591" y="2987"/>
                    <a:pt x="23340" y="4081"/>
                    <a:pt x="23340" y="5330"/>
                  </a:cubicBezTo>
                  <a:lnTo>
                    <a:pt x="23340" y="6696"/>
                  </a:lnTo>
                  <a:cubicBezTo>
                    <a:pt x="23340" y="7945"/>
                    <a:pt x="21591" y="9039"/>
                    <a:pt x="19596" y="9039"/>
                  </a:cubicBezTo>
                  <a:lnTo>
                    <a:pt x="1493" y="9039"/>
                  </a:lnTo>
                  <a:cubicBezTo>
                    <a:pt x="671" y="9039"/>
                    <a:pt x="0" y="9706"/>
                    <a:pt x="0" y="10532"/>
                  </a:cubicBezTo>
                  <a:cubicBezTo>
                    <a:pt x="0" y="11358"/>
                    <a:pt x="671" y="12028"/>
                    <a:pt x="1493" y="12028"/>
                  </a:cubicBezTo>
                  <a:lnTo>
                    <a:pt x="19596" y="12028"/>
                  </a:lnTo>
                  <a:lnTo>
                    <a:pt x="19596" y="12025"/>
                  </a:lnTo>
                  <a:cubicBezTo>
                    <a:pt x="23370" y="12025"/>
                    <a:pt x="26327" y="9685"/>
                    <a:pt x="26327" y="6696"/>
                  </a:cubicBezTo>
                  <a:lnTo>
                    <a:pt x="26327" y="5330"/>
                  </a:lnTo>
                  <a:cubicBezTo>
                    <a:pt x="26327" y="2340"/>
                    <a:pt x="23370" y="0"/>
                    <a:pt x="19596" y="0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21" name="Google Shape;3521;p10"/>
            <p:cNvSpPr/>
            <p:nvPr/>
          </p:nvSpPr>
          <p:spPr>
            <a:xfrm>
              <a:off x="848698" y="3504966"/>
              <a:ext cx="317374" cy="317436"/>
            </a:xfrm>
            <a:custGeom>
              <a:rect b="b" l="l" r="r" t="t"/>
              <a:pathLst>
                <a:path extrusionOk="0" h="15212" w="15209">
                  <a:moveTo>
                    <a:pt x="7604" y="0"/>
                  </a:moveTo>
                  <a:cubicBezTo>
                    <a:pt x="3404" y="0"/>
                    <a:pt x="0" y="3407"/>
                    <a:pt x="0" y="7607"/>
                  </a:cubicBezTo>
                  <a:cubicBezTo>
                    <a:pt x="0" y="11807"/>
                    <a:pt x="3404" y="15212"/>
                    <a:pt x="7604" y="15212"/>
                  </a:cubicBezTo>
                  <a:cubicBezTo>
                    <a:pt x="11804" y="15212"/>
                    <a:pt x="15209" y="11807"/>
                    <a:pt x="15209" y="7607"/>
                  </a:cubicBezTo>
                  <a:cubicBezTo>
                    <a:pt x="15209" y="3407"/>
                    <a:pt x="11804" y="0"/>
                    <a:pt x="760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22" name="Google Shape;3522;p10"/>
            <p:cNvSpPr/>
            <p:nvPr/>
          </p:nvSpPr>
          <p:spPr>
            <a:xfrm>
              <a:off x="553048" y="3538167"/>
              <a:ext cx="549400" cy="251015"/>
            </a:xfrm>
            <a:custGeom>
              <a:rect b="b" l="l" r="r" t="t"/>
              <a:pathLst>
                <a:path extrusionOk="0" h="12029" w="26328">
                  <a:moveTo>
                    <a:pt x="1493" y="1"/>
                  </a:moveTo>
                  <a:cubicBezTo>
                    <a:pt x="671" y="1"/>
                    <a:pt x="0" y="672"/>
                    <a:pt x="0" y="1497"/>
                  </a:cubicBezTo>
                  <a:cubicBezTo>
                    <a:pt x="0" y="2320"/>
                    <a:pt x="671" y="2991"/>
                    <a:pt x="1493" y="2991"/>
                  </a:cubicBezTo>
                  <a:lnTo>
                    <a:pt x="19596" y="2991"/>
                  </a:lnTo>
                  <a:cubicBezTo>
                    <a:pt x="21591" y="2991"/>
                    <a:pt x="23340" y="4085"/>
                    <a:pt x="23340" y="5331"/>
                  </a:cubicBezTo>
                  <a:lnTo>
                    <a:pt x="23340" y="6699"/>
                  </a:lnTo>
                  <a:cubicBezTo>
                    <a:pt x="23340" y="7948"/>
                    <a:pt x="21591" y="9042"/>
                    <a:pt x="19596" y="9042"/>
                  </a:cubicBezTo>
                  <a:lnTo>
                    <a:pt x="1493" y="9042"/>
                  </a:lnTo>
                  <a:cubicBezTo>
                    <a:pt x="671" y="9042"/>
                    <a:pt x="0" y="9710"/>
                    <a:pt x="0" y="10535"/>
                  </a:cubicBezTo>
                  <a:cubicBezTo>
                    <a:pt x="0" y="11361"/>
                    <a:pt x="671" y="12029"/>
                    <a:pt x="1493" y="12029"/>
                  </a:cubicBezTo>
                  <a:lnTo>
                    <a:pt x="19596" y="12029"/>
                  </a:lnTo>
                  <a:cubicBezTo>
                    <a:pt x="23370" y="12029"/>
                    <a:pt x="26327" y="9689"/>
                    <a:pt x="26327" y="6699"/>
                  </a:cubicBezTo>
                  <a:lnTo>
                    <a:pt x="26327" y="5331"/>
                  </a:lnTo>
                  <a:cubicBezTo>
                    <a:pt x="26327" y="2344"/>
                    <a:pt x="23370" y="1"/>
                    <a:pt x="19596" y="1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23" name="Google Shape;3523;p10"/>
            <p:cNvSpPr/>
            <p:nvPr/>
          </p:nvSpPr>
          <p:spPr>
            <a:xfrm>
              <a:off x="848698" y="3939449"/>
              <a:ext cx="317374" cy="317395"/>
            </a:xfrm>
            <a:custGeom>
              <a:rect b="b" l="l" r="r" t="t"/>
              <a:pathLst>
                <a:path extrusionOk="0" h="15210" w="15209">
                  <a:moveTo>
                    <a:pt x="7604" y="1"/>
                  </a:moveTo>
                  <a:cubicBezTo>
                    <a:pt x="3404" y="1"/>
                    <a:pt x="0" y="3405"/>
                    <a:pt x="0" y="7605"/>
                  </a:cubicBezTo>
                  <a:cubicBezTo>
                    <a:pt x="0" y="11805"/>
                    <a:pt x="3404" y="15209"/>
                    <a:pt x="7604" y="15209"/>
                  </a:cubicBezTo>
                  <a:cubicBezTo>
                    <a:pt x="11804" y="15209"/>
                    <a:pt x="15209" y="11805"/>
                    <a:pt x="15209" y="7605"/>
                  </a:cubicBezTo>
                  <a:cubicBezTo>
                    <a:pt x="15209" y="3405"/>
                    <a:pt x="11804" y="1"/>
                    <a:pt x="760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24" name="Google Shape;3524;p10"/>
            <p:cNvSpPr/>
            <p:nvPr/>
          </p:nvSpPr>
          <p:spPr>
            <a:xfrm>
              <a:off x="553048" y="3972670"/>
              <a:ext cx="549400" cy="251015"/>
            </a:xfrm>
            <a:custGeom>
              <a:rect b="b" l="l" r="r" t="t"/>
              <a:pathLst>
                <a:path extrusionOk="0" h="12029" w="26328">
                  <a:moveTo>
                    <a:pt x="1493" y="0"/>
                  </a:moveTo>
                  <a:cubicBezTo>
                    <a:pt x="671" y="0"/>
                    <a:pt x="0" y="668"/>
                    <a:pt x="0" y="1494"/>
                  </a:cubicBezTo>
                  <a:cubicBezTo>
                    <a:pt x="0" y="2320"/>
                    <a:pt x="671" y="2990"/>
                    <a:pt x="1493" y="2990"/>
                  </a:cubicBezTo>
                  <a:lnTo>
                    <a:pt x="19596" y="2990"/>
                  </a:lnTo>
                  <a:cubicBezTo>
                    <a:pt x="21591" y="2990"/>
                    <a:pt x="23340" y="4081"/>
                    <a:pt x="23340" y="5330"/>
                  </a:cubicBezTo>
                  <a:lnTo>
                    <a:pt x="23340" y="6695"/>
                  </a:lnTo>
                  <a:cubicBezTo>
                    <a:pt x="23340" y="7944"/>
                    <a:pt x="21591" y="9038"/>
                    <a:pt x="19596" y="9038"/>
                  </a:cubicBezTo>
                  <a:lnTo>
                    <a:pt x="1493" y="9038"/>
                  </a:lnTo>
                  <a:cubicBezTo>
                    <a:pt x="671" y="9038"/>
                    <a:pt x="0" y="9706"/>
                    <a:pt x="0" y="10532"/>
                  </a:cubicBezTo>
                  <a:cubicBezTo>
                    <a:pt x="0" y="11358"/>
                    <a:pt x="671" y="12028"/>
                    <a:pt x="1493" y="12028"/>
                  </a:cubicBezTo>
                  <a:lnTo>
                    <a:pt x="19596" y="12028"/>
                  </a:lnTo>
                  <a:lnTo>
                    <a:pt x="19596" y="12025"/>
                  </a:lnTo>
                  <a:cubicBezTo>
                    <a:pt x="23370" y="12025"/>
                    <a:pt x="26327" y="9685"/>
                    <a:pt x="26327" y="6695"/>
                  </a:cubicBezTo>
                  <a:lnTo>
                    <a:pt x="26327" y="5327"/>
                  </a:lnTo>
                  <a:cubicBezTo>
                    <a:pt x="26327" y="2340"/>
                    <a:pt x="23370" y="0"/>
                    <a:pt x="19596" y="0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525" name="Google Shape;3525;p10"/>
          <p:cNvSpPr txBox="1"/>
          <p:nvPr>
            <p:ph type="title"/>
          </p:nvPr>
        </p:nvSpPr>
        <p:spPr>
          <a:xfrm>
            <a:off x="1270650" y="629375"/>
            <a:ext cx="7020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300"/>
              <a:buFont typeface="Gantari ExtraBold"/>
              <a:buNone/>
              <a:defRPr sz="3300">
                <a:solidFill>
                  <a:schemeClr val="lt2"/>
                </a:solidFill>
                <a:latin typeface="Gantari ExtraBold"/>
                <a:ea typeface="Gantari ExtraBold"/>
                <a:cs typeface="Gantari ExtraBold"/>
                <a:sym typeface="Gantari Extra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300"/>
              <a:buFont typeface="Gantari ExtraBold"/>
              <a:buNone/>
              <a:defRPr sz="3300">
                <a:solidFill>
                  <a:schemeClr val="lt2"/>
                </a:solidFill>
                <a:latin typeface="Gantari ExtraBold"/>
                <a:ea typeface="Gantari ExtraBold"/>
                <a:cs typeface="Gantari ExtraBold"/>
                <a:sym typeface="Gantari ExtraBo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300"/>
              <a:buFont typeface="Gantari ExtraBold"/>
              <a:buNone/>
              <a:defRPr sz="3300">
                <a:solidFill>
                  <a:schemeClr val="lt2"/>
                </a:solidFill>
                <a:latin typeface="Gantari ExtraBold"/>
                <a:ea typeface="Gantari ExtraBold"/>
                <a:cs typeface="Gantari ExtraBold"/>
                <a:sym typeface="Gantari ExtraBo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300"/>
              <a:buFont typeface="Gantari ExtraBold"/>
              <a:buNone/>
              <a:defRPr sz="3300">
                <a:solidFill>
                  <a:schemeClr val="lt2"/>
                </a:solidFill>
                <a:latin typeface="Gantari ExtraBold"/>
                <a:ea typeface="Gantari ExtraBold"/>
                <a:cs typeface="Gantari ExtraBold"/>
                <a:sym typeface="Gantari ExtraBo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300"/>
              <a:buFont typeface="Gantari ExtraBold"/>
              <a:buNone/>
              <a:defRPr sz="3300">
                <a:solidFill>
                  <a:schemeClr val="lt2"/>
                </a:solidFill>
                <a:latin typeface="Gantari ExtraBold"/>
                <a:ea typeface="Gantari ExtraBold"/>
                <a:cs typeface="Gantari ExtraBold"/>
                <a:sym typeface="Gantari ExtraBo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300"/>
              <a:buFont typeface="Gantari ExtraBold"/>
              <a:buNone/>
              <a:defRPr sz="3300">
                <a:solidFill>
                  <a:schemeClr val="lt2"/>
                </a:solidFill>
                <a:latin typeface="Gantari ExtraBold"/>
                <a:ea typeface="Gantari ExtraBold"/>
                <a:cs typeface="Gantari ExtraBold"/>
                <a:sym typeface="Gantari ExtraBo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300"/>
              <a:buFont typeface="Gantari ExtraBold"/>
              <a:buNone/>
              <a:defRPr sz="3300">
                <a:solidFill>
                  <a:schemeClr val="lt2"/>
                </a:solidFill>
                <a:latin typeface="Gantari ExtraBold"/>
                <a:ea typeface="Gantari ExtraBold"/>
                <a:cs typeface="Gantari ExtraBold"/>
                <a:sym typeface="Gantari ExtraBo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300"/>
              <a:buFont typeface="Gantari ExtraBold"/>
              <a:buNone/>
              <a:defRPr sz="3300">
                <a:solidFill>
                  <a:schemeClr val="lt2"/>
                </a:solidFill>
                <a:latin typeface="Gantari ExtraBold"/>
                <a:ea typeface="Gantari ExtraBold"/>
                <a:cs typeface="Gantari ExtraBold"/>
                <a:sym typeface="Gantari ExtraBo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300"/>
              <a:buFont typeface="Gantari ExtraBold"/>
              <a:buNone/>
              <a:defRPr sz="3300">
                <a:solidFill>
                  <a:schemeClr val="lt2"/>
                </a:solidFill>
                <a:latin typeface="Gantari ExtraBold"/>
                <a:ea typeface="Gantari ExtraBold"/>
                <a:cs typeface="Gantari ExtraBold"/>
                <a:sym typeface="Gantari ExtraBold"/>
              </a:defRPr>
            </a:lvl9pPr>
          </a:lstStyle>
          <a:p/>
        </p:txBody>
      </p:sp>
      <p:sp>
        <p:nvSpPr>
          <p:cNvPr id="3526" name="Google Shape;3526;p10"/>
          <p:cNvSpPr txBox="1"/>
          <p:nvPr>
            <p:ph idx="1" type="body"/>
          </p:nvPr>
        </p:nvSpPr>
        <p:spPr>
          <a:xfrm>
            <a:off x="1270650" y="1202075"/>
            <a:ext cx="3301500" cy="34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antari"/>
              <a:buChar char="●"/>
              <a:defRPr>
                <a:solidFill>
                  <a:schemeClr val="dk1"/>
                </a:solidFill>
                <a:latin typeface="Gantari"/>
                <a:ea typeface="Gantari"/>
                <a:cs typeface="Gantari"/>
                <a:sym typeface="Gantari"/>
              </a:defRPr>
            </a:lvl1pPr>
            <a:lvl2pPr indent="-3175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antari"/>
              <a:buChar char="○"/>
              <a:defRPr>
                <a:solidFill>
                  <a:schemeClr val="dk1"/>
                </a:solidFill>
                <a:latin typeface="Gantari"/>
                <a:ea typeface="Gantari"/>
                <a:cs typeface="Gantari"/>
                <a:sym typeface="Gantari"/>
              </a:defRPr>
            </a:lvl2pPr>
            <a:lvl3pPr indent="-3175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antari"/>
              <a:buChar char="■"/>
              <a:defRPr>
                <a:solidFill>
                  <a:schemeClr val="dk1"/>
                </a:solidFill>
                <a:latin typeface="Gantari"/>
                <a:ea typeface="Gantari"/>
                <a:cs typeface="Gantari"/>
                <a:sym typeface="Gantari"/>
              </a:defRPr>
            </a:lvl3pPr>
            <a:lvl4pPr indent="-3175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antari"/>
              <a:buChar char="●"/>
              <a:defRPr>
                <a:solidFill>
                  <a:schemeClr val="dk1"/>
                </a:solidFill>
                <a:latin typeface="Gantari"/>
                <a:ea typeface="Gantari"/>
                <a:cs typeface="Gantari"/>
                <a:sym typeface="Gantari"/>
              </a:defRPr>
            </a:lvl4pPr>
            <a:lvl5pPr indent="-3175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antari"/>
              <a:buChar char="○"/>
              <a:defRPr>
                <a:solidFill>
                  <a:schemeClr val="dk1"/>
                </a:solidFill>
                <a:latin typeface="Gantari"/>
                <a:ea typeface="Gantari"/>
                <a:cs typeface="Gantari"/>
                <a:sym typeface="Gantari"/>
              </a:defRPr>
            </a:lvl5pPr>
            <a:lvl6pPr indent="-3175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antari"/>
              <a:buChar char="■"/>
              <a:defRPr>
                <a:solidFill>
                  <a:schemeClr val="dk1"/>
                </a:solidFill>
                <a:latin typeface="Gantari"/>
                <a:ea typeface="Gantari"/>
                <a:cs typeface="Gantari"/>
                <a:sym typeface="Gantari"/>
              </a:defRPr>
            </a:lvl6pPr>
            <a:lvl7pPr indent="-3175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antari"/>
              <a:buChar char="●"/>
              <a:defRPr>
                <a:solidFill>
                  <a:schemeClr val="dk1"/>
                </a:solidFill>
                <a:latin typeface="Gantari"/>
                <a:ea typeface="Gantari"/>
                <a:cs typeface="Gantari"/>
                <a:sym typeface="Gantari"/>
              </a:defRPr>
            </a:lvl7pPr>
            <a:lvl8pPr indent="-3175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antari"/>
              <a:buChar char="○"/>
              <a:defRPr>
                <a:solidFill>
                  <a:schemeClr val="dk1"/>
                </a:solidFill>
                <a:latin typeface="Gantari"/>
                <a:ea typeface="Gantari"/>
                <a:cs typeface="Gantari"/>
                <a:sym typeface="Gantari"/>
              </a:defRPr>
            </a:lvl8pPr>
            <a:lvl9pPr indent="-3175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antari"/>
              <a:buChar char="■"/>
              <a:defRPr>
                <a:solidFill>
                  <a:schemeClr val="dk1"/>
                </a:solidFill>
                <a:latin typeface="Gantari"/>
                <a:ea typeface="Gantari"/>
                <a:cs typeface="Gantari"/>
                <a:sym typeface="Ganta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1"/>
        </a:solidFill>
      </p:bgPr>
    </p:bg>
    <p:spTree>
      <p:nvGrpSpPr>
        <p:cNvPr id="3527" name="Shape 3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28" name="Google Shape;3528;p11"/>
          <p:cNvGrpSpPr/>
          <p:nvPr/>
        </p:nvGrpSpPr>
        <p:grpSpPr>
          <a:xfrm>
            <a:off x="0" y="0"/>
            <a:ext cx="9144125" cy="5143391"/>
            <a:chOff x="0" y="0"/>
            <a:chExt cx="9144125" cy="5143391"/>
          </a:xfrm>
        </p:grpSpPr>
        <p:sp>
          <p:nvSpPr>
            <p:cNvPr id="3529" name="Google Shape;3529;p11"/>
            <p:cNvSpPr/>
            <p:nvPr/>
          </p:nvSpPr>
          <p:spPr>
            <a:xfrm>
              <a:off x="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30" name="Google Shape;3530;p11"/>
            <p:cNvSpPr/>
            <p:nvPr/>
          </p:nvSpPr>
          <p:spPr>
            <a:xfrm>
              <a:off x="38100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31" name="Google Shape;3531;p11"/>
            <p:cNvSpPr/>
            <p:nvPr/>
          </p:nvSpPr>
          <p:spPr>
            <a:xfrm>
              <a:off x="76201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32" name="Google Shape;3532;p11"/>
            <p:cNvSpPr/>
            <p:nvPr/>
          </p:nvSpPr>
          <p:spPr>
            <a:xfrm>
              <a:off x="114301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33" name="Google Shape;3533;p11"/>
            <p:cNvSpPr/>
            <p:nvPr/>
          </p:nvSpPr>
          <p:spPr>
            <a:xfrm>
              <a:off x="152402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34" name="Google Shape;3534;p11"/>
            <p:cNvSpPr/>
            <p:nvPr/>
          </p:nvSpPr>
          <p:spPr>
            <a:xfrm>
              <a:off x="190502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35" name="Google Shape;3535;p11"/>
            <p:cNvSpPr/>
            <p:nvPr/>
          </p:nvSpPr>
          <p:spPr>
            <a:xfrm>
              <a:off x="228603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36" name="Google Shape;3536;p11"/>
            <p:cNvSpPr/>
            <p:nvPr/>
          </p:nvSpPr>
          <p:spPr>
            <a:xfrm>
              <a:off x="266703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37" name="Google Shape;3537;p11"/>
            <p:cNvSpPr/>
            <p:nvPr/>
          </p:nvSpPr>
          <p:spPr>
            <a:xfrm>
              <a:off x="304804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38" name="Google Shape;3538;p11"/>
            <p:cNvSpPr/>
            <p:nvPr/>
          </p:nvSpPr>
          <p:spPr>
            <a:xfrm>
              <a:off x="342904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39" name="Google Shape;3539;p11"/>
            <p:cNvSpPr/>
            <p:nvPr/>
          </p:nvSpPr>
          <p:spPr>
            <a:xfrm>
              <a:off x="381005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40" name="Google Shape;3540;p11"/>
            <p:cNvSpPr/>
            <p:nvPr/>
          </p:nvSpPr>
          <p:spPr>
            <a:xfrm>
              <a:off x="419105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41" name="Google Shape;3541;p11"/>
            <p:cNvSpPr/>
            <p:nvPr/>
          </p:nvSpPr>
          <p:spPr>
            <a:xfrm>
              <a:off x="457206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42" name="Google Shape;3542;p11"/>
            <p:cNvSpPr/>
            <p:nvPr/>
          </p:nvSpPr>
          <p:spPr>
            <a:xfrm>
              <a:off x="495306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43" name="Google Shape;3543;p11"/>
            <p:cNvSpPr/>
            <p:nvPr/>
          </p:nvSpPr>
          <p:spPr>
            <a:xfrm>
              <a:off x="533407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44" name="Google Shape;3544;p11"/>
            <p:cNvSpPr/>
            <p:nvPr/>
          </p:nvSpPr>
          <p:spPr>
            <a:xfrm>
              <a:off x="571507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45" name="Google Shape;3545;p11"/>
            <p:cNvSpPr/>
            <p:nvPr/>
          </p:nvSpPr>
          <p:spPr>
            <a:xfrm>
              <a:off x="609608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46" name="Google Shape;3546;p11"/>
            <p:cNvSpPr/>
            <p:nvPr/>
          </p:nvSpPr>
          <p:spPr>
            <a:xfrm>
              <a:off x="647708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47" name="Google Shape;3547;p11"/>
            <p:cNvSpPr/>
            <p:nvPr/>
          </p:nvSpPr>
          <p:spPr>
            <a:xfrm>
              <a:off x="685809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48" name="Google Shape;3548;p11"/>
            <p:cNvSpPr/>
            <p:nvPr/>
          </p:nvSpPr>
          <p:spPr>
            <a:xfrm>
              <a:off x="723909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49" name="Google Shape;3549;p11"/>
            <p:cNvSpPr/>
            <p:nvPr/>
          </p:nvSpPr>
          <p:spPr>
            <a:xfrm>
              <a:off x="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50" name="Google Shape;3550;p11"/>
            <p:cNvSpPr/>
            <p:nvPr/>
          </p:nvSpPr>
          <p:spPr>
            <a:xfrm>
              <a:off x="38100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51" name="Google Shape;3551;p11"/>
            <p:cNvSpPr/>
            <p:nvPr/>
          </p:nvSpPr>
          <p:spPr>
            <a:xfrm>
              <a:off x="76201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52" name="Google Shape;3552;p11"/>
            <p:cNvSpPr/>
            <p:nvPr/>
          </p:nvSpPr>
          <p:spPr>
            <a:xfrm>
              <a:off x="114301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53" name="Google Shape;3553;p11"/>
            <p:cNvSpPr/>
            <p:nvPr/>
          </p:nvSpPr>
          <p:spPr>
            <a:xfrm>
              <a:off x="152402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54" name="Google Shape;3554;p11"/>
            <p:cNvSpPr/>
            <p:nvPr/>
          </p:nvSpPr>
          <p:spPr>
            <a:xfrm>
              <a:off x="190502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55" name="Google Shape;3555;p11"/>
            <p:cNvSpPr/>
            <p:nvPr/>
          </p:nvSpPr>
          <p:spPr>
            <a:xfrm>
              <a:off x="228603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56" name="Google Shape;3556;p11"/>
            <p:cNvSpPr/>
            <p:nvPr/>
          </p:nvSpPr>
          <p:spPr>
            <a:xfrm>
              <a:off x="266703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57" name="Google Shape;3557;p11"/>
            <p:cNvSpPr/>
            <p:nvPr/>
          </p:nvSpPr>
          <p:spPr>
            <a:xfrm>
              <a:off x="304804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58" name="Google Shape;3558;p11"/>
            <p:cNvSpPr/>
            <p:nvPr/>
          </p:nvSpPr>
          <p:spPr>
            <a:xfrm>
              <a:off x="342904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59" name="Google Shape;3559;p11"/>
            <p:cNvSpPr/>
            <p:nvPr/>
          </p:nvSpPr>
          <p:spPr>
            <a:xfrm>
              <a:off x="381005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60" name="Google Shape;3560;p11"/>
            <p:cNvSpPr/>
            <p:nvPr/>
          </p:nvSpPr>
          <p:spPr>
            <a:xfrm>
              <a:off x="419105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61" name="Google Shape;3561;p11"/>
            <p:cNvSpPr/>
            <p:nvPr/>
          </p:nvSpPr>
          <p:spPr>
            <a:xfrm>
              <a:off x="457206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62" name="Google Shape;3562;p11"/>
            <p:cNvSpPr/>
            <p:nvPr/>
          </p:nvSpPr>
          <p:spPr>
            <a:xfrm>
              <a:off x="495306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63" name="Google Shape;3563;p11"/>
            <p:cNvSpPr/>
            <p:nvPr/>
          </p:nvSpPr>
          <p:spPr>
            <a:xfrm>
              <a:off x="533407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64" name="Google Shape;3564;p11"/>
            <p:cNvSpPr/>
            <p:nvPr/>
          </p:nvSpPr>
          <p:spPr>
            <a:xfrm>
              <a:off x="571507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65" name="Google Shape;3565;p11"/>
            <p:cNvSpPr/>
            <p:nvPr/>
          </p:nvSpPr>
          <p:spPr>
            <a:xfrm>
              <a:off x="609608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66" name="Google Shape;3566;p11"/>
            <p:cNvSpPr/>
            <p:nvPr/>
          </p:nvSpPr>
          <p:spPr>
            <a:xfrm>
              <a:off x="647708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67" name="Google Shape;3567;p11"/>
            <p:cNvSpPr/>
            <p:nvPr/>
          </p:nvSpPr>
          <p:spPr>
            <a:xfrm>
              <a:off x="685809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68" name="Google Shape;3568;p11"/>
            <p:cNvSpPr/>
            <p:nvPr/>
          </p:nvSpPr>
          <p:spPr>
            <a:xfrm>
              <a:off x="723909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69" name="Google Shape;3569;p11"/>
            <p:cNvSpPr/>
            <p:nvPr/>
          </p:nvSpPr>
          <p:spPr>
            <a:xfrm>
              <a:off x="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70" name="Google Shape;3570;p11"/>
            <p:cNvSpPr/>
            <p:nvPr/>
          </p:nvSpPr>
          <p:spPr>
            <a:xfrm>
              <a:off x="38100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71" name="Google Shape;3571;p11"/>
            <p:cNvSpPr/>
            <p:nvPr/>
          </p:nvSpPr>
          <p:spPr>
            <a:xfrm>
              <a:off x="76201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72" name="Google Shape;3572;p11"/>
            <p:cNvSpPr/>
            <p:nvPr/>
          </p:nvSpPr>
          <p:spPr>
            <a:xfrm>
              <a:off x="114301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73" name="Google Shape;3573;p11"/>
            <p:cNvSpPr/>
            <p:nvPr/>
          </p:nvSpPr>
          <p:spPr>
            <a:xfrm>
              <a:off x="152402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74" name="Google Shape;3574;p11"/>
            <p:cNvSpPr/>
            <p:nvPr/>
          </p:nvSpPr>
          <p:spPr>
            <a:xfrm>
              <a:off x="190502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75" name="Google Shape;3575;p11"/>
            <p:cNvSpPr/>
            <p:nvPr/>
          </p:nvSpPr>
          <p:spPr>
            <a:xfrm>
              <a:off x="228603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76" name="Google Shape;3576;p11"/>
            <p:cNvSpPr/>
            <p:nvPr/>
          </p:nvSpPr>
          <p:spPr>
            <a:xfrm>
              <a:off x="266703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77" name="Google Shape;3577;p11"/>
            <p:cNvSpPr/>
            <p:nvPr/>
          </p:nvSpPr>
          <p:spPr>
            <a:xfrm>
              <a:off x="304804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78" name="Google Shape;3578;p11"/>
            <p:cNvSpPr/>
            <p:nvPr/>
          </p:nvSpPr>
          <p:spPr>
            <a:xfrm>
              <a:off x="342904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79" name="Google Shape;3579;p11"/>
            <p:cNvSpPr/>
            <p:nvPr/>
          </p:nvSpPr>
          <p:spPr>
            <a:xfrm>
              <a:off x="381005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80" name="Google Shape;3580;p11"/>
            <p:cNvSpPr/>
            <p:nvPr/>
          </p:nvSpPr>
          <p:spPr>
            <a:xfrm>
              <a:off x="419105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81" name="Google Shape;3581;p11"/>
            <p:cNvSpPr/>
            <p:nvPr/>
          </p:nvSpPr>
          <p:spPr>
            <a:xfrm>
              <a:off x="457206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82" name="Google Shape;3582;p11"/>
            <p:cNvSpPr/>
            <p:nvPr/>
          </p:nvSpPr>
          <p:spPr>
            <a:xfrm>
              <a:off x="495306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83" name="Google Shape;3583;p11"/>
            <p:cNvSpPr/>
            <p:nvPr/>
          </p:nvSpPr>
          <p:spPr>
            <a:xfrm>
              <a:off x="533407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84" name="Google Shape;3584;p11"/>
            <p:cNvSpPr/>
            <p:nvPr/>
          </p:nvSpPr>
          <p:spPr>
            <a:xfrm>
              <a:off x="571507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85" name="Google Shape;3585;p11"/>
            <p:cNvSpPr/>
            <p:nvPr/>
          </p:nvSpPr>
          <p:spPr>
            <a:xfrm>
              <a:off x="609608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86" name="Google Shape;3586;p11"/>
            <p:cNvSpPr/>
            <p:nvPr/>
          </p:nvSpPr>
          <p:spPr>
            <a:xfrm>
              <a:off x="647708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87" name="Google Shape;3587;p11"/>
            <p:cNvSpPr/>
            <p:nvPr/>
          </p:nvSpPr>
          <p:spPr>
            <a:xfrm>
              <a:off x="685809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88" name="Google Shape;3588;p11"/>
            <p:cNvSpPr/>
            <p:nvPr/>
          </p:nvSpPr>
          <p:spPr>
            <a:xfrm>
              <a:off x="723909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89" name="Google Shape;3589;p11"/>
            <p:cNvSpPr/>
            <p:nvPr/>
          </p:nvSpPr>
          <p:spPr>
            <a:xfrm>
              <a:off x="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90" name="Google Shape;3590;p11"/>
            <p:cNvSpPr/>
            <p:nvPr/>
          </p:nvSpPr>
          <p:spPr>
            <a:xfrm>
              <a:off x="38100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91" name="Google Shape;3591;p11"/>
            <p:cNvSpPr/>
            <p:nvPr/>
          </p:nvSpPr>
          <p:spPr>
            <a:xfrm>
              <a:off x="76201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92" name="Google Shape;3592;p11"/>
            <p:cNvSpPr/>
            <p:nvPr/>
          </p:nvSpPr>
          <p:spPr>
            <a:xfrm>
              <a:off x="114301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93" name="Google Shape;3593;p11"/>
            <p:cNvSpPr/>
            <p:nvPr/>
          </p:nvSpPr>
          <p:spPr>
            <a:xfrm>
              <a:off x="152402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94" name="Google Shape;3594;p11"/>
            <p:cNvSpPr/>
            <p:nvPr/>
          </p:nvSpPr>
          <p:spPr>
            <a:xfrm>
              <a:off x="190502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95" name="Google Shape;3595;p11"/>
            <p:cNvSpPr/>
            <p:nvPr/>
          </p:nvSpPr>
          <p:spPr>
            <a:xfrm>
              <a:off x="228603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96" name="Google Shape;3596;p11"/>
            <p:cNvSpPr/>
            <p:nvPr/>
          </p:nvSpPr>
          <p:spPr>
            <a:xfrm>
              <a:off x="266703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97" name="Google Shape;3597;p11"/>
            <p:cNvSpPr/>
            <p:nvPr/>
          </p:nvSpPr>
          <p:spPr>
            <a:xfrm>
              <a:off x="304804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98" name="Google Shape;3598;p11"/>
            <p:cNvSpPr/>
            <p:nvPr/>
          </p:nvSpPr>
          <p:spPr>
            <a:xfrm>
              <a:off x="342904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99" name="Google Shape;3599;p11"/>
            <p:cNvSpPr/>
            <p:nvPr/>
          </p:nvSpPr>
          <p:spPr>
            <a:xfrm>
              <a:off x="381005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00" name="Google Shape;3600;p11"/>
            <p:cNvSpPr/>
            <p:nvPr/>
          </p:nvSpPr>
          <p:spPr>
            <a:xfrm>
              <a:off x="419105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01" name="Google Shape;3601;p11"/>
            <p:cNvSpPr/>
            <p:nvPr/>
          </p:nvSpPr>
          <p:spPr>
            <a:xfrm>
              <a:off x="457206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02" name="Google Shape;3602;p11"/>
            <p:cNvSpPr/>
            <p:nvPr/>
          </p:nvSpPr>
          <p:spPr>
            <a:xfrm>
              <a:off x="495306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03" name="Google Shape;3603;p11"/>
            <p:cNvSpPr/>
            <p:nvPr/>
          </p:nvSpPr>
          <p:spPr>
            <a:xfrm>
              <a:off x="533407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04" name="Google Shape;3604;p11"/>
            <p:cNvSpPr/>
            <p:nvPr/>
          </p:nvSpPr>
          <p:spPr>
            <a:xfrm>
              <a:off x="571507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05" name="Google Shape;3605;p11"/>
            <p:cNvSpPr/>
            <p:nvPr/>
          </p:nvSpPr>
          <p:spPr>
            <a:xfrm>
              <a:off x="609608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06" name="Google Shape;3606;p11"/>
            <p:cNvSpPr/>
            <p:nvPr/>
          </p:nvSpPr>
          <p:spPr>
            <a:xfrm>
              <a:off x="647708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07" name="Google Shape;3607;p11"/>
            <p:cNvSpPr/>
            <p:nvPr/>
          </p:nvSpPr>
          <p:spPr>
            <a:xfrm>
              <a:off x="685809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08" name="Google Shape;3608;p11"/>
            <p:cNvSpPr/>
            <p:nvPr/>
          </p:nvSpPr>
          <p:spPr>
            <a:xfrm>
              <a:off x="723909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09" name="Google Shape;3609;p11"/>
            <p:cNvSpPr/>
            <p:nvPr/>
          </p:nvSpPr>
          <p:spPr>
            <a:xfrm>
              <a:off x="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10" name="Google Shape;3610;p11"/>
            <p:cNvSpPr/>
            <p:nvPr/>
          </p:nvSpPr>
          <p:spPr>
            <a:xfrm>
              <a:off x="38100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11" name="Google Shape;3611;p11"/>
            <p:cNvSpPr/>
            <p:nvPr/>
          </p:nvSpPr>
          <p:spPr>
            <a:xfrm>
              <a:off x="76201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12" name="Google Shape;3612;p11"/>
            <p:cNvSpPr/>
            <p:nvPr/>
          </p:nvSpPr>
          <p:spPr>
            <a:xfrm>
              <a:off x="114301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13" name="Google Shape;3613;p11"/>
            <p:cNvSpPr/>
            <p:nvPr/>
          </p:nvSpPr>
          <p:spPr>
            <a:xfrm>
              <a:off x="152402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14" name="Google Shape;3614;p11"/>
            <p:cNvSpPr/>
            <p:nvPr/>
          </p:nvSpPr>
          <p:spPr>
            <a:xfrm>
              <a:off x="190502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15" name="Google Shape;3615;p11"/>
            <p:cNvSpPr/>
            <p:nvPr/>
          </p:nvSpPr>
          <p:spPr>
            <a:xfrm>
              <a:off x="228603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16" name="Google Shape;3616;p11"/>
            <p:cNvSpPr/>
            <p:nvPr/>
          </p:nvSpPr>
          <p:spPr>
            <a:xfrm>
              <a:off x="266703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17" name="Google Shape;3617;p11"/>
            <p:cNvSpPr/>
            <p:nvPr/>
          </p:nvSpPr>
          <p:spPr>
            <a:xfrm>
              <a:off x="304804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18" name="Google Shape;3618;p11"/>
            <p:cNvSpPr/>
            <p:nvPr/>
          </p:nvSpPr>
          <p:spPr>
            <a:xfrm>
              <a:off x="342904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19" name="Google Shape;3619;p11"/>
            <p:cNvSpPr/>
            <p:nvPr/>
          </p:nvSpPr>
          <p:spPr>
            <a:xfrm>
              <a:off x="381005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20" name="Google Shape;3620;p11"/>
            <p:cNvSpPr/>
            <p:nvPr/>
          </p:nvSpPr>
          <p:spPr>
            <a:xfrm>
              <a:off x="419105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21" name="Google Shape;3621;p11"/>
            <p:cNvSpPr/>
            <p:nvPr/>
          </p:nvSpPr>
          <p:spPr>
            <a:xfrm>
              <a:off x="457206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22" name="Google Shape;3622;p11"/>
            <p:cNvSpPr/>
            <p:nvPr/>
          </p:nvSpPr>
          <p:spPr>
            <a:xfrm>
              <a:off x="495306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23" name="Google Shape;3623;p11"/>
            <p:cNvSpPr/>
            <p:nvPr/>
          </p:nvSpPr>
          <p:spPr>
            <a:xfrm>
              <a:off x="533407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24" name="Google Shape;3624;p11"/>
            <p:cNvSpPr/>
            <p:nvPr/>
          </p:nvSpPr>
          <p:spPr>
            <a:xfrm>
              <a:off x="571507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25" name="Google Shape;3625;p11"/>
            <p:cNvSpPr/>
            <p:nvPr/>
          </p:nvSpPr>
          <p:spPr>
            <a:xfrm>
              <a:off x="609608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26" name="Google Shape;3626;p11"/>
            <p:cNvSpPr/>
            <p:nvPr/>
          </p:nvSpPr>
          <p:spPr>
            <a:xfrm>
              <a:off x="647708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27" name="Google Shape;3627;p11"/>
            <p:cNvSpPr/>
            <p:nvPr/>
          </p:nvSpPr>
          <p:spPr>
            <a:xfrm>
              <a:off x="685809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28" name="Google Shape;3628;p11"/>
            <p:cNvSpPr/>
            <p:nvPr/>
          </p:nvSpPr>
          <p:spPr>
            <a:xfrm>
              <a:off x="723909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29" name="Google Shape;3629;p11"/>
            <p:cNvSpPr/>
            <p:nvPr/>
          </p:nvSpPr>
          <p:spPr>
            <a:xfrm>
              <a:off x="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30" name="Google Shape;3630;p11"/>
            <p:cNvSpPr/>
            <p:nvPr/>
          </p:nvSpPr>
          <p:spPr>
            <a:xfrm>
              <a:off x="38100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31" name="Google Shape;3631;p11"/>
            <p:cNvSpPr/>
            <p:nvPr/>
          </p:nvSpPr>
          <p:spPr>
            <a:xfrm>
              <a:off x="76201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32" name="Google Shape;3632;p11"/>
            <p:cNvSpPr/>
            <p:nvPr/>
          </p:nvSpPr>
          <p:spPr>
            <a:xfrm>
              <a:off x="114301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33" name="Google Shape;3633;p11"/>
            <p:cNvSpPr/>
            <p:nvPr/>
          </p:nvSpPr>
          <p:spPr>
            <a:xfrm>
              <a:off x="152402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34" name="Google Shape;3634;p11"/>
            <p:cNvSpPr/>
            <p:nvPr/>
          </p:nvSpPr>
          <p:spPr>
            <a:xfrm>
              <a:off x="190502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35" name="Google Shape;3635;p11"/>
            <p:cNvSpPr/>
            <p:nvPr/>
          </p:nvSpPr>
          <p:spPr>
            <a:xfrm>
              <a:off x="228603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36" name="Google Shape;3636;p11"/>
            <p:cNvSpPr/>
            <p:nvPr/>
          </p:nvSpPr>
          <p:spPr>
            <a:xfrm>
              <a:off x="266703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37" name="Google Shape;3637;p11"/>
            <p:cNvSpPr/>
            <p:nvPr/>
          </p:nvSpPr>
          <p:spPr>
            <a:xfrm>
              <a:off x="304804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38" name="Google Shape;3638;p11"/>
            <p:cNvSpPr/>
            <p:nvPr/>
          </p:nvSpPr>
          <p:spPr>
            <a:xfrm>
              <a:off x="342904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39" name="Google Shape;3639;p11"/>
            <p:cNvSpPr/>
            <p:nvPr/>
          </p:nvSpPr>
          <p:spPr>
            <a:xfrm>
              <a:off x="381005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40" name="Google Shape;3640;p11"/>
            <p:cNvSpPr/>
            <p:nvPr/>
          </p:nvSpPr>
          <p:spPr>
            <a:xfrm>
              <a:off x="419105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41" name="Google Shape;3641;p11"/>
            <p:cNvSpPr/>
            <p:nvPr/>
          </p:nvSpPr>
          <p:spPr>
            <a:xfrm>
              <a:off x="457206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42" name="Google Shape;3642;p11"/>
            <p:cNvSpPr/>
            <p:nvPr/>
          </p:nvSpPr>
          <p:spPr>
            <a:xfrm>
              <a:off x="495306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43" name="Google Shape;3643;p11"/>
            <p:cNvSpPr/>
            <p:nvPr/>
          </p:nvSpPr>
          <p:spPr>
            <a:xfrm>
              <a:off x="533407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44" name="Google Shape;3644;p11"/>
            <p:cNvSpPr/>
            <p:nvPr/>
          </p:nvSpPr>
          <p:spPr>
            <a:xfrm>
              <a:off x="571507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45" name="Google Shape;3645;p11"/>
            <p:cNvSpPr/>
            <p:nvPr/>
          </p:nvSpPr>
          <p:spPr>
            <a:xfrm>
              <a:off x="609608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46" name="Google Shape;3646;p11"/>
            <p:cNvSpPr/>
            <p:nvPr/>
          </p:nvSpPr>
          <p:spPr>
            <a:xfrm>
              <a:off x="647708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47" name="Google Shape;3647;p11"/>
            <p:cNvSpPr/>
            <p:nvPr/>
          </p:nvSpPr>
          <p:spPr>
            <a:xfrm>
              <a:off x="685809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48" name="Google Shape;3648;p11"/>
            <p:cNvSpPr/>
            <p:nvPr/>
          </p:nvSpPr>
          <p:spPr>
            <a:xfrm>
              <a:off x="723909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49" name="Google Shape;3649;p11"/>
            <p:cNvSpPr/>
            <p:nvPr/>
          </p:nvSpPr>
          <p:spPr>
            <a:xfrm>
              <a:off x="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50" name="Google Shape;3650;p11"/>
            <p:cNvSpPr/>
            <p:nvPr/>
          </p:nvSpPr>
          <p:spPr>
            <a:xfrm>
              <a:off x="38100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51" name="Google Shape;3651;p11"/>
            <p:cNvSpPr/>
            <p:nvPr/>
          </p:nvSpPr>
          <p:spPr>
            <a:xfrm>
              <a:off x="76201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52" name="Google Shape;3652;p11"/>
            <p:cNvSpPr/>
            <p:nvPr/>
          </p:nvSpPr>
          <p:spPr>
            <a:xfrm>
              <a:off x="114301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53" name="Google Shape;3653;p11"/>
            <p:cNvSpPr/>
            <p:nvPr/>
          </p:nvSpPr>
          <p:spPr>
            <a:xfrm>
              <a:off x="152402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54" name="Google Shape;3654;p11"/>
            <p:cNvSpPr/>
            <p:nvPr/>
          </p:nvSpPr>
          <p:spPr>
            <a:xfrm>
              <a:off x="190502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55" name="Google Shape;3655;p11"/>
            <p:cNvSpPr/>
            <p:nvPr/>
          </p:nvSpPr>
          <p:spPr>
            <a:xfrm>
              <a:off x="228603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56" name="Google Shape;3656;p11"/>
            <p:cNvSpPr/>
            <p:nvPr/>
          </p:nvSpPr>
          <p:spPr>
            <a:xfrm>
              <a:off x="266703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57" name="Google Shape;3657;p11"/>
            <p:cNvSpPr/>
            <p:nvPr/>
          </p:nvSpPr>
          <p:spPr>
            <a:xfrm>
              <a:off x="304804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58" name="Google Shape;3658;p11"/>
            <p:cNvSpPr/>
            <p:nvPr/>
          </p:nvSpPr>
          <p:spPr>
            <a:xfrm>
              <a:off x="342904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59" name="Google Shape;3659;p11"/>
            <p:cNvSpPr/>
            <p:nvPr/>
          </p:nvSpPr>
          <p:spPr>
            <a:xfrm>
              <a:off x="381005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60" name="Google Shape;3660;p11"/>
            <p:cNvSpPr/>
            <p:nvPr/>
          </p:nvSpPr>
          <p:spPr>
            <a:xfrm>
              <a:off x="419105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61" name="Google Shape;3661;p11"/>
            <p:cNvSpPr/>
            <p:nvPr/>
          </p:nvSpPr>
          <p:spPr>
            <a:xfrm>
              <a:off x="457206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62" name="Google Shape;3662;p11"/>
            <p:cNvSpPr/>
            <p:nvPr/>
          </p:nvSpPr>
          <p:spPr>
            <a:xfrm>
              <a:off x="495306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63" name="Google Shape;3663;p11"/>
            <p:cNvSpPr/>
            <p:nvPr/>
          </p:nvSpPr>
          <p:spPr>
            <a:xfrm>
              <a:off x="533407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64" name="Google Shape;3664;p11"/>
            <p:cNvSpPr/>
            <p:nvPr/>
          </p:nvSpPr>
          <p:spPr>
            <a:xfrm>
              <a:off x="571507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65" name="Google Shape;3665;p11"/>
            <p:cNvSpPr/>
            <p:nvPr/>
          </p:nvSpPr>
          <p:spPr>
            <a:xfrm>
              <a:off x="609608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66" name="Google Shape;3666;p11"/>
            <p:cNvSpPr/>
            <p:nvPr/>
          </p:nvSpPr>
          <p:spPr>
            <a:xfrm>
              <a:off x="647708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67" name="Google Shape;3667;p11"/>
            <p:cNvSpPr/>
            <p:nvPr/>
          </p:nvSpPr>
          <p:spPr>
            <a:xfrm>
              <a:off x="685809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68" name="Google Shape;3668;p11"/>
            <p:cNvSpPr/>
            <p:nvPr/>
          </p:nvSpPr>
          <p:spPr>
            <a:xfrm>
              <a:off x="723909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69" name="Google Shape;3669;p11"/>
            <p:cNvSpPr/>
            <p:nvPr/>
          </p:nvSpPr>
          <p:spPr>
            <a:xfrm>
              <a:off x="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70" name="Google Shape;3670;p11"/>
            <p:cNvSpPr/>
            <p:nvPr/>
          </p:nvSpPr>
          <p:spPr>
            <a:xfrm>
              <a:off x="38100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71" name="Google Shape;3671;p11"/>
            <p:cNvSpPr/>
            <p:nvPr/>
          </p:nvSpPr>
          <p:spPr>
            <a:xfrm>
              <a:off x="76201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72" name="Google Shape;3672;p11"/>
            <p:cNvSpPr/>
            <p:nvPr/>
          </p:nvSpPr>
          <p:spPr>
            <a:xfrm>
              <a:off x="114301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73" name="Google Shape;3673;p11"/>
            <p:cNvSpPr/>
            <p:nvPr/>
          </p:nvSpPr>
          <p:spPr>
            <a:xfrm>
              <a:off x="152402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74" name="Google Shape;3674;p11"/>
            <p:cNvSpPr/>
            <p:nvPr/>
          </p:nvSpPr>
          <p:spPr>
            <a:xfrm>
              <a:off x="190502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75" name="Google Shape;3675;p11"/>
            <p:cNvSpPr/>
            <p:nvPr/>
          </p:nvSpPr>
          <p:spPr>
            <a:xfrm>
              <a:off x="228603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76" name="Google Shape;3676;p11"/>
            <p:cNvSpPr/>
            <p:nvPr/>
          </p:nvSpPr>
          <p:spPr>
            <a:xfrm>
              <a:off x="266703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77" name="Google Shape;3677;p11"/>
            <p:cNvSpPr/>
            <p:nvPr/>
          </p:nvSpPr>
          <p:spPr>
            <a:xfrm>
              <a:off x="304804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78" name="Google Shape;3678;p11"/>
            <p:cNvSpPr/>
            <p:nvPr/>
          </p:nvSpPr>
          <p:spPr>
            <a:xfrm>
              <a:off x="342904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79" name="Google Shape;3679;p11"/>
            <p:cNvSpPr/>
            <p:nvPr/>
          </p:nvSpPr>
          <p:spPr>
            <a:xfrm>
              <a:off x="381005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80" name="Google Shape;3680;p11"/>
            <p:cNvSpPr/>
            <p:nvPr/>
          </p:nvSpPr>
          <p:spPr>
            <a:xfrm>
              <a:off x="419105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81" name="Google Shape;3681;p11"/>
            <p:cNvSpPr/>
            <p:nvPr/>
          </p:nvSpPr>
          <p:spPr>
            <a:xfrm>
              <a:off x="457206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82" name="Google Shape;3682;p11"/>
            <p:cNvSpPr/>
            <p:nvPr/>
          </p:nvSpPr>
          <p:spPr>
            <a:xfrm>
              <a:off x="495306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83" name="Google Shape;3683;p11"/>
            <p:cNvSpPr/>
            <p:nvPr/>
          </p:nvSpPr>
          <p:spPr>
            <a:xfrm>
              <a:off x="533407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84" name="Google Shape;3684;p11"/>
            <p:cNvSpPr/>
            <p:nvPr/>
          </p:nvSpPr>
          <p:spPr>
            <a:xfrm>
              <a:off x="571507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85" name="Google Shape;3685;p11"/>
            <p:cNvSpPr/>
            <p:nvPr/>
          </p:nvSpPr>
          <p:spPr>
            <a:xfrm>
              <a:off x="609608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86" name="Google Shape;3686;p11"/>
            <p:cNvSpPr/>
            <p:nvPr/>
          </p:nvSpPr>
          <p:spPr>
            <a:xfrm>
              <a:off x="647708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87" name="Google Shape;3687;p11"/>
            <p:cNvSpPr/>
            <p:nvPr/>
          </p:nvSpPr>
          <p:spPr>
            <a:xfrm>
              <a:off x="685809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88" name="Google Shape;3688;p11"/>
            <p:cNvSpPr/>
            <p:nvPr/>
          </p:nvSpPr>
          <p:spPr>
            <a:xfrm>
              <a:off x="723909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89" name="Google Shape;3689;p11"/>
            <p:cNvSpPr/>
            <p:nvPr/>
          </p:nvSpPr>
          <p:spPr>
            <a:xfrm>
              <a:off x="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90" name="Google Shape;3690;p11"/>
            <p:cNvSpPr/>
            <p:nvPr/>
          </p:nvSpPr>
          <p:spPr>
            <a:xfrm>
              <a:off x="38100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91" name="Google Shape;3691;p11"/>
            <p:cNvSpPr/>
            <p:nvPr/>
          </p:nvSpPr>
          <p:spPr>
            <a:xfrm>
              <a:off x="76201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92" name="Google Shape;3692;p11"/>
            <p:cNvSpPr/>
            <p:nvPr/>
          </p:nvSpPr>
          <p:spPr>
            <a:xfrm>
              <a:off x="114301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93" name="Google Shape;3693;p11"/>
            <p:cNvSpPr/>
            <p:nvPr/>
          </p:nvSpPr>
          <p:spPr>
            <a:xfrm>
              <a:off x="152402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94" name="Google Shape;3694;p11"/>
            <p:cNvSpPr/>
            <p:nvPr/>
          </p:nvSpPr>
          <p:spPr>
            <a:xfrm>
              <a:off x="190502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95" name="Google Shape;3695;p11"/>
            <p:cNvSpPr/>
            <p:nvPr/>
          </p:nvSpPr>
          <p:spPr>
            <a:xfrm>
              <a:off x="228603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96" name="Google Shape;3696;p11"/>
            <p:cNvSpPr/>
            <p:nvPr/>
          </p:nvSpPr>
          <p:spPr>
            <a:xfrm>
              <a:off x="266703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97" name="Google Shape;3697;p11"/>
            <p:cNvSpPr/>
            <p:nvPr/>
          </p:nvSpPr>
          <p:spPr>
            <a:xfrm>
              <a:off x="304804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98" name="Google Shape;3698;p11"/>
            <p:cNvSpPr/>
            <p:nvPr/>
          </p:nvSpPr>
          <p:spPr>
            <a:xfrm>
              <a:off x="342904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99" name="Google Shape;3699;p11"/>
            <p:cNvSpPr/>
            <p:nvPr/>
          </p:nvSpPr>
          <p:spPr>
            <a:xfrm>
              <a:off x="381005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00" name="Google Shape;3700;p11"/>
            <p:cNvSpPr/>
            <p:nvPr/>
          </p:nvSpPr>
          <p:spPr>
            <a:xfrm>
              <a:off x="419105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01" name="Google Shape;3701;p11"/>
            <p:cNvSpPr/>
            <p:nvPr/>
          </p:nvSpPr>
          <p:spPr>
            <a:xfrm>
              <a:off x="457206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02" name="Google Shape;3702;p11"/>
            <p:cNvSpPr/>
            <p:nvPr/>
          </p:nvSpPr>
          <p:spPr>
            <a:xfrm>
              <a:off x="495306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03" name="Google Shape;3703;p11"/>
            <p:cNvSpPr/>
            <p:nvPr/>
          </p:nvSpPr>
          <p:spPr>
            <a:xfrm>
              <a:off x="533407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04" name="Google Shape;3704;p11"/>
            <p:cNvSpPr/>
            <p:nvPr/>
          </p:nvSpPr>
          <p:spPr>
            <a:xfrm>
              <a:off x="571507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05" name="Google Shape;3705;p11"/>
            <p:cNvSpPr/>
            <p:nvPr/>
          </p:nvSpPr>
          <p:spPr>
            <a:xfrm>
              <a:off x="609608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06" name="Google Shape;3706;p11"/>
            <p:cNvSpPr/>
            <p:nvPr/>
          </p:nvSpPr>
          <p:spPr>
            <a:xfrm>
              <a:off x="647708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07" name="Google Shape;3707;p11"/>
            <p:cNvSpPr/>
            <p:nvPr/>
          </p:nvSpPr>
          <p:spPr>
            <a:xfrm>
              <a:off x="685809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08" name="Google Shape;3708;p11"/>
            <p:cNvSpPr/>
            <p:nvPr/>
          </p:nvSpPr>
          <p:spPr>
            <a:xfrm>
              <a:off x="723909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09" name="Google Shape;3709;p11"/>
            <p:cNvSpPr/>
            <p:nvPr/>
          </p:nvSpPr>
          <p:spPr>
            <a:xfrm>
              <a:off x="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10" name="Google Shape;3710;p11"/>
            <p:cNvSpPr/>
            <p:nvPr/>
          </p:nvSpPr>
          <p:spPr>
            <a:xfrm>
              <a:off x="38100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11" name="Google Shape;3711;p11"/>
            <p:cNvSpPr/>
            <p:nvPr/>
          </p:nvSpPr>
          <p:spPr>
            <a:xfrm>
              <a:off x="76201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12" name="Google Shape;3712;p11"/>
            <p:cNvSpPr/>
            <p:nvPr/>
          </p:nvSpPr>
          <p:spPr>
            <a:xfrm>
              <a:off x="114301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13" name="Google Shape;3713;p11"/>
            <p:cNvSpPr/>
            <p:nvPr/>
          </p:nvSpPr>
          <p:spPr>
            <a:xfrm>
              <a:off x="152402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14" name="Google Shape;3714;p11"/>
            <p:cNvSpPr/>
            <p:nvPr/>
          </p:nvSpPr>
          <p:spPr>
            <a:xfrm>
              <a:off x="190502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15" name="Google Shape;3715;p11"/>
            <p:cNvSpPr/>
            <p:nvPr/>
          </p:nvSpPr>
          <p:spPr>
            <a:xfrm>
              <a:off x="228603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16" name="Google Shape;3716;p11"/>
            <p:cNvSpPr/>
            <p:nvPr/>
          </p:nvSpPr>
          <p:spPr>
            <a:xfrm>
              <a:off x="266703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17" name="Google Shape;3717;p11"/>
            <p:cNvSpPr/>
            <p:nvPr/>
          </p:nvSpPr>
          <p:spPr>
            <a:xfrm>
              <a:off x="304804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18" name="Google Shape;3718;p11"/>
            <p:cNvSpPr/>
            <p:nvPr/>
          </p:nvSpPr>
          <p:spPr>
            <a:xfrm>
              <a:off x="342904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19" name="Google Shape;3719;p11"/>
            <p:cNvSpPr/>
            <p:nvPr/>
          </p:nvSpPr>
          <p:spPr>
            <a:xfrm>
              <a:off x="381005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20" name="Google Shape;3720;p11"/>
            <p:cNvSpPr/>
            <p:nvPr/>
          </p:nvSpPr>
          <p:spPr>
            <a:xfrm>
              <a:off x="419105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21" name="Google Shape;3721;p11"/>
            <p:cNvSpPr/>
            <p:nvPr/>
          </p:nvSpPr>
          <p:spPr>
            <a:xfrm>
              <a:off x="457206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22" name="Google Shape;3722;p11"/>
            <p:cNvSpPr/>
            <p:nvPr/>
          </p:nvSpPr>
          <p:spPr>
            <a:xfrm>
              <a:off x="495306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23" name="Google Shape;3723;p11"/>
            <p:cNvSpPr/>
            <p:nvPr/>
          </p:nvSpPr>
          <p:spPr>
            <a:xfrm>
              <a:off x="533407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24" name="Google Shape;3724;p11"/>
            <p:cNvSpPr/>
            <p:nvPr/>
          </p:nvSpPr>
          <p:spPr>
            <a:xfrm>
              <a:off x="571507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25" name="Google Shape;3725;p11"/>
            <p:cNvSpPr/>
            <p:nvPr/>
          </p:nvSpPr>
          <p:spPr>
            <a:xfrm>
              <a:off x="609608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26" name="Google Shape;3726;p11"/>
            <p:cNvSpPr/>
            <p:nvPr/>
          </p:nvSpPr>
          <p:spPr>
            <a:xfrm>
              <a:off x="647708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27" name="Google Shape;3727;p11"/>
            <p:cNvSpPr/>
            <p:nvPr/>
          </p:nvSpPr>
          <p:spPr>
            <a:xfrm>
              <a:off x="685809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28" name="Google Shape;3728;p11"/>
            <p:cNvSpPr/>
            <p:nvPr/>
          </p:nvSpPr>
          <p:spPr>
            <a:xfrm>
              <a:off x="723909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29" name="Google Shape;3729;p11"/>
            <p:cNvSpPr/>
            <p:nvPr/>
          </p:nvSpPr>
          <p:spPr>
            <a:xfrm>
              <a:off x="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30" name="Google Shape;3730;p11"/>
            <p:cNvSpPr/>
            <p:nvPr/>
          </p:nvSpPr>
          <p:spPr>
            <a:xfrm>
              <a:off x="38100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31" name="Google Shape;3731;p11"/>
            <p:cNvSpPr/>
            <p:nvPr/>
          </p:nvSpPr>
          <p:spPr>
            <a:xfrm>
              <a:off x="76201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32" name="Google Shape;3732;p11"/>
            <p:cNvSpPr/>
            <p:nvPr/>
          </p:nvSpPr>
          <p:spPr>
            <a:xfrm>
              <a:off x="114301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33" name="Google Shape;3733;p11"/>
            <p:cNvSpPr/>
            <p:nvPr/>
          </p:nvSpPr>
          <p:spPr>
            <a:xfrm>
              <a:off x="152402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34" name="Google Shape;3734;p11"/>
            <p:cNvSpPr/>
            <p:nvPr/>
          </p:nvSpPr>
          <p:spPr>
            <a:xfrm>
              <a:off x="190502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35" name="Google Shape;3735;p11"/>
            <p:cNvSpPr/>
            <p:nvPr/>
          </p:nvSpPr>
          <p:spPr>
            <a:xfrm>
              <a:off x="228603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36" name="Google Shape;3736;p11"/>
            <p:cNvSpPr/>
            <p:nvPr/>
          </p:nvSpPr>
          <p:spPr>
            <a:xfrm>
              <a:off x="266703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37" name="Google Shape;3737;p11"/>
            <p:cNvSpPr/>
            <p:nvPr/>
          </p:nvSpPr>
          <p:spPr>
            <a:xfrm>
              <a:off x="304804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38" name="Google Shape;3738;p11"/>
            <p:cNvSpPr/>
            <p:nvPr/>
          </p:nvSpPr>
          <p:spPr>
            <a:xfrm>
              <a:off x="342904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39" name="Google Shape;3739;p11"/>
            <p:cNvSpPr/>
            <p:nvPr/>
          </p:nvSpPr>
          <p:spPr>
            <a:xfrm>
              <a:off x="381005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40" name="Google Shape;3740;p11"/>
            <p:cNvSpPr/>
            <p:nvPr/>
          </p:nvSpPr>
          <p:spPr>
            <a:xfrm>
              <a:off x="419105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41" name="Google Shape;3741;p11"/>
            <p:cNvSpPr/>
            <p:nvPr/>
          </p:nvSpPr>
          <p:spPr>
            <a:xfrm>
              <a:off x="457206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42" name="Google Shape;3742;p11"/>
            <p:cNvSpPr/>
            <p:nvPr/>
          </p:nvSpPr>
          <p:spPr>
            <a:xfrm>
              <a:off x="495306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43" name="Google Shape;3743;p11"/>
            <p:cNvSpPr/>
            <p:nvPr/>
          </p:nvSpPr>
          <p:spPr>
            <a:xfrm>
              <a:off x="533407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44" name="Google Shape;3744;p11"/>
            <p:cNvSpPr/>
            <p:nvPr/>
          </p:nvSpPr>
          <p:spPr>
            <a:xfrm>
              <a:off x="571507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45" name="Google Shape;3745;p11"/>
            <p:cNvSpPr/>
            <p:nvPr/>
          </p:nvSpPr>
          <p:spPr>
            <a:xfrm>
              <a:off x="609608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46" name="Google Shape;3746;p11"/>
            <p:cNvSpPr/>
            <p:nvPr/>
          </p:nvSpPr>
          <p:spPr>
            <a:xfrm>
              <a:off x="647708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47" name="Google Shape;3747;p11"/>
            <p:cNvSpPr/>
            <p:nvPr/>
          </p:nvSpPr>
          <p:spPr>
            <a:xfrm>
              <a:off x="685809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48" name="Google Shape;3748;p11"/>
            <p:cNvSpPr/>
            <p:nvPr/>
          </p:nvSpPr>
          <p:spPr>
            <a:xfrm>
              <a:off x="723909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49" name="Google Shape;3749;p11"/>
            <p:cNvSpPr/>
            <p:nvPr/>
          </p:nvSpPr>
          <p:spPr>
            <a:xfrm>
              <a:off x="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50" name="Google Shape;3750;p11"/>
            <p:cNvSpPr/>
            <p:nvPr/>
          </p:nvSpPr>
          <p:spPr>
            <a:xfrm>
              <a:off x="38100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51" name="Google Shape;3751;p11"/>
            <p:cNvSpPr/>
            <p:nvPr/>
          </p:nvSpPr>
          <p:spPr>
            <a:xfrm>
              <a:off x="76201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52" name="Google Shape;3752;p11"/>
            <p:cNvSpPr/>
            <p:nvPr/>
          </p:nvSpPr>
          <p:spPr>
            <a:xfrm>
              <a:off x="114301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53" name="Google Shape;3753;p11"/>
            <p:cNvSpPr/>
            <p:nvPr/>
          </p:nvSpPr>
          <p:spPr>
            <a:xfrm>
              <a:off x="152402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54" name="Google Shape;3754;p11"/>
            <p:cNvSpPr/>
            <p:nvPr/>
          </p:nvSpPr>
          <p:spPr>
            <a:xfrm>
              <a:off x="190502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55" name="Google Shape;3755;p11"/>
            <p:cNvSpPr/>
            <p:nvPr/>
          </p:nvSpPr>
          <p:spPr>
            <a:xfrm>
              <a:off x="228603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56" name="Google Shape;3756;p11"/>
            <p:cNvSpPr/>
            <p:nvPr/>
          </p:nvSpPr>
          <p:spPr>
            <a:xfrm>
              <a:off x="266703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57" name="Google Shape;3757;p11"/>
            <p:cNvSpPr/>
            <p:nvPr/>
          </p:nvSpPr>
          <p:spPr>
            <a:xfrm>
              <a:off x="304804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58" name="Google Shape;3758;p11"/>
            <p:cNvSpPr/>
            <p:nvPr/>
          </p:nvSpPr>
          <p:spPr>
            <a:xfrm>
              <a:off x="342904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59" name="Google Shape;3759;p11"/>
            <p:cNvSpPr/>
            <p:nvPr/>
          </p:nvSpPr>
          <p:spPr>
            <a:xfrm>
              <a:off x="381005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60" name="Google Shape;3760;p11"/>
            <p:cNvSpPr/>
            <p:nvPr/>
          </p:nvSpPr>
          <p:spPr>
            <a:xfrm>
              <a:off x="419105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61" name="Google Shape;3761;p11"/>
            <p:cNvSpPr/>
            <p:nvPr/>
          </p:nvSpPr>
          <p:spPr>
            <a:xfrm>
              <a:off x="457206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62" name="Google Shape;3762;p11"/>
            <p:cNvSpPr/>
            <p:nvPr/>
          </p:nvSpPr>
          <p:spPr>
            <a:xfrm>
              <a:off x="495306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63" name="Google Shape;3763;p11"/>
            <p:cNvSpPr/>
            <p:nvPr/>
          </p:nvSpPr>
          <p:spPr>
            <a:xfrm>
              <a:off x="533407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64" name="Google Shape;3764;p11"/>
            <p:cNvSpPr/>
            <p:nvPr/>
          </p:nvSpPr>
          <p:spPr>
            <a:xfrm>
              <a:off x="571507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65" name="Google Shape;3765;p11"/>
            <p:cNvSpPr/>
            <p:nvPr/>
          </p:nvSpPr>
          <p:spPr>
            <a:xfrm>
              <a:off x="609608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66" name="Google Shape;3766;p11"/>
            <p:cNvSpPr/>
            <p:nvPr/>
          </p:nvSpPr>
          <p:spPr>
            <a:xfrm>
              <a:off x="647708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67" name="Google Shape;3767;p11"/>
            <p:cNvSpPr/>
            <p:nvPr/>
          </p:nvSpPr>
          <p:spPr>
            <a:xfrm>
              <a:off x="685809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68" name="Google Shape;3768;p11"/>
            <p:cNvSpPr/>
            <p:nvPr/>
          </p:nvSpPr>
          <p:spPr>
            <a:xfrm>
              <a:off x="723909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69" name="Google Shape;3769;p11"/>
            <p:cNvSpPr/>
            <p:nvPr/>
          </p:nvSpPr>
          <p:spPr>
            <a:xfrm>
              <a:off x="7620110" y="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70" name="Google Shape;3770;p11"/>
            <p:cNvSpPr/>
            <p:nvPr/>
          </p:nvSpPr>
          <p:spPr>
            <a:xfrm>
              <a:off x="8001115" y="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71" name="Google Shape;3771;p11"/>
            <p:cNvSpPr/>
            <p:nvPr/>
          </p:nvSpPr>
          <p:spPr>
            <a:xfrm>
              <a:off x="8382120" y="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72" name="Google Shape;3772;p11"/>
            <p:cNvSpPr/>
            <p:nvPr/>
          </p:nvSpPr>
          <p:spPr>
            <a:xfrm>
              <a:off x="8763125" y="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73" name="Google Shape;3773;p11"/>
            <p:cNvSpPr/>
            <p:nvPr/>
          </p:nvSpPr>
          <p:spPr>
            <a:xfrm>
              <a:off x="7620110" y="342894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74" name="Google Shape;3774;p11"/>
            <p:cNvSpPr/>
            <p:nvPr/>
          </p:nvSpPr>
          <p:spPr>
            <a:xfrm>
              <a:off x="8001115" y="342894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75" name="Google Shape;3775;p11"/>
            <p:cNvSpPr/>
            <p:nvPr/>
          </p:nvSpPr>
          <p:spPr>
            <a:xfrm>
              <a:off x="8382120" y="342894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76" name="Google Shape;3776;p11"/>
            <p:cNvSpPr/>
            <p:nvPr/>
          </p:nvSpPr>
          <p:spPr>
            <a:xfrm>
              <a:off x="8763125" y="342894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77" name="Google Shape;3777;p11"/>
            <p:cNvSpPr/>
            <p:nvPr/>
          </p:nvSpPr>
          <p:spPr>
            <a:xfrm>
              <a:off x="7620110" y="685788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78" name="Google Shape;3778;p11"/>
            <p:cNvSpPr/>
            <p:nvPr/>
          </p:nvSpPr>
          <p:spPr>
            <a:xfrm>
              <a:off x="8001115" y="685788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79" name="Google Shape;3779;p11"/>
            <p:cNvSpPr/>
            <p:nvPr/>
          </p:nvSpPr>
          <p:spPr>
            <a:xfrm>
              <a:off x="8382120" y="685788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80" name="Google Shape;3780;p11"/>
            <p:cNvSpPr/>
            <p:nvPr/>
          </p:nvSpPr>
          <p:spPr>
            <a:xfrm>
              <a:off x="8763125" y="685788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81" name="Google Shape;3781;p11"/>
            <p:cNvSpPr/>
            <p:nvPr/>
          </p:nvSpPr>
          <p:spPr>
            <a:xfrm>
              <a:off x="7620110" y="1028682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82" name="Google Shape;3782;p11"/>
            <p:cNvSpPr/>
            <p:nvPr/>
          </p:nvSpPr>
          <p:spPr>
            <a:xfrm>
              <a:off x="8001115" y="1028682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83" name="Google Shape;3783;p11"/>
            <p:cNvSpPr/>
            <p:nvPr/>
          </p:nvSpPr>
          <p:spPr>
            <a:xfrm>
              <a:off x="8382120" y="1028682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84" name="Google Shape;3784;p11"/>
            <p:cNvSpPr/>
            <p:nvPr/>
          </p:nvSpPr>
          <p:spPr>
            <a:xfrm>
              <a:off x="8763125" y="1028682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85" name="Google Shape;3785;p11"/>
            <p:cNvSpPr/>
            <p:nvPr/>
          </p:nvSpPr>
          <p:spPr>
            <a:xfrm>
              <a:off x="7620110" y="1371576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86" name="Google Shape;3786;p11"/>
            <p:cNvSpPr/>
            <p:nvPr/>
          </p:nvSpPr>
          <p:spPr>
            <a:xfrm>
              <a:off x="8001115" y="1371576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87" name="Google Shape;3787;p11"/>
            <p:cNvSpPr/>
            <p:nvPr/>
          </p:nvSpPr>
          <p:spPr>
            <a:xfrm>
              <a:off x="8382120" y="1371576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88" name="Google Shape;3788;p11"/>
            <p:cNvSpPr/>
            <p:nvPr/>
          </p:nvSpPr>
          <p:spPr>
            <a:xfrm>
              <a:off x="8763125" y="1371576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89" name="Google Shape;3789;p11"/>
            <p:cNvSpPr/>
            <p:nvPr/>
          </p:nvSpPr>
          <p:spPr>
            <a:xfrm>
              <a:off x="7620110" y="171447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90" name="Google Shape;3790;p11"/>
            <p:cNvSpPr/>
            <p:nvPr/>
          </p:nvSpPr>
          <p:spPr>
            <a:xfrm>
              <a:off x="8001115" y="171447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91" name="Google Shape;3791;p11"/>
            <p:cNvSpPr/>
            <p:nvPr/>
          </p:nvSpPr>
          <p:spPr>
            <a:xfrm>
              <a:off x="8382120" y="171447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92" name="Google Shape;3792;p11"/>
            <p:cNvSpPr/>
            <p:nvPr/>
          </p:nvSpPr>
          <p:spPr>
            <a:xfrm>
              <a:off x="8763125" y="171447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93" name="Google Shape;3793;p11"/>
            <p:cNvSpPr/>
            <p:nvPr/>
          </p:nvSpPr>
          <p:spPr>
            <a:xfrm>
              <a:off x="7620110" y="205736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94" name="Google Shape;3794;p11"/>
            <p:cNvSpPr/>
            <p:nvPr/>
          </p:nvSpPr>
          <p:spPr>
            <a:xfrm>
              <a:off x="8001115" y="205736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95" name="Google Shape;3795;p11"/>
            <p:cNvSpPr/>
            <p:nvPr/>
          </p:nvSpPr>
          <p:spPr>
            <a:xfrm>
              <a:off x="8382120" y="205736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96" name="Google Shape;3796;p11"/>
            <p:cNvSpPr/>
            <p:nvPr/>
          </p:nvSpPr>
          <p:spPr>
            <a:xfrm>
              <a:off x="8763125" y="205736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97" name="Google Shape;3797;p11"/>
            <p:cNvSpPr/>
            <p:nvPr/>
          </p:nvSpPr>
          <p:spPr>
            <a:xfrm>
              <a:off x="7620110" y="2400259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98" name="Google Shape;3798;p11"/>
            <p:cNvSpPr/>
            <p:nvPr/>
          </p:nvSpPr>
          <p:spPr>
            <a:xfrm>
              <a:off x="8001115" y="2400259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99" name="Google Shape;3799;p11"/>
            <p:cNvSpPr/>
            <p:nvPr/>
          </p:nvSpPr>
          <p:spPr>
            <a:xfrm>
              <a:off x="8382120" y="2400259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00" name="Google Shape;3800;p11"/>
            <p:cNvSpPr/>
            <p:nvPr/>
          </p:nvSpPr>
          <p:spPr>
            <a:xfrm>
              <a:off x="8763125" y="2400259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01" name="Google Shape;3801;p11"/>
            <p:cNvSpPr/>
            <p:nvPr/>
          </p:nvSpPr>
          <p:spPr>
            <a:xfrm>
              <a:off x="7620110" y="274315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02" name="Google Shape;3802;p11"/>
            <p:cNvSpPr/>
            <p:nvPr/>
          </p:nvSpPr>
          <p:spPr>
            <a:xfrm>
              <a:off x="8001115" y="274315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03" name="Google Shape;3803;p11"/>
            <p:cNvSpPr/>
            <p:nvPr/>
          </p:nvSpPr>
          <p:spPr>
            <a:xfrm>
              <a:off x="8382120" y="274315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04" name="Google Shape;3804;p11"/>
            <p:cNvSpPr/>
            <p:nvPr/>
          </p:nvSpPr>
          <p:spPr>
            <a:xfrm>
              <a:off x="8763125" y="274315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05" name="Google Shape;3805;p11"/>
            <p:cNvSpPr/>
            <p:nvPr/>
          </p:nvSpPr>
          <p:spPr>
            <a:xfrm>
              <a:off x="7620110" y="308604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06" name="Google Shape;3806;p11"/>
            <p:cNvSpPr/>
            <p:nvPr/>
          </p:nvSpPr>
          <p:spPr>
            <a:xfrm>
              <a:off x="8001115" y="308604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07" name="Google Shape;3807;p11"/>
            <p:cNvSpPr/>
            <p:nvPr/>
          </p:nvSpPr>
          <p:spPr>
            <a:xfrm>
              <a:off x="8382120" y="308604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08" name="Google Shape;3808;p11"/>
            <p:cNvSpPr/>
            <p:nvPr/>
          </p:nvSpPr>
          <p:spPr>
            <a:xfrm>
              <a:off x="8763125" y="308604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09" name="Google Shape;3809;p11"/>
            <p:cNvSpPr/>
            <p:nvPr/>
          </p:nvSpPr>
          <p:spPr>
            <a:xfrm>
              <a:off x="7620110" y="342894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10" name="Google Shape;3810;p11"/>
            <p:cNvSpPr/>
            <p:nvPr/>
          </p:nvSpPr>
          <p:spPr>
            <a:xfrm>
              <a:off x="8001115" y="342894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11" name="Google Shape;3811;p11"/>
            <p:cNvSpPr/>
            <p:nvPr/>
          </p:nvSpPr>
          <p:spPr>
            <a:xfrm>
              <a:off x="8382120" y="342894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12" name="Google Shape;3812;p11"/>
            <p:cNvSpPr/>
            <p:nvPr/>
          </p:nvSpPr>
          <p:spPr>
            <a:xfrm>
              <a:off x="8763125" y="342894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13" name="Google Shape;3813;p11"/>
            <p:cNvSpPr/>
            <p:nvPr/>
          </p:nvSpPr>
          <p:spPr>
            <a:xfrm>
              <a:off x="7620110" y="377182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14" name="Google Shape;3814;p11"/>
            <p:cNvSpPr/>
            <p:nvPr/>
          </p:nvSpPr>
          <p:spPr>
            <a:xfrm>
              <a:off x="8001115" y="377182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15" name="Google Shape;3815;p11"/>
            <p:cNvSpPr/>
            <p:nvPr/>
          </p:nvSpPr>
          <p:spPr>
            <a:xfrm>
              <a:off x="8382120" y="377182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16" name="Google Shape;3816;p11"/>
            <p:cNvSpPr/>
            <p:nvPr/>
          </p:nvSpPr>
          <p:spPr>
            <a:xfrm>
              <a:off x="8763125" y="377182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17" name="Google Shape;3817;p11"/>
            <p:cNvSpPr/>
            <p:nvPr/>
          </p:nvSpPr>
          <p:spPr>
            <a:xfrm>
              <a:off x="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18" name="Google Shape;3818;p11"/>
            <p:cNvSpPr/>
            <p:nvPr/>
          </p:nvSpPr>
          <p:spPr>
            <a:xfrm>
              <a:off x="38100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19" name="Google Shape;3819;p11"/>
            <p:cNvSpPr/>
            <p:nvPr/>
          </p:nvSpPr>
          <p:spPr>
            <a:xfrm>
              <a:off x="76201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20" name="Google Shape;3820;p11"/>
            <p:cNvSpPr/>
            <p:nvPr/>
          </p:nvSpPr>
          <p:spPr>
            <a:xfrm>
              <a:off x="114301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21" name="Google Shape;3821;p11"/>
            <p:cNvSpPr/>
            <p:nvPr/>
          </p:nvSpPr>
          <p:spPr>
            <a:xfrm>
              <a:off x="152402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22" name="Google Shape;3822;p11"/>
            <p:cNvSpPr/>
            <p:nvPr/>
          </p:nvSpPr>
          <p:spPr>
            <a:xfrm>
              <a:off x="190502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23" name="Google Shape;3823;p11"/>
            <p:cNvSpPr/>
            <p:nvPr/>
          </p:nvSpPr>
          <p:spPr>
            <a:xfrm>
              <a:off x="228603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24" name="Google Shape;3824;p11"/>
            <p:cNvSpPr/>
            <p:nvPr/>
          </p:nvSpPr>
          <p:spPr>
            <a:xfrm>
              <a:off x="266703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25" name="Google Shape;3825;p11"/>
            <p:cNvSpPr/>
            <p:nvPr/>
          </p:nvSpPr>
          <p:spPr>
            <a:xfrm>
              <a:off x="304804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26" name="Google Shape;3826;p11"/>
            <p:cNvSpPr/>
            <p:nvPr/>
          </p:nvSpPr>
          <p:spPr>
            <a:xfrm>
              <a:off x="342904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27" name="Google Shape;3827;p11"/>
            <p:cNvSpPr/>
            <p:nvPr/>
          </p:nvSpPr>
          <p:spPr>
            <a:xfrm>
              <a:off x="381005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28" name="Google Shape;3828;p11"/>
            <p:cNvSpPr/>
            <p:nvPr/>
          </p:nvSpPr>
          <p:spPr>
            <a:xfrm>
              <a:off x="419105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29" name="Google Shape;3829;p11"/>
            <p:cNvSpPr/>
            <p:nvPr/>
          </p:nvSpPr>
          <p:spPr>
            <a:xfrm>
              <a:off x="457206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30" name="Google Shape;3830;p11"/>
            <p:cNvSpPr/>
            <p:nvPr/>
          </p:nvSpPr>
          <p:spPr>
            <a:xfrm>
              <a:off x="495306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31" name="Google Shape;3831;p11"/>
            <p:cNvSpPr/>
            <p:nvPr/>
          </p:nvSpPr>
          <p:spPr>
            <a:xfrm>
              <a:off x="533407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32" name="Google Shape;3832;p11"/>
            <p:cNvSpPr/>
            <p:nvPr/>
          </p:nvSpPr>
          <p:spPr>
            <a:xfrm>
              <a:off x="571507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33" name="Google Shape;3833;p11"/>
            <p:cNvSpPr/>
            <p:nvPr/>
          </p:nvSpPr>
          <p:spPr>
            <a:xfrm>
              <a:off x="609608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34" name="Google Shape;3834;p11"/>
            <p:cNvSpPr/>
            <p:nvPr/>
          </p:nvSpPr>
          <p:spPr>
            <a:xfrm>
              <a:off x="647708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35" name="Google Shape;3835;p11"/>
            <p:cNvSpPr/>
            <p:nvPr/>
          </p:nvSpPr>
          <p:spPr>
            <a:xfrm>
              <a:off x="685809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36" name="Google Shape;3836;p11"/>
            <p:cNvSpPr/>
            <p:nvPr/>
          </p:nvSpPr>
          <p:spPr>
            <a:xfrm>
              <a:off x="723909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37" name="Google Shape;3837;p11"/>
            <p:cNvSpPr/>
            <p:nvPr/>
          </p:nvSpPr>
          <p:spPr>
            <a:xfrm>
              <a:off x="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38" name="Google Shape;3838;p11"/>
            <p:cNvSpPr/>
            <p:nvPr/>
          </p:nvSpPr>
          <p:spPr>
            <a:xfrm>
              <a:off x="38100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39" name="Google Shape;3839;p11"/>
            <p:cNvSpPr/>
            <p:nvPr/>
          </p:nvSpPr>
          <p:spPr>
            <a:xfrm>
              <a:off x="76201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40" name="Google Shape;3840;p11"/>
            <p:cNvSpPr/>
            <p:nvPr/>
          </p:nvSpPr>
          <p:spPr>
            <a:xfrm>
              <a:off x="114301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41" name="Google Shape;3841;p11"/>
            <p:cNvSpPr/>
            <p:nvPr/>
          </p:nvSpPr>
          <p:spPr>
            <a:xfrm>
              <a:off x="152402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42" name="Google Shape;3842;p11"/>
            <p:cNvSpPr/>
            <p:nvPr/>
          </p:nvSpPr>
          <p:spPr>
            <a:xfrm>
              <a:off x="190502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43" name="Google Shape;3843;p11"/>
            <p:cNvSpPr/>
            <p:nvPr/>
          </p:nvSpPr>
          <p:spPr>
            <a:xfrm>
              <a:off x="228603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44" name="Google Shape;3844;p11"/>
            <p:cNvSpPr/>
            <p:nvPr/>
          </p:nvSpPr>
          <p:spPr>
            <a:xfrm>
              <a:off x="266703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45" name="Google Shape;3845;p11"/>
            <p:cNvSpPr/>
            <p:nvPr/>
          </p:nvSpPr>
          <p:spPr>
            <a:xfrm>
              <a:off x="304804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46" name="Google Shape;3846;p11"/>
            <p:cNvSpPr/>
            <p:nvPr/>
          </p:nvSpPr>
          <p:spPr>
            <a:xfrm>
              <a:off x="342904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47" name="Google Shape;3847;p11"/>
            <p:cNvSpPr/>
            <p:nvPr/>
          </p:nvSpPr>
          <p:spPr>
            <a:xfrm>
              <a:off x="381005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48" name="Google Shape;3848;p11"/>
            <p:cNvSpPr/>
            <p:nvPr/>
          </p:nvSpPr>
          <p:spPr>
            <a:xfrm>
              <a:off x="419105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49" name="Google Shape;3849;p11"/>
            <p:cNvSpPr/>
            <p:nvPr/>
          </p:nvSpPr>
          <p:spPr>
            <a:xfrm>
              <a:off x="457206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50" name="Google Shape;3850;p11"/>
            <p:cNvSpPr/>
            <p:nvPr/>
          </p:nvSpPr>
          <p:spPr>
            <a:xfrm>
              <a:off x="495306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51" name="Google Shape;3851;p11"/>
            <p:cNvSpPr/>
            <p:nvPr/>
          </p:nvSpPr>
          <p:spPr>
            <a:xfrm>
              <a:off x="533407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52" name="Google Shape;3852;p11"/>
            <p:cNvSpPr/>
            <p:nvPr/>
          </p:nvSpPr>
          <p:spPr>
            <a:xfrm>
              <a:off x="571507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53" name="Google Shape;3853;p11"/>
            <p:cNvSpPr/>
            <p:nvPr/>
          </p:nvSpPr>
          <p:spPr>
            <a:xfrm>
              <a:off x="609608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54" name="Google Shape;3854;p11"/>
            <p:cNvSpPr/>
            <p:nvPr/>
          </p:nvSpPr>
          <p:spPr>
            <a:xfrm>
              <a:off x="647708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55" name="Google Shape;3855;p11"/>
            <p:cNvSpPr/>
            <p:nvPr/>
          </p:nvSpPr>
          <p:spPr>
            <a:xfrm>
              <a:off x="685809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56" name="Google Shape;3856;p11"/>
            <p:cNvSpPr/>
            <p:nvPr/>
          </p:nvSpPr>
          <p:spPr>
            <a:xfrm>
              <a:off x="723909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57" name="Google Shape;3857;p11"/>
            <p:cNvSpPr/>
            <p:nvPr/>
          </p:nvSpPr>
          <p:spPr>
            <a:xfrm>
              <a:off x="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58" name="Google Shape;3858;p11"/>
            <p:cNvSpPr/>
            <p:nvPr/>
          </p:nvSpPr>
          <p:spPr>
            <a:xfrm>
              <a:off x="38100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59" name="Google Shape;3859;p11"/>
            <p:cNvSpPr/>
            <p:nvPr/>
          </p:nvSpPr>
          <p:spPr>
            <a:xfrm>
              <a:off x="76201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60" name="Google Shape;3860;p11"/>
            <p:cNvSpPr/>
            <p:nvPr/>
          </p:nvSpPr>
          <p:spPr>
            <a:xfrm>
              <a:off x="114301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61" name="Google Shape;3861;p11"/>
            <p:cNvSpPr/>
            <p:nvPr/>
          </p:nvSpPr>
          <p:spPr>
            <a:xfrm>
              <a:off x="152402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62" name="Google Shape;3862;p11"/>
            <p:cNvSpPr/>
            <p:nvPr/>
          </p:nvSpPr>
          <p:spPr>
            <a:xfrm>
              <a:off x="190502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63" name="Google Shape;3863;p11"/>
            <p:cNvSpPr/>
            <p:nvPr/>
          </p:nvSpPr>
          <p:spPr>
            <a:xfrm>
              <a:off x="228603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64" name="Google Shape;3864;p11"/>
            <p:cNvSpPr/>
            <p:nvPr/>
          </p:nvSpPr>
          <p:spPr>
            <a:xfrm>
              <a:off x="266703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65" name="Google Shape;3865;p11"/>
            <p:cNvSpPr/>
            <p:nvPr/>
          </p:nvSpPr>
          <p:spPr>
            <a:xfrm>
              <a:off x="304804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66" name="Google Shape;3866;p11"/>
            <p:cNvSpPr/>
            <p:nvPr/>
          </p:nvSpPr>
          <p:spPr>
            <a:xfrm>
              <a:off x="342904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67" name="Google Shape;3867;p11"/>
            <p:cNvSpPr/>
            <p:nvPr/>
          </p:nvSpPr>
          <p:spPr>
            <a:xfrm>
              <a:off x="381005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68" name="Google Shape;3868;p11"/>
            <p:cNvSpPr/>
            <p:nvPr/>
          </p:nvSpPr>
          <p:spPr>
            <a:xfrm>
              <a:off x="419105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69" name="Google Shape;3869;p11"/>
            <p:cNvSpPr/>
            <p:nvPr/>
          </p:nvSpPr>
          <p:spPr>
            <a:xfrm>
              <a:off x="457206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70" name="Google Shape;3870;p11"/>
            <p:cNvSpPr/>
            <p:nvPr/>
          </p:nvSpPr>
          <p:spPr>
            <a:xfrm>
              <a:off x="495306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71" name="Google Shape;3871;p11"/>
            <p:cNvSpPr/>
            <p:nvPr/>
          </p:nvSpPr>
          <p:spPr>
            <a:xfrm>
              <a:off x="533407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72" name="Google Shape;3872;p11"/>
            <p:cNvSpPr/>
            <p:nvPr/>
          </p:nvSpPr>
          <p:spPr>
            <a:xfrm>
              <a:off x="571507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73" name="Google Shape;3873;p11"/>
            <p:cNvSpPr/>
            <p:nvPr/>
          </p:nvSpPr>
          <p:spPr>
            <a:xfrm>
              <a:off x="609608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74" name="Google Shape;3874;p11"/>
            <p:cNvSpPr/>
            <p:nvPr/>
          </p:nvSpPr>
          <p:spPr>
            <a:xfrm>
              <a:off x="647708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75" name="Google Shape;3875;p11"/>
            <p:cNvSpPr/>
            <p:nvPr/>
          </p:nvSpPr>
          <p:spPr>
            <a:xfrm>
              <a:off x="685809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76" name="Google Shape;3876;p11"/>
            <p:cNvSpPr/>
            <p:nvPr/>
          </p:nvSpPr>
          <p:spPr>
            <a:xfrm>
              <a:off x="723909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77" name="Google Shape;3877;p11"/>
            <p:cNvSpPr/>
            <p:nvPr/>
          </p:nvSpPr>
          <p:spPr>
            <a:xfrm>
              <a:off x="7620110" y="411471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78" name="Google Shape;3878;p11"/>
            <p:cNvSpPr/>
            <p:nvPr/>
          </p:nvSpPr>
          <p:spPr>
            <a:xfrm>
              <a:off x="8001115" y="411471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79" name="Google Shape;3879;p11"/>
            <p:cNvSpPr/>
            <p:nvPr/>
          </p:nvSpPr>
          <p:spPr>
            <a:xfrm>
              <a:off x="8382120" y="411471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80" name="Google Shape;3880;p11"/>
            <p:cNvSpPr/>
            <p:nvPr/>
          </p:nvSpPr>
          <p:spPr>
            <a:xfrm>
              <a:off x="8763125" y="411471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81" name="Google Shape;3881;p11"/>
            <p:cNvSpPr/>
            <p:nvPr/>
          </p:nvSpPr>
          <p:spPr>
            <a:xfrm>
              <a:off x="7620110" y="445760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82" name="Google Shape;3882;p11"/>
            <p:cNvSpPr/>
            <p:nvPr/>
          </p:nvSpPr>
          <p:spPr>
            <a:xfrm>
              <a:off x="8001115" y="445760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83" name="Google Shape;3883;p11"/>
            <p:cNvSpPr/>
            <p:nvPr/>
          </p:nvSpPr>
          <p:spPr>
            <a:xfrm>
              <a:off x="8382120" y="445760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84" name="Google Shape;3884;p11"/>
            <p:cNvSpPr/>
            <p:nvPr/>
          </p:nvSpPr>
          <p:spPr>
            <a:xfrm>
              <a:off x="8763125" y="445760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85" name="Google Shape;3885;p11"/>
            <p:cNvSpPr/>
            <p:nvPr/>
          </p:nvSpPr>
          <p:spPr>
            <a:xfrm>
              <a:off x="7620110" y="480049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86" name="Google Shape;3886;p11"/>
            <p:cNvSpPr/>
            <p:nvPr/>
          </p:nvSpPr>
          <p:spPr>
            <a:xfrm>
              <a:off x="8001115" y="480049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87" name="Google Shape;3887;p11"/>
            <p:cNvSpPr/>
            <p:nvPr/>
          </p:nvSpPr>
          <p:spPr>
            <a:xfrm>
              <a:off x="8382120" y="480049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88" name="Google Shape;3888;p11"/>
            <p:cNvSpPr/>
            <p:nvPr/>
          </p:nvSpPr>
          <p:spPr>
            <a:xfrm>
              <a:off x="8763125" y="480049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889" name="Google Shape;3889;p11"/>
          <p:cNvSpPr/>
          <p:nvPr/>
        </p:nvSpPr>
        <p:spPr>
          <a:xfrm flipH="1">
            <a:off x="0" y="0"/>
            <a:ext cx="9144000" cy="5143500"/>
          </a:xfrm>
          <a:prstGeom prst="rtTriangle">
            <a:avLst/>
          </a:prstGeom>
          <a:solidFill>
            <a:srgbClr val="005051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890" name="Google Shape;3890;p11"/>
          <p:cNvGrpSpPr/>
          <p:nvPr/>
        </p:nvGrpSpPr>
        <p:grpSpPr>
          <a:xfrm>
            <a:off x="553048" y="535000"/>
            <a:ext cx="8105852" cy="4302000"/>
            <a:chOff x="553048" y="535000"/>
            <a:chExt cx="8105852" cy="4302000"/>
          </a:xfrm>
        </p:grpSpPr>
        <p:sp>
          <p:nvSpPr>
            <p:cNvPr id="3891" name="Google Shape;3891;p11"/>
            <p:cNvSpPr/>
            <p:nvPr/>
          </p:nvSpPr>
          <p:spPr>
            <a:xfrm>
              <a:off x="942300" y="763600"/>
              <a:ext cx="7716600" cy="4073400"/>
            </a:xfrm>
            <a:prstGeom prst="roundRect">
              <a:avLst>
                <a:gd fmla="val 2480" name="adj"/>
              </a:avLst>
            </a:prstGeom>
            <a:solidFill>
              <a:srgbClr val="222828">
                <a:alpha val="2039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92" name="Google Shape;3892;p11"/>
            <p:cNvSpPr/>
            <p:nvPr/>
          </p:nvSpPr>
          <p:spPr>
            <a:xfrm>
              <a:off x="712275" y="535000"/>
              <a:ext cx="7716600" cy="4073400"/>
            </a:xfrm>
            <a:prstGeom prst="roundRect">
              <a:avLst>
                <a:gd fmla="val 2480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93" name="Google Shape;3893;p11"/>
            <p:cNvSpPr/>
            <p:nvPr/>
          </p:nvSpPr>
          <p:spPr>
            <a:xfrm>
              <a:off x="848698" y="898261"/>
              <a:ext cx="317374" cy="317436"/>
            </a:xfrm>
            <a:custGeom>
              <a:rect b="b" l="l" r="r" t="t"/>
              <a:pathLst>
                <a:path extrusionOk="0" h="15212" w="15209">
                  <a:moveTo>
                    <a:pt x="7604" y="0"/>
                  </a:moveTo>
                  <a:cubicBezTo>
                    <a:pt x="3404" y="0"/>
                    <a:pt x="0" y="3405"/>
                    <a:pt x="0" y="7605"/>
                  </a:cubicBezTo>
                  <a:cubicBezTo>
                    <a:pt x="0" y="11805"/>
                    <a:pt x="3404" y="15212"/>
                    <a:pt x="7604" y="15212"/>
                  </a:cubicBezTo>
                  <a:cubicBezTo>
                    <a:pt x="11804" y="15212"/>
                    <a:pt x="15209" y="11805"/>
                    <a:pt x="15209" y="7605"/>
                  </a:cubicBezTo>
                  <a:cubicBezTo>
                    <a:pt x="15209" y="3405"/>
                    <a:pt x="11804" y="0"/>
                    <a:pt x="760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94" name="Google Shape;3894;p11"/>
            <p:cNvSpPr/>
            <p:nvPr/>
          </p:nvSpPr>
          <p:spPr>
            <a:xfrm>
              <a:off x="553048" y="931482"/>
              <a:ext cx="549400" cy="250994"/>
            </a:xfrm>
            <a:custGeom>
              <a:rect b="b" l="l" r="r" t="t"/>
              <a:pathLst>
                <a:path extrusionOk="0" h="12028" w="26328">
                  <a:moveTo>
                    <a:pt x="1493" y="0"/>
                  </a:moveTo>
                  <a:cubicBezTo>
                    <a:pt x="671" y="0"/>
                    <a:pt x="0" y="668"/>
                    <a:pt x="0" y="1494"/>
                  </a:cubicBezTo>
                  <a:cubicBezTo>
                    <a:pt x="0" y="2319"/>
                    <a:pt x="671" y="2990"/>
                    <a:pt x="1493" y="2990"/>
                  </a:cubicBezTo>
                  <a:lnTo>
                    <a:pt x="19596" y="2990"/>
                  </a:lnTo>
                  <a:cubicBezTo>
                    <a:pt x="21591" y="2990"/>
                    <a:pt x="23340" y="4081"/>
                    <a:pt x="23340" y="5330"/>
                  </a:cubicBezTo>
                  <a:lnTo>
                    <a:pt x="23340" y="6698"/>
                  </a:lnTo>
                  <a:cubicBezTo>
                    <a:pt x="23340" y="7944"/>
                    <a:pt x="21591" y="9038"/>
                    <a:pt x="19596" y="9038"/>
                  </a:cubicBezTo>
                  <a:lnTo>
                    <a:pt x="1493" y="9038"/>
                  </a:lnTo>
                  <a:cubicBezTo>
                    <a:pt x="671" y="9038"/>
                    <a:pt x="0" y="9706"/>
                    <a:pt x="0" y="10532"/>
                  </a:cubicBezTo>
                  <a:cubicBezTo>
                    <a:pt x="0" y="11357"/>
                    <a:pt x="671" y="12028"/>
                    <a:pt x="1493" y="12028"/>
                  </a:cubicBezTo>
                  <a:lnTo>
                    <a:pt x="19596" y="12028"/>
                  </a:lnTo>
                  <a:lnTo>
                    <a:pt x="19596" y="12025"/>
                  </a:lnTo>
                  <a:cubicBezTo>
                    <a:pt x="23370" y="12025"/>
                    <a:pt x="26327" y="9685"/>
                    <a:pt x="26327" y="6695"/>
                  </a:cubicBezTo>
                  <a:lnTo>
                    <a:pt x="26327" y="5327"/>
                  </a:lnTo>
                  <a:cubicBezTo>
                    <a:pt x="26327" y="2340"/>
                    <a:pt x="23370" y="0"/>
                    <a:pt x="19596" y="0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95" name="Google Shape;3895;p11"/>
            <p:cNvSpPr/>
            <p:nvPr/>
          </p:nvSpPr>
          <p:spPr>
            <a:xfrm>
              <a:off x="848698" y="1332681"/>
              <a:ext cx="317374" cy="317457"/>
            </a:xfrm>
            <a:custGeom>
              <a:rect b="b" l="l" r="r" t="t"/>
              <a:pathLst>
                <a:path extrusionOk="0" h="15213" w="15209">
                  <a:moveTo>
                    <a:pt x="7604" y="1"/>
                  </a:moveTo>
                  <a:cubicBezTo>
                    <a:pt x="3404" y="1"/>
                    <a:pt x="0" y="3408"/>
                    <a:pt x="0" y="7608"/>
                  </a:cubicBezTo>
                  <a:cubicBezTo>
                    <a:pt x="0" y="11808"/>
                    <a:pt x="3404" y="15212"/>
                    <a:pt x="7604" y="15212"/>
                  </a:cubicBezTo>
                  <a:cubicBezTo>
                    <a:pt x="11804" y="15212"/>
                    <a:pt x="15209" y="11808"/>
                    <a:pt x="15209" y="7608"/>
                  </a:cubicBezTo>
                  <a:cubicBezTo>
                    <a:pt x="15209" y="3408"/>
                    <a:pt x="11804" y="1"/>
                    <a:pt x="760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96" name="Google Shape;3896;p11"/>
            <p:cNvSpPr/>
            <p:nvPr/>
          </p:nvSpPr>
          <p:spPr>
            <a:xfrm>
              <a:off x="553048" y="1365902"/>
              <a:ext cx="549400" cy="251015"/>
            </a:xfrm>
            <a:custGeom>
              <a:rect b="b" l="l" r="r" t="t"/>
              <a:pathLst>
                <a:path extrusionOk="0" h="12029" w="26328">
                  <a:moveTo>
                    <a:pt x="1493" y="1"/>
                  </a:moveTo>
                  <a:cubicBezTo>
                    <a:pt x="671" y="1"/>
                    <a:pt x="0" y="671"/>
                    <a:pt x="0" y="1497"/>
                  </a:cubicBezTo>
                  <a:cubicBezTo>
                    <a:pt x="0" y="2320"/>
                    <a:pt x="671" y="2990"/>
                    <a:pt x="1493" y="2990"/>
                  </a:cubicBezTo>
                  <a:lnTo>
                    <a:pt x="19596" y="2990"/>
                  </a:lnTo>
                  <a:cubicBezTo>
                    <a:pt x="21591" y="2990"/>
                    <a:pt x="23340" y="4084"/>
                    <a:pt x="23340" y="5330"/>
                  </a:cubicBezTo>
                  <a:lnTo>
                    <a:pt x="23340" y="6699"/>
                  </a:lnTo>
                  <a:cubicBezTo>
                    <a:pt x="23340" y="7948"/>
                    <a:pt x="21591" y="9042"/>
                    <a:pt x="19596" y="9042"/>
                  </a:cubicBezTo>
                  <a:lnTo>
                    <a:pt x="1493" y="9042"/>
                  </a:lnTo>
                  <a:cubicBezTo>
                    <a:pt x="671" y="9042"/>
                    <a:pt x="0" y="9709"/>
                    <a:pt x="0" y="10535"/>
                  </a:cubicBezTo>
                  <a:cubicBezTo>
                    <a:pt x="0" y="11361"/>
                    <a:pt x="671" y="12028"/>
                    <a:pt x="1493" y="12028"/>
                  </a:cubicBezTo>
                  <a:lnTo>
                    <a:pt x="19596" y="12028"/>
                  </a:lnTo>
                  <a:cubicBezTo>
                    <a:pt x="23370" y="12028"/>
                    <a:pt x="26327" y="9688"/>
                    <a:pt x="26327" y="6699"/>
                  </a:cubicBezTo>
                  <a:lnTo>
                    <a:pt x="26327" y="5330"/>
                  </a:lnTo>
                  <a:cubicBezTo>
                    <a:pt x="26327" y="2344"/>
                    <a:pt x="23370" y="1"/>
                    <a:pt x="19596" y="1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97" name="Google Shape;3897;p11"/>
            <p:cNvSpPr/>
            <p:nvPr/>
          </p:nvSpPr>
          <p:spPr>
            <a:xfrm>
              <a:off x="848698" y="1767184"/>
              <a:ext cx="317374" cy="317436"/>
            </a:xfrm>
            <a:custGeom>
              <a:rect b="b" l="l" r="r" t="t"/>
              <a:pathLst>
                <a:path extrusionOk="0" h="15212" w="15209">
                  <a:moveTo>
                    <a:pt x="7604" y="0"/>
                  </a:moveTo>
                  <a:cubicBezTo>
                    <a:pt x="3404" y="0"/>
                    <a:pt x="0" y="3404"/>
                    <a:pt x="0" y="7605"/>
                  </a:cubicBezTo>
                  <a:cubicBezTo>
                    <a:pt x="0" y="11805"/>
                    <a:pt x="3404" y="15212"/>
                    <a:pt x="7604" y="15212"/>
                  </a:cubicBezTo>
                  <a:cubicBezTo>
                    <a:pt x="11804" y="15212"/>
                    <a:pt x="15209" y="11805"/>
                    <a:pt x="15209" y="7605"/>
                  </a:cubicBezTo>
                  <a:cubicBezTo>
                    <a:pt x="15209" y="3404"/>
                    <a:pt x="11804" y="0"/>
                    <a:pt x="760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98" name="Google Shape;3898;p11"/>
            <p:cNvSpPr/>
            <p:nvPr/>
          </p:nvSpPr>
          <p:spPr>
            <a:xfrm>
              <a:off x="553048" y="1800405"/>
              <a:ext cx="549400" cy="250994"/>
            </a:xfrm>
            <a:custGeom>
              <a:rect b="b" l="l" r="r" t="t"/>
              <a:pathLst>
                <a:path extrusionOk="0" h="12028" w="26328">
                  <a:moveTo>
                    <a:pt x="1493" y="0"/>
                  </a:moveTo>
                  <a:cubicBezTo>
                    <a:pt x="671" y="0"/>
                    <a:pt x="0" y="668"/>
                    <a:pt x="0" y="1493"/>
                  </a:cubicBezTo>
                  <a:cubicBezTo>
                    <a:pt x="0" y="2319"/>
                    <a:pt x="671" y="2990"/>
                    <a:pt x="1493" y="2990"/>
                  </a:cubicBezTo>
                  <a:lnTo>
                    <a:pt x="19596" y="2990"/>
                  </a:lnTo>
                  <a:cubicBezTo>
                    <a:pt x="21591" y="2990"/>
                    <a:pt x="23340" y="4081"/>
                    <a:pt x="23340" y="5330"/>
                  </a:cubicBezTo>
                  <a:lnTo>
                    <a:pt x="23340" y="6695"/>
                  </a:lnTo>
                  <a:cubicBezTo>
                    <a:pt x="23340" y="7944"/>
                    <a:pt x="21591" y="9038"/>
                    <a:pt x="19596" y="9038"/>
                  </a:cubicBezTo>
                  <a:lnTo>
                    <a:pt x="1493" y="9038"/>
                  </a:lnTo>
                  <a:cubicBezTo>
                    <a:pt x="671" y="9038"/>
                    <a:pt x="0" y="9706"/>
                    <a:pt x="0" y="10532"/>
                  </a:cubicBezTo>
                  <a:cubicBezTo>
                    <a:pt x="0" y="11357"/>
                    <a:pt x="671" y="12028"/>
                    <a:pt x="1493" y="12028"/>
                  </a:cubicBezTo>
                  <a:lnTo>
                    <a:pt x="19596" y="12028"/>
                  </a:lnTo>
                  <a:lnTo>
                    <a:pt x="19596" y="12025"/>
                  </a:lnTo>
                  <a:cubicBezTo>
                    <a:pt x="23370" y="12025"/>
                    <a:pt x="26327" y="9685"/>
                    <a:pt x="26327" y="6695"/>
                  </a:cubicBezTo>
                  <a:lnTo>
                    <a:pt x="26327" y="5327"/>
                  </a:lnTo>
                  <a:cubicBezTo>
                    <a:pt x="26327" y="2340"/>
                    <a:pt x="23370" y="0"/>
                    <a:pt x="19596" y="0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99" name="Google Shape;3899;p11"/>
            <p:cNvSpPr/>
            <p:nvPr/>
          </p:nvSpPr>
          <p:spPr>
            <a:xfrm>
              <a:off x="848698" y="2201603"/>
              <a:ext cx="317374" cy="317457"/>
            </a:xfrm>
            <a:custGeom>
              <a:rect b="b" l="l" r="r" t="t"/>
              <a:pathLst>
                <a:path extrusionOk="0" h="15213" w="15209">
                  <a:moveTo>
                    <a:pt x="7604" y="1"/>
                  </a:moveTo>
                  <a:cubicBezTo>
                    <a:pt x="3404" y="1"/>
                    <a:pt x="0" y="3405"/>
                    <a:pt x="0" y="7608"/>
                  </a:cubicBezTo>
                  <a:cubicBezTo>
                    <a:pt x="0" y="11808"/>
                    <a:pt x="3404" y="15212"/>
                    <a:pt x="7604" y="15212"/>
                  </a:cubicBezTo>
                  <a:cubicBezTo>
                    <a:pt x="11804" y="15212"/>
                    <a:pt x="15209" y="11808"/>
                    <a:pt x="15209" y="7608"/>
                  </a:cubicBezTo>
                  <a:cubicBezTo>
                    <a:pt x="15209" y="3405"/>
                    <a:pt x="11804" y="1"/>
                    <a:pt x="760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00" name="Google Shape;3900;p11"/>
            <p:cNvSpPr/>
            <p:nvPr/>
          </p:nvSpPr>
          <p:spPr>
            <a:xfrm>
              <a:off x="553048" y="2234824"/>
              <a:ext cx="549400" cy="251015"/>
            </a:xfrm>
            <a:custGeom>
              <a:rect b="b" l="l" r="r" t="t"/>
              <a:pathLst>
                <a:path extrusionOk="0" h="12029" w="26328">
                  <a:moveTo>
                    <a:pt x="1493" y="1"/>
                  </a:moveTo>
                  <a:cubicBezTo>
                    <a:pt x="671" y="1"/>
                    <a:pt x="0" y="668"/>
                    <a:pt x="0" y="1494"/>
                  </a:cubicBezTo>
                  <a:cubicBezTo>
                    <a:pt x="0" y="2320"/>
                    <a:pt x="671" y="2990"/>
                    <a:pt x="1493" y="2990"/>
                  </a:cubicBezTo>
                  <a:lnTo>
                    <a:pt x="19596" y="2990"/>
                  </a:lnTo>
                  <a:cubicBezTo>
                    <a:pt x="21591" y="2990"/>
                    <a:pt x="23340" y="4084"/>
                    <a:pt x="23340" y="5330"/>
                  </a:cubicBezTo>
                  <a:lnTo>
                    <a:pt x="23340" y="6699"/>
                  </a:lnTo>
                  <a:cubicBezTo>
                    <a:pt x="23340" y="7945"/>
                    <a:pt x="21591" y="9039"/>
                    <a:pt x="19596" y="9039"/>
                  </a:cubicBezTo>
                  <a:lnTo>
                    <a:pt x="1493" y="9039"/>
                  </a:lnTo>
                  <a:cubicBezTo>
                    <a:pt x="671" y="9039"/>
                    <a:pt x="0" y="9706"/>
                    <a:pt x="0" y="10532"/>
                  </a:cubicBezTo>
                  <a:cubicBezTo>
                    <a:pt x="0" y="11358"/>
                    <a:pt x="671" y="12028"/>
                    <a:pt x="1493" y="12028"/>
                  </a:cubicBezTo>
                  <a:lnTo>
                    <a:pt x="19596" y="12028"/>
                  </a:lnTo>
                  <a:lnTo>
                    <a:pt x="19596" y="12025"/>
                  </a:lnTo>
                  <a:cubicBezTo>
                    <a:pt x="23370" y="12025"/>
                    <a:pt x="26327" y="9685"/>
                    <a:pt x="26327" y="6699"/>
                  </a:cubicBezTo>
                  <a:lnTo>
                    <a:pt x="26327" y="5330"/>
                  </a:lnTo>
                  <a:cubicBezTo>
                    <a:pt x="26327" y="2341"/>
                    <a:pt x="23370" y="1"/>
                    <a:pt x="19596" y="1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01" name="Google Shape;3901;p11"/>
            <p:cNvSpPr/>
            <p:nvPr/>
          </p:nvSpPr>
          <p:spPr>
            <a:xfrm>
              <a:off x="848698" y="2636106"/>
              <a:ext cx="317374" cy="317374"/>
            </a:xfrm>
            <a:custGeom>
              <a:rect b="b" l="l" r="r" t="t"/>
              <a:pathLst>
                <a:path extrusionOk="0" h="15209" w="15209">
                  <a:moveTo>
                    <a:pt x="7604" y="0"/>
                  </a:moveTo>
                  <a:cubicBezTo>
                    <a:pt x="3404" y="0"/>
                    <a:pt x="0" y="3404"/>
                    <a:pt x="0" y="7604"/>
                  </a:cubicBezTo>
                  <a:cubicBezTo>
                    <a:pt x="0" y="11805"/>
                    <a:pt x="3404" y="15209"/>
                    <a:pt x="7604" y="15209"/>
                  </a:cubicBezTo>
                  <a:cubicBezTo>
                    <a:pt x="11804" y="15209"/>
                    <a:pt x="15209" y="11805"/>
                    <a:pt x="15209" y="7604"/>
                  </a:cubicBezTo>
                  <a:cubicBezTo>
                    <a:pt x="15209" y="3404"/>
                    <a:pt x="11804" y="0"/>
                    <a:pt x="760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02" name="Google Shape;3902;p11"/>
            <p:cNvSpPr/>
            <p:nvPr/>
          </p:nvSpPr>
          <p:spPr>
            <a:xfrm>
              <a:off x="553048" y="2669265"/>
              <a:ext cx="549400" cy="250994"/>
            </a:xfrm>
            <a:custGeom>
              <a:rect b="b" l="l" r="r" t="t"/>
              <a:pathLst>
                <a:path extrusionOk="0" h="12028" w="26328">
                  <a:moveTo>
                    <a:pt x="1493" y="0"/>
                  </a:moveTo>
                  <a:cubicBezTo>
                    <a:pt x="671" y="0"/>
                    <a:pt x="0" y="671"/>
                    <a:pt x="0" y="1496"/>
                  </a:cubicBezTo>
                  <a:cubicBezTo>
                    <a:pt x="0" y="2322"/>
                    <a:pt x="671" y="2990"/>
                    <a:pt x="1493" y="2990"/>
                  </a:cubicBezTo>
                  <a:lnTo>
                    <a:pt x="19596" y="2990"/>
                  </a:lnTo>
                  <a:cubicBezTo>
                    <a:pt x="21591" y="2990"/>
                    <a:pt x="23340" y="4084"/>
                    <a:pt x="23340" y="5330"/>
                  </a:cubicBezTo>
                  <a:lnTo>
                    <a:pt x="23340" y="6698"/>
                  </a:lnTo>
                  <a:cubicBezTo>
                    <a:pt x="23340" y="7947"/>
                    <a:pt x="21591" y="9041"/>
                    <a:pt x="19596" y="9041"/>
                  </a:cubicBezTo>
                  <a:lnTo>
                    <a:pt x="1493" y="9041"/>
                  </a:lnTo>
                  <a:cubicBezTo>
                    <a:pt x="671" y="9041"/>
                    <a:pt x="0" y="9709"/>
                    <a:pt x="0" y="10534"/>
                  </a:cubicBezTo>
                  <a:cubicBezTo>
                    <a:pt x="0" y="11360"/>
                    <a:pt x="671" y="12028"/>
                    <a:pt x="1493" y="12028"/>
                  </a:cubicBezTo>
                  <a:lnTo>
                    <a:pt x="19596" y="12028"/>
                  </a:lnTo>
                  <a:cubicBezTo>
                    <a:pt x="23370" y="12028"/>
                    <a:pt x="26327" y="9688"/>
                    <a:pt x="26327" y="6698"/>
                  </a:cubicBezTo>
                  <a:lnTo>
                    <a:pt x="26327" y="5330"/>
                  </a:lnTo>
                  <a:cubicBezTo>
                    <a:pt x="26327" y="2343"/>
                    <a:pt x="23370" y="0"/>
                    <a:pt x="19596" y="0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03" name="Google Shape;3903;p11"/>
            <p:cNvSpPr/>
            <p:nvPr/>
          </p:nvSpPr>
          <p:spPr>
            <a:xfrm>
              <a:off x="848698" y="3070526"/>
              <a:ext cx="317374" cy="317457"/>
            </a:xfrm>
            <a:custGeom>
              <a:rect b="b" l="l" r="r" t="t"/>
              <a:pathLst>
                <a:path extrusionOk="0" h="15213" w="15209">
                  <a:moveTo>
                    <a:pt x="7604" y="1"/>
                  </a:moveTo>
                  <a:cubicBezTo>
                    <a:pt x="3404" y="1"/>
                    <a:pt x="0" y="3405"/>
                    <a:pt x="0" y="7605"/>
                  </a:cubicBezTo>
                  <a:cubicBezTo>
                    <a:pt x="0" y="11805"/>
                    <a:pt x="3404" y="15212"/>
                    <a:pt x="7604" y="15212"/>
                  </a:cubicBezTo>
                  <a:cubicBezTo>
                    <a:pt x="11804" y="15212"/>
                    <a:pt x="15209" y="11805"/>
                    <a:pt x="15209" y="7605"/>
                  </a:cubicBezTo>
                  <a:cubicBezTo>
                    <a:pt x="15209" y="3405"/>
                    <a:pt x="11804" y="1"/>
                    <a:pt x="760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04" name="Google Shape;3904;p11"/>
            <p:cNvSpPr/>
            <p:nvPr/>
          </p:nvSpPr>
          <p:spPr>
            <a:xfrm>
              <a:off x="553048" y="3103747"/>
              <a:ext cx="549400" cy="251015"/>
            </a:xfrm>
            <a:custGeom>
              <a:rect b="b" l="l" r="r" t="t"/>
              <a:pathLst>
                <a:path extrusionOk="0" h="12029" w="26328">
                  <a:moveTo>
                    <a:pt x="1493" y="0"/>
                  </a:moveTo>
                  <a:cubicBezTo>
                    <a:pt x="671" y="0"/>
                    <a:pt x="0" y="668"/>
                    <a:pt x="0" y="1494"/>
                  </a:cubicBezTo>
                  <a:cubicBezTo>
                    <a:pt x="0" y="2320"/>
                    <a:pt x="671" y="2987"/>
                    <a:pt x="1493" y="2987"/>
                  </a:cubicBezTo>
                  <a:lnTo>
                    <a:pt x="19596" y="2987"/>
                  </a:lnTo>
                  <a:cubicBezTo>
                    <a:pt x="21591" y="2987"/>
                    <a:pt x="23340" y="4081"/>
                    <a:pt x="23340" y="5330"/>
                  </a:cubicBezTo>
                  <a:lnTo>
                    <a:pt x="23340" y="6696"/>
                  </a:lnTo>
                  <a:cubicBezTo>
                    <a:pt x="23340" y="7945"/>
                    <a:pt x="21591" y="9039"/>
                    <a:pt x="19596" y="9039"/>
                  </a:cubicBezTo>
                  <a:lnTo>
                    <a:pt x="1493" y="9039"/>
                  </a:lnTo>
                  <a:cubicBezTo>
                    <a:pt x="671" y="9039"/>
                    <a:pt x="0" y="9706"/>
                    <a:pt x="0" y="10532"/>
                  </a:cubicBezTo>
                  <a:cubicBezTo>
                    <a:pt x="0" y="11358"/>
                    <a:pt x="671" y="12028"/>
                    <a:pt x="1493" y="12028"/>
                  </a:cubicBezTo>
                  <a:lnTo>
                    <a:pt x="19596" y="12028"/>
                  </a:lnTo>
                  <a:lnTo>
                    <a:pt x="19596" y="12025"/>
                  </a:lnTo>
                  <a:cubicBezTo>
                    <a:pt x="23370" y="12025"/>
                    <a:pt x="26327" y="9685"/>
                    <a:pt x="26327" y="6696"/>
                  </a:cubicBezTo>
                  <a:lnTo>
                    <a:pt x="26327" y="5330"/>
                  </a:lnTo>
                  <a:cubicBezTo>
                    <a:pt x="26327" y="2340"/>
                    <a:pt x="23370" y="0"/>
                    <a:pt x="19596" y="0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05" name="Google Shape;3905;p11"/>
            <p:cNvSpPr/>
            <p:nvPr/>
          </p:nvSpPr>
          <p:spPr>
            <a:xfrm>
              <a:off x="848698" y="3504966"/>
              <a:ext cx="317374" cy="317436"/>
            </a:xfrm>
            <a:custGeom>
              <a:rect b="b" l="l" r="r" t="t"/>
              <a:pathLst>
                <a:path extrusionOk="0" h="15212" w="15209">
                  <a:moveTo>
                    <a:pt x="7604" y="0"/>
                  </a:moveTo>
                  <a:cubicBezTo>
                    <a:pt x="3404" y="0"/>
                    <a:pt x="0" y="3407"/>
                    <a:pt x="0" y="7607"/>
                  </a:cubicBezTo>
                  <a:cubicBezTo>
                    <a:pt x="0" y="11807"/>
                    <a:pt x="3404" y="15212"/>
                    <a:pt x="7604" y="15212"/>
                  </a:cubicBezTo>
                  <a:cubicBezTo>
                    <a:pt x="11804" y="15212"/>
                    <a:pt x="15209" y="11807"/>
                    <a:pt x="15209" y="7607"/>
                  </a:cubicBezTo>
                  <a:cubicBezTo>
                    <a:pt x="15209" y="3407"/>
                    <a:pt x="11804" y="0"/>
                    <a:pt x="760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06" name="Google Shape;3906;p11"/>
            <p:cNvSpPr/>
            <p:nvPr/>
          </p:nvSpPr>
          <p:spPr>
            <a:xfrm>
              <a:off x="553048" y="3538167"/>
              <a:ext cx="549400" cy="251015"/>
            </a:xfrm>
            <a:custGeom>
              <a:rect b="b" l="l" r="r" t="t"/>
              <a:pathLst>
                <a:path extrusionOk="0" h="12029" w="26328">
                  <a:moveTo>
                    <a:pt x="1493" y="1"/>
                  </a:moveTo>
                  <a:cubicBezTo>
                    <a:pt x="671" y="1"/>
                    <a:pt x="0" y="672"/>
                    <a:pt x="0" y="1497"/>
                  </a:cubicBezTo>
                  <a:cubicBezTo>
                    <a:pt x="0" y="2320"/>
                    <a:pt x="671" y="2991"/>
                    <a:pt x="1493" y="2991"/>
                  </a:cubicBezTo>
                  <a:lnTo>
                    <a:pt x="19596" y="2991"/>
                  </a:lnTo>
                  <a:cubicBezTo>
                    <a:pt x="21591" y="2991"/>
                    <a:pt x="23340" y="4085"/>
                    <a:pt x="23340" y="5331"/>
                  </a:cubicBezTo>
                  <a:lnTo>
                    <a:pt x="23340" y="6699"/>
                  </a:lnTo>
                  <a:cubicBezTo>
                    <a:pt x="23340" y="7948"/>
                    <a:pt x="21591" y="9042"/>
                    <a:pt x="19596" y="9042"/>
                  </a:cubicBezTo>
                  <a:lnTo>
                    <a:pt x="1493" y="9042"/>
                  </a:lnTo>
                  <a:cubicBezTo>
                    <a:pt x="671" y="9042"/>
                    <a:pt x="0" y="9710"/>
                    <a:pt x="0" y="10535"/>
                  </a:cubicBezTo>
                  <a:cubicBezTo>
                    <a:pt x="0" y="11361"/>
                    <a:pt x="671" y="12029"/>
                    <a:pt x="1493" y="12029"/>
                  </a:cubicBezTo>
                  <a:lnTo>
                    <a:pt x="19596" y="12029"/>
                  </a:lnTo>
                  <a:cubicBezTo>
                    <a:pt x="23370" y="12029"/>
                    <a:pt x="26327" y="9689"/>
                    <a:pt x="26327" y="6699"/>
                  </a:cubicBezTo>
                  <a:lnTo>
                    <a:pt x="26327" y="5331"/>
                  </a:lnTo>
                  <a:cubicBezTo>
                    <a:pt x="26327" y="2344"/>
                    <a:pt x="23370" y="1"/>
                    <a:pt x="19596" y="1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07" name="Google Shape;3907;p11"/>
            <p:cNvSpPr/>
            <p:nvPr/>
          </p:nvSpPr>
          <p:spPr>
            <a:xfrm>
              <a:off x="848698" y="3939449"/>
              <a:ext cx="317374" cy="317395"/>
            </a:xfrm>
            <a:custGeom>
              <a:rect b="b" l="l" r="r" t="t"/>
              <a:pathLst>
                <a:path extrusionOk="0" h="15210" w="15209">
                  <a:moveTo>
                    <a:pt x="7604" y="1"/>
                  </a:moveTo>
                  <a:cubicBezTo>
                    <a:pt x="3404" y="1"/>
                    <a:pt x="0" y="3405"/>
                    <a:pt x="0" y="7605"/>
                  </a:cubicBezTo>
                  <a:cubicBezTo>
                    <a:pt x="0" y="11805"/>
                    <a:pt x="3404" y="15209"/>
                    <a:pt x="7604" y="15209"/>
                  </a:cubicBezTo>
                  <a:cubicBezTo>
                    <a:pt x="11804" y="15209"/>
                    <a:pt x="15209" y="11805"/>
                    <a:pt x="15209" y="7605"/>
                  </a:cubicBezTo>
                  <a:cubicBezTo>
                    <a:pt x="15209" y="3405"/>
                    <a:pt x="11804" y="1"/>
                    <a:pt x="760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08" name="Google Shape;3908;p11"/>
            <p:cNvSpPr/>
            <p:nvPr/>
          </p:nvSpPr>
          <p:spPr>
            <a:xfrm>
              <a:off x="553048" y="3972670"/>
              <a:ext cx="549400" cy="251015"/>
            </a:xfrm>
            <a:custGeom>
              <a:rect b="b" l="l" r="r" t="t"/>
              <a:pathLst>
                <a:path extrusionOk="0" h="12029" w="26328">
                  <a:moveTo>
                    <a:pt x="1493" y="0"/>
                  </a:moveTo>
                  <a:cubicBezTo>
                    <a:pt x="671" y="0"/>
                    <a:pt x="0" y="668"/>
                    <a:pt x="0" y="1494"/>
                  </a:cubicBezTo>
                  <a:cubicBezTo>
                    <a:pt x="0" y="2320"/>
                    <a:pt x="671" y="2990"/>
                    <a:pt x="1493" y="2990"/>
                  </a:cubicBezTo>
                  <a:lnTo>
                    <a:pt x="19596" y="2990"/>
                  </a:lnTo>
                  <a:cubicBezTo>
                    <a:pt x="21591" y="2990"/>
                    <a:pt x="23340" y="4081"/>
                    <a:pt x="23340" y="5330"/>
                  </a:cubicBezTo>
                  <a:lnTo>
                    <a:pt x="23340" y="6695"/>
                  </a:lnTo>
                  <a:cubicBezTo>
                    <a:pt x="23340" y="7944"/>
                    <a:pt x="21591" y="9038"/>
                    <a:pt x="19596" y="9038"/>
                  </a:cubicBezTo>
                  <a:lnTo>
                    <a:pt x="1493" y="9038"/>
                  </a:lnTo>
                  <a:cubicBezTo>
                    <a:pt x="671" y="9038"/>
                    <a:pt x="0" y="9706"/>
                    <a:pt x="0" y="10532"/>
                  </a:cubicBezTo>
                  <a:cubicBezTo>
                    <a:pt x="0" y="11358"/>
                    <a:pt x="671" y="12028"/>
                    <a:pt x="1493" y="12028"/>
                  </a:cubicBezTo>
                  <a:lnTo>
                    <a:pt x="19596" y="12028"/>
                  </a:lnTo>
                  <a:lnTo>
                    <a:pt x="19596" y="12025"/>
                  </a:lnTo>
                  <a:cubicBezTo>
                    <a:pt x="23370" y="12025"/>
                    <a:pt x="26327" y="9685"/>
                    <a:pt x="26327" y="6695"/>
                  </a:cubicBezTo>
                  <a:lnTo>
                    <a:pt x="26327" y="5327"/>
                  </a:lnTo>
                  <a:cubicBezTo>
                    <a:pt x="26327" y="2340"/>
                    <a:pt x="23370" y="0"/>
                    <a:pt x="19596" y="0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909" name="Google Shape;3909;p11"/>
          <p:cNvSpPr txBox="1"/>
          <p:nvPr>
            <p:ph type="title"/>
          </p:nvPr>
        </p:nvSpPr>
        <p:spPr>
          <a:xfrm>
            <a:off x="1388100" y="1307100"/>
            <a:ext cx="6367800" cy="252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bg>
      <p:bgPr>
        <a:solidFill>
          <a:schemeClr val="lt1"/>
        </a:solidFill>
      </p:bgPr>
    </p:bg>
    <p:spTree>
      <p:nvGrpSpPr>
        <p:cNvPr id="3910" name="Shape 39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11" name="Google Shape;3911;p12"/>
          <p:cNvGrpSpPr/>
          <p:nvPr/>
        </p:nvGrpSpPr>
        <p:grpSpPr>
          <a:xfrm>
            <a:off x="0" y="0"/>
            <a:ext cx="9144125" cy="5143391"/>
            <a:chOff x="0" y="0"/>
            <a:chExt cx="9144125" cy="5143391"/>
          </a:xfrm>
        </p:grpSpPr>
        <p:sp>
          <p:nvSpPr>
            <p:cNvPr id="3912" name="Google Shape;3912;p12"/>
            <p:cNvSpPr/>
            <p:nvPr/>
          </p:nvSpPr>
          <p:spPr>
            <a:xfrm>
              <a:off x="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13" name="Google Shape;3913;p12"/>
            <p:cNvSpPr/>
            <p:nvPr/>
          </p:nvSpPr>
          <p:spPr>
            <a:xfrm>
              <a:off x="38100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14" name="Google Shape;3914;p12"/>
            <p:cNvSpPr/>
            <p:nvPr/>
          </p:nvSpPr>
          <p:spPr>
            <a:xfrm>
              <a:off x="76201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15" name="Google Shape;3915;p12"/>
            <p:cNvSpPr/>
            <p:nvPr/>
          </p:nvSpPr>
          <p:spPr>
            <a:xfrm>
              <a:off x="114301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16" name="Google Shape;3916;p12"/>
            <p:cNvSpPr/>
            <p:nvPr/>
          </p:nvSpPr>
          <p:spPr>
            <a:xfrm>
              <a:off x="152402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17" name="Google Shape;3917;p12"/>
            <p:cNvSpPr/>
            <p:nvPr/>
          </p:nvSpPr>
          <p:spPr>
            <a:xfrm>
              <a:off x="190502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18" name="Google Shape;3918;p12"/>
            <p:cNvSpPr/>
            <p:nvPr/>
          </p:nvSpPr>
          <p:spPr>
            <a:xfrm>
              <a:off x="228603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19" name="Google Shape;3919;p12"/>
            <p:cNvSpPr/>
            <p:nvPr/>
          </p:nvSpPr>
          <p:spPr>
            <a:xfrm>
              <a:off x="266703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20" name="Google Shape;3920;p12"/>
            <p:cNvSpPr/>
            <p:nvPr/>
          </p:nvSpPr>
          <p:spPr>
            <a:xfrm>
              <a:off x="304804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21" name="Google Shape;3921;p12"/>
            <p:cNvSpPr/>
            <p:nvPr/>
          </p:nvSpPr>
          <p:spPr>
            <a:xfrm>
              <a:off x="342904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22" name="Google Shape;3922;p12"/>
            <p:cNvSpPr/>
            <p:nvPr/>
          </p:nvSpPr>
          <p:spPr>
            <a:xfrm>
              <a:off x="381005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23" name="Google Shape;3923;p12"/>
            <p:cNvSpPr/>
            <p:nvPr/>
          </p:nvSpPr>
          <p:spPr>
            <a:xfrm>
              <a:off x="419105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24" name="Google Shape;3924;p12"/>
            <p:cNvSpPr/>
            <p:nvPr/>
          </p:nvSpPr>
          <p:spPr>
            <a:xfrm>
              <a:off x="457206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25" name="Google Shape;3925;p12"/>
            <p:cNvSpPr/>
            <p:nvPr/>
          </p:nvSpPr>
          <p:spPr>
            <a:xfrm>
              <a:off x="495306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26" name="Google Shape;3926;p12"/>
            <p:cNvSpPr/>
            <p:nvPr/>
          </p:nvSpPr>
          <p:spPr>
            <a:xfrm>
              <a:off x="533407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27" name="Google Shape;3927;p12"/>
            <p:cNvSpPr/>
            <p:nvPr/>
          </p:nvSpPr>
          <p:spPr>
            <a:xfrm>
              <a:off x="571507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28" name="Google Shape;3928;p12"/>
            <p:cNvSpPr/>
            <p:nvPr/>
          </p:nvSpPr>
          <p:spPr>
            <a:xfrm>
              <a:off x="609608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29" name="Google Shape;3929;p12"/>
            <p:cNvSpPr/>
            <p:nvPr/>
          </p:nvSpPr>
          <p:spPr>
            <a:xfrm>
              <a:off x="647708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30" name="Google Shape;3930;p12"/>
            <p:cNvSpPr/>
            <p:nvPr/>
          </p:nvSpPr>
          <p:spPr>
            <a:xfrm>
              <a:off x="685809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31" name="Google Shape;3931;p12"/>
            <p:cNvSpPr/>
            <p:nvPr/>
          </p:nvSpPr>
          <p:spPr>
            <a:xfrm>
              <a:off x="723909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32" name="Google Shape;3932;p12"/>
            <p:cNvSpPr/>
            <p:nvPr/>
          </p:nvSpPr>
          <p:spPr>
            <a:xfrm>
              <a:off x="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33" name="Google Shape;3933;p12"/>
            <p:cNvSpPr/>
            <p:nvPr/>
          </p:nvSpPr>
          <p:spPr>
            <a:xfrm>
              <a:off x="38100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34" name="Google Shape;3934;p12"/>
            <p:cNvSpPr/>
            <p:nvPr/>
          </p:nvSpPr>
          <p:spPr>
            <a:xfrm>
              <a:off x="76201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35" name="Google Shape;3935;p12"/>
            <p:cNvSpPr/>
            <p:nvPr/>
          </p:nvSpPr>
          <p:spPr>
            <a:xfrm>
              <a:off x="114301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36" name="Google Shape;3936;p12"/>
            <p:cNvSpPr/>
            <p:nvPr/>
          </p:nvSpPr>
          <p:spPr>
            <a:xfrm>
              <a:off x="152402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37" name="Google Shape;3937;p12"/>
            <p:cNvSpPr/>
            <p:nvPr/>
          </p:nvSpPr>
          <p:spPr>
            <a:xfrm>
              <a:off x="190502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38" name="Google Shape;3938;p12"/>
            <p:cNvSpPr/>
            <p:nvPr/>
          </p:nvSpPr>
          <p:spPr>
            <a:xfrm>
              <a:off x="228603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39" name="Google Shape;3939;p12"/>
            <p:cNvSpPr/>
            <p:nvPr/>
          </p:nvSpPr>
          <p:spPr>
            <a:xfrm>
              <a:off x="266703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40" name="Google Shape;3940;p12"/>
            <p:cNvSpPr/>
            <p:nvPr/>
          </p:nvSpPr>
          <p:spPr>
            <a:xfrm>
              <a:off x="304804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41" name="Google Shape;3941;p12"/>
            <p:cNvSpPr/>
            <p:nvPr/>
          </p:nvSpPr>
          <p:spPr>
            <a:xfrm>
              <a:off x="342904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42" name="Google Shape;3942;p12"/>
            <p:cNvSpPr/>
            <p:nvPr/>
          </p:nvSpPr>
          <p:spPr>
            <a:xfrm>
              <a:off x="381005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43" name="Google Shape;3943;p12"/>
            <p:cNvSpPr/>
            <p:nvPr/>
          </p:nvSpPr>
          <p:spPr>
            <a:xfrm>
              <a:off x="419105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44" name="Google Shape;3944;p12"/>
            <p:cNvSpPr/>
            <p:nvPr/>
          </p:nvSpPr>
          <p:spPr>
            <a:xfrm>
              <a:off x="457206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45" name="Google Shape;3945;p12"/>
            <p:cNvSpPr/>
            <p:nvPr/>
          </p:nvSpPr>
          <p:spPr>
            <a:xfrm>
              <a:off x="495306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46" name="Google Shape;3946;p12"/>
            <p:cNvSpPr/>
            <p:nvPr/>
          </p:nvSpPr>
          <p:spPr>
            <a:xfrm>
              <a:off x="533407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47" name="Google Shape;3947;p12"/>
            <p:cNvSpPr/>
            <p:nvPr/>
          </p:nvSpPr>
          <p:spPr>
            <a:xfrm>
              <a:off x="571507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48" name="Google Shape;3948;p12"/>
            <p:cNvSpPr/>
            <p:nvPr/>
          </p:nvSpPr>
          <p:spPr>
            <a:xfrm>
              <a:off x="609608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49" name="Google Shape;3949;p12"/>
            <p:cNvSpPr/>
            <p:nvPr/>
          </p:nvSpPr>
          <p:spPr>
            <a:xfrm>
              <a:off x="647708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50" name="Google Shape;3950;p12"/>
            <p:cNvSpPr/>
            <p:nvPr/>
          </p:nvSpPr>
          <p:spPr>
            <a:xfrm>
              <a:off x="685809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51" name="Google Shape;3951;p12"/>
            <p:cNvSpPr/>
            <p:nvPr/>
          </p:nvSpPr>
          <p:spPr>
            <a:xfrm>
              <a:off x="723909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52" name="Google Shape;3952;p12"/>
            <p:cNvSpPr/>
            <p:nvPr/>
          </p:nvSpPr>
          <p:spPr>
            <a:xfrm>
              <a:off x="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53" name="Google Shape;3953;p12"/>
            <p:cNvSpPr/>
            <p:nvPr/>
          </p:nvSpPr>
          <p:spPr>
            <a:xfrm>
              <a:off x="38100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54" name="Google Shape;3954;p12"/>
            <p:cNvSpPr/>
            <p:nvPr/>
          </p:nvSpPr>
          <p:spPr>
            <a:xfrm>
              <a:off x="76201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55" name="Google Shape;3955;p12"/>
            <p:cNvSpPr/>
            <p:nvPr/>
          </p:nvSpPr>
          <p:spPr>
            <a:xfrm>
              <a:off x="114301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56" name="Google Shape;3956;p12"/>
            <p:cNvSpPr/>
            <p:nvPr/>
          </p:nvSpPr>
          <p:spPr>
            <a:xfrm>
              <a:off x="152402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57" name="Google Shape;3957;p12"/>
            <p:cNvSpPr/>
            <p:nvPr/>
          </p:nvSpPr>
          <p:spPr>
            <a:xfrm>
              <a:off x="190502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58" name="Google Shape;3958;p12"/>
            <p:cNvSpPr/>
            <p:nvPr/>
          </p:nvSpPr>
          <p:spPr>
            <a:xfrm>
              <a:off x="228603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59" name="Google Shape;3959;p12"/>
            <p:cNvSpPr/>
            <p:nvPr/>
          </p:nvSpPr>
          <p:spPr>
            <a:xfrm>
              <a:off x="266703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60" name="Google Shape;3960;p12"/>
            <p:cNvSpPr/>
            <p:nvPr/>
          </p:nvSpPr>
          <p:spPr>
            <a:xfrm>
              <a:off x="304804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61" name="Google Shape;3961;p12"/>
            <p:cNvSpPr/>
            <p:nvPr/>
          </p:nvSpPr>
          <p:spPr>
            <a:xfrm>
              <a:off x="342904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62" name="Google Shape;3962;p12"/>
            <p:cNvSpPr/>
            <p:nvPr/>
          </p:nvSpPr>
          <p:spPr>
            <a:xfrm>
              <a:off x="381005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63" name="Google Shape;3963;p12"/>
            <p:cNvSpPr/>
            <p:nvPr/>
          </p:nvSpPr>
          <p:spPr>
            <a:xfrm>
              <a:off x="419105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64" name="Google Shape;3964;p12"/>
            <p:cNvSpPr/>
            <p:nvPr/>
          </p:nvSpPr>
          <p:spPr>
            <a:xfrm>
              <a:off x="457206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65" name="Google Shape;3965;p12"/>
            <p:cNvSpPr/>
            <p:nvPr/>
          </p:nvSpPr>
          <p:spPr>
            <a:xfrm>
              <a:off x="495306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66" name="Google Shape;3966;p12"/>
            <p:cNvSpPr/>
            <p:nvPr/>
          </p:nvSpPr>
          <p:spPr>
            <a:xfrm>
              <a:off x="533407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67" name="Google Shape;3967;p12"/>
            <p:cNvSpPr/>
            <p:nvPr/>
          </p:nvSpPr>
          <p:spPr>
            <a:xfrm>
              <a:off x="571507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68" name="Google Shape;3968;p12"/>
            <p:cNvSpPr/>
            <p:nvPr/>
          </p:nvSpPr>
          <p:spPr>
            <a:xfrm>
              <a:off x="609608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69" name="Google Shape;3969;p12"/>
            <p:cNvSpPr/>
            <p:nvPr/>
          </p:nvSpPr>
          <p:spPr>
            <a:xfrm>
              <a:off x="647708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70" name="Google Shape;3970;p12"/>
            <p:cNvSpPr/>
            <p:nvPr/>
          </p:nvSpPr>
          <p:spPr>
            <a:xfrm>
              <a:off x="685809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71" name="Google Shape;3971;p12"/>
            <p:cNvSpPr/>
            <p:nvPr/>
          </p:nvSpPr>
          <p:spPr>
            <a:xfrm>
              <a:off x="723909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72" name="Google Shape;3972;p12"/>
            <p:cNvSpPr/>
            <p:nvPr/>
          </p:nvSpPr>
          <p:spPr>
            <a:xfrm>
              <a:off x="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73" name="Google Shape;3973;p12"/>
            <p:cNvSpPr/>
            <p:nvPr/>
          </p:nvSpPr>
          <p:spPr>
            <a:xfrm>
              <a:off x="38100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74" name="Google Shape;3974;p12"/>
            <p:cNvSpPr/>
            <p:nvPr/>
          </p:nvSpPr>
          <p:spPr>
            <a:xfrm>
              <a:off x="76201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75" name="Google Shape;3975;p12"/>
            <p:cNvSpPr/>
            <p:nvPr/>
          </p:nvSpPr>
          <p:spPr>
            <a:xfrm>
              <a:off x="114301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76" name="Google Shape;3976;p12"/>
            <p:cNvSpPr/>
            <p:nvPr/>
          </p:nvSpPr>
          <p:spPr>
            <a:xfrm>
              <a:off x="152402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77" name="Google Shape;3977;p12"/>
            <p:cNvSpPr/>
            <p:nvPr/>
          </p:nvSpPr>
          <p:spPr>
            <a:xfrm>
              <a:off x="190502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78" name="Google Shape;3978;p12"/>
            <p:cNvSpPr/>
            <p:nvPr/>
          </p:nvSpPr>
          <p:spPr>
            <a:xfrm>
              <a:off x="228603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79" name="Google Shape;3979;p12"/>
            <p:cNvSpPr/>
            <p:nvPr/>
          </p:nvSpPr>
          <p:spPr>
            <a:xfrm>
              <a:off x="266703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80" name="Google Shape;3980;p12"/>
            <p:cNvSpPr/>
            <p:nvPr/>
          </p:nvSpPr>
          <p:spPr>
            <a:xfrm>
              <a:off x="304804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81" name="Google Shape;3981;p12"/>
            <p:cNvSpPr/>
            <p:nvPr/>
          </p:nvSpPr>
          <p:spPr>
            <a:xfrm>
              <a:off x="342904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82" name="Google Shape;3982;p12"/>
            <p:cNvSpPr/>
            <p:nvPr/>
          </p:nvSpPr>
          <p:spPr>
            <a:xfrm>
              <a:off x="381005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83" name="Google Shape;3983;p12"/>
            <p:cNvSpPr/>
            <p:nvPr/>
          </p:nvSpPr>
          <p:spPr>
            <a:xfrm>
              <a:off x="419105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84" name="Google Shape;3984;p12"/>
            <p:cNvSpPr/>
            <p:nvPr/>
          </p:nvSpPr>
          <p:spPr>
            <a:xfrm>
              <a:off x="457206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85" name="Google Shape;3985;p12"/>
            <p:cNvSpPr/>
            <p:nvPr/>
          </p:nvSpPr>
          <p:spPr>
            <a:xfrm>
              <a:off x="495306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86" name="Google Shape;3986;p12"/>
            <p:cNvSpPr/>
            <p:nvPr/>
          </p:nvSpPr>
          <p:spPr>
            <a:xfrm>
              <a:off x="533407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87" name="Google Shape;3987;p12"/>
            <p:cNvSpPr/>
            <p:nvPr/>
          </p:nvSpPr>
          <p:spPr>
            <a:xfrm>
              <a:off x="571507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88" name="Google Shape;3988;p12"/>
            <p:cNvSpPr/>
            <p:nvPr/>
          </p:nvSpPr>
          <p:spPr>
            <a:xfrm>
              <a:off x="609608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89" name="Google Shape;3989;p12"/>
            <p:cNvSpPr/>
            <p:nvPr/>
          </p:nvSpPr>
          <p:spPr>
            <a:xfrm>
              <a:off x="647708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90" name="Google Shape;3990;p12"/>
            <p:cNvSpPr/>
            <p:nvPr/>
          </p:nvSpPr>
          <p:spPr>
            <a:xfrm>
              <a:off x="685809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91" name="Google Shape;3991;p12"/>
            <p:cNvSpPr/>
            <p:nvPr/>
          </p:nvSpPr>
          <p:spPr>
            <a:xfrm>
              <a:off x="723909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92" name="Google Shape;3992;p12"/>
            <p:cNvSpPr/>
            <p:nvPr/>
          </p:nvSpPr>
          <p:spPr>
            <a:xfrm>
              <a:off x="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93" name="Google Shape;3993;p12"/>
            <p:cNvSpPr/>
            <p:nvPr/>
          </p:nvSpPr>
          <p:spPr>
            <a:xfrm>
              <a:off x="38100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94" name="Google Shape;3994;p12"/>
            <p:cNvSpPr/>
            <p:nvPr/>
          </p:nvSpPr>
          <p:spPr>
            <a:xfrm>
              <a:off x="76201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95" name="Google Shape;3995;p12"/>
            <p:cNvSpPr/>
            <p:nvPr/>
          </p:nvSpPr>
          <p:spPr>
            <a:xfrm>
              <a:off x="114301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96" name="Google Shape;3996;p12"/>
            <p:cNvSpPr/>
            <p:nvPr/>
          </p:nvSpPr>
          <p:spPr>
            <a:xfrm>
              <a:off x="152402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97" name="Google Shape;3997;p12"/>
            <p:cNvSpPr/>
            <p:nvPr/>
          </p:nvSpPr>
          <p:spPr>
            <a:xfrm>
              <a:off x="190502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98" name="Google Shape;3998;p12"/>
            <p:cNvSpPr/>
            <p:nvPr/>
          </p:nvSpPr>
          <p:spPr>
            <a:xfrm>
              <a:off x="228603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99" name="Google Shape;3999;p12"/>
            <p:cNvSpPr/>
            <p:nvPr/>
          </p:nvSpPr>
          <p:spPr>
            <a:xfrm>
              <a:off x="266703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00" name="Google Shape;4000;p12"/>
            <p:cNvSpPr/>
            <p:nvPr/>
          </p:nvSpPr>
          <p:spPr>
            <a:xfrm>
              <a:off x="304804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01" name="Google Shape;4001;p12"/>
            <p:cNvSpPr/>
            <p:nvPr/>
          </p:nvSpPr>
          <p:spPr>
            <a:xfrm>
              <a:off x="342904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02" name="Google Shape;4002;p12"/>
            <p:cNvSpPr/>
            <p:nvPr/>
          </p:nvSpPr>
          <p:spPr>
            <a:xfrm>
              <a:off x="381005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03" name="Google Shape;4003;p12"/>
            <p:cNvSpPr/>
            <p:nvPr/>
          </p:nvSpPr>
          <p:spPr>
            <a:xfrm>
              <a:off x="419105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04" name="Google Shape;4004;p12"/>
            <p:cNvSpPr/>
            <p:nvPr/>
          </p:nvSpPr>
          <p:spPr>
            <a:xfrm>
              <a:off x="457206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05" name="Google Shape;4005;p12"/>
            <p:cNvSpPr/>
            <p:nvPr/>
          </p:nvSpPr>
          <p:spPr>
            <a:xfrm>
              <a:off x="495306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06" name="Google Shape;4006;p12"/>
            <p:cNvSpPr/>
            <p:nvPr/>
          </p:nvSpPr>
          <p:spPr>
            <a:xfrm>
              <a:off x="533407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07" name="Google Shape;4007;p12"/>
            <p:cNvSpPr/>
            <p:nvPr/>
          </p:nvSpPr>
          <p:spPr>
            <a:xfrm>
              <a:off x="571507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08" name="Google Shape;4008;p12"/>
            <p:cNvSpPr/>
            <p:nvPr/>
          </p:nvSpPr>
          <p:spPr>
            <a:xfrm>
              <a:off x="609608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09" name="Google Shape;4009;p12"/>
            <p:cNvSpPr/>
            <p:nvPr/>
          </p:nvSpPr>
          <p:spPr>
            <a:xfrm>
              <a:off x="647708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10" name="Google Shape;4010;p12"/>
            <p:cNvSpPr/>
            <p:nvPr/>
          </p:nvSpPr>
          <p:spPr>
            <a:xfrm>
              <a:off x="685809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11" name="Google Shape;4011;p12"/>
            <p:cNvSpPr/>
            <p:nvPr/>
          </p:nvSpPr>
          <p:spPr>
            <a:xfrm>
              <a:off x="723909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12" name="Google Shape;4012;p12"/>
            <p:cNvSpPr/>
            <p:nvPr/>
          </p:nvSpPr>
          <p:spPr>
            <a:xfrm>
              <a:off x="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13" name="Google Shape;4013;p12"/>
            <p:cNvSpPr/>
            <p:nvPr/>
          </p:nvSpPr>
          <p:spPr>
            <a:xfrm>
              <a:off x="38100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14" name="Google Shape;4014;p12"/>
            <p:cNvSpPr/>
            <p:nvPr/>
          </p:nvSpPr>
          <p:spPr>
            <a:xfrm>
              <a:off x="76201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15" name="Google Shape;4015;p12"/>
            <p:cNvSpPr/>
            <p:nvPr/>
          </p:nvSpPr>
          <p:spPr>
            <a:xfrm>
              <a:off x="114301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16" name="Google Shape;4016;p12"/>
            <p:cNvSpPr/>
            <p:nvPr/>
          </p:nvSpPr>
          <p:spPr>
            <a:xfrm>
              <a:off x="152402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17" name="Google Shape;4017;p12"/>
            <p:cNvSpPr/>
            <p:nvPr/>
          </p:nvSpPr>
          <p:spPr>
            <a:xfrm>
              <a:off x="190502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18" name="Google Shape;4018;p12"/>
            <p:cNvSpPr/>
            <p:nvPr/>
          </p:nvSpPr>
          <p:spPr>
            <a:xfrm>
              <a:off x="228603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19" name="Google Shape;4019;p12"/>
            <p:cNvSpPr/>
            <p:nvPr/>
          </p:nvSpPr>
          <p:spPr>
            <a:xfrm>
              <a:off x="266703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20" name="Google Shape;4020;p12"/>
            <p:cNvSpPr/>
            <p:nvPr/>
          </p:nvSpPr>
          <p:spPr>
            <a:xfrm>
              <a:off x="304804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21" name="Google Shape;4021;p12"/>
            <p:cNvSpPr/>
            <p:nvPr/>
          </p:nvSpPr>
          <p:spPr>
            <a:xfrm>
              <a:off x="342904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22" name="Google Shape;4022;p12"/>
            <p:cNvSpPr/>
            <p:nvPr/>
          </p:nvSpPr>
          <p:spPr>
            <a:xfrm>
              <a:off x="381005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23" name="Google Shape;4023;p12"/>
            <p:cNvSpPr/>
            <p:nvPr/>
          </p:nvSpPr>
          <p:spPr>
            <a:xfrm>
              <a:off x="419105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24" name="Google Shape;4024;p12"/>
            <p:cNvSpPr/>
            <p:nvPr/>
          </p:nvSpPr>
          <p:spPr>
            <a:xfrm>
              <a:off x="457206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25" name="Google Shape;4025;p12"/>
            <p:cNvSpPr/>
            <p:nvPr/>
          </p:nvSpPr>
          <p:spPr>
            <a:xfrm>
              <a:off x="495306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26" name="Google Shape;4026;p12"/>
            <p:cNvSpPr/>
            <p:nvPr/>
          </p:nvSpPr>
          <p:spPr>
            <a:xfrm>
              <a:off x="533407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27" name="Google Shape;4027;p12"/>
            <p:cNvSpPr/>
            <p:nvPr/>
          </p:nvSpPr>
          <p:spPr>
            <a:xfrm>
              <a:off x="571507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28" name="Google Shape;4028;p12"/>
            <p:cNvSpPr/>
            <p:nvPr/>
          </p:nvSpPr>
          <p:spPr>
            <a:xfrm>
              <a:off x="609608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29" name="Google Shape;4029;p12"/>
            <p:cNvSpPr/>
            <p:nvPr/>
          </p:nvSpPr>
          <p:spPr>
            <a:xfrm>
              <a:off x="647708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30" name="Google Shape;4030;p12"/>
            <p:cNvSpPr/>
            <p:nvPr/>
          </p:nvSpPr>
          <p:spPr>
            <a:xfrm>
              <a:off x="685809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31" name="Google Shape;4031;p12"/>
            <p:cNvSpPr/>
            <p:nvPr/>
          </p:nvSpPr>
          <p:spPr>
            <a:xfrm>
              <a:off x="723909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32" name="Google Shape;4032;p12"/>
            <p:cNvSpPr/>
            <p:nvPr/>
          </p:nvSpPr>
          <p:spPr>
            <a:xfrm>
              <a:off x="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33" name="Google Shape;4033;p12"/>
            <p:cNvSpPr/>
            <p:nvPr/>
          </p:nvSpPr>
          <p:spPr>
            <a:xfrm>
              <a:off x="38100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34" name="Google Shape;4034;p12"/>
            <p:cNvSpPr/>
            <p:nvPr/>
          </p:nvSpPr>
          <p:spPr>
            <a:xfrm>
              <a:off x="76201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35" name="Google Shape;4035;p12"/>
            <p:cNvSpPr/>
            <p:nvPr/>
          </p:nvSpPr>
          <p:spPr>
            <a:xfrm>
              <a:off x="114301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36" name="Google Shape;4036;p12"/>
            <p:cNvSpPr/>
            <p:nvPr/>
          </p:nvSpPr>
          <p:spPr>
            <a:xfrm>
              <a:off x="152402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37" name="Google Shape;4037;p12"/>
            <p:cNvSpPr/>
            <p:nvPr/>
          </p:nvSpPr>
          <p:spPr>
            <a:xfrm>
              <a:off x="190502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38" name="Google Shape;4038;p12"/>
            <p:cNvSpPr/>
            <p:nvPr/>
          </p:nvSpPr>
          <p:spPr>
            <a:xfrm>
              <a:off x="228603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39" name="Google Shape;4039;p12"/>
            <p:cNvSpPr/>
            <p:nvPr/>
          </p:nvSpPr>
          <p:spPr>
            <a:xfrm>
              <a:off x="266703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40" name="Google Shape;4040;p12"/>
            <p:cNvSpPr/>
            <p:nvPr/>
          </p:nvSpPr>
          <p:spPr>
            <a:xfrm>
              <a:off x="304804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41" name="Google Shape;4041;p12"/>
            <p:cNvSpPr/>
            <p:nvPr/>
          </p:nvSpPr>
          <p:spPr>
            <a:xfrm>
              <a:off x="342904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42" name="Google Shape;4042;p12"/>
            <p:cNvSpPr/>
            <p:nvPr/>
          </p:nvSpPr>
          <p:spPr>
            <a:xfrm>
              <a:off x="381005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43" name="Google Shape;4043;p12"/>
            <p:cNvSpPr/>
            <p:nvPr/>
          </p:nvSpPr>
          <p:spPr>
            <a:xfrm>
              <a:off x="419105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44" name="Google Shape;4044;p12"/>
            <p:cNvSpPr/>
            <p:nvPr/>
          </p:nvSpPr>
          <p:spPr>
            <a:xfrm>
              <a:off x="457206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45" name="Google Shape;4045;p12"/>
            <p:cNvSpPr/>
            <p:nvPr/>
          </p:nvSpPr>
          <p:spPr>
            <a:xfrm>
              <a:off x="495306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46" name="Google Shape;4046;p12"/>
            <p:cNvSpPr/>
            <p:nvPr/>
          </p:nvSpPr>
          <p:spPr>
            <a:xfrm>
              <a:off x="533407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47" name="Google Shape;4047;p12"/>
            <p:cNvSpPr/>
            <p:nvPr/>
          </p:nvSpPr>
          <p:spPr>
            <a:xfrm>
              <a:off x="571507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48" name="Google Shape;4048;p12"/>
            <p:cNvSpPr/>
            <p:nvPr/>
          </p:nvSpPr>
          <p:spPr>
            <a:xfrm>
              <a:off x="609608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49" name="Google Shape;4049;p12"/>
            <p:cNvSpPr/>
            <p:nvPr/>
          </p:nvSpPr>
          <p:spPr>
            <a:xfrm>
              <a:off x="647708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50" name="Google Shape;4050;p12"/>
            <p:cNvSpPr/>
            <p:nvPr/>
          </p:nvSpPr>
          <p:spPr>
            <a:xfrm>
              <a:off x="685809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51" name="Google Shape;4051;p12"/>
            <p:cNvSpPr/>
            <p:nvPr/>
          </p:nvSpPr>
          <p:spPr>
            <a:xfrm>
              <a:off x="723909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52" name="Google Shape;4052;p12"/>
            <p:cNvSpPr/>
            <p:nvPr/>
          </p:nvSpPr>
          <p:spPr>
            <a:xfrm>
              <a:off x="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53" name="Google Shape;4053;p12"/>
            <p:cNvSpPr/>
            <p:nvPr/>
          </p:nvSpPr>
          <p:spPr>
            <a:xfrm>
              <a:off x="38100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54" name="Google Shape;4054;p12"/>
            <p:cNvSpPr/>
            <p:nvPr/>
          </p:nvSpPr>
          <p:spPr>
            <a:xfrm>
              <a:off x="76201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55" name="Google Shape;4055;p12"/>
            <p:cNvSpPr/>
            <p:nvPr/>
          </p:nvSpPr>
          <p:spPr>
            <a:xfrm>
              <a:off x="114301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56" name="Google Shape;4056;p12"/>
            <p:cNvSpPr/>
            <p:nvPr/>
          </p:nvSpPr>
          <p:spPr>
            <a:xfrm>
              <a:off x="152402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57" name="Google Shape;4057;p12"/>
            <p:cNvSpPr/>
            <p:nvPr/>
          </p:nvSpPr>
          <p:spPr>
            <a:xfrm>
              <a:off x="190502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58" name="Google Shape;4058;p12"/>
            <p:cNvSpPr/>
            <p:nvPr/>
          </p:nvSpPr>
          <p:spPr>
            <a:xfrm>
              <a:off x="228603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59" name="Google Shape;4059;p12"/>
            <p:cNvSpPr/>
            <p:nvPr/>
          </p:nvSpPr>
          <p:spPr>
            <a:xfrm>
              <a:off x="266703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60" name="Google Shape;4060;p12"/>
            <p:cNvSpPr/>
            <p:nvPr/>
          </p:nvSpPr>
          <p:spPr>
            <a:xfrm>
              <a:off x="304804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61" name="Google Shape;4061;p12"/>
            <p:cNvSpPr/>
            <p:nvPr/>
          </p:nvSpPr>
          <p:spPr>
            <a:xfrm>
              <a:off x="342904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62" name="Google Shape;4062;p12"/>
            <p:cNvSpPr/>
            <p:nvPr/>
          </p:nvSpPr>
          <p:spPr>
            <a:xfrm>
              <a:off x="381005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63" name="Google Shape;4063;p12"/>
            <p:cNvSpPr/>
            <p:nvPr/>
          </p:nvSpPr>
          <p:spPr>
            <a:xfrm>
              <a:off x="419105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64" name="Google Shape;4064;p12"/>
            <p:cNvSpPr/>
            <p:nvPr/>
          </p:nvSpPr>
          <p:spPr>
            <a:xfrm>
              <a:off x="457206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65" name="Google Shape;4065;p12"/>
            <p:cNvSpPr/>
            <p:nvPr/>
          </p:nvSpPr>
          <p:spPr>
            <a:xfrm>
              <a:off x="495306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66" name="Google Shape;4066;p12"/>
            <p:cNvSpPr/>
            <p:nvPr/>
          </p:nvSpPr>
          <p:spPr>
            <a:xfrm>
              <a:off x="533407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67" name="Google Shape;4067;p12"/>
            <p:cNvSpPr/>
            <p:nvPr/>
          </p:nvSpPr>
          <p:spPr>
            <a:xfrm>
              <a:off x="571507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68" name="Google Shape;4068;p12"/>
            <p:cNvSpPr/>
            <p:nvPr/>
          </p:nvSpPr>
          <p:spPr>
            <a:xfrm>
              <a:off x="609608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69" name="Google Shape;4069;p12"/>
            <p:cNvSpPr/>
            <p:nvPr/>
          </p:nvSpPr>
          <p:spPr>
            <a:xfrm>
              <a:off x="647708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70" name="Google Shape;4070;p12"/>
            <p:cNvSpPr/>
            <p:nvPr/>
          </p:nvSpPr>
          <p:spPr>
            <a:xfrm>
              <a:off x="685809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71" name="Google Shape;4071;p12"/>
            <p:cNvSpPr/>
            <p:nvPr/>
          </p:nvSpPr>
          <p:spPr>
            <a:xfrm>
              <a:off x="723909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72" name="Google Shape;4072;p12"/>
            <p:cNvSpPr/>
            <p:nvPr/>
          </p:nvSpPr>
          <p:spPr>
            <a:xfrm>
              <a:off x="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73" name="Google Shape;4073;p12"/>
            <p:cNvSpPr/>
            <p:nvPr/>
          </p:nvSpPr>
          <p:spPr>
            <a:xfrm>
              <a:off x="38100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74" name="Google Shape;4074;p12"/>
            <p:cNvSpPr/>
            <p:nvPr/>
          </p:nvSpPr>
          <p:spPr>
            <a:xfrm>
              <a:off x="76201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75" name="Google Shape;4075;p12"/>
            <p:cNvSpPr/>
            <p:nvPr/>
          </p:nvSpPr>
          <p:spPr>
            <a:xfrm>
              <a:off x="114301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76" name="Google Shape;4076;p12"/>
            <p:cNvSpPr/>
            <p:nvPr/>
          </p:nvSpPr>
          <p:spPr>
            <a:xfrm>
              <a:off x="152402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77" name="Google Shape;4077;p12"/>
            <p:cNvSpPr/>
            <p:nvPr/>
          </p:nvSpPr>
          <p:spPr>
            <a:xfrm>
              <a:off x="190502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78" name="Google Shape;4078;p12"/>
            <p:cNvSpPr/>
            <p:nvPr/>
          </p:nvSpPr>
          <p:spPr>
            <a:xfrm>
              <a:off x="228603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79" name="Google Shape;4079;p12"/>
            <p:cNvSpPr/>
            <p:nvPr/>
          </p:nvSpPr>
          <p:spPr>
            <a:xfrm>
              <a:off x="266703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80" name="Google Shape;4080;p12"/>
            <p:cNvSpPr/>
            <p:nvPr/>
          </p:nvSpPr>
          <p:spPr>
            <a:xfrm>
              <a:off x="304804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81" name="Google Shape;4081;p12"/>
            <p:cNvSpPr/>
            <p:nvPr/>
          </p:nvSpPr>
          <p:spPr>
            <a:xfrm>
              <a:off x="342904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82" name="Google Shape;4082;p12"/>
            <p:cNvSpPr/>
            <p:nvPr/>
          </p:nvSpPr>
          <p:spPr>
            <a:xfrm>
              <a:off x="381005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83" name="Google Shape;4083;p12"/>
            <p:cNvSpPr/>
            <p:nvPr/>
          </p:nvSpPr>
          <p:spPr>
            <a:xfrm>
              <a:off x="419105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84" name="Google Shape;4084;p12"/>
            <p:cNvSpPr/>
            <p:nvPr/>
          </p:nvSpPr>
          <p:spPr>
            <a:xfrm>
              <a:off x="457206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85" name="Google Shape;4085;p12"/>
            <p:cNvSpPr/>
            <p:nvPr/>
          </p:nvSpPr>
          <p:spPr>
            <a:xfrm>
              <a:off x="495306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86" name="Google Shape;4086;p12"/>
            <p:cNvSpPr/>
            <p:nvPr/>
          </p:nvSpPr>
          <p:spPr>
            <a:xfrm>
              <a:off x="533407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87" name="Google Shape;4087;p12"/>
            <p:cNvSpPr/>
            <p:nvPr/>
          </p:nvSpPr>
          <p:spPr>
            <a:xfrm>
              <a:off x="571507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88" name="Google Shape;4088;p12"/>
            <p:cNvSpPr/>
            <p:nvPr/>
          </p:nvSpPr>
          <p:spPr>
            <a:xfrm>
              <a:off x="609608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89" name="Google Shape;4089;p12"/>
            <p:cNvSpPr/>
            <p:nvPr/>
          </p:nvSpPr>
          <p:spPr>
            <a:xfrm>
              <a:off x="647708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90" name="Google Shape;4090;p12"/>
            <p:cNvSpPr/>
            <p:nvPr/>
          </p:nvSpPr>
          <p:spPr>
            <a:xfrm>
              <a:off x="685809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91" name="Google Shape;4091;p12"/>
            <p:cNvSpPr/>
            <p:nvPr/>
          </p:nvSpPr>
          <p:spPr>
            <a:xfrm>
              <a:off x="723909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92" name="Google Shape;4092;p12"/>
            <p:cNvSpPr/>
            <p:nvPr/>
          </p:nvSpPr>
          <p:spPr>
            <a:xfrm>
              <a:off x="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93" name="Google Shape;4093;p12"/>
            <p:cNvSpPr/>
            <p:nvPr/>
          </p:nvSpPr>
          <p:spPr>
            <a:xfrm>
              <a:off x="38100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94" name="Google Shape;4094;p12"/>
            <p:cNvSpPr/>
            <p:nvPr/>
          </p:nvSpPr>
          <p:spPr>
            <a:xfrm>
              <a:off x="76201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95" name="Google Shape;4095;p12"/>
            <p:cNvSpPr/>
            <p:nvPr/>
          </p:nvSpPr>
          <p:spPr>
            <a:xfrm>
              <a:off x="114301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96" name="Google Shape;4096;p12"/>
            <p:cNvSpPr/>
            <p:nvPr/>
          </p:nvSpPr>
          <p:spPr>
            <a:xfrm>
              <a:off x="152402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97" name="Google Shape;4097;p12"/>
            <p:cNvSpPr/>
            <p:nvPr/>
          </p:nvSpPr>
          <p:spPr>
            <a:xfrm>
              <a:off x="190502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98" name="Google Shape;4098;p12"/>
            <p:cNvSpPr/>
            <p:nvPr/>
          </p:nvSpPr>
          <p:spPr>
            <a:xfrm>
              <a:off x="228603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99" name="Google Shape;4099;p12"/>
            <p:cNvSpPr/>
            <p:nvPr/>
          </p:nvSpPr>
          <p:spPr>
            <a:xfrm>
              <a:off x="266703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00" name="Google Shape;4100;p12"/>
            <p:cNvSpPr/>
            <p:nvPr/>
          </p:nvSpPr>
          <p:spPr>
            <a:xfrm>
              <a:off x="304804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01" name="Google Shape;4101;p12"/>
            <p:cNvSpPr/>
            <p:nvPr/>
          </p:nvSpPr>
          <p:spPr>
            <a:xfrm>
              <a:off x="342904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02" name="Google Shape;4102;p12"/>
            <p:cNvSpPr/>
            <p:nvPr/>
          </p:nvSpPr>
          <p:spPr>
            <a:xfrm>
              <a:off x="381005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03" name="Google Shape;4103;p12"/>
            <p:cNvSpPr/>
            <p:nvPr/>
          </p:nvSpPr>
          <p:spPr>
            <a:xfrm>
              <a:off x="419105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04" name="Google Shape;4104;p12"/>
            <p:cNvSpPr/>
            <p:nvPr/>
          </p:nvSpPr>
          <p:spPr>
            <a:xfrm>
              <a:off x="457206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05" name="Google Shape;4105;p12"/>
            <p:cNvSpPr/>
            <p:nvPr/>
          </p:nvSpPr>
          <p:spPr>
            <a:xfrm>
              <a:off x="495306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06" name="Google Shape;4106;p12"/>
            <p:cNvSpPr/>
            <p:nvPr/>
          </p:nvSpPr>
          <p:spPr>
            <a:xfrm>
              <a:off x="533407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07" name="Google Shape;4107;p12"/>
            <p:cNvSpPr/>
            <p:nvPr/>
          </p:nvSpPr>
          <p:spPr>
            <a:xfrm>
              <a:off x="571507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08" name="Google Shape;4108;p12"/>
            <p:cNvSpPr/>
            <p:nvPr/>
          </p:nvSpPr>
          <p:spPr>
            <a:xfrm>
              <a:off x="609608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09" name="Google Shape;4109;p12"/>
            <p:cNvSpPr/>
            <p:nvPr/>
          </p:nvSpPr>
          <p:spPr>
            <a:xfrm>
              <a:off x="647708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10" name="Google Shape;4110;p12"/>
            <p:cNvSpPr/>
            <p:nvPr/>
          </p:nvSpPr>
          <p:spPr>
            <a:xfrm>
              <a:off x="685809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11" name="Google Shape;4111;p12"/>
            <p:cNvSpPr/>
            <p:nvPr/>
          </p:nvSpPr>
          <p:spPr>
            <a:xfrm>
              <a:off x="723909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12" name="Google Shape;4112;p12"/>
            <p:cNvSpPr/>
            <p:nvPr/>
          </p:nvSpPr>
          <p:spPr>
            <a:xfrm>
              <a:off x="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13" name="Google Shape;4113;p12"/>
            <p:cNvSpPr/>
            <p:nvPr/>
          </p:nvSpPr>
          <p:spPr>
            <a:xfrm>
              <a:off x="38100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14" name="Google Shape;4114;p12"/>
            <p:cNvSpPr/>
            <p:nvPr/>
          </p:nvSpPr>
          <p:spPr>
            <a:xfrm>
              <a:off x="76201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15" name="Google Shape;4115;p12"/>
            <p:cNvSpPr/>
            <p:nvPr/>
          </p:nvSpPr>
          <p:spPr>
            <a:xfrm>
              <a:off x="114301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16" name="Google Shape;4116;p12"/>
            <p:cNvSpPr/>
            <p:nvPr/>
          </p:nvSpPr>
          <p:spPr>
            <a:xfrm>
              <a:off x="152402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17" name="Google Shape;4117;p12"/>
            <p:cNvSpPr/>
            <p:nvPr/>
          </p:nvSpPr>
          <p:spPr>
            <a:xfrm>
              <a:off x="190502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18" name="Google Shape;4118;p12"/>
            <p:cNvSpPr/>
            <p:nvPr/>
          </p:nvSpPr>
          <p:spPr>
            <a:xfrm>
              <a:off x="228603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19" name="Google Shape;4119;p12"/>
            <p:cNvSpPr/>
            <p:nvPr/>
          </p:nvSpPr>
          <p:spPr>
            <a:xfrm>
              <a:off x="266703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20" name="Google Shape;4120;p12"/>
            <p:cNvSpPr/>
            <p:nvPr/>
          </p:nvSpPr>
          <p:spPr>
            <a:xfrm>
              <a:off x="304804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21" name="Google Shape;4121;p12"/>
            <p:cNvSpPr/>
            <p:nvPr/>
          </p:nvSpPr>
          <p:spPr>
            <a:xfrm>
              <a:off x="342904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22" name="Google Shape;4122;p12"/>
            <p:cNvSpPr/>
            <p:nvPr/>
          </p:nvSpPr>
          <p:spPr>
            <a:xfrm>
              <a:off x="381005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23" name="Google Shape;4123;p12"/>
            <p:cNvSpPr/>
            <p:nvPr/>
          </p:nvSpPr>
          <p:spPr>
            <a:xfrm>
              <a:off x="419105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24" name="Google Shape;4124;p12"/>
            <p:cNvSpPr/>
            <p:nvPr/>
          </p:nvSpPr>
          <p:spPr>
            <a:xfrm>
              <a:off x="457206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25" name="Google Shape;4125;p12"/>
            <p:cNvSpPr/>
            <p:nvPr/>
          </p:nvSpPr>
          <p:spPr>
            <a:xfrm>
              <a:off x="495306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26" name="Google Shape;4126;p12"/>
            <p:cNvSpPr/>
            <p:nvPr/>
          </p:nvSpPr>
          <p:spPr>
            <a:xfrm>
              <a:off x="533407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27" name="Google Shape;4127;p12"/>
            <p:cNvSpPr/>
            <p:nvPr/>
          </p:nvSpPr>
          <p:spPr>
            <a:xfrm>
              <a:off x="571507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28" name="Google Shape;4128;p12"/>
            <p:cNvSpPr/>
            <p:nvPr/>
          </p:nvSpPr>
          <p:spPr>
            <a:xfrm>
              <a:off x="609608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29" name="Google Shape;4129;p12"/>
            <p:cNvSpPr/>
            <p:nvPr/>
          </p:nvSpPr>
          <p:spPr>
            <a:xfrm>
              <a:off x="647708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30" name="Google Shape;4130;p12"/>
            <p:cNvSpPr/>
            <p:nvPr/>
          </p:nvSpPr>
          <p:spPr>
            <a:xfrm>
              <a:off x="685809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31" name="Google Shape;4131;p12"/>
            <p:cNvSpPr/>
            <p:nvPr/>
          </p:nvSpPr>
          <p:spPr>
            <a:xfrm>
              <a:off x="723909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32" name="Google Shape;4132;p12"/>
            <p:cNvSpPr/>
            <p:nvPr/>
          </p:nvSpPr>
          <p:spPr>
            <a:xfrm>
              <a:off x="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33" name="Google Shape;4133;p12"/>
            <p:cNvSpPr/>
            <p:nvPr/>
          </p:nvSpPr>
          <p:spPr>
            <a:xfrm>
              <a:off x="38100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34" name="Google Shape;4134;p12"/>
            <p:cNvSpPr/>
            <p:nvPr/>
          </p:nvSpPr>
          <p:spPr>
            <a:xfrm>
              <a:off x="76201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35" name="Google Shape;4135;p12"/>
            <p:cNvSpPr/>
            <p:nvPr/>
          </p:nvSpPr>
          <p:spPr>
            <a:xfrm>
              <a:off x="114301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36" name="Google Shape;4136;p12"/>
            <p:cNvSpPr/>
            <p:nvPr/>
          </p:nvSpPr>
          <p:spPr>
            <a:xfrm>
              <a:off x="152402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37" name="Google Shape;4137;p12"/>
            <p:cNvSpPr/>
            <p:nvPr/>
          </p:nvSpPr>
          <p:spPr>
            <a:xfrm>
              <a:off x="190502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38" name="Google Shape;4138;p12"/>
            <p:cNvSpPr/>
            <p:nvPr/>
          </p:nvSpPr>
          <p:spPr>
            <a:xfrm>
              <a:off x="228603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39" name="Google Shape;4139;p12"/>
            <p:cNvSpPr/>
            <p:nvPr/>
          </p:nvSpPr>
          <p:spPr>
            <a:xfrm>
              <a:off x="266703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40" name="Google Shape;4140;p12"/>
            <p:cNvSpPr/>
            <p:nvPr/>
          </p:nvSpPr>
          <p:spPr>
            <a:xfrm>
              <a:off x="304804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41" name="Google Shape;4141;p12"/>
            <p:cNvSpPr/>
            <p:nvPr/>
          </p:nvSpPr>
          <p:spPr>
            <a:xfrm>
              <a:off x="342904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42" name="Google Shape;4142;p12"/>
            <p:cNvSpPr/>
            <p:nvPr/>
          </p:nvSpPr>
          <p:spPr>
            <a:xfrm>
              <a:off x="381005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43" name="Google Shape;4143;p12"/>
            <p:cNvSpPr/>
            <p:nvPr/>
          </p:nvSpPr>
          <p:spPr>
            <a:xfrm>
              <a:off x="419105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44" name="Google Shape;4144;p12"/>
            <p:cNvSpPr/>
            <p:nvPr/>
          </p:nvSpPr>
          <p:spPr>
            <a:xfrm>
              <a:off x="457206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45" name="Google Shape;4145;p12"/>
            <p:cNvSpPr/>
            <p:nvPr/>
          </p:nvSpPr>
          <p:spPr>
            <a:xfrm>
              <a:off x="495306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46" name="Google Shape;4146;p12"/>
            <p:cNvSpPr/>
            <p:nvPr/>
          </p:nvSpPr>
          <p:spPr>
            <a:xfrm>
              <a:off x="533407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47" name="Google Shape;4147;p12"/>
            <p:cNvSpPr/>
            <p:nvPr/>
          </p:nvSpPr>
          <p:spPr>
            <a:xfrm>
              <a:off x="571507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48" name="Google Shape;4148;p12"/>
            <p:cNvSpPr/>
            <p:nvPr/>
          </p:nvSpPr>
          <p:spPr>
            <a:xfrm>
              <a:off x="609608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49" name="Google Shape;4149;p12"/>
            <p:cNvSpPr/>
            <p:nvPr/>
          </p:nvSpPr>
          <p:spPr>
            <a:xfrm>
              <a:off x="647708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50" name="Google Shape;4150;p12"/>
            <p:cNvSpPr/>
            <p:nvPr/>
          </p:nvSpPr>
          <p:spPr>
            <a:xfrm>
              <a:off x="685809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51" name="Google Shape;4151;p12"/>
            <p:cNvSpPr/>
            <p:nvPr/>
          </p:nvSpPr>
          <p:spPr>
            <a:xfrm>
              <a:off x="723909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52" name="Google Shape;4152;p12"/>
            <p:cNvSpPr/>
            <p:nvPr/>
          </p:nvSpPr>
          <p:spPr>
            <a:xfrm>
              <a:off x="7620110" y="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53" name="Google Shape;4153;p12"/>
            <p:cNvSpPr/>
            <p:nvPr/>
          </p:nvSpPr>
          <p:spPr>
            <a:xfrm>
              <a:off x="8001115" y="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54" name="Google Shape;4154;p12"/>
            <p:cNvSpPr/>
            <p:nvPr/>
          </p:nvSpPr>
          <p:spPr>
            <a:xfrm>
              <a:off x="8382120" y="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55" name="Google Shape;4155;p12"/>
            <p:cNvSpPr/>
            <p:nvPr/>
          </p:nvSpPr>
          <p:spPr>
            <a:xfrm>
              <a:off x="8763125" y="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56" name="Google Shape;4156;p12"/>
            <p:cNvSpPr/>
            <p:nvPr/>
          </p:nvSpPr>
          <p:spPr>
            <a:xfrm>
              <a:off x="7620110" y="342894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57" name="Google Shape;4157;p12"/>
            <p:cNvSpPr/>
            <p:nvPr/>
          </p:nvSpPr>
          <p:spPr>
            <a:xfrm>
              <a:off x="8001115" y="342894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58" name="Google Shape;4158;p12"/>
            <p:cNvSpPr/>
            <p:nvPr/>
          </p:nvSpPr>
          <p:spPr>
            <a:xfrm>
              <a:off x="8382120" y="342894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59" name="Google Shape;4159;p12"/>
            <p:cNvSpPr/>
            <p:nvPr/>
          </p:nvSpPr>
          <p:spPr>
            <a:xfrm>
              <a:off x="8763125" y="342894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60" name="Google Shape;4160;p12"/>
            <p:cNvSpPr/>
            <p:nvPr/>
          </p:nvSpPr>
          <p:spPr>
            <a:xfrm>
              <a:off x="7620110" y="685788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61" name="Google Shape;4161;p12"/>
            <p:cNvSpPr/>
            <p:nvPr/>
          </p:nvSpPr>
          <p:spPr>
            <a:xfrm>
              <a:off x="8001115" y="685788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62" name="Google Shape;4162;p12"/>
            <p:cNvSpPr/>
            <p:nvPr/>
          </p:nvSpPr>
          <p:spPr>
            <a:xfrm>
              <a:off x="8382120" y="685788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63" name="Google Shape;4163;p12"/>
            <p:cNvSpPr/>
            <p:nvPr/>
          </p:nvSpPr>
          <p:spPr>
            <a:xfrm>
              <a:off x="8763125" y="685788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64" name="Google Shape;4164;p12"/>
            <p:cNvSpPr/>
            <p:nvPr/>
          </p:nvSpPr>
          <p:spPr>
            <a:xfrm>
              <a:off x="7620110" y="1028682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65" name="Google Shape;4165;p12"/>
            <p:cNvSpPr/>
            <p:nvPr/>
          </p:nvSpPr>
          <p:spPr>
            <a:xfrm>
              <a:off x="8001115" y="1028682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66" name="Google Shape;4166;p12"/>
            <p:cNvSpPr/>
            <p:nvPr/>
          </p:nvSpPr>
          <p:spPr>
            <a:xfrm>
              <a:off x="8382120" y="1028682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67" name="Google Shape;4167;p12"/>
            <p:cNvSpPr/>
            <p:nvPr/>
          </p:nvSpPr>
          <p:spPr>
            <a:xfrm>
              <a:off x="8763125" y="1028682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68" name="Google Shape;4168;p12"/>
            <p:cNvSpPr/>
            <p:nvPr/>
          </p:nvSpPr>
          <p:spPr>
            <a:xfrm>
              <a:off x="7620110" y="1371576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69" name="Google Shape;4169;p12"/>
            <p:cNvSpPr/>
            <p:nvPr/>
          </p:nvSpPr>
          <p:spPr>
            <a:xfrm>
              <a:off x="8001115" y="1371576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70" name="Google Shape;4170;p12"/>
            <p:cNvSpPr/>
            <p:nvPr/>
          </p:nvSpPr>
          <p:spPr>
            <a:xfrm>
              <a:off x="8382120" y="1371576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71" name="Google Shape;4171;p12"/>
            <p:cNvSpPr/>
            <p:nvPr/>
          </p:nvSpPr>
          <p:spPr>
            <a:xfrm>
              <a:off x="8763125" y="1371576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72" name="Google Shape;4172;p12"/>
            <p:cNvSpPr/>
            <p:nvPr/>
          </p:nvSpPr>
          <p:spPr>
            <a:xfrm>
              <a:off x="7620110" y="171447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73" name="Google Shape;4173;p12"/>
            <p:cNvSpPr/>
            <p:nvPr/>
          </p:nvSpPr>
          <p:spPr>
            <a:xfrm>
              <a:off x="8001115" y="171447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74" name="Google Shape;4174;p12"/>
            <p:cNvSpPr/>
            <p:nvPr/>
          </p:nvSpPr>
          <p:spPr>
            <a:xfrm>
              <a:off x="8382120" y="171447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75" name="Google Shape;4175;p12"/>
            <p:cNvSpPr/>
            <p:nvPr/>
          </p:nvSpPr>
          <p:spPr>
            <a:xfrm>
              <a:off x="8763125" y="171447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76" name="Google Shape;4176;p12"/>
            <p:cNvSpPr/>
            <p:nvPr/>
          </p:nvSpPr>
          <p:spPr>
            <a:xfrm>
              <a:off x="7620110" y="205736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77" name="Google Shape;4177;p12"/>
            <p:cNvSpPr/>
            <p:nvPr/>
          </p:nvSpPr>
          <p:spPr>
            <a:xfrm>
              <a:off x="8001115" y="205736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78" name="Google Shape;4178;p12"/>
            <p:cNvSpPr/>
            <p:nvPr/>
          </p:nvSpPr>
          <p:spPr>
            <a:xfrm>
              <a:off x="8382120" y="205736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79" name="Google Shape;4179;p12"/>
            <p:cNvSpPr/>
            <p:nvPr/>
          </p:nvSpPr>
          <p:spPr>
            <a:xfrm>
              <a:off x="8763125" y="205736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80" name="Google Shape;4180;p12"/>
            <p:cNvSpPr/>
            <p:nvPr/>
          </p:nvSpPr>
          <p:spPr>
            <a:xfrm>
              <a:off x="7620110" y="2400259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81" name="Google Shape;4181;p12"/>
            <p:cNvSpPr/>
            <p:nvPr/>
          </p:nvSpPr>
          <p:spPr>
            <a:xfrm>
              <a:off x="8001115" y="2400259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82" name="Google Shape;4182;p12"/>
            <p:cNvSpPr/>
            <p:nvPr/>
          </p:nvSpPr>
          <p:spPr>
            <a:xfrm>
              <a:off x="8382120" y="2400259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83" name="Google Shape;4183;p12"/>
            <p:cNvSpPr/>
            <p:nvPr/>
          </p:nvSpPr>
          <p:spPr>
            <a:xfrm>
              <a:off x="8763125" y="2400259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84" name="Google Shape;4184;p12"/>
            <p:cNvSpPr/>
            <p:nvPr/>
          </p:nvSpPr>
          <p:spPr>
            <a:xfrm>
              <a:off x="7620110" y="274315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85" name="Google Shape;4185;p12"/>
            <p:cNvSpPr/>
            <p:nvPr/>
          </p:nvSpPr>
          <p:spPr>
            <a:xfrm>
              <a:off x="8001115" y="274315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86" name="Google Shape;4186;p12"/>
            <p:cNvSpPr/>
            <p:nvPr/>
          </p:nvSpPr>
          <p:spPr>
            <a:xfrm>
              <a:off x="8382120" y="274315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87" name="Google Shape;4187;p12"/>
            <p:cNvSpPr/>
            <p:nvPr/>
          </p:nvSpPr>
          <p:spPr>
            <a:xfrm>
              <a:off x="8763125" y="274315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88" name="Google Shape;4188;p12"/>
            <p:cNvSpPr/>
            <p:nvPr/>
          </p:nvSpPr>
          <p:spPr>
            <a:xfrm>
              <a:off x="7620110" y="308604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89" name="Google Shape;4189;p12"/>
            <p:cNvSpPr/>
            <p:nvPr/>
          </p:nvSpPr>
          <p:spPr>
            <a:xfrm>
              <a:off x="8001115" y="308604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90" name="Google Shape;4190;p12"/>
            <p:cNvSpPr/>
            <p:nvPr/>
          </p:nvSpPr>
          <p:spPr>
            <a:xfrm>
              <a:off x="8382120" y="308604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91" name="Google Shape;4191;p12"/>
            <p:cNvSpPr/>
            <p:nvPr/>
          </p:nvSpPr>
          <p:spPr>
            <a:xfrm>
              <a:off x="8763125" y="308604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92" name="Google Shape;4192;p12"/>
            <p:cNvSpPr/>
            <p:nvPr/>
          </p:nvSpPr>
          <p:spPr>
            <a:xfrm>
              <a:off x="7620110" y="342894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93" name="Google Shape;4193;p12"/>
            <p:cNvSpPr/>
            <p:nvPr/>
          </p:nvSpPr>
          <p:spPr>
            <a:xfrm>
              <a:off x="8001115" y="342894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94" name="Google Shape;4194;p12"/>
            <p:cNvSpPr/>
            <p:nvPr/>
          </p:nvSpPr>
          <p:spPr>
            <a:xfrm>
              <a:off x="8382120" y="342894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95" name="Google Shape;4195;p12"/>
            <p:cNvSpPr/>
            <p:nvPr/>
          </p:nvSpPr>
          <p:spPr>
            <a:xfrm>
              <a:off x="8763125" y="342894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96" name="Google Shape;4196;p12"/>
            <p:cNvSpPr/>
            <p:nvPr/>
          </p:nvSpPr>
          <p:spPr>
            <a:xfrm>
              <a:off x="7620110" y="377182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97" name="Google Shape;4197;p12"/>
            <p:cNvSpPr/>
            <p:nvPr/>
          </p:nvSpPr>
          <p:spPr>
            <a:xfrm>
              <a:off x="8001115" y="377182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98" name="Google Shape;4198;p12"/>
            <p:cNvSpPr/>
            <p:nvPr/>
          </p:nvSpPr>
          <p:spPr>
            <a:xfrm>
              <a:off x="8382120" y="377182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99" name="Google Shape;4199;p12"/>
            <p:cNvSpPr/>
            <p:nvPr/>
          </p:nvSpPr>
          <p:spPr>
            <a:xfrm>
              <a:off x="8763125" y="377182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00" name="Google Shape;4200;p12"/>
            <p:cNvSpPr/>
            <p:nvPr/>
          </p:nvSpPr>
          <p:spPr>
            <a:xfrm>
              <a:off x="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01" name="Google Shape;4201;p12"/>
            <p:cNvSpPr/>
            <p:nvPr/>
          </p:nvSpPr>
          <p:spPr>
            <a:xfrm>
              <a:off x="38100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02" name="Google Shape;4202;p12"/>
            <p:cNvSpPr/>
            <p:nvPr/>
          </p:nvSpPr>
          <p:spPr>
            <a:xfrm>
              <a:off x="76201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03" name="Google Shape;4203;p12"/>
            <p:cNvSpPr/>
            <p:nvPr/>
          </p:nvSpPr>
          <p:spPr>
            <a:xfrm>
              <a:off x="114301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04" name="Google Shape;4204;p12"/>
            <p:cNvSpPr/>
            <p:nvPr/>
          </p:nvSpPr>
          <p:spPr>
            <a:xfrm>
              <a:off x="152402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05" name="Google Shape;4205;p12"/>
            <p:cNvSpPr/>
            <p:nvPr/>
          </p:nvSpPr>
          <p:spPr>
            <a:xfrm>
              <a:off x="190502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06" name="Google Shape;4206;p12"/>
            <p:cNvSpPr/>
            <p:nvPr/>
          </p:nvSpPr>
          <p:spPr>
            <a:xfrm>
              <a:off x="228603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07" name="Google Shape;4207;p12"/>
            <p:cNvSpPr/>
            <p:nvPr/>
          </p:nvSpPr>
          <p:spPr>
            <a:xfrm>
              <a:off x="266703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08" name="Google Shape;4208;p12"/>
            <p:cNvSpPr/>
            <p:nvPr/>
          </p:nvSpPr>
          <p:spPr>
            <a:xfrm>
              <a:off x="304804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09" name="Google Shape;4209;p12"/>
            <p:cNvSpPr/>
            <p:nvPr/>
          </p:nvSpPr>
          <p:spPr>
            <a:xfrm>
              <a:off x="342904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10" name="Google Shape;4210;p12"/>
            <p:cNvSpPr/>
            <p:nvPr/>
          </p:nvSpPr>
          <p:spPr>
            <a:xfrm>
              <a:off x="381005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11" name="Google Shape;4211;p12"/>
            <p:cNvSpPr/>
            <p:nvPr/>
          </p:nvSpPr>
          <p:spPr>
            <a:xfrm>
              <a:off x="419105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12" name="Google Shape;4212;p12"/>
            <p:cNvSpPr/>
            <p:nvPr/>
          </p:nvSpPr>
          <p:spPr>
            <a:xfrm>
              <a:off x="457206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13" name="Google Shape;4213;p12"/>
            <p:cNvSpPr/>
            <p:nvPr/>
          </p:nvSpPr>
          <p:spPr>
            <a:xfrm>
              <a:off x="495306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14" name="Google Shape;4214;p12"/>
            <p:cNvSpPr/>
            <p:nvPr/>
          </p:nvSpPr>
          <p:spPr>
            <a:xfrm>
              <a:off x="533407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15" name="Google Shape;4215;p12"/>
            <p:cNvSpPr/>
            <p:nvPr/>
          </p:nvSpPr>
          <p:spPr>
            <a:xfrm>
              <a:off x="571507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16" name="Google Shape;4216;p12"/>
            <p:cNvSpPr/>
            <p:nvPr/>
          </p:nvSpPr>
          <p:spPr>
            <a:xfrm>
              <a:off x="609608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17" name="Google Shape;4217;p12"/>
            <p:cNvSpPr/>
            <p:nvPr/>
          </p:nvSpPr>
          <p:spPr>
            <a:xfrm>
              <a:off x="647708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18" name="Google Shape;4218;p12"/>
            <p:cNvSpPr/>
            <p:nvPr/>
          </p:nvSpPr>
          <p:spPr>
            <a:xfrm>
              <a:off x="685809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19" name="Google Shape;4219;p12"/>
            <p:cNvSpPr/>
            <p:nvPr/>
          </p:nvSpPr>
          <p:spPr>
            <a:xfrm>
              <a:off x="723909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20" name="Google Shape;4220;p12"/>
            <p:cNvSpPr/>
            <p:nvPr/>
          </p:nvSpPr>
          <p:spPr>
            <a:xfrm>
              <a:off x="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21" name="Google Shape;4221;p12"/>
            <p:cNvSpPr/>
            <p:nvPr/>
          </p:nvSpPr>
          <p:spPr>
            <a:xfrm>
              <a:off x="38100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22" name="Google Shape;4222;p12"/>
            <p:cNvSpPr/>
            <p:nvPr/>
          </p:nvSpPr>
          <p:spPr>
            <a:xfrm>
              <a:off x="76201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23" name="Google Shape;4223;p12"/>
            <p:cNvSpPr/>
            <p:nvPr/>
          </p:nvSpPr>
          <p:spPr>
            <a:xfrm>
              <a:off x="114301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24" name="Google Shape;4224;p12"/>
            <p:cNvSpPr/>
            <p:nvPr/>
          </p:nvSpPr>
          <p:spPr>
            <a:xfrm>
              <a:off x="152402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25" name="Google Shape;4225;p12"/>
            <p:cNvSpPr/>
            <p:nvPr/>
          </p:nvSpPr>
          <p:spPr>
            <a:xfrm>
              <a:off x="190502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26" name="Google Shape;4226;p12"/>
            <p:cNvSpPr/>
            <p:nvPr/>
          </p:nvSpPr>
          <p:spPr>
            <a:xfrm>
              <a:off x="228603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27" name="Google Shape;4227;p12"/>
            <p:cNvSpPr/>
            <p:nvPr/>
          </p:nvSpPr>
          <p:spPr>
            <a:xfrm>
              <a:off x="266703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28" name="Google Shape;4228;p12"/>
            <p:cNvSpPr/>
            <p:nvPr/>
          </p:nvSpPr>
          <p:spPr>
            <a:xfrm>
              <a:off x="304804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29" name="Google Shape;4229;p12"/>
            <p:cNvSpPr/>
            <p:nvPr/>
          </p:nvSpPr>
          <p:spPr>
            <a:xfrm>
              <a:off x="342904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30" name="Google Shape;4230;p12"/>
            <p:cNvSpPr/>
            <p:nvPr/>
          </p:nvSpPr>
          <p:spPr>
            <a:xfrm>
              <a:off x="381005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31" name="Google Shape;4231;p12"/>
            <p:cNvSpPr/>
            <p:nvPr/>
          </p:nvSpPr>
          <p:spPr>
            <a:xfrm>
              <a:off x="419105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32" name="Google Shape;4232;p12"/>
            <p:cNvSpPr/>
            <p:nvPr/>
          </p:nvSpPr>
          <p:spPr>
            <a:xfrm>
              <a:off x="457206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33" name="Google Shape;4233;p12"/>
            <p:cNvSpPr/>
            <p:nvPr/>
          </p:nvSpPr>
          <p:spPr>
            <a:xfrm>
              <a:off x="495306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34" name="Google Shape;4234;p12"/>
            <p:cNvSpPr/>
            <p:nvPr/>
          </p:nvSpPr>
          <p:spPr>
            <a:xfrm>
              <a:off x="533407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35" name="Google Shape;4235;p12"/>
            <p:cNvSpPr/>
            <p:nvPr/>
          </p:nvSpPr>
          <p:spPr>
            <a:xfrm>
              <a:off x="571507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36" name="Google Shape;4236;p12"/>
            <p:cNvSpPr/>
            <p:nvPr/>
          </p:nvSpPr>
          <p:spPr>
            <a:xfrm>
              <a:off x="609608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37" name="Google Shape;4237;p12"/>
            <p:cNvSpPr/>
            <p:nvPr/>
          </p:nvSpPr>
          <p:spPr>
            <a:xfrm>
              <a:off x="647708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38" name="Google Shape;4238;p12"/>
            <p:cNvSpPr/>
            <p:nvPr/>
          </p:nvSpPr>
          <p:spPr>
            <a:xfrm>
              <a:off x="685809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39" name="Google Shape;4239;p12"/>
            <p:cNvSpPr/>
            <p:nvPr/>
          </p:nvSpPr>
          <p:spPr>
            <a:xfrm>
              <a:off x="723909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40" name="Google Shape;4240;p12"/>
            <p:cNvSpPr/>
            <p:nvPr/>
          </p:nvSpPr>
          <p:spPr>
            <a:xfrm>
              <a:off x="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41" name="Google Shape;4241;p12"/>
            <p:cNvSpPr/>
            <p:nvPr/>
          </p:nvSpPr>
          <p:spPr>
            <a:xfrm>
              <a:off x="38100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42" name="Google Shape;4242;p12"/>
            <p:cNvSpPr/>
            <p:nvPr/>
          </p:nvSpPr>
          <p:spPr>
            <a:xfrm>
              <a:off x="76201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43" name="Google Shape;4243;p12"/>
            <p:cNvSpPr/>
            <p:nvPr/>
          </p:nvSpPr>
          <p:spPr>
            <a:xfrm>
              <a:off x="114301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44" name="Google Shape;4244;p12"/>
            <p:cNvSpPr/>
            <p:nvPr/>
          </p:nvSpPr>
          <p:spPr>
            <a:xfrm>
              <a:off x="152402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45" name="Google Shape;4245;p12"/>
            <p:cNvSpPr/>
            <p:nvPr/>
          </p:nvSpPr>
          <p:spPr>
            <a:xfrm>
              <a:off x="190502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46" name="Google Shape;4246;p12"/>
            <p:cNvSpPr/>
            <p:nvPr/>
          </p:nvSpPr>
          <p:spPr>
            <a:xfrm>
              <a:off x="228603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47" name="Google Shape;4247;p12"/>
            <p:cNvSpPr/>
            <p:nvPr/>
          </p:nvSpPr>
          <p:spPr>
            <a:xfrm>
              <a:off x="266703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48" name="Google Shape;4248;p12"/>
            <p:cNvSpPr/>
            <p:nvPr/>
          </p:nvSpPr>
          <p:spPr>
            <a:xfrm>
              <a:off x="304804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49" name="Google Shape;4249;p12"/>
            <p:cNvSpPr/>
            <p:nvPr/>
          </p:nvSpPr>
          <p:spPr>
            <a:xfrm>
              <a:off x="342904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50" name="Google Shape;4250;p12"/>
            <p:cNvSpPr/>
            <p:nvPr/>
          </p:nvSpPr>
          <p:spPr>
            <a:xfrm>
              <a:off x="381005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51" name="Google Shape;4251;p12"/>
            <p:cNvSpPr/>
            <p:nvPr/>
          </p:nvSpPr>
          <p:spPr>
            <a:xfrm>
              <a:off x="419105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52" name="Google Shape;4252;p12"/>
            <p:cNvSpPr/>
            <p:nvPr/>
          </p:nvSpPr>
          <p:spPr>
            <a:xfrm>
              <a:off x="457206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53" name="Google Shape;4253;p12"/>
            <p:cNvSpPr/>
            <p:nvPr/>
          </p:nvSpPr>
          <p:spPr>
            <a:xfrm>
              <a:off x="495306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54" name="Google Shape;4254;p12"/>
            <p:cNvSpPr/>
            <p:nvPr/>
          </p:nvSpPr>
          <p:spPr>
            <a:xfrm>
              <a:off x="533407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55" name="Google Shape;4255;p12"/>
            <p:cNvSpPr/>
            <p:nvPr/>
          </p:nvSpPr>
          <p:spPr>
            <a:xfrm>
              <a:off x="571507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56" name="Google Shape;4256;p12"/>
            <p:cNvSpPr/>
            <p:nvPr/>
          </p:nvSpPr>
          <p:spPr>
            <a:xfrm>
              <a:off x="609608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57" name="Google Shape;4257;p12"/>
            <p:cNvSpPr/>
            <p:nvPr/>
          </p:nvSpPr>
          <p:spPr>
            <a:xfrm>
              <a:off x="647708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58" name="Google Shape;4258;p12"/>
            <p:cNvSpPr/>
            <p:nvPr/>
          </p:nvSpPr>
          <p:spPr>
            <a:xfrm>
              <a:off x="685809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59" name="Google Shape;4259;p12"/>
            <p:cNvSpPr/>
            <p:nvPr/>
          </p:nvSpPr>
          <p:spPr>
            <a:xfrm>
              <a:off x="723909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60" name="Google Shape;4260;p12"/>
            <p:cNvSpPr/>
            <p:nvPr/>
          </p:nvSpPr>
          <p:spPr>
            <a:xfrm>
              <a:off x="7620110" y="411471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61" name="Google Shape;4261;p12"/>
            <p:cNvSpPr/>
            <p:nvPr/>
          </p:nvSpPr>
          <p:spPr>
            <a:xfrm>
              <a:off x="8001115" y="411471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62" name="Google Shape;4262;p12"/>
            <p:cNvSpPr/>
            <p:nvPr/>
          </p:nvSpPr>
          <p:spPr>
            <a:xfrm>
              <a:off x="8382120" y="411471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63" name="Google Shape;4263;p12"/>
            <p:cNvSpPr/>
            <p:nvPr/>
          </p:nvSpPr>
          <p:spPr>
            <a:xfrm>
              <a:off x="8763125" y="411471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64" name="Google Shape;4264;p12"/>
            <p:cNvSpPr/>
            <p:nvPr/>
          </p:nvSpPr>
          <p:spPr>
            <a:xfrm>
              <a:off x="7620110" y="445760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65" name="Google Shape;4265;p12"/>
            <p:cNvSpPr/>
            <p:nvPr/>
          </p:nvSpPr>
          <p:spPr>
            <a:xfrm>
              <a:off x="8001115" y="445760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66" name="Google Shape;4266;p12"/>
            <p:cNvSpPr/>
            <p:nvPr/>
          </p:nvSpPr>
          <p:spPr>
            <a:xfrm>
              <a:off x="8382120" y="445760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67" name="Google Shape;4267;p12"/>
            <p:cNvSpPr/>
            <p:nvPr/>
          </p:nvSpPr>
          <p:spPr>
            <a:xfrm>
              <a:off x="8763125" y="445760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68" name="Google Shape;4268;p12"/>
            <p:cNvSpPr/>
            <p:nvPr/>
          </p:nvSpPr>
          <p:spPr>
            <a:xfrm>
              <a:off x="7620110" y="480049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69" name="Google Shape;4269;p12"/>
            <p:cNvSpPr/>
            <p:nvPr/>
          </p:nvSpPr>
          <p:spPr>
            <a:xfrm>
              <a:off x="8001115" y="480049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70" name="Google Shape;4270;p12"/>
            <p:cNvSpPr/>
            <p:nvPr/>
          </p:nvSpPr>
          <p:spPr>
            <a:xfrm>
              <a:off x="8382120" y="480049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71" name="Google Shape;4271;p12"/>
            <p:cNvSpPr/>
            <p:nvPr/>
          </p:nvSpPr>
          <p:spPr>
            <a:xfrm>
              <a:off x="8763125" y="480049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272" name="Google Shape;4272;p12"/>
          <p:cNvSpPr/>
          <p:nvPr/>
        </p:nvSpPr>
        <p:spPr>
          <a:xfrm flipH="1">
            <a:off x="0" y="0"/>
            <a:ext cx="9144000" cy="5143500"/>
          </a:xfrm>
          <a:prstGeom prst="rtTriangle">
            <a:avLst/>
          </a:prstGeom>
          <a:solidFill>
            <a:srgbClr val="005051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273" name="Google Shape;4273;p12"/>
          <p:cNvGrpSpPr/>
          <p:nvPr/>
        </p:nvGrpSpPr>
        <p:grpSpPr>
          <a:xfrm>
            <a:off x="553048" y="535000"/>
            <a:ext cx="8105852" cy="4302000"/>
            <a:chOff x="553048" y="535000"/>
            <a:chExt cx="8105852" cy="4302000"/>
          </a:xfrm>
        </p:grpSpPr>
        <p:sp>
          <p:nvSpPr>
            <p:cNvPr id="4274" name="Google Shape;4274;p12"/>
            <p:cNvSpPr/>
            <p:nvPr/>
          </p:nvSpPr>
          <p:spPr>
            <a:xfrm>
              <a:off x="942300" y="763600"/>
              <a:ext cx="7716600" cy="4073400"/>
            </a:xfrm>
            <a:prstGeom prst="roundRect">
              <a:avLst>
                <a:gd fmla="val 2480" name="adj"/>
              </a:avLst>
            </a:prstGeom>
            <a:solidFill>
              <a:srgbClr val="222828">
                <a:alpha val="2039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75" name="Google Shape;4275;p12"/>
            <p:cNvSpPr/>
            <p:nvPr/>
          </p:nvSpPr>
          <p:spPr>
            <a:xfrm>
              <a:off x="712275" y="535000"/>
              <a:ext cx="7716600" cy="4073400"/>
            </a:xfrm>
            <a:prstGeom prst="roundRect">
              <a:avLst>
                <a:gd fmla="val 2480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76" name="Google Shape;4276;p12"/>
            <p:cNvSpPr/>
            <p:nvPr/>
          </p:nvSpPr>
          <p:spPr>
            <a:xfrm>
              <a:off x="848698" y="898261"/>
              <a:ext cx="317374" cy="317436"/>
            </a:xfrm>
            <a:custGeom>
              <a:rect b="b" l="l" r="r" t="t"/>
              <a:pathLst>
                <a:path extrusionOk="0" h="15212" w="15209">
                  <a:moveTo>
                    <a:pt x="7604" y="0"/>
                  </a:moveTo>
                  <a:cubicBezTo>
                    <a:pt x="3404" y="0"/>
                    <a:pt x="0" y="3405"/>
                    <a:pt x="0" y="7605"/>
                  </a:cubicBezTo>
                  <a:cubicBezTo>
                    <a:pt x="0" y="11805"/>
                    <a:pt x="3404" y="15212"/>
                    <a:pt x="7604" y="15212"/>
                  </a:cubicBezTo>
                  <a:cubicBezTo>
                    <a:pt x="11804" y="15212"/>
                    <a:pt x="15209" y="11805"/>
                    <a:pt x="15209" y="7605"/>
                  </a:cubicBezTo>
                  <a:cubicBezTo>
                    <a:pt x="15209" y="3405"/>
                    <a:pt x="11804" y="0"/>
                    <a:pt x="760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77" name="Google Shape;4277;p12"/>
            <p:cNvSpPr/>
            <p:nvPr/>
          </p:nvSpPr>
          <p:spPr>
            <a:xfrm>
              <a:off x="553048" y="931482"/>
              <a:ext cx="549400" cy="250994"/>
            </a:xfrm>
            <a:custGeom>
              <a:rect b="b" l="l" r="r" t="t"/>
              <a:pathLst>
                <a:path extrusionOk="0" h="12028" w="26328">
                  <a:moveTo>
                    <a:pt x="1493" y="0"/>
                  </a:moveTo>
                  <a:cubicBezTo>
                    <a:pt x="671" y="0"/>
                    <a:pt x="0" y="668"/>
                    <a:pt x="0" y="1494"/>
                  </a:cubicBezTo>
                  <a:cubicBezTo>
                    <a:pt x="0" y="2319"/>
                    <a:pt x="671" y="2990"/>
                    <a:pt x="1493" y="2990"/>
                  </a:cubicBezTo>
                  <a:lnTo>
                    <a:pt x="19596" y="2990"/>
                  </a:lnTo>
                  <a:cubicBezTo>
                    <a:pt x="21591" y="2990"/>
                    <a:pt x="23340" y="4081"/>
                    <a:pt x="23340" y="5330"/>
                  </a:cubicBezTo>
                  <a:lnTo>
                    <a:pt x="23340" y="6698"/>
                  </a:lnTo>
                  <a:cubicBezTo>
                    <a:pt x="23340" y="7944"/>
                    <a:pt x="21591" y="9038"/>
                    <a:pt x="19596" y="9038"/>
                  </a:cubicBezTo>
                  <a:lnTo>
                    <a:pt x="1493" y="9038"/>
                  </a:lnTo>
                  <a:cubicBezTo>
                    <a:pt x="671" y="9038"/>
                    <a:pt x="0" y="9706"/>
                    <a:pt x="0" y="10532"/>
                  </a:cubicBezTo>
                  <a:cubicBezTo>
                    <a:pt x="0" y="11357"/>
                    <a:pt x="671" y="12028"/>
                    <a:pt x="1493" y="12028"/>
                  </a:cubicBezTo>
                  <a:lnTo>
                    <a:pt x="19596" y="12028"/>
                  </a:lnTo>
                  <a:lnTo>
                    <a:pt x="19596" y="12025"/>
                  </a:lnTo>
                  <a:cubicBezTo>
                    <a:pt x="23370" y="12025"/>
                    <a:pt x="26327" y="9685"/>
                    <a:pt x="26327" y="6695"/>
                  </a:cubicBezTo>
                  <a:lnTo>
                    <a:pt x="26327" y="5327"/>
                  </a:lnTo>
                  <a:cubicBezTo>
                    <a:pt x="26327" y="2340"/>
                    <a:pt x="23370" y="0"/>
                    <a:pt x="19596" y="0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78" name="Google Shape;4278;p12"/>
            <p:cNvSpPr/>
            <p:nvPr/>
          </p:nvSpPr>
          <p:spPr>
            <a:xfrm>
              <a:off x="848698" y="1332681"/>
              <a:ext cx="317374" cy="317457"/>
            </a:xfrm>
            <a:custGeom>
              <a:rect b="b" l="l" r="r" t="t"/>
              <a:pathLst>
                <a:path extrusionOk="0" h="15213" w="15209">
                  <a:moveTo>
                    <a:pt x="7604" y="1"/>
                  </a:moveTo>
                  <a:cubicBezTo>
                    <a:pt x="3404" y="1"/>
                    <a:pt x="0" y="3408"/>
                    <a:pt x="0" y="7608"/>
                  </a:cubicBezTo>
                  <a:cubicBezTo>
                    <a:pt x="0" y="11808"/>
                    <a:pt x="3404" y="15212"/>
                    <a:pt x="7604" y="15212"/>
                  </a:cubicBezTo>
                  <a:cubicBezTo>
                    <a:pt x="11804" y="15212"/>
                    <a:pt x="15209" y="11808"/>
                    <a:pt x="15209" y="7608"/>
                  </a:cubicBezTo>
                  <a:cubicBezTo>
                    <a:pt x="15209" y="3408"/>
                    <a:pt x="11804" y="1"/>
                    <a:pt x="760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79" name="Google Shape;4279;p12"/>
            <p:cNvSpPr/>
            <p:nvPr/>
          </p:nvSpPr>
          <p:spPr>
            <a:xfrm>
              <a:off x="553048" y="1365902"/>
              <a:ext cx="549400" cy="251015"/>
            </a:xfrm>
            <a:custGeom>
              <a:rect b="b" l="l" r="r" t="t"/>
              <a:pathLst>
                <a:path extrusionOk="0" h="12029" w="26328">
                  <a:moveTo>
                    <a:pt x="1493" y="1"/>
                  </a:moveTo>
                  <a:cubicBezTo>
                    <a:pt x="671" y="1"/>
                    <a:pt x="0" y="671"/>
                    <a:pt x="0" y="1497"/>
                  </a:cubicBezTo>
                  <a:cubicBezTo>
                    <a:pt x="0" y="2320"/>
                    <a:pt x="671" y="2990"/>
                    <a:pt x="1493" y="2990"/>
                  </a:cubicBezTo>
                  <a:lnTo>
                    <a:pt x="19596" y="2990"/>
                  </a:lnTo>
                  <a:cubicBezTo>
                    <a:pt x="21591" y="2990"/>
                    <a:pt x="23340" y="4084"/>
                    <a:pt x="23340" y="5330"/>
                  </a:cubicBezTo>
                  <a:lnTo>
                    <a:pt x="23340" y="6699"/>
                  </a:lnTo>
                  <a:cubicBezTo>
                    <a:pt x="23340" y="7948"/>
                    <a:pt x="21591" y="9042"/>
                    <a:pt x="19596" y="9042"/>
                  </a:cubicBezTo>
                  <a:lnTo>
                    <a:pt x="1493" y="9042"/>
                  </a:lnTo>
                  <a:cubicBezTo>
                    <a:pt x="671" y="9042"/>
                    <a:pt x="0" y="9709"/>
                    <a:pt x="0" y="10535"/>
                  </a:cubicBezTo>
                  <a:cubicBezTo>
                    <a:pt x="0" y="11361"/>
                    <a:pt x="671" y="12028"/>
                    <a:pt x="1493" y="12028"/>
                  </a:cubicBezTo>
                  <a:lnTo>
                    <a:pt x="19596" y="12028"/>
                  </a:lnTo>
                  <a:cubicBezTo>
                    <a:pt x="23370" y="12028"/>
                    <a:pt x="26327" y="9688"/>
                    <a:pt x="26327" y="6699"/>
                  </a:cubicBezTo>
                  <a:lnTo>
                    <a:pt x="26327" y="5330"/>
                  </a:lnTo>
                  <a:cubicBezTo>
                    <a:pt x="26327" y="2344"/>
                    <a:pt x="23370" y="1"/>
                    <a:pt x="19596" y="1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80" name="Google Shape;4280;p12"/>
            <p:cNvSpPr/>
            <p:nvPr/>
          </p:nvSpPr>
          <p:spPr>
            <a:xfrm>
              <a:off x="848698" y="1767184"/>
              <a:ext cx="317374" cy="317436"/>
            </a:xfrm>
            <a:custGeom>
              <a:rect b="b" l="l" r="r" t="t"/>
              <a:pathLst>
                <a:path extrusionOk="0" h="15212" w="15209">
                  <a:moveTo>
                    <a:pt x="7604" y="0"/>
                  </a:moveTo>
                  <a:cubicBezTo>
                    <a:pt x="3404" y="0"/>
                    <a:pt x="0" y="3404"/>
                    <a:pt x="0" y="7605"/>
                  </a:cubicBezTo>
                  <a:cubicBezTo>
                    <a:pt x="0" y="11805"/>
                    <a:pt x="3404" y="15212"/>
                    <a:pt x="7604" y="15212"/>
                  </a:cubicBezTo>
                  <a:cubicBezTo>
                    <a:pt x="11804" y="15212"/>
                    <a:pt x="15209" y="11805"/>
                    <a:pt x="15209" y="7605"/>
                  </a:cubicBezTo>
                  <a:cubicBezTo>
                    <a:pt x="15209" y="3404"/>
                    <a:pt x="11804" y="0"/>
                    <a:pt x="760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81" name="Google Shape;4281;p12"/>
            <p:cNvSpPr/>
            <p:nvPr/>
          </p:nvSpPr>
          <p:spPr>
            <a:xfrm>
              <a:off x="553048" y="1800405"/>
              <a:ext cx="549400" cy="250994"/>
            </a:xfrm>
            <a:custGeom>
              <a:rect b="b" l="l" r="r" t="t"/>
              <a:pathLst>
                <a:path extrusionOk="0" h="12028" w="26328">
                  <a:moveTo>
                    <a:pt x="1493" y="0"/>
                  </a:moveTo>
                  <a:cubicBezTo>
                    <a:pt x="671" y="0"/>
                    <a:pt x="0" y="668"/>
                    <a:pt x="0" y="1493"/>
                  </a:cubicBezTo>
                  <a:cubicBezTo>
                    <a:pt x="0" y="2319"/>
                    <a:pt x="671" y="2990"/>
                    <a:pt x="1493" y="2990"/>
                  </a:cubicBezTo>
                  <a:lnTo>
                    <a:pt x="19596" y="2990"/>
                  </a:lnTo>
                  <a:cubicBezTo>
                    <a:pt x="21591" y="2990"/>
                    <a:pt x="23340" y="4081"/>
                    <a:pt x="23340" y="5330"/>
                  </a:cubicBezTo>
                  <a:lnTo>
                    <a:pt x="23340" y="6695"/>
                  </a:lnTo>
                  <a:cubicBezTo>
                    <a:pt x="23340" y="7944"/>
                    <a:pt x="21591" y="9038"/>
                    <a:pt x="19596" y="9038"/>
                  </a:cubicBezTo>
                  <a:lnTo>
                    <a:pt x="1493" y="9038"/>
                  </a:lnTo>
                  <a:cubicBezTo>
                    <a:pt x="671" y="9038"/>
                    <a:pt x="0" y="9706"/>
                    <a:pt x="0" y="10532"/>
                  </a:cubicBezTo>
                  <a:cubicBezTo>
                    <a:pt x="0" y="11357"/>
                    <a:pt x="671" y="12028"/>
                    <a:pt x="1493" y="12028"/>
                  </a:cubicBezTo>
                  <a:lnTo>
                    <a:pt x="19596" y="12028"/>
                  </a:lnTo>
                  <a:lnTo>
                    <a:pt x="19596" y="12025"/>
                  </a:lnTo>
                  <a:cubicBezTo>
                    <a:pt x="23370" y="12025"/>
                    <a:pt x="26327" y="9685"/>
                    <a:pt x="26327" y="6695"/>
                  </a:cubicBezTo>
                  <a:lnTo>
                    <a:pt x="26327" y="5327"/>
                  </a:lnTo>
                  <a:cubicBezTo>
                    <a:pt x="26327" y="2340"/>
                    <a:pt x="23370" y="0"/>
                    <a:pt x="19596" y="0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82" name="Google Shape;4282;p12"/>
            <p:cNvSpPr/>
            <p:nvPr/>
          </p:nvSpPr>
          <p:spPr>
            <a:xfrm>
              <a:off x="848698" y="2201603"/>
              <a:ext cx="317374" cy="317457"/>
            </a:xfrm>
            <a:custGeom>
              <a:rect b="b" l="l" r="r" t="t"/>
              <a:pathLst>
                <a:path extrusionOk="0" h="15213" w="15209">
                  <a:moveTo>
                    <a:pt x="7604" y="1"/>
                  </a:moveTo>
                  <a:cubicBezTo>
                    <a:pt x="3404" y="1"/>
                    <a:pt x="0" y="3405"/>
                    <a:pt x="0" y="7608"/>
                  </a:cubicBezTo>
                  <a:cubicBezTo>
                    <a:pt x="0" y="11808"/>
                    <a:pt x="3404" y="15212"/>
                    <a:pt x="7604" y="15212"/>
                  </a:cubicBezTo>
                  <a:cubicBezTo>
                    <a:pt x="11804" y="15212"/>
                    <a:pt x="15209" y="11808"/>
                    <a:pt x="15209" y="7608"/>
                  </a:cubicBezTo>
                  <a:cubicBezTo>
                    <a:pt x="15209" y="3405"/>
                    <a:pt x="11804" y="1"/>
                    <a:pt x="760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83" name="Google Shape;4283;p12"/>
            <p:cNvSpPr/>
            <p:nvPr/>
          </p:nvSpPr>
          <p:spPr>
            <a:xfrm>
              <a:off x="553048" y="2234824"/>
              <a:ext cx="549400" cy="251015"/>
            </a:xfrm>
            <a:custGeom>
              <a:rect b="b" l="l" r="r" t="t"/>
              <a:pathLst>
                <a:path extrusionOk="0" h="12029" w="26328">
                  <a:moveTo>
                    <a:pt x="1493" y="1"/>
                  </a:moveTo>
                  <a:cubicBezTo>
                    <a:pt x="671" y="1"/>
                    <a:pt x="0" y="668"/>
                    <a:pt x="0" y="1494"/>
                  </a:cubicBezTo>
                  <a:cubicBezTo>
                    <a:pt x="0" y="2320"/>
                    <a:pt x="671" y="2990"/>
                    <a:pt x="1493" y="2990"/>
                  </a:cubicBezTo>
                  <a:lnTo>
                    <a:pt x="19596" y="2990"/>
                  </a:lnTo>
                  <a:cubicBezTo>
                    <a:pt x="21591" y="2990"/>
                    <a:pt x="23340" y="4084"/>
                    <a:pt x="23340" y="5330"/>
                  </a:cubicBezTo>
                  <a:lnTo>
                    <a:pt x="23340" y="6699"/>
                  </a:lnTo>
                  <a:cubicBezTo>
                    <a:pt x="23340" y="7945"/>
                    <a:pt x="21591" y="9039"/>
                    <a:pt x="19596" y="9039"/>
                  </a:cubicBezTo>
                  <a:lnTo>
                    <a:pt x="1493" y="9039"/>
                  </a:lnTo>
                  <a:cubicBezTo>
                    <a:pt x="671" y="9039"/>
                    <a:pt x="0" y="9706"/>
                    <a:pt x="0" y="10532"/>
                  </a:cubicBezTo>
                  <a:cubicBezTo>
                    <a:pt x="0" y="11358"/>
                    <a:pt x="671" y="12028"/>
                    <a:pt x="1493" y="12028"/>
                  </a:cubicBezTo>
                  <a:lnTo>
                    <a:pt x="19596" y="12028"/>
                  </a:lnTo>
                  <a:lnTo>
                    <a:pt x="19596" y="12025"/>
                  </a:lnTo>
                  <a:cubicBezTo>
                    <a:pt x="23370" y="12025"/>
                    <a:pt x="26327" y="9685"/>
                    <a:pt x="26327" y="6699"/>
                  </a:cubicBezTo>
                  <a:lnTo>
                    <a:pt x="26327" y="5330"/>
                  </a:lnTo>
                  <a:cubicBezTo>
                    <a:pt x="26327" y="2341"/>
                    <a:pt x="23370" y="1"/>
                    <a:pt x="19596" y="1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84" name="Google Shape;4284;p12"/>
            <p:cNvSpPr/>
            <p:nvPr/>
          </p:nvSpPr>
          <p:spPr>
            <a:xfrm>
              <a:off x="848698" y="2636106"/>
              <a:ext cx="317374" cy="317374"/>
            </a:xfrm>
            <a:custGeom>
              <a:rect b="b" l="l" r="r" t="t"/>
              <a:pathLst>
                <a:path extrusionOk="0" h="15209" w="15209">
                  <a:moveTo>
                    <a:pt x="7604" y="0"/>
                  </a:moveTo>
                  <a:cubicBezTo>
                    <a:pt x="3404" y="0"/>
                    <a:pt x="0" y="3404"/>
                    <a:pt x="0" y="7604"/>
                  </a:cubicBezTo>
                  <a:cubicBezTo>
                    <a:pt x="0" y="11805"/>
                    <a:pt x="3404" y="15209"/>
                    <a:pt x="7604" y="15209"/>
                  </a:cubicBezTo>
                  <a:cubicBezTo>
                    <a:pt x="11804" y="15209"/>
                    <a:pt x="15209" y="11805"/>
                    <a:pt x="15209" y="7604"/>
                  </a:cubicBezTo>
                  <a:cubicBezTo>
                    <a:pt x="15209" y="3404"/>
                    <a:pt x="11804" y="0"/>
                    <a:pt x="760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85" name="Google Shape;4285;p12"/>
            <p:cNvSpPr/>
            <p:nvPr/>
          </p:nvSpPr>
          <p:spPr>
            <a:xfrm>
              <a:off x="553048" y="2669265"/>
              <a:ext cx="549400" cy="250994"/>
            </a:xfrm>
            <a:custGeom>
              <a:rect b="b" l="l" r="r" t="t"/>
              <a:pathLst>
                <a:path extrusionOk="0" h="12028" w="26328">
                  <a:moveTo>
                    <a:pt x="1493" y="0"/>
                  </a:moveTo>
                  <a:cubicBezTo>
                    <a:pt x="671" y="0"/>
                    <a:pt x="0" y="671"/>
                    <a:pt x="0" y="1496"/>
                  </a:cubicBezTo>
                  <a:cubicBezTo>
                    <a:pt x="0" y="2322"/>
                    <a:pt x="671" y="2990"/>
                    <a:pt x="1493" y="2990"/>
                  </a:cubicBezTo>
                  <a:lnTo>
                    <a:pt x="19596" y="2990"/>
                  </a:lnTo>
                  <a:cubicBezTo>
                    <a:pt x="21591" y="2990"/>
                    <a:pt x="23340" y="4084"/>
                    <a:pt x="23340" y="5330"/>
                  </a:cubicBezTo>
                  <a:lnTo>
                    <a:pt x="23340" y="6698"/>
                  </a:lnTo>
                  <a:cubicBezTo>
                    <a:pt x="23340" y="7947"/>
                    <a:pt x="21591" y="9041"/>
                    <a:pt x="19596" y="9041"/>
                  </a:cubicBezTo>
                  <a:lnTo>
                    <a:pt x="1493" y="9041"/>
                  </a:lnTo>
                  <a:cubicBezTo>
                    <a:pt x="671" y="9041"/>
                    <a:pt x="0" y="9709"/>
                    <a:pt x="0" y="10534"/>
                  </a:cubicBezTo>
                  <a:cubicBezTo>
                    <a:pt x="0" y="11360"/>
                    <a:pt x="671" y="12028"/>
                    <a:pt x="1493" y="12028"/>
                  </a:cubicBezTo>
                  <a:lnTo>
                    <a:pt x="19596" y="12028"/>
                  </a:lnTo>
                  <a:cubicBezTo>
                    <a:pt x="23370" y="12028"/>
                    <a:pt x="26327" y="9688"/>
                    <a:pt x="26327" y="6698"/>
                  </a:cubicBezTo>
                  <a:lnTo>
                    <a:pt x="26327" y="5330"/>
                  </a:lnTo>
                  <a:cubicBezTo>
                    <a:pt x="26327" y="2343"/>
                    <a:pt x="23370" y="0"/>
                    <a:pt x="19596" y="0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86" name="Google Shape;4286;p12"/>
            <p:cNvSpPr/>
            <p:nvPr/>
          </p:nvSpPr>
          <p:spPr>
            <a:xfrm>
              <a:off x="848698" y="3070526"/>
              <a:ext cx="317374" cy="317457"/>
            </a:xfrm>
            <a:custGeom>
              <a:rect b="b" l="l" r="r" t="t"/>
              <a:pathLst>
                <a:path extrusionOk="0" h="15213" w="15209">
                  <a:moveTo>
                    <a:pt x="7604" y="1"/>
                  </a:moveTo>
                  <a:cubicBezTo>
                    <a:pt x="3404" y="1"/>
                    <a:pt x="0" y="3405"/>
                    <a:pt x="0" y="7605"/>
                  </a:cubicBezTo>
                  <a:cubicBezTo>
                    <a:pt x="0" y="11805"/>
                    <a:pt x="3404" y="15212"/>
                    <a:pt x="7604" y="15212"/>
                  </a:cubicBezTo>
                  <a:cubicBezTo>
                    <a:pt x="11804" y="15212"/>
                    <a:pt x="15209" y="11805"/>
                    <a:pt x="15209" y="7605"/>
                  </a:cubicBezTo>
                  <a:cubicBezTo>
                    <a:pt x="15209" y="3405"/>
                    <a:pt x="11804" y="1"/>
                    <a:pt x="760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87" name="Google Shape;4287;p12"/>
            <p:cNvSpPr/>
            <p:nvPr/>
          </p:nvSpPr>
          <p:spPr>
            <a:xfrm>
              <a:off x="553048" y="3103747"/>
              <a:ext cx="549400" cy="251015"/>
            </a:xfrm>
            <a:custGeom>
              <a:rect b="b" l="l" r="r" t="t"/>
              <a:pathLst>
                <a:path extrusionOk="0" h="12029" w="26328">
                  <a:moveTo>
                    <a:pt x="1493" y="0"/>
                  </a:moveTo>
                  <a:cubicBezTo>
                    <a:pt x="671" y="0"/>
                    <a:pt x="0" y="668"/>
                    <a:pt x="0" y="1494"/>
                  </a:cubicBezTo>
                  <a:cubicBezTo>
                    <a:pt x="0" y="2320"/>
                    <a:pt x="671" y="2987"/>
                    <a:pt x="1493" y="2987"/>
                  </a:cubicBezTo>
                  <a:lnTo>
                    <a:pt x="19596" y="2987"/>
                  </a:lnTo>
                  <a:cubicBezTo>
                    <a:pt x="21591" y="2987"/>
                    <a:pt x="23340" y="4081"/>
                    <a:pt x="23340" y="5330"/>
                  </a:cubicBezTo>
                  <a:lnTo>
                    <a:pt x="23340" y="6696"/>
                  </a:lnTo>
                  <a:cubicBezTo>
                    <a:pt x="23340" y="7945"/>
                    <a:pt x="21591" y="9039"/>
                    <a:pt x="19596" y="9039"/>
                  </a:cubicBezTo>
                  <a:lnTo>
                    <a:pt x="1493" y="9039"/>
                  </a:lnTo>
                  <a:cubicBezTo>
                    <a:pt x="671" y="9039"/>
                    <a:pt x="0" y="9706"/>
                    <a:pt x="0" y="10532"/>
                  </a:cubicBezTo>
                  <a:cubicBezTo>
                    <a:pt x="0" y="11358"/>
                    <a:pt x="671" y="12028"/>
                    <a:pt x="1493" y="12028"/>
                  </a:cubicBezTo>
                  <a:lnTo>
                    <a:pt x="19596" y="12028"/>
                  </a:lnTo>
                  <a:lnTo>
                    <a:pt x="19596" y="12025"/>
                  </a:lnTo>
                  <a:cubicBezTo>
                    <a:pt x="23370" y="12025"/>
                    <a:pt x="26327" y="9685"/>
                    <a:pt x="26327" y="6696"/>
                  </a:cubicBezTo>
                  <a:lnTo>
                    <a:pt x="26327" y="5330"/>
                  </a:lnTo>
                  <a:cubicBezTo>
                    <a:pt x="26327" y="2340"/>
                    <a:pt x="23370" y="0"/>
                    <a:pt x="19596" y="0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88" name="Google Shape;4288;p12"/>
            <p:cNvSpPr/>
            <p:nvPr/>
          </p:nvSpPr>
          <p:spPr>
            <a:xfrm>
              <a:off x="848698" y="3504966"/>
              <a:ext cx="317374" cy="317436"/>
            </a:xfrm>
            <a:custGeom>
              <a:rect b="b" l="l" r="r" t="t"/>
              <a:pathLst>
                <a:path extrusionOk="0" h="15212" w="15209">
                  <a:moveTo>
                    <a:pt x="7604" y="0"/>
                  </a:moveTo>
                  <a:cubicBezTo>
                    <a:pt x="3404" y="0"/>
                    <a:pt x="0" y="3407"/>
                    <a:pt x="0" y="7607"/>
                  </a:cubicBezTo>
                  <a:cubicBezTo>
                    <a:pt x="0" y="11807"/>
                    <a:pt x="3404" y="15212"/>
                    <a:pt x="7604" y="15212"/>
                  </a:cubicBezTo>
                  <a:cubicBezTo>
                    <a:pt x="11804" y="15212"/>
                    <a:pt x="15209" y="11807"/>
                    <a:pt x="15209" y="7607"/>
                  </a:cubicBezTo>
                  <a:cubicBezTo>
                    <a:pt x="15209" y="3407"/>
                    <a:pt x="11804" y="0"/>
                    <a:pt x="760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89" name="Google Shape;4289;p12"/>
            <p:cNvSpPr/>
            <p:nvPr/>
          </p:nvSpPr>
          <p:spPr>
            <a:xfrm>
              <a:off x="553048" y="3538167"/>
              <a:ext cx="549400" cy="251015"/>
            </a:xfrm>
            <a:custGeom>
              <a:rect b="b" l="l" r="r" t="t"/>
              <a:pathLst>
                <a:path extrusionOk="0" h="12029" w="26328">
                  <a:moveTo>
                    <a:pt x="1493" y="1"/>
                  </a:moveTo>
                  <a:cubicBezTo>
                    <a:pt x="671" y="1"/>
                    <a:pt x="0" y="672"/>
                    <a:pt x="0" y="1497"/>
                  </a:cubicBezTo>
                  <a:cubicBezTo>
                    <a:pt x="0" y="2320"/>
                    <a:pt x="671" y="2991"/>
                    <a:pt x="1493" y="2991"/>
                  </a:cubicBezTo>
                  <a:lnTo>
                    <a:pt x="19596" y="2991"/>
                  </a:lnTo>
                  <a:cubicBezTo>
                    <a:pt x="21591" y="2991"/>
                    <a:pt x="23340" y="4085"/>
                    <a:pt x="23340" y="5331"/>
                  </a:cubicBezTo>
                  <a:lnTo>
                    <a:pt x="23340" y="6699"/>
                  </a:lnTo>
                  <a:cubicBezTo>
                    <a:pt x="23340" y="7948"/>
                    <a:pt x="21591" y="9042"/>
                    <a:pt x="19596" y="9042"/>
                  </a:cubicBezTo>
                  <a:lnTo>
                    <a:pt x="1493" y="9042"/>
                  </a:lnTo>
                  <a:cubicBezTo>
                    <a:pt x="671" y="9042"/>
                    <a:pt x="0" y="9710"/>
                    <a:pt x="0" y="10535"/>
                  </a:cubicBezTo>
                  <a:cubicBezTo>
                    <a:pt x="0" y="11361"/>
                    <a:pt x="671" y="12029"/>
                    <a:pt x="1493" y="12029"/>
                  </a:cubicBezTo>
                  <a:lnTo>
                    <a:pt x="19596" y="12029"/>
                  </a:lnTo>
                  <a:cubicBezTo>
                    <a:pt x="23370" y="12029"/>
                    <a:pt x="26327" y="9689"/>
                    <a:pt x="26327" y="6699"/>
                  </a:cubicBezTo>
                  <a:lnTo>
                    <a:pt x="26327" y="5331"/>
                  </a:lnTo>
                  <a:cubicBezTo>
                    <a:pt x="26327" y="2344"/>
                    <a:pt x="23370" y="1"/>
                    <a:pt x="19596" y="1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90" name="Google Shape;4290;p12"/>
            <p:cNvSpPr/>
            <p:nvPr/>
          </p:nvSpPr>
          <p:spPr>
            <a:xfrm>
              <a:off x="848698" y="3939449"/>
              <a:ext cx="317374" cy="317395"/>
            </a:xfrm>
            <a:custGeom>
              <a:rect b="b" l="l" r="r" t="t"/>
              <a:pathLst>
                <a:path extrusionOk="0" h="15210" w="15209">
                  <a:moveTo>
                    <a:pt x="7604" y="1"/>
                  </a:moveTo>
                  <a:cubicBezTo>
                    <a:pt x="3404" y="1"/>
                    <a:pt x="0" y="3405"/>
                    <a:pt x="0" y="7605"/>
                  </a:cubicBezTo>
                  <a:cubicBezTo>
                    <a:pt x="0" y="11805"/>
                    <a:pt x="3404" y="15209"/>
                    <a:pt x="7604" y="15209"/>
                  </a:cubicBezTo>
                  <a:cubicBezTo>
                    <a:pt x="11804" y="15209"/>
                    <a:pt x="15209" y="11805"/>
                    <a:pt x="15209" y="7605"/>
                  </a:cubicBezTo>
                  <a:cubicBezTo>
                    <a:pt x="15209" y="3405"/>
                    <a:pt x="11804" y="1"/>
                    <a:pt x="760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91" name="Google Shape;4291;p12"/>
            <p:cNvSpPr/>
            <p:nvPr/>
          </p:nvSpPr>
          <p:spPr>
            <a:xfrm>
              <a:off x="553048" y="3972670"/>
              <a:ext cx="549400" cy="251015"/>
            </a:xfrm>
            <a:custGeom>
              <a:rect b="b" l="l" r="r" t="t"/>
              <a:pathLst>
                <a:path extrusionOk="0" h="12029" w="26328">
                  <a:moveTo>
                    <a:pt x="1493" y="0"/>
                  </a:moveTo>
                  <a:cubicBezTo>
                    <a:pt x="671" y="0"/>
                    <a:pt x="0" y="668"/>
                    <a:pt x="0" y="1494"/>
                  </a:cubicBezTo>
                  <a:cubicBezTo>
                    <a:pt x="0" y="2320"/>
                    <a:pt x="671" y="2990"/>
                    <a:pt x="1493" y="2990"/>
                  </a:cubicBezTo>
                  <a:lnTo>
                    <a:pt x="19596" y="2990"/>
                  </a:lnTo>
                  <a:cubicBezTo>
                    <a:pt x="21591" y="2990"/>
                    <a:pt x="23340" y="4081"/>
                    <a:pt x="23340" y="5330"/>
                  </a:cubicBezTo>
                  <a:lnTo>
                    <a:pt x="23340" y="6695"/>
                  </a:lnTo>
                  <a:cubicBezTo>
                    <a:pt x="23340" y="7944"/>
                    <a:pt x="21591" y="9038"/>
                    <a:pt x="19596" y="9038"/>
                  </a:cubicBezTo>
                  <a:lnTo>
                    <a:pt x="1493" y="9038"/>
                  </a:lnTo>
                  <a:cubicBezTo>
                    <a:pt x="671" y="9038"/>
                    <a:pt x="0" y="9706"/>
                    <a:pt x="0" y="10532"/>
                  </a:cubicBezTo>
                  <a:cubicBezTo>
                    <a:pt x="0" y="11358"/>
                    <a:pt x="671" y="12028"/>
                    <a:pt x="1493" y="12028"/>
                  </a:cubicBezTo>
                  <a:lnTo>
                    <a:pt x="19596" y="12028"/>
                  </a:lnTo>
                  <a:lnTo>
                    <a:pt x="19596" y="12025"/>
                  </a:lnTo>
                  <a:cubicBezTo>
                    <a:pt x="23370" y="12025"/>
                    <a:pt x="26327" y="9685"/>
                    <a:pt x="26327" y="6695"/>
                  </a:cubicBezTo>
                  <a:lnTo>
                    <a:pt x="26327" y="5327"/>
                  </a:lnTo>
                  <a:cubicBezTo>
                    <a:pt x="26327" y="2340"/>
                    <a:pt x="23370" y="0"/>
                    <a:pt x="19596" y="0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292" name="Google Shape;4292;p12"/>
          <p:cNvSpPr txBox="1"/>
          <p:nvPr>
            <p:ph type="title"/>
          </p:nvPr>
        </p:nvSpPr>
        <p:spPr>
          <a:xfrm>
            <a:off x="1270650" y="2317450"/>
            <a:ext cx="7020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300"/>
              <a:buFont typeface="Gantari ExtraBold"/>
              <a:buNone/>
              <a:defRPr sz="3300">
                <a:solidFill>
                  <a:schemeClr val="lt2"/>
                </a:solidFill>
                <a:latin typeface="Gantari ExtraBold"/>
                <a:ea typeface="Gantari ExtraBold"/>
                <a:cs typeface="Gantari ExtraBold"/>
                <a:sym typeface="Gantari Extra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300"/>
              <a:buFont typeface="Gantari ExtraBold"/>
              <a:buNone/>
              <a:defRPr sz="3300">
                <a:solidFill>
                  <a:schemeClr val="lt2"/>
                </a:solidFill>
                <a:latin typeface="Gantari ExtraBold"/>
                <a:ea typeface="Gantari ExtraBold"/>
                <a:cs typeface="Gantari ExtraBold"/>
                <a:sym typeface="Gantari ExtraBo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300"/>
              <a:buFont typeface="Gantari ExtraBold"/>
              <a:buNone/>
              <a:defRPr sz="3300">
                <a:solidFill>
                  <a:schemeClr val="lt2"/>
                </a:solidFill>
                <a:latin typeface="Gantari ExtraBold"/>
                <a:ea typeface="Gantari ExtraBold"/>
                <a:cs typeface="Gantari ExtraBold"/>
                <a:sym typeface="Gantari ExtraBo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300"/>
              <a:buFont typeface="Gantari ExtraBold"/>
              <a:buNone/>
              <a:defRPr sz="3300">
                <a:solidFill>
                  <a:schemeClr val="lt2"/>
                </a:solidFill>
                <a:latin typeface="Gantari ExtraBold"/>
                <a:ea typeface="Gantari ExtraBold"/>
                <a:cs typeface="Gantari ExtraBold"/>
                <a:sym typeface="Gantari ExtraBo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300"/>
              <a:buFont typeface="Gantari ExtraBold"/>
              <a:buNone/>
              <a:defRPr sz="3300">
                <a:solidFill>
                  <a:schemeClr val="lt2"/>
                </a:solidFill>
                <a:latin typeface="Gantari ExtraBold"/>
                <a:ea typeface="Gantari ExtraBold"/>
                <a:cs typeface="Gantari ExtraBold"/>
                <a:sym typeface="Gantari ExtraBo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300"/>
              <a:buFont typeface="Gantari ExtraBold"/>
              <a:buNone/>
              <a:defRPr sz="3300">
                <a:solidFill>
                  <a:schemeClr val="lt2"/>
                </a:solidFill>
                <a:latin typeface="Gantari ExtraBold"/>
                <a:ea typeface="Gantari ExtraBold"/>
                <a:cs typeface="Gantari ExtraBold"/>
                <a:sym typeface="Gantari ExtraBo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300"/>
              <a:buFont typeface="Gantari ExtraBold"/>
              <a:buNone/>
              <a:defRPr sz="3300">
                <a:solidFill>
                  <a:schemeClr val="lt2"/>
                </a:solidFill>
                <a:latin typeface="Gantari ExtraBold"/>
                <a:ea typeface="Gantari ExtraBold"/>
                <a:cs typeface="Gantari ExtraBold"/>
                <a:sym typeface="Gantari ExtraBo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300"/>
              <a:buFont typeface="Gantari ExtraBold"/>
              <a:buNone/>
              <a:defRPr sz="3300">
                <a:solidFill>
                  <a:schemeClr val="lt2"/>
                </a:solidFill>
                <a:latin typeface="Gantari ExtraBold"/>
                <a:ea typeface="Gantari ExtraBold"/>
                <a:cs typeface="Gantari ExtraBold"/>
                <a:sym typeface="Gantari ExtraBo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300"/>
              <a:buFont typeface="Gantari ExtraBold"/>
              <a:buNone/>
              <a:defRPr sz="3300">
                <a:solidFill>
                  <a:schemeClr val="lt2"/>
                </a:solidFill>
                <a:latin typeface="Gantari ExtraBold"/>
                <a:ea typeface="Gantari ExtraBold"/>
                <a:cs typeface="Gantari ExtraBold"/>
                <a:sym typeface="Gantari Extra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lt1"/>
        </a:solidFill>
      </p:bgPr>
    </p:bg>
    <p:spTree>
      <p:nvGrpSpPr>
        <p:cNvPr id="4293" name="Shape 4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94" name="Google Shape;4294;p13"/>
          <p:cNvGrpSpPr/>
          <p:nvPr/>
        </p:nvGrpSpPr>
        <p:grpSpPr>
          <a:xfrm>
            <a:off x="0" y="0"/>
            <a:ext cx="9144125" cy="5143391"/>
            <a:chOff x="0" y="0"/>
            <a:chExt cx="9144125" cy="5143391"/>
          </a:xfrm>
        </p:grpSpPr>
        <p:sp>
          <p:nvSpPr>
            <p:cNvPr id="4295" name="Google Shape;4295;p13"/>
            <p:cNvSpPr/>
            <p:nvPr/>
          </p:nvSpPr>
          <p:spPr>
            <a:xfrm>
              <a:off x="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96" name="Google Shape;4296;p13"/>
            <p:cNvSpPr/>
            <p:nvPr/>
          </p:nvSpPr>
          <p:spPr>
            <a:xfrm>
              <a:off x="38100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97" name="Google Shape;4297;p13"/>
            <p:cNvSpPr/>
            <p:nvPr/>
          </p:nvSpPr>
          <p:spPr>
            <a:xfrm>
              <a:off x="76201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98" name="Google Shape;4298;p13"/>
            <p:cNvSpPr/>
            <p:nvPr/>
          </p:nvSpPr>
          <p:spPr>
            <a:xfrm>
              <a:off x="114301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99" name="Google Shape;4299;p13"/>
            <p:cNvSpPr/>
            <p:nvPr/>
          </p:nvSpPr>
          <p:spPr>
            <a:xfrm>
              <a:off x="152402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00" name="Google Shape;4300;p13"/>
            <p:cNvSpPr/>
            <p:nvPr/>
          </p:nvSpPr>
          <p:spPr>
            <a:xfrm>
              <a:off x="190502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01" name="Google Shape;4301;p13"/>
            <p:cNvSpPr/>
            <p:nvPr/>
          </p:nvSpPr>
          <p:spPr>
            <a:xfrm>
              <a:off x="228603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02" name="Google Shape;4302;p13"/>
            <p:cNvSpPr/>
            <p:nvPr/>
          </p:nvSpPr>
          <p:spPr>
            <a:xfrm>
              <a:off x="266703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03" name="Google Shape;4303;p13"/>
            <p:cNvSpPr/>
            <p:nvPr/>
          </p:nvSpPr>
          <p:spPr>
            <a:xfrm>
              <a:off x="304804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04" name="Google Shape;4304;p13"/>
            <p:cNvSpPr/>
            <p:nvPr/>
          </p:nvSpPr>
          <p:spPr>
            <a:xfrm>
              <a:off x="342904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05" name="Google Shape;4305;p13"/>
            <p:cNvSpPr/>
            <p:nvPr/>
          </p:nvSpPr>
          <p:spPr>
            <a:xfrm>
              <a:off x="381005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06" name="Google Shape;4306;p13"/>
            <p:cNvSpPr/>
            <p:nvPr/>
          </p:nvSpPr>
          <p:spPr>
            <a:xfrm>
              <a:off x="419105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07" name="Google Shape;4307;p13"/>
            <p:cNvSpPr/>
            <p:nvPr/>
          </p:nvSpPr>
          <p:spPr>
            <a:xfrm>
              <a:off x="457206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08" name="Google Shape;4308;p13"/>
            <p:cNvSpPr/>
            <p:nvPr/>
          </p:nvSpPr>
          <p:spPr>
            <a:xfrm>
              <a:off x="495306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09" name="Google Shape;4309;p13"/>
            <p:cNvSpPr/>
            <p:nvPr/>
          </p:nvSpPr>
          <p:spPr>
            <a:xfrm>
              <a:off x="533407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10" name="Google Shape;4310;p13"/>
            <p:cNvSpPr/>
            <p:nvPr/>
          </p:nvSpPr>
          <p:spPr>
            <a:xfrm>
              <a:off x="571507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11" name="Google Shape;4311;p13"/>
            <p:cNvSpPr/>
            <p:nvPr/>
          </p:nvSpPr>
          <p:spPr>
            <a:xfrm>
              <a:off x="609608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12" name="Google Shape;4312;p13"/>
            <p:cNvSpPr/>
            <p:nvPr/>
          </p:nvSpPr>
          <p:spPr>
            <a:xfrm>
              <a:off x="647708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13" name="Google Shape;4313;p13"/>
            <p:cNvSpPr/>
            <p:nvPr/>
          </p:nvSpPr>
          <p:spPr>
            <a:xfrm>
              <a:off x="685809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14" name="Google Shape;4314;p13"/>
            <p:cNvSpPr/>
            <p:nvPr/>
          </p:nvSpPr>
          <p:spPr>
            <a:xfrm>
              <a:off x="723909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15" name="Google Shape;4315;p13"/>
            <p:cNvSpPr/>
            <p:nvPr/>
          </p:nvSpPr>
          <p:spPr>
            <a:xfrm>
              <a:off x="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16" name="Google Shape;4316;p13"/>
            <p:cNvSpPr/>
            <p:nvPr/>
          </p:nvSpPr>
          <p:spPr>
            <a:xfrm>
              <a:off x="38100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17" name="Google Shape;4317;p13"/>
            <p:cNvSpPr/>
            <p:nvPr/>
          </p:nvSpPr>
          <p:spPr>
            <a:xfrm>
              <a:off x="76201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18" name="Google Shape;4318;p13"/>
            <p:cNvSpPr/>
            <p:nvPr/>
          </p:nvSpPr>
          <p:spPr>
            <a:xfrm>
              <a:off x="114301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19" name="Google Shape;4319;p13"/>
            <p:cNvSpPr/>
            <p:nvPr/>
          </p:nvSpPr>
          <p:spPr>
            <a:xfrm>
              <a:off x="152402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20" name="Google Shape;4320;p13"/>
            <p:cNvSpPr/>
            <p:nvPr/>
          </p:nvSpPr>
          <p:spPr>
            <a:xfrm>
              <a:off x="190502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21" name="Google Shape;4321;p13"/>
            <p:cNvSpPr/>
            <p:nvPr/>
          </p:nvSpPr>
          <p:spPr>
            <a:xfrm>
              <a:off x="228603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22" name="Google Shape;4322;p13"/>
            <p:cNvSpPr/>
            <p:nvPr/>
          </p:nvSpPr>
          <p:spPr>
            <a:xfrm>
              <a:off x="266703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23" name="Google Shape;4323;p13"/>
            <p:cNvSpPr/>
            <p:nvPr/>
          </p:nvSpPr>
          <p:spPr>
            <a:xfrm>
              <a:off x="304804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24" name="Google Shape;4324;p13"/>
            <p:cNvSpPr/>
            <p:nvPr/>
          </p:nvSpPr>
          <p:spPr>
            <a:xfrm>
              <a:off x="342904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25" name="Google Shape;4325;p13"/>
            <p:cNvSpPr/>
            <p:nvPr/>
          </p:nvSpPr>
          <p:spPr>
            <a:xfrm>
              <a:off x="381005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26" name="Google Shape;4326;p13"/>
            <p:cNvSpPr/>
            <p:nvPr/>
          </p:nvSpPr>
          <p:spPr>
            <a:xfrm>
              <a:off x="419105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27" name="Google Shape;4327;p13"/>
            <p:cNvSpPr/>
            <p:nvPr/>
          </p:nvSpPr>
          <p:spPr>
            <a:xfrm>
              <a:off x="457206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28" name="Google Shape;4328;p13"/>
            <p:cNvSpPr/>
            <p:nvPr/>
          </p:nvSpPr>
          <p:spPr>
            <a:xfrm>
              <a:off x="495306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29" name="Google Shape;4329;p13"/>
            <p:cNvSpPr/>
            <p:nvPr/>
          </p:nvSpPr>
          <p:spPr>
            <a:xfrm>
              <a:off x="533407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30" name="Google Shape;4330;p13"/>
            <p:cNvSpPr/>
            <p:nvPr/>
          </p:nvSpPr>
          <p:spPr>
            <a:xfrm>
              <a:off x="571507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31" name="Google Shape;4331;p13"/>
            <p:cNvSpPr/>
            <p:nvPr/>
          </p:nvSpPr>
          <p:spPr>
            <a:xfrm>
              <a:off x="609608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32" name="Google Shape;4332;p13"/>
            <p:cNvSpPr/>
            <p:nvPr/>
          </p:nvSpPr>
          <p:spPr>
            <a:xfrm>
              <a:off x="647708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33" name="Google Shape;4333;p13"/>
            <p:cNvSpPr/>
            <p:nvPr/>
          </p:nvSpPr>
          <p:spPr>
            <a:xfrm>
              <a:off x="685809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34" name="Google Shape;4334;p13"/>
            <p:cNvSpPr/>
            <p:nvPr/>
          </p:nvSpPr>
          <p:spPr>
            <a:xfrm>
              <a:off x="723909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35" name="Google Shape;4335;p13"/>
            <p:cNvSpPr/>
            <p:nvPr/>
          </p:nvSpPr>
          <p:spPr>
            <a:xfrm>
              <a:off x="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36" name="Google Shape;4336;p13"/>
            <p:cNvSpPr/>
            <p:nvPr/>
          </p:nvSpPr>
          <p:spPr>
            <a:xfrm>
              <a:off x="38100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37" name="Google Shape;4337;p13"/>
            <p:cNvSpPr/>
            <p:nvPr/>
          </p:nvSpPr>
          <p:spPr>
            <a:xfrm>
              <a:off x="76201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38" name="Google Shape;4338;p13"/>
            <p:cNvSpPr/>
            <p:nvPr/>
          </p:nvSpPr>
          <p:spPr>
            <a:xfrm>
              <a:off x="114301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39" name="Google Shape;4339;p13"/>
            <p:cNvSpPr/>
            <p:nvPr/>
          </p:nvSpPr>
          <p:spPr>
            <a:xfrm>
              <a:off x="152402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40" name="Google Shape;4340;p13"/>
            <p:cNvSpPr/>
            <p:nvPr/>
          </p:nvSpPr>
          <p:spPr>
            <a:xfrm>
              <a:off x="190502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41" name="Google Shape;4341;p13"/>
            <p:cNvSpPr/>
            <p:nvPr/>
          </p:nvSpPr>
          <p:spPr>
            <a:xfrm>
              <a:off x="228603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42" name="Google Shape;4342;p13"/>
            <p:cNvSpPr/>
            <p:nvPr/>
          </p:nvSpPr>
          <p:spPr>
            <a:xfrm>
              <a:off x="266703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43" name="Google Shape;4343;p13"/>
            <p:cNvSpPr/>
            <p:nvPr/>
          </p:nvSpPr>
          <p:spPr>
            <a:xfrm>
              <a:off x="304804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44" name="Google Shape;4344;p13"/>
            <p:cNvSpPr/>
            <p:nvPr/>
          </p:nvSpPr>
          <p:spPr>
            <a:xfrm>
              <a:off x="342904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45" name="Google Shape;4345;p13"/>
            <p:cNvSpPr/>
            <p:nvPr/>
          </p:nvSpPr>
          <p:spPr>
            <a:xfrm>
              <a:off x="381005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46" name="Google Shape;4346;p13"/>
            <p:cNvSpPr/>
            <p:nvPr/>
          </p:nvSpPr>
          <p:spPr>
            <a:xfrm>
              <a:off x="419105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47" name="Google Shape;4347;p13"/>
            <p:cNvSpPr/>
            <p:nvPr/>
          </p:nvSpPr>
          <p:spPr>
            <a:xfrm>
              <a:off x="457206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48" name="Google Shape;4348;p13"/>
            <p:cNvSpPr/>
            <p:nvPr/>
          </p:nvSpPr>
          <p:spPr>
            <a:xfrm>
              <a:off x="495306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49" name="Google Shape;4349;p13"/>
            <p:cNvSpPr/>
            <p:nvPr/>
          </p:nvSpPr>
          <p:spPr>
            <a:xfrm>
              <a:off x="533407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50" name="Google Shape;4350;p13"/>
            <p:cNvSpPr/>
            <p:nvPr/>
          </p:nvSpPr>
          <p:spPr>
            <a:xfrm>
              <a:off x="571507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51" name="Google Shape;4351;p13"/>
            <p:cNvSpPr/>
            <p:nvPr/>
          </p:nvSpPr>
          <p:spPr>
            <a:xfrm>
              <a:off x="609608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52" name="Google Shape;4352;p13"/>
            <p:cNvSpPr/>
            <p:nvPr/>
          </p:nvSpPr>
          <p:spPr>
            <a:xfrm>
              <a:off x="647708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53" name="Google Shape;4353;p13"/>
            <p:cNvSpPr/>
            <p:nvPr/>
          </p:nvSpPr>
          <p:spPr>
            <a:xfrm>
              <a:off x="685809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54" name="Google Shape;4354;p13"/>
            <p:cNvSpPr/>
            <p:nvPr/>
          </p:nvSpPr>
          <p:spPr>
            <a:xfrm>
              <a:off x="723909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55" name="Google Shape;4355;p13"/>
            <p:cNvSpPr/>
            <p:nvPr/>
          </p:nvSpPr>
          <p:spPr>
            <a:xfrm>
              <a:off x="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56" name="Google Shape;4356;p13"/>
            <p:cNvSpPr/>
            <p:nvPr/>
          </p:nvSpPr>
          <p:spPr>
            <a:xfrm>
              <a:off x="38100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57" name="Google Shape;4357;p13"/>
            <p:cNvSpPr/>
            <p:nvPr/>
          </p:nvSpPr>
          <p:spPr>
            <a:xfrm>
              <a:off x="76201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58" name="Google Shape;4358;p13"/>
            <p:cNvSpPr/>
            <p:nvPr/>
          </p:nvSpPr>
          <p:spPr>
            <a:xfrm>
              <a:off x="114301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59" name="Google Shape;4359;p13"/>
            <p:cNvSpPr/>
            <p:nvPr/>
          </p:nvSpPr>
          <p:spPr>
            <a:xfrm>
              <a:off x="152402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60" name="Google Shape;4360;p13"/>
            <p:cNvSpPr/>
            <p:nvPr/>
          </p:nvSpPr>
          <p:spPr>
            <a:xfrm>
              <a:off x="190502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61" name="Google Shape;4361;p13"/>
            <p:cNvSpPr/>
            <p:nvPr/>
          </p:nvSpPr>
          <p:spPr>
            <a:xfrm>
              <a:off x="228603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62" name="Google Shape;4362;p13"/>
            <p:cNvSpPr/>
            <p:nvPr/>
          </p:nvSpPr>
          <p:spPr>
            <a:xfrm>
              <a:off x="266703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63" name="Google Shape;4363;p13"/>
            <p:cNvSpPr/>
            <p:nvPr/>
          </p:nvSpPr>
          <p:spPr>
            <a:xfrm>
              <a:off x="304804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64" name="Google Shape;4364;p13"/>
            <p:cNvSpPr/>
            <p:nvPr/>
          </p:nvSpPr>
          <p:spPr>
            <a:xfrm>
              <a:off x="342904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65" name="Google Shape;4365;p13"/>
            <p:cNvSpPr/>
            <p:nvPr/>
          </p:nvSpPr>
          <p:spPr>
            <a:xfrm>
              <a:off x="381005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66" name="Google Shape;4366;p13"/>
            <p:cNvSpPr/>
            <p:nvPr/>
          </p:nvSpPr>
          <p:spPr>
            <a:xfrm>
              <a:off x="419105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67" name="Google Shape;4367;p13"/>
            <p:cNvSpPr/>
            <p:nvPr/>
          </p:nvSpPr>
          <p:spPr>
            <a:xfrm>
              <a:off x="457206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68" name="Google Shape;4368;p13"/>
            <p:cNvSpPr/>
            <p:nvPr/>
          </p:nvSpPr>
          <p:spPr>
            <a:xfrm>
              <a:off x="495306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69" name="Google Shape;4369;p13"/>
            <p:cNvSpPr/>
            <p:nvPr/>
          </p:nvSpPr>
          <p:spPr>
            <a:xfrm>
              <a:off x="533407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70" name="Google Shape;4370;p13"/>
            <p:cNvSpPr/>
            <p:nvPr/>
          </p:nvSpPr>
          <p:spPr>
            <a:xfrm>
              <a:off x="571507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71" name="Google Shape;4371;p13"/>
            <p:cNvSpPr/>
            <p:nvPr/>
          </p:nvSpPr>
          <p:spPr>
            <a:xfrm>
              <a:off x="609608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72" name="Google Shape;4372;p13"/>
            <p:cNvSpPr/>
            <p:nvPr/>
          </p:nvSpPr>
          <p:spPr>
            <a:xfrm>
              <a:off x="647708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73" name="Google Shape;4373;p13"/>
            <p:cNvSpPr/>
            <p:nvPr/>
          </p:nvSpPr>
          <p:spPr>
            <a:xfrm>
              <a:off x="685809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74" name="Google Shape;4374;p13"/>
            <p:cNvSpPr/>
            <p:nvPr/>
          </p:nvSpPr>
          <p:spPr>
            <a:xfrm>
              <a:off x="723909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75" name="Google Shape;4375;p13"/>
            <p:cNvSpPr/>
            <p:nvPr/>
          </p:nvSpPr>
          <p:spPr>
            <a:xfrm>
              <a:off x="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76" name="Google Shape;4376;p13"/>
            <p:cNvSpPr/>
            <p:nvPr/>
          </p:nvSpPr>
          <p:spPr>
            <a:xfrm>
              <a:off x="38100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77" name="Google Shape;4377;p13"/>
            <p:cNvSpPr/>
            <p:nvPr/>
          </p:nvSpPr>
          <p:spPr>
            <a:xfrm>
              <a:off x="76201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78" name="Google Shape;4378;p13"/>
            <p:cNvSpPr/>
            <p:nvPr/>
          </p:nvSpPr>
          <p:spPr>
            <a:xfrm>
              <a:off x="114301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79" name="Google Shape;4379;p13"/>
            <p:cNvSpPr/>
            <p:nvPr/>
          </p:nvSpPr>
          <p:spPr>
            <a:xfrm>
              <a:off x="152402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80" name="Google Shape;4380;p13"/>
            <p:cNvSpPr/>
            <p:nvPr/>
          </p:nvSpPr>
          <p:spPr>
            <a:xfrm>
              <a:off x="190502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81" name="Google Shape;4381;p13"/>
            <p:cNvSpPr/>
            <p:nvPr/>
          </p:nvSpPr>
          <p:spPr>
            <a:xfrm>
              <a:off x="228603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82" name="Google Shape;4382;p13"/>
            <p:cNvSpPr/>
            <p:nvPr/>
          </p:nvSpPr>
          <p:spPr>
            <a:xfrm>
              <a:off x="266703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83" name="Google Shape;4383;p13"/>
            <p:cNvSpPr/>
            <p:nvPr/>
          </p:nvSpPr>
          <p:spPr>
            <a:xfrm>
              <a:off x="304804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84" name="Google Shape;4384;p13"/>
            <p:cNvSpPr/>
            <p:nvPr/>
          </p:nvSpPr>
          <p:spPr>
            <a:xfrm>
              <a:off x="342904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85" name="Google Shape;4385;p13"/>
            <p:cNvSpPr/>
            <p:nvPr/>
          </p:nvSpPr>
          <p:spPr>
            <a:xfrm>
              <a:off x="381005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86" name="Google Shape;4386;p13"/>
            <p:cNvSpPr/>
            <p:nvPr/>
          </p:nvSpPr>
          <p:spPr>
            <a:xfrm>
              <a:off x="419105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87" name="Google Shape;4387;p13"/>
            <p:cNvSpPr/>
            <p:nvPr/>
          </p:nvSpPr>
          <p:spPr>
            <a:xfrm>
              <a:off x="457206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88" name="Google Shape;4388;p13"/>
            <p:cNvSpPr/>
            <p:nvPr/>
          </p:nvSpPr>
          <p:spPr>
            <a:xfrm>
              <a:off x="495306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89" name="Google Shape;4389;p13"/>
            <p:cNvSpPr/>
            <p:nvPr/>
          </p:nvSpPr>
          <p:spPr>
            <a:xfrm>
              <a:off x="533407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90" name="Google Shape;4390;p13"/>
            <p:cNvSpPr/>
            <p:nvPr/>
          </p:nvSpPr>
          <p:spPr>
            <a:xfrm>
              <a:off x="571507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91" name="Google Shape;4391;p13"/>
            <p:cNvSpPr/>
            <p:nvPr/>
          </p:nvSpPr>
          <p:spPr>
            <a:xfrm>
              <a:off x="609608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92" name="Google Shape;4392;p13"/>
            <p:cNvSpPr/>
            <p:nvPr/>
          </p:nvSpPr>
          <p:spPr>
            <a:xfrm>
              <a:off x="647708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93" name="Google Shape;4393;p13"/>
            <p:cNvSpPr/>
            <p:nvPr/>
          </p:nvSpPr>
          <p:spPr>
            <a:xfrm>
              <a:off x="685809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94" name="Google Shape;4394;p13"/>
            <p:cNvSpPr/>
            <p:nvPr/>
          </p:nvSpPr>
          <p:spPr>
            <a:xfrm>
              <a:off x="723909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95" name="Google Shape;4395;p13"/>
            <p:cNvSpPr/>
            <p:nvPr/>
          </p:nvSpPr>
          <p:spPr>
            <a:xfrm>
              <a:off x="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96" name="Google Shape;4396;p13"/>
            <p:cNvSpPr/>
            <p:nvPr/>
          </p:nvSpPr>
          <p:spPr>
            <a:xfrm>
              <a:off x="38100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97" name="Google Shape;4397;p13"/>
            <p:cNvSpPr/>
            <p:nvPr/>
          </p:nvSpPr>
          <p:spPr>
            <a:xfrm>
              <a:off x="76201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98" name="Google Shape;4398;p13"/>
            <p:cNvSpPr/>
            <p:nvPr/>
          </p:nvSpPr>
          <p:spPr>
            <a:xfrm>
              <a:off x="114301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99" name="Google Shape;4399;p13"/>
            <p:cNvSpPr/>
            <p:nvPr/>
          </p:nvSpPr>
          <p:spPr>
            <a:xfrm>
              <a:off x="152402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00" name="Google Shape;4400;p13"/>
            <p:cNvSpPr/>
            <p:nvPr/>
          </p:nvSpPr>
          <p:spPr>
            <a:xfrm>
              <a:off x="190502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01" name="Google Shape;4401;p13"/>
            <p:cNvSpPr/>
            <p:nvPr/>
          </p:nvSpPr>
          <p:spPr>
            <a:xfrm>
              <a:off x="228603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02" name="Google Shape;4402;p13"/>
            <p:cNvSpPr/>
            <p:nvPr/>
          </p:nvSpPr>
          <p:spPr>
            <a:xfrm>
              <a:off x="266703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03" name="Google Shape;4403;p13"/>
            <p:cNvSpPr/>
            <p:nvPr/>
          </p:nvSpPr>
          <p:spPr>
            <a:xfrm>
              <a:off x="304804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04" name="Google Shape;4404;p13"/>
            <p:cNvSpPr/>
            <p:nvPr/>
          </p:nvSpPr>
          <p:spPr>
            <a:xfrm>
              <a:off x="342904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05" name="Google Shape;4405;p13"/>
            <p:cNvSpPr/>
            <p:nvPr/>
          </p:nvSpPr>
          <p:spPr>
            <a:xfrm>
              <a:off x="381005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06" name="Google Shape;4406;p13"/>
            <p:cNvSpPr/>
            <p:nvPr/>
          </p:nvSpPr>
          <p:spPr>
            <a:xfrm>
              <a:off x="419105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07" name="Google Shape;4407;p13"/>
            <p:cNvSpPr/>
            <p:nvPr/>
          </p:nvSpPr>
          <p:spPr>
            <a:xfrm>
              <a:off x="457206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08" name="Google Shape;4408;p13"/>
            <p:cNvSpPr/>
            <p:nvPr/>
          </p:nvSpPr>
          <p:spPr>
            <a:xfrm>
              <a:off x="495306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09" name="Google Shape;4409;p13"/>
            <p:cNvSpPr/>
            <p:nvPr/>
          </p:nvSpPr>
          <p:spPr>
            <a:xfrm>
              <a:off x="533407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10" name="Google Shape;4410;p13"/>
            <p:cNvSpPr/>
            <p:nvPr/>
          </p:nvSpPr>
          <p:spPr>
            <a:xfrm>
              <a:off x="571507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11" name="Google Shape;4411;p13"/>
            <p:cNvSpPr/>
            <p:nvPr/>
          </p:nvSpPr>
          <p:spPr>
            <a:xfrm>
              <a:off x="609608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12" name="Google Shape;4412;p13"/>
            <p:cNvSpPr/>
            <p:nvPr/>
          </p:nvSpPr>
          <p:spPr>
            <a:xfrm>
              <a:off x="647708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13" name="Google Shape;4413;p13"/>
            <p:cNvSpPr/>
            <p:nvPr/>
          </p:nvSpPr>
          <p:spPr>
            <a:xfrm>
              <a:off x="685809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14" name="Google Shape;4414;p13"/>
            <p:cNvSpPr/>
            <p:nvPr/>
          </p:nvSpPr>
          <p:spPr>
            <a:xfrm>
              <a:off x="723909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15" name="Google Shape;4415;p13"/>
            <p:cNvSpPr/>
            <p:nvPr/>
          </p:nvSpPr>
          <p:spPr>
            <a:xfrm>
              <a:off x="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16" name="Google Shape;4416;p13"/>
            <p:cNvSpPr/>
            <p:nvPr/>
          </p:nvSpPr>
          <p:spPr>
            <a:xfrm>
              <a:off x="38100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17" name="Google Shape;4417;p13"/>
            <p:cNvSpPr/>
            <p:nvPr/>
          </p:nvSpPr>
          <p:spPr>
            <a:xfrm>
              <a:off x="76201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18" name="Google Shape;4418;p13"/>
            <p:cNvSpPr/>
            <p:nvPr/>
          </p:nvSpPr>
          <p:spPr>
            <a:xfrm>
              <a:off x="114301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19" name="Google Shape;4419;p13"/>
            <p:cNvSpPr/>
            <p:nvPr/>
          </p:nvSpPr>
          <p:spPr>
            <a:xfrm>
              <a:off x="152402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20" name="Google Shape;4420;p13"/>
            <p:cNvSpPr/>
            <p:nvPr/>
          </p:nvSpPr>
          <p:spPr>
            <a:xfrm>
              <a:off x="190502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21" name="Google Shape;4421;p13"/>
            <p:cNvSpPr/>
            <p:nvPr/>
          </p:nvSpPr>
          <p:spPr>
            <a:xfrm>
              <a:off x="228603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22" name="Google Shape;4422;p13"/>
            <p:cNvSpPr/>
            <p:nvPr/>
          </p:nvSpPr>
          <p:spPr>
            <a:xfrm>
              <a:off x="266703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23" name="Google Shape;4423;p13"/>
            <p:cNvSpPr/>
            <p:nvPr/>
          </p:nvSpPr>
          <p:spPr>
            <a:xfrm>
              <a:off x="304804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24" name="Google Shape;4424;p13"/>
            <p:cNvSpPr/>
            <p:nvPr/>
          </p:nvSpPr>
          <p:spPr>
            <a:xfrm>
              <a:off x="342904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25" name="Google Shape;4425;p13"/>
            <p:cNvSpPr/>
            <p:nvPr/>
          </p:nvSpPr>
          <p:spPr>
            <a:xfrm>
              <a:off x="381005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26" name="Google Shape;4426;p13"/>
            <p:cNvSpPr/>
            <p:nvPr/>
          </p:nvSpPr>
          <p:spPr>
            <a:xfrm>
              <a:off x="419105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27" name="Google Shape;4427;p13"/>
            <p:cNvSpPr/>
            <p:nvPr/>
          </p:nvSpPr>
          <p:spPr>
            <a:xfrm>
              <a:off x="457206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28" name="Google Shape;4428;p13"/>
            <p:cNvSpPr/>
            <p:nvPr/>
          </p:nvSpPr>
          <p:spPr>
            <a:xfrm>
              <a:off x="495306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29" name="Google Shape;4429;p13"/>
            <p:cNvSpPr/>
            <p:nvPr/>
          </p:nvSpPr>
          <p:spPr>
            <a:xfrm>
              <a:off x="533407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30" name="Google Shape;4430;p13"/>
            <p:cNvSpPr/>
            <p:nvPr/>
          </p:nvSpPr>
          <p:spPr>
            <a:xfrm>
              <a:off x="571507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31" name="Google Shape;4431;p13"/>
            <p:cNvSpPr/>
            <p:nvPr/>
          </p:nvSpPr>
          <p:spPr>
            <a:xfrm>
              <a:off x="609608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32" name="Google Shape;4432;p13"/>
            <p:cNvSpPr/>
            <p:nvPr/>
          </p:nvSpPr>
          <p:spPr>
            <a:xfrm>
              <a:off x="647708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33" name="Google Shape;4433;p13"/>
            <p:cNvSpPr/>
            <p:nvPr/>
          </p:nvSpPr>
          <p:spPr>
            <a:xfrm>
              <a:off x="685809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34" name="Google Shape;4434;p13"/>
            <p:cNvSpPr/>
            <p:nvPr/>
          </p:nvSpPr>
          <p:spPr>
            <a:xfrm>
              <a:off x="723909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35" name="Google Shape;4435;p13"/>
            <p:cNvSpPr/>
            <p:nvPr/>
          </p:nvSpPr>
          <p:spPr>
            <a:xfrm>
              <a:off x="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36" name="Google Shape;4436;p13"/>
            <p:cNvSpPr/>
            <p:nvPr/>
          </p:nvSpPr>
          <p:spPr>
            <a:xfrm>
              <a:off x="38100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37" name="Google Shape;4437;p13"/>
            <p:cNvSpPr/>
            <p:nvPr/>
          </p:nvSpPr>
          <p:spPr>
            <a:xfrm>
              <a:off x="76201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38" name="Google Shape;4438;p13"/>
            <p:cNvSpPr/>
            <p:nvPr/>
          </p:nvSpPr>
          <p:spPr>
            <a:xfrm>
              <a:off x="114301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39" name="Google Shape;4439;p13"/>
            <p:cNvSpPr/>
            <p:nvPr/>
          </p:nvSpPr>
          <p:spPr>
            <a:xfrm>
              <a:off x="152402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40" name="Google Shape;4440;p13"/>
            <p:cNvSpPr/>
            <p:nvPr/>
          </p:nvSpPr>
          <p:spPr>
            <a:xfrm>
              <a:off x="190502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41" name="Google Shape;4441;p13"/>
            <p:cNvSpPr/>
            <p:nvPr/>
          </p:nvSpPr>
          <p:spPr>
            <a:xfrm>
              <a:off x="228603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42" name="Google Shape;4442;p13"/>
            <p:cNvSpPr/>
            <p:nvPr/>
          </p:nvSpPr>
          <p:spPr>
            <a:xfrm>
              <a:off x="266703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43" name="Google Shape;4443;p13"/>
            <p:cNvSpPr/>
            <p:nvPr/>
          </p:nvSpPr>
          <p:spPr>
            <a:xfrm>
              <a:off x="304804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44" name="Google Shape;4444;p13"/>
            <p:cNvSpPr/>
            <p:nvPr/>
          </p:nvSpPr>
          <p:spPr>
            <a:xfrm>
              <a:off x="342904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45" name="Google Shape;4445;p13"/>
            <p:cNvSpPr/>
            <p:nvPr/>
          </p:nvSpPr>
          <p:spPr>
            <a:xfrm>
              <a:off x="381005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46" name="Google Shape;4446;p13"/>
            <p:cNvSpPr/>
            <p:nvPr/>
          </p:nvSpPr>
          <p:spPr>
            <a:xfrm>
              <a:off x="419105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47" name="Google Shape;4447;p13"/>
            <p:cNvSpPr/>
            <p:nvPr/>
          </p:nvSpPr>
          <p:spPr>
            <a:xfrm>
              <a:off x="457206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48" name="Google Shape;4448;p13"/>
            <p:cNvSpPr/>
            <p:nvPr/>
          </p:nvSpPr>
          <p:spPr>
            <a:xfrm>
              <a:off x="495306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49" name="Google Shape;4449;p13"/>
            <p:cNvSpPr/>
            <p:nvPr/>
          </p:nvSpPr>
          <p:spPr>
            <a:xfrm>
              <a:off x="533407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50" name="Google Shape;4450;p13"/>
            <p:cNvSpPr/>
            <p:nvPr/>
          </p:nvSpPr>
          <p:spPr>
            <a:xfrm>
              <a:off x="571507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51" name="Google Shape;4451;p13"/>
            <p:cNvSpPr/>
            <p:nvPr/>
          </p:nvSpPr>
          <p:spPr>
            <a:xfrm>
              <a:off x="609608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52" name="Google Shape;4452;p13"/>
            <p:cNvSpPr/>
            <p:nvPr/>
          </p:nvSpPr>
          <p:spPr>
            <a:xfrm>
              <a:off x="647708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53" name="Google Shape;4453;p13"/>
            <p:cNvSpPr/>
            <p:nvPr/>
          </p:nvSpPr>
          <p:spPr>
            <a:xfrm>
              <a:off x="685809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54" name="Google Shape;4454;p13"/>
            <p:cNvSpPr/>
            <p:nvPr/>
          </p:nvSpPr>
          <p:spPr>
            <a:xfrm>
              <a:off x="723909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55" name="Google Shape;4455;p13"/>
            <p:cNvSpPr/>
            <p:nvPr/>
          </p:nvSpPr>
          <p:spPr>
            <a:xfrm>
              <a:off x="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56" name="Google Shape;4456;p13"/>
            <p:cNvSpPr/>
            <p:nvPr/>
          </p:nvSpPr>
          <p:spPr>
            <a:xfrm>
              <a:off x="38100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57" name="Google Shape;4457;p13"/>
            <p:cNvSpPr/>
            <p:nvPr/>
          </p:nvSpPr>
          <p:spPr>
            <a:xfrm>
              <a:off x="76201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58" name="Google Shape;4458;p13"/>
            <p:cNvSpPr/>
            <p:nvPr/>
          </p:nvSpPr>
          <p:spPr>
            <a:xfrm>
              <a:off x="114301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59" name="Google Shape;4459;p13"/>
            <p:cNvSpPr/>
            <p:nvPr/>
          </p:nvSpPr>
          <p:spPr>
            <a:xfrm>
              <a:off x="152402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60" name="Google Shape;4460;p13"/>
            <p:cNvSpPr/>
            <p:nvPr/>
          </p:nvSpPr>
          <p:spPr>
            <a:xfrm>
              <a:off x="190502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61" name="Google Shape;4461;p13"/>
            <p:cNvSpPr/>
            <p:nvPr/>
          </p:nvSpPr>
          <p:spPr>
            <a:xfrm>
              <a:off x="228603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62" name="Google Shape;4462;p13"/>
            <p:cNvSpPr/>
            <p:nvPr/>
          </p:nvSpPr>
          <p:spPr>
            <a:xfrm>
              <a:off x="266703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63" name="Google Shape;4463;p13"/>
            <p:cNvSpPr/>
            <p:nvPr/>
          </p:nvSpPr>
          <p:spPr>
            <a:xfrm>
              <a:off x="304804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64" name="Google Shape;4464;p13"/>
            <p:cNvSpPr/>
            <p:nvPr/>
          </p:nvSpPr>
          <p:spPr>
            <a:xfrm>
              <a:off x="342904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65" name="Google Shape;4465;p13"/>
            <p:cNvSpPr/>
            <p:nvPr/>
          </p:nvSpPr>
          <p:spPr>
            <a:xfrm>
              <a:off x="381005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66" name="Google Shape;4466;p13"/>
            <p:cNvSpPr/>
            <p:nvPr/>
          </p:nvSpPr>
          <p:spPr>
            <a:xfrm>
              <a:off x="419105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67" name="Google Shape;4467;p13"/>
            <p:cNvSpPr/>
            <p:nvPr/>
          </p:nvSpPr>
          <p:spPr>
            <a:xfrm>
              <a:off x="457206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68" name="Google Shape;4468;p13"/>
            <p:cNvSpPr/>
            <p:nvPr/>
          </p:nvSpPr>
          <p:spPr>
            <a:xfrm>
              <a:off x="495306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69" name="Google Shape;4469;p13"/>
            <p:cNvSpPr/>
            <p:nvPr/>
          </p:nvSpPr>
          <p:spPr>
            <a:xfrm>
              <a:off x="533407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70" name="Google Shape;4470;p13"/>
            <p:cNvSpPr/>
            <p:nvPr/>
          </p:nvSpPr>
          <p:spPr>
            <a:xfrm>
              <a:off x="571507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71" name="Google Shape;4471;p13"/>
            <p:cNvSpPr/>
            <p:nvPr/>
          </p:nvSpPr>
          <p:spPr>
            <a:xfrm>
              <a:off x="609608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72" name="Google Shape;4472;p13"/>
            <p:cNvSpPr/>
            <p:nvPr/>
          </p:nvSpPr>
          <p:spPr>
            <a:xfrm>
              <a:off x="647708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73" name="Google Shape;4473;p13"/>
            <p:cNvSpPr/>
            <p:nvPr/>
          </p:nvSpPr>
          <p:spPr>
            <a:xfrm>
              <a:off x="685809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74" name="Google Shape;4474;p13"/>
            <p:cNvSpPr/>
            <p:nvPr/>
          </p:nvSpPr>
          <p:spPr>
            <a:xfrm>
              <a:off x="723909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75" name="Google Shape;4475;p13"/>
            <p:cNvSpPr/>
            <p:nvPr/>
          </p:nvSpPr>
          <p:spPr>
            <a:xfrm>
              <a:off x="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76" name="Google Shape;4476;p13"/>
            <p:cNvSpPr/>
            <p:nvPr/>
          </p:nvSpPr>
          <p:spPr>
            <a:xfrm>
              <a:off x="38100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77" name="Google Shape;4477;p13"/>
            <p:cNvSpPr/>
            <p:nvPr/>
          </p:nvSpPr>
          <p:spPr>
            <a:xfrm>
              <a:off x="76201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78" name="Google Shape;4478;p13"/>
            <p:cNvSpPr/>
            <p:nvPr/>
          </p:nvSpPr>
          <p:spPr>
            <a:xfrm>
              <a:off x="114301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79" name="Google Shape;4479;p13"/>
            <p:cNvSpPr/>
            <p:nvPr/>
          </p:nvSpPr>
          <p:spPr>
            <a:xfrm>
              <a:off x="152402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80" name="Google Shape;4480;p13"/>
            <p:cNvSpPr/>
            <p:nvPr/>
          </p:nvSpPr>
          <p:spPr>
            <a:xfrm>
              <a:off x="190502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81" name="Google Shape;4481;p13"/>
            <p:cNvSpPr/>
            <p:nvPr/>
          </p:nvSpPr>
          <p:spPr>
            <a:xfrm>
              <a:off x="228603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82" name="Google Shape;4482;p13"/>
            <p:cNvSpPr/>
            <p:nvPr/>
          </p:nvSpPr>
          <p:spPr>
            <a:xfrm>
              <a:off x="266703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83" name="Google Shape;4483;p13"/>
            <p:cNvSpPr/>
            <p:nvPr/>
          </p:nvSpPr>
          <p:spPr>
            <a:xfrm>
              <a:off x="304804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84" name="Google Shape;4484;p13"/>
            <p:cNvSpPr/>
            <p:nvPr/>
          </p:nvSpPr>
          <p:spPr>
            <a:xfrm>
              <a:off x="342904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85" name="Google Shape;4485;p13"/>
            <p:cNvSpPr/>
            <p:nvPr/>
          </p:nvSpPr>
          <p:spPr>
            <a:xfrm>
              <a:off x="381005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86" name="Google Shape;4486;p13"/>
            <p:cNvSpPr/>
            <p:nvPr/>
          </p:nvSpPr>
          <p:spPr>
            <a:xfrm>
              <a:off x="419105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87" name="Google Shape;4487;p13"/>
            <p:cNvSpPr/>
            <p:nvPr/>
          </p:nvSpPr>
          <p:spPr>
            <a:xfrm>
              <a:off x="457206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88" name="Google Shape;4488;p13"/>
            <p:cNvSpPr/>
            <p:nvPr/>
          </p:nvSpPr>
          <p:spPr>
            <a:xfrm>
              <a:off x="495306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89" name="Google Shape;4489;p13"/>
            <p:cNvSpPr/>
            <p:nvPr/>
          </p:nvSpPr>
          <p:spPr>
            <a:xfrm>
              <a:off x="533407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90" name="Google Shape;4490;p13"/>
            <p:cNvSpPr/>
            <p:nvPr/>
          </p:nvSpPr>
          <p:spPr>
            <a:xfrm>
              <a:off x="571507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91" name="Google Shape;4491;p13"/>
            <p:cNvSpPr/>
            <p:nvPr/>
          </p:nvSpPr>
          <p:spPr>
            <a:xfrm>
              <a:off x="609608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92" name="Google Shape;4492;p13"/>
            <p:cNvSpPr/>
            <p:nvPr/>
          </p:nvSpPr>
          <p:spPr>
            <a:xfrm>
              <a:off x="647708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93" name="Google Shape;4493;p13"/>
            <p:cNvSpPr/>
            <p:nvPr/>
          </p:nvSpPr>
          <p:spPr>
            <a:xfrm>
              <a:off x="685809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94" name="Google Shape;4494;p13"/>
            <p:cNvSpPr/>
            <p:nvPr/>
          </p:nvSpPr>
          <p:spPr>
            <a:xfrm>
              <a:off x="723909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95" name="Google Shape;4495;p13"/>
            <p:cNvSpPr/>
            <p:nvPr/>
          </p:nvSpPr>
          <p:spPr>
            <a:xfrm>
              <a:off x="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96" name="Google Shape;4496;p13"/>
            <p:cNvSpPr/>
            <p:nvPr/>
          </p:nvSpPr>
          <p:spPr>
            <a:xfrm>
              <a:off x="38100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97" name="Google Shape;4497;p13"/>
            <p:cNvSpPr/>
            <p:nvPr/>
          </p:nvSpPr>
          <p:spPr>
            <a:xfrm>
              <a:off x="76201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98" name="Google Shape;4498;p13"/>
            <p:cNvSpPr/>
            <p:nvPr/>
          </p:nvSpPr>
          <p:spPr>
            <a:xfrm>
              <a:off x="114301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99" name="Google Shape;4499;p13"/>
            <p:cNvSpPr/>
            <p:nvPr/>
          </p:nvSpPr>
          <p:spPr>
            <a:xfrm>
              <a:off x="152402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00" name="Google Shape;4500;p13"/>
            <p:cNvSpPr/>
            <p:nvPr/>
          </p:nvSpPr>
          <p:spPr>
            <a:xfrm>
              <a:off x="190502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01" name="Google Shape;4501;p13"/>
            <p:cNvSpPr/>
            <p:nvPr/>
          </p:nvSpPr>
          <p:spPr>
            <a:xfrm>
              <a:off x="228603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02" name="Google Shape;4502;p13"/>
            <p:cNvSpPr/>
            <p:nvPr/>
          </p:nvSpPr>
          <p:spPr>
            <a:xfrm>
              <a:off x="266703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03" name="Google Shape;4503;p13"/>
            <p:cNvSpPr/>
            <p:nvPr/>
          </p:nvSpPr>
          <p:spPr>
            <a:xfrm>
              <a:off x="304804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04" name="Google Shape;4504;p13"/>
            <p:cNvSpPr/>
            <p:nvPr/>
          </p:nvSpPr>
          <p:spPr>
            <a:xfrm>
              <a:off x="342904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05" name="Google Shape;4505;p13"/>
            <p:cNvSpPr/>
            <p:nvPr/>
          </p:nvSpPr>
          <p:spPr>
            <a:xfrm>
              <a:off x="381005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06" name="Google Shape;4506;p13"/>
            <p:cNvSpPr/>
            <p:nvPr/>
          </p:nvSpPr>
          <p:spPr>
            <a:xfrm>
              <a:off x="419105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07" name="Google Shape;4507;p13"/>
            <p:cNvSpPr/>
            <p:nvPr/>
          </p:nvSpPr>
          <p:spPr>
            <a:xfrm>
              <a:off x="457206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08" name="Google Shape;4508;p13"/>
            <p:cNvSpPr/>
            <p:nvPr/>
          </p:nvSpPr>
          <p:spPr>
            <a:xfrm>
              <a:off x="495306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09" name="Google Shape;4509;p13"/>
            <p:cNvSpPr/>
            <p:nvPr/>
          </p:nvSpPr>
          <p:spPr>
            <a:xfrm>
              <a:off x="533407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10" name="Google Shape;4510;p13"/>
            <p:cNvSpPr/>
            <p:nvPr/>
          </p:nvSpPr>
          <p:spPr>
            <a:xfrm>
              <a:off x="571507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11" name="Google Shape;4511;p13"/>
            <p:cNvSpPr/>
            <p:nvPr/>
          </p:nvSpPr>
          <p:spPr>
            <a:xfrm>
              <a:off x="609608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12" name="Google Shape;4512;p13"/>
            <p:cNvSpPr/>
            <p:nvPr/>
          </p:nvSpPr>
          <p:spPr>
            <a:xfrm>
              <a:off x="647708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13" name="Google Shape;4513;p13"/>
            <p:cNvSpPr/>
            <p:nvPr/>
          </p:nvSpPr>
          <p:spPr>
            <a:xfrm>
              <a:off x="685809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14" name="Google Shape;4514;p13"/>
            <p:cNvSpPr/>
            <p:nvPr/>
          </p:nvSpPr>
          <p:spPr>
            <a:xfrm>
              <a:off x="723909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15" name="Google Shape;4515;p13"/>
            <p:cNvSpPr/>
            <p:nvPr/>
          </p:nvSpPr>
          <p:spPr>
            <a:xfrm>
              <a:off x="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16" name="Google Shape;4516;p13"/>
            <p:cNvSpPr/>
            <p:nvPr/>
          </p:nvSpPr>
          <p:spPr>
            <a:xfrm>
              <a:off x="38100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17" name="Google Shape;4517;p13"/>
            <p:cNvSpPr/>
            <p:nvPr/>
          </p:nvSpPr>
          <p:spPr>
            <a:xfrm>
              <a:off x="76201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18" name="Google Shape;4518;p13"/>
            <p:cNvSpPr/>
            <p:nvPr/>
          </p:nvSpPr>
          <p:spPr>
            <a:xfrm>
              <a:off x="114301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19" name="Google Shape;4519;p13"/>
            <p:cNvSpPr/>
            <p:nvPr/>
          </p:nvSpPr>
          <p:spPr>
            <a:xfrm>
              <a:off x="152402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20" name="Google Shape;4520;p13"/>
            <p:cNvSpPr/>
            <p:nvPr/>
          </p:nvSpPr>
          <p:spPr>
            <a:xfrm>
              <a:off x="190502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21" name="Google Shape;4521;p13"/>
            <p:cNvSpPr/>
            <p:nvPr/>
          </p:nvSpPr>
          <p:spPr>
            <a:xfrm>
              <a:off x="228603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22" name="Google Shape;4522;p13"/>
            <p:cNvSpPr/>
            <p:nvPr/>
          </p:nvSpPr>
          <p:spPr>
            <a:xfrm>
              <a:off x="266703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23" name="Google Shape;4523;p13"/>
            <p:cNvSpPr/>
            <p:nvPr/>
          </p:nvSpPr>
          <p:spPr>
            <a:xfrm>
              <a:off x="304804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24" name="Google Shape;4524;p13"/>
            <p:cNvSpPr/>
            <p:nvPr/>
          </p:nvSpPr>
          <p:spPr>
            <a:xfrm>
              <a:off x="342904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25" name="Google Shape;4525;p13"/>
            <p:cNvSpPr/>
            <p:nvPr/>
          </p:nvSpPr>
          <p:spPr>
            <a:xfrm>
              <a:off x="381005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26" name="Google Shape;4526;p13"/>
            <p:cNvSpPr/>
            <p:nvPr/>
          </p:nvSpPr>
          <p:spPr>
            <a:xfrm>
              <a:off x="419105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27" name="Google Shape;4527;p13"/>
            <p:cNvSpPr/>
            <p:nvPr/>
          </p:nvSpPr>
          <p:spPr>
            <a:xfrm>
              <a:off x="457206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28" name="Google Shape;4528;p13"/>
            <p:cNvSpPr/>
            <p:nvPr/>
          </p:nvSpPr>
          <p:spPr>
            <a:xfrm>
              <a:off x="495306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29" name="Google Shape;4529;p13"/>
            <p:cNvSpPr/>
            <p:nvPr/>
          </p:nvSpPr>
          <p:spPr>
            <a:xfrm>
              <a:off x="533407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30" name="Google Shape;4530;p13"/>
            <p:cNvSpPr/>
            <p:nvPr/>
          </p:nvSpPr>
          <p:spPr>
            <a:xfrm>
              <a:off x="571507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31" name="Google Shape;4531;p13"/>
            <p:cNvSpPr/>
            <p:nvPr/>
          </p:nvSpPr>
          <p:spPr>
            <a:xfrm>
              <a:off x="609608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32" name="Google Shape;4532;p13"/>
            <p:cNvSpPr/>
            <p:nvPr/>
          </p:nvSpPr>
          <p:spPr>
            <a:xfrm>
              <a:off x="647708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33" name="Google Shape;4533;p13"/>
            <p:cNvSpPr/>
            <p:nvPr/>
          </p:nvSpPr>
          <p:spPr>
            <a:xfrm>
              <a:off x="685809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34" name="Google Shape;4534;p13"/>
            <p:cNvSpPr/>
            <p:nvPr/>
          </p:nvSpPr>
          <p:spPr>
            <a:xfrm>
              <a:off x="723909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35" name="Google Shape;4535;p13"/>
            <p:cNvSpPr/>
            <p:nvPr/>
          </p:nvSpPr>
          <p:spPr>
            <a:xfrm>
              <a:off x="7620110" y="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36" name="Google Shape;4536;p13"/>
            <p:cNvSpPr/>
            <p:nvPr/>
          </p:nvSpPr>
          <p:spPr>
            <a:xfrm>
              <a:off x="8001115" y="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37" name="Google Shape;4537;p13"/>
            <p:cNvSpPr/>
            <p:nvPr/>
          </p:nvSpPr>
          <p:spPr>
            <a:xfrm>
              <a:off x="8382120" y="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38" name="Google Shape;4538;p13"/>
            <p:cNvSpPr/>
            <p:nvPr/>
          </p:nvSpPr>
          <p:spPr>
            <a:xfrm>
              <a:off x="8763125" y="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39" name="Google Shape;4539;p13"/>
            <p:cNvSpPr/>
            <p:nvPr/>
          </p:nvSpPr>
          <p:spPr>
            <a:xfrm>
              <a:off x="7620110" y="342894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40" name="Google Shape;4540;p13"/>
            <p:cNvSpPr/>
            <p:nvPr/>
          </p:nvSpPr>
          <p:spPr>
            <a:xfrm>
              <a:off x="8001115" y="342894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41" name="Google Shape;4541;p13"/>
            <p:cNvSpPr/>
            <p:nvPr/>
          </p:nvSpPr>
          <p:spPr>
            <a:xfrm>
              <a:off x="8382120" y="342894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42" name="Google Shape;4542;p13"/>
            <p:cNvSpPr/>
            <p:nvPr/>
          </p:nvSpPr>
          <p:spPr>
            <a:xfrm>
              <a:off x="8763125" y="342894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43" name="Google Shape;4543;p13"/>
            <p:cNvSpPr/>
            <p:nvPr/>
          </p:nvSpPr>
          <p:spPr>
            <a:xfrm>
              <a:off x="7620110" y="685788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44" name="Google Shape;4544;p13"/>
            <p:cNvSpPr/>
            <p:nvPr/>
          </p:nvSpPr>
          <p:spPr>
            <a:xfrm>
              <a:off x="8001115" y="685788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45" name="Google Shape;4545;p13"/>
            <p:cNvSpPr/>
            <p:nvPr/>
          </p:nvSpPr>
          <p:spPr>
            <a:xfrm>
              <a:off x="8382120" y="685788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46" name="Google Shape;4546;p13"/>
            <p:cNvSpPr/>
            <p:nvPr/>
          </p:nvSpPr>
          <p:spPr>
            <a:xfrm>
              <a:off x="8763125" y="685788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47" name="Google Shape;4547;p13"/>
            <p:cNvSpPr/>
            <p:nvPr/>
          </p:nvSpPr>
          <p:spPr>
            <a:xfrm>
              <a:off x="7620110" y="1028682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48" name="Google Shape;4548;p13"/>
            <p:cNvSpPr/>
            <p:nvPr/>
          </p:nvSpPr>
          <p:spPr>
            <a:xfrm>
              <a:off x="8001115" y="1028682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49" name="Google Shape;4549;p13"/>
            <p:cNvSpPr/>
            <p:nvPr/>
          </p:nvSpPr>
          <p:spPr>
            <a:xfrm>
              <a:off x="8382120" y="1028682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50" name="Google Shape;4550;p13"/>
            <p:cNvSpPr/>
            <p:nvPr/>
          </p:nvSpPr>
          <p:spPr>
            <a:xfrm>
              <a:off x="8763125" y="1028682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51" name="Google Shape;4551;p13"/>
            <p:cNvSpPr/>
            <p:nvPr/>
          </p:nvSpPr>
          <p:spPr>
            <a:xfrm>
              <a:off x="7620110" y="1371576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52" name="Google Shape;4552;p13"/>
            <p:cNvSpPr/>
            <p:nvPr/>
          </p:nvSpPr>
          <p:spPr>
            <a:xfrm>
              <a:off x="8001115" y="1371576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53" name="Google Shape;4553;p13"/>
            <p:cNvSpPr/>
            <p:nvPr/>
          </p:nvSpPr>
          <p:spPr>
            <a:xfrm>
              <a:off x="8382120" y="1371576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54" name="Google Shape;4554;p13"/>
            <p:cNvSpPr/>
            <p:nvPr/>
          </p:nvSpPr>
          <p:spPr>
            <a:xfrm>
              <a:off x="8763125" y="1371576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55" name="Google Shape;4555;p13"/>
            <p:cNvSpPr/>
            <p:nvPr/>
          </p:nvSpPr>
          <p:spPr>
            <a:xfrm>
              <a:off x="7620110" y="171447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56" name="Google Shape;4556;p13"/>
            <p:cNvSpPr/>
            <p:nvPr/>
          </p:nvSpPr>
          <p:spPr>
            <a:xfrm>
              <a:off x="8001115" y="171447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57" name="Google Shape;4557;p13"/>
            <p:cNvSpPr/>
            <p:nvPr/>
          </p:nvSpPr>
          <p:spPr>
            <a:xfrm>
              <a:off x="8382120" y="171447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58" name="Google Shape;4558;p13"/>
            <p:cNvSpPr/>
            <p:nvPr/>
          </p:nvSpPr>
          <p:spPr>
            <a:xfrm>
              <a:off x="8763125" y="171447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59" name="Google Shape;4559;p13"/>
            <p:cNvSpPr/>
            <p:nvPr/>
          </p:nvSpPr>
          <p:spPr>
            <a:xfrm>
              <a:off x="7620110" y="205736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60" name="Google Shape;4560;p13"/>
            <p:cNvSpPr/>
            <p:nvPr/>
          </p:nvSpPr>
          <p:spPr>
            <a:xfrm>
              <a:off x="8001115" y="205736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61" name="Google Shape;4561;p13"/>
            <p:cNvSpPr/>
            <p:nvPr/>
          </p:nvSpPr>
          <p:spPr>
            <a:xfrm>
              <a:off x="8382120" y="205736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62" name="Google Shape;4562;p13"/>
            <p:cNvSpPr/>
            <p:nvPr/>
          </p:nvSpPr>
          <p:spPr>
            <a:xfrm>
              <a:off x="8763125" y="205736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63" name="Google Shape;4563;p13"/>
            <p:cNvSpPr/>
            <p:nvPr/>
          </p:nvSpPr>
          <p:spPr>
            <a:xfrm>
              <a:off x="7620110" y="2400259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64" name="Google Shape;4564;p13"/>
            <p:cNvSpPr/>
            <p:nvPr/>
          </p:nvSpPr>
          <p:spPr>
            <a:xfrm>
              <a:off x="8001115" y="2400259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65" name="Google Shape;4565;p13"/>
            <p:cNvSpPr/>
            <p:nvPr/>
          </p:nvSpPr>
          <p:spPr>
            <a:xfrm>
              <a:off x="8382120" y="2400259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66" name="Google Shape;4566;p13"/>
            <p:cNvSpPr/>
            <p:nvPr/>
          </p:nvSpPr>
          <p:spPr>
            <a:xfrm>
              <a:off x="8763125" y="2400259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67" name="Google Shape;4567;p13"/>
            <p:cNvSpPr/>
            <p:nvPr/>
          </p:nvSpPr>
          <p:spPr>
            <a:xfrm>
              <a:off x="7620110" y="274315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68" name="Google Shape;4568;p13"/>
            <p:cNvSpPr/>
            <p:nvPr/>
          </p:nvSpPr>
          <p:spPr>
            <a:xfrm>
              <a:off x="8001115" y="274315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69" name="Google Shape;4569;p13"/>
            <p:cNvSpPr/>
            <p:nvPr/>
          </p:nvSpPr>
          <p:spPr>
            <a:xfrm>
              <a:off x="8382120" y="274315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70" name="Google Shape;4570;p13"/>
            <p:cNvSpPr/>
            <p:nvPr/>
          </p:nvSpPr>
          <p:spPr>
            <a:xfrm>
              <a:off x="8763125" y="274315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71" name="Google Shape;4571;p13"/>
            <p:cNvSpPr/>
            <p:nvPr/>
          </p:nvSpPr>
          <p:spPr>
            <a:xfrm>
              <a:off x="7620110" y="308604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72" name="Google Shape;4572;p13"/>
            <p:cNvSpPr/>
            <p:nvPr/>
          </p:nvSpPr>
          <p:spPr>
            <a:xfrm>
              <a:off x="8001115" y="308604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73" name="Google Shape;4573;p13"/>
            <p:cNvSpPr/>
            <p:nvPr/>
          </p:nvSpPr>
          <p:spPr>
            <a:xfrm>
              <a:off x="8382120" y="308604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74" name="Google Shape;4574;p13"/>
            <p:cNvSpPr/>
            <p:nvPr/>
          </p:nvSpPr>
          <p:spPr>
            <a:xfrm>
              <a:off x="8763125" y="308604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75" name="Google Shape;4575;p13"/>
            <p:cNvSpPr/>
            <p:nvPr/>
          </p:nvSpPr>
          <p:spPr>
            <a:xfrm>
              <a:off x="7620110" y="342894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76" name="Google Shape;4576;p13"/>
            <p:cNvSpPr/>
            <p:nvPr/>
          </p:nvSpPr>
          <p:spPr>
            <a:xfrm>
              <a:off x="8001115" y="342894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77" name="Google Shape;4577;p13"/>
            <p:cNvSpPr/>
            <p:nvPr/>
          </p:nvSpPr>
          <p:spPr>
            <a:xfrm>
              <a:off x="8382120" y="342894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78" name="Google Shape;4578;p13"/>
            <p:cNvSpPr/>
            <p:nvPr/>
          </p:nvSpPr>
          <p:spPr>
            <a:xfrm>
              <a:off x="8763125" y="342894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79" name="Google Shape;4579;p13"/>
            <p:cNvSpPr/>
            <p:nvPr/>
          </p:nvSpPr>
          <p:spPr>
            <a:xfrm>
              <a:off x="7620110" y="377182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80" name="Google Shape;4580;p13"/>
            <p:cNvSpPr/>
            <p:nvPr/>
          </p:nvSpPr>
          <p:spPr>
            <a:xfrm>
              <a:off x="8001115" y="377182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81" name="Google Shape;4581;p13"/>
            <p:cNvSpPr/>
            <p:nvPr/>
          </p:nvSpPr>
          <p:spPr>
            <a:xfrm>
              <a:off x="8382120" y="377182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82" name="Google Shape;4582;p13"/>
            <p:cNvSpPr/>
            <p:nvPr/>
          </p:nvSpPr>
          <p:spPr>
            <a:xfrm>
              <a:off x="8763125" y="377182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83" name="Google Shape;4583;p13"/>
            <p:cNvSpPr/>
            <p:nvPr/>
          </p:nvSpPr>
          <p:spPr>
            <a:xfrm>
              <a:off x="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84" name="Google Shape;4584;p13"/>
            <p:cNvSpPr/>
            <p:nvPr/>
          </p:nvSpPr>
          <p:spPr>
            <a:xfrm>
              <a:off x="38100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85" name="Google Shape;4585;p13"/>
            <p:cNvSpPr/>
            <p:nvPr/>
          </p:nvSpPr>
          <p:spPr>
            <a:xfrm>
              <a:off x="76201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86" name="Google Shape;4586;p13"/>
            <p:cNvSpPr/>
            <p:nvPr/>
          </p:nvSpPr>
          <p:spPr>
            <a:xfrm>
              <a:off x="114301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87" name="Google Shape;4587;p13"/>
            <p:cNvSpPr/>
            <p:nvPr/>
          </p:nvSpPr>
          <p:spPr>
            <a:xfrm>
              <a:off x="152402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88" name="Google Shape;4588;p13"/>
            <p:cNvSpPr/>
            <p:nvPr/>
          </p:nvSpPr>
          <p:spPr>
            <a:xfrm>
              <a:off x="190502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89" name="Google Shape;4589;p13"/>
            <p:cNvSpPr/>
            <p:nvPr/>
          </p:nvSpPr>
          <p:spPr>
            <a:xfrm>
              <a:off x="228603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90" name="Google Shape;4590;p13"/>
            <p:cNvSpPr/>
            <p:nvPr/>
          </p:nvSpPr>
          <p:spPr>
            <a:xfrm>
              <a:off x="266703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91" name="Google Shape;4591;p13"/>
            <p:cNvSpPr/>
            <p:nvPr/>
          </p:nvSpPr>
          <p:spPr>
            <a:xfrm>
              <a:off x="304804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92" name="Google Shape;4592;p13"/>
            <p:cNvSpPr/>
            <p:nvPr/>
          </p:nvSpPr>
          <p:spPr>
            <a:xfrm>
              <a:off x="342904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93" name="Google Shape;4593;p13"/>
            <p:cNvSpPr/>
            <p:nvPr/>
          </p:nvSpPr>
          <p:spPr>
            <a:xfrm>
              <a:off x="381005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94" name="Google Shape;4594;p13"/>
            <p:cNvSpPr/>
            <p:nvPr/>
          </p:nvSpPr>
          <p:spPr>
            <a:xfrm>
              <a:off x="419105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95" name="Google Shape;4595;p13"/>
            <p:cNvSpPr/>
            <p:nvPr/>
          </p:nvSpPr>
          <p:spPr>
            <a:xfrm>
              <a:off x="457206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96" name="Google Shape;4596;p13"/>
            <p:cNvSpPr/>
            <p:nvPr/>
          </p:nvSpPr>
          <p:spPr>
            <a:xfrm>
              <a:off x="495306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97" name="Google Shape;4597;p13"/>
            <p:cNvSpPr/>
            <p:nvPr/>
          </p:nvSpPr>
          <p:spPr>
            <a:xfrm>
              <a:off x="533407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98" name="Google Shape;4598;p13"/>
            <p:cNvSpPr/>
            <p:nvPr/>
          </p:nvSpPr>
          <p:spPr>
            <a:xfrm>
              <a:off x="571507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99" name="Google Shape;4599;p13"/>
            <p:cNvSpPr/>
            <p:nvPr/>
          </p:nvSpPr>
          <p:spPr>
            <a:xfrm>
              <a:off x="609608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00" name="Google Shape;4600;p13"/>
            <p:cNvSpPr/>
            <p:nvPr/>
          </p:nvSpPr>
          <p:spPr>
            <a:xfrm>
              <a:off x="647708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01" name="Google Shape;4601;p13"/>
            <p:cNvSpPr/>
            <p:nvPr/>
          </p:nvSpPr>
          <p:spPr>
            <a:xfrm>
              <a:off x="685809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02" name="Google Shape;4602;p13"/>
            <p:cNvSpPr/>
            <p:nvPr/>
          </p:nvSpPr>
          <p:spPr>
            <a:xfrm>
              <a:off x="723909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03" name="Google Shape;4603;p13"/>
            <p:cNvSpPr/>
            <p:nvPr/>
          </p:nvSpPr>
          <p:spPr>
            <a:xfrm>
              <a:off x="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04" name="Google Shape;4604;p13"/>
            <p:cNvSpPr/>
            <p:nvPr/>
          </p:nvSpPr>
          <p:spPr>
            <a:xfrm>
              <a:off x="38100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05" name="Google Shape;4605;p13"/>
            <p:cNvSpPr/>
            <p:nvPr/>
          </p:nvSpPr>
          <p:spPr>
            <a:xfrm>
              <a:off x="76201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06" name="Google Shape;4606;p13"/>
            <p:cNvSpPr/>
            <p:nvPr/>
          </p:nvSpPr>
          <p:spPr>
            <a:xfrm>
              <a:off x="114301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07" name="Google Shape;4607;p13"/>
            <p:cNvSpPr/>
            <p:nvPr/>
          </p:nvSpPr>
          <p:spPr>
            <a:xfrm>
              <a:off x="152402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08" name="Google Shape;4608;p13"/>
            <p:cNvSpPr/>
            <p:nvPr/>
          </p:nvSpPr>
          <p:spPr>
            <a:xfrm>
              <a:off x="190502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09" name="Google Shape;4609;p13"/>
            <p:cNvSpPr/>
            <p:nvPr/>
          </p:nvSpPr>
          <p:spPr>
            <a:xfrm>
              <a:off x="228603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10" name="Google Shape;4610;p13"/>
            <p:cNvSpPr/>
            <p:nvPr/>
          </p:nvSpPr>
          <p:spPr>
            <a:xfrm>
              <a:off x="266703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11" name="Google Shape;4611;p13"/>
            <p:cNvSpPr/>
            <p:nvPr/>
          </p:nvSpPr>
          <p:spPr>
            <a:xfrm>
              <a:off x="304804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12" name="Google Shape;4612;p13"/>
            <p:cNvSpPr/>
            <p:nvPr/>
          </p:nvSpPr>
          <p:spPr>
            <a:xfrm>
              <a:off x="342904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13" name="Google Shape;4613;p13"/>
            <p:cNvSpPr/>
            <p:nvPr/>
          </p:nvSpPr>
          <p:spPr>
            <a:xfrm>
              <a:off x="381005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14" name="Google Shape;4614;p13"/>
            <p:cNvSpPr/>
            <p:nvPr/>
          </p:nvSpPr>
          <p:spPr>
            <a:xfrm>
              <a:off x="419105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15" name="Google Shape;4615;p13"/>
            <p:cNvSpPr/>
            <p:nvPr/>
          </p:nvSpPr>
          <p:spPr>
            <a:xfrm>
              <a:off x="457206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16" name="Google Shape;4616;p13"/>
            <p:cNvSpPr/>
            <p:nvPr/>
          </p:nvSpPr>
          <p:spPr>
            <a:xfrm>
              <a:off x="495306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17" name="Google Shape;4617;p13"/>
            <p:cNvSpPr/>
            <p:nvPr/>
          </p:nvSpPr>
          <p:spPr>
            <a:xfrm>
              <a:off x="533407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18" name="Google Shape;4618;p13"/>
            <p:cNvSpPr/>
            <p:nvPr/>
          </p:nvSpPr>
          <p:spPr>
            <a:xfrm>
              <a:off x="571507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19" name="Google Shape;4619;p13"/>
            <p:cNvSpPr/>
            <p:nvPr/>
          </p:nvSpPr>
          <p:spPr>
            <a:xfrm>
              <a:off x="609608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20" name="Google Shape;4620;p13"/>
            <p:cNvSpPr/>
            <p:nvPr/>
          </p:nvSpPr>
          <p:spPr>
            <a:xfrm>
              <a:off x="647708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21" name="Google Shape;4621;p13"/>
            <p:cNvSpPr/>
            <p:nvPr/>
          </p:nvSpPr>
          <p:spPr>
            <a:xfrm>
              <a:off x="685809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22" name="Google Shape;4622;p13"/>
            <p:cNvSpPr/>
            <p:nvPr/>
          </p:nvSpPr>
          <p:spPr>
            <a:xfrm>
              <a:off x="723909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23" name="Google Shape;4623;p13"/>
            <p:cNvSpPr/>
            <p:nvPr/>
          </p:nvSpPr>
          <p:spPr>
            <a:xfrm>
              <a:off x="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24" name="Google Shape;4624;p13"/>
            <p:cNvSpPr/>
            <p:nvPr/>
          </p:nvSpPr>
          <p:spPr>
            <a:xfrm>
              <a:off x="38100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25" name="Google Shape;4625;p13"/>
            <p:cNvSpPr/>
            <p:nvPr/>
          </p:nvSpPr>
          <p:spPr>
            <a:xfrm>
              <a:off x="76201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26" name="Google Shape;4626;p13"/>
            <p:cNvSpPr/>
            <p:nvPr/>
          </p:nvSpPr>
          <p:spPr>
            <a:xfrm>
              <a:off x="114301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27" name="Google Shape;4627;p13"/>
            <p:cNvSpPr/>
            <p:nvPr/>
          </p:nvSpPr>
          <p:spPr>
            <a:xfrm>
              <a:off x="152402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28" name="Google Shape;4628;p13"/>
            <p:cNvSpPr/>
            <p:nvPr/>
          </p:nvSpPr>
          <p:spPr>
            <a:xfrm>
              <a:off x="190502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29" name="Google Shape;4629;p13"/>
            <p:cNvSpPr/>
            <p:nvPr/>
          </p:nvSpPr>
          <p:spPr>
            <a:xfrm>
              <a:off x="228603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30" name="Google Shape;4630;p13"/>
            <p:cNvSpPr/>
            <p:nvPr/>
          </p:nvSpPr>
          <p:spPr>
            <a:xfrm>
              <a:off x="266703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31" name="Google Shape;4631;p13"/>
            <p:cNvSpPr/>
            <p:nvPr/>
          </p:nvSpPr>
          <p:spPr>
            <a:xfrm>
              <a:off x="304804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32" name="Google Shape;4632;p13"/>
            <p:cNvSpPr/>
            <p:nvPr/>
          </p:nvSpPr>
          <p:spPr>
            <a:xfrm>
              <a:off x="342904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33" name="Google Shape;4633;p13"/>
            <p:cNvSpPr/>
            <p:nvPr/>
          </p:nvSpPr>
          <p:spPr>
            <a:xfrm>
              <a:off x="381005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34" name="Google Shape;4634;p13"/>
            <p:cNvSpPr/>
            <p:nvPr/>
          </p:nvSpPr>
          <p:spPr>
            <a:xfrm>
              <a:off x="419105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35" name="Google Shape;4635;p13"/>
            <p:cNvSpPr/>
            <p:nvPr/>
          </p:nvSpPr>
          <p:spPr>
            <a:xfrm>
              <a:off x="457206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36" name="Google Shape;4636;p13"/>
            <p:cNvSpPr/>
            <p:nvPr/>
          </p:nvSpPr>
          <p:spPr>
            <a:xfrm>
              <a:off x="495306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37" name="Google Shape;4637;p13"/>
            <p:cNvSpPr/>
            <p:nvPr/>
          </p:nvSpPr>
          <p:spPr>
            <a:xfrm>
              <a:off x="533407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38" name="Google Shape;4638;p13"/>
            <p:cNvSpPr/>
            <p:nvPr/>
          </p:nvSpPr>
          <p:spPr>
            <a:xfrm>
              <a:off x="571507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39" name="Google Shape;4639;p13"/>
            <p:cNvSpPr/>
            <p:nvPr/>
          </p:nvSpPr>
          <p:spPr>
            <a:xfrm>
              <a:off x="609608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40" name="Google Shape;4640;p13"/>
            <p:cNvSpPr/>
            <p:nvPr/>
          </p:nvSpPr>
          <p:spPr>
            <a:xfrm>
              <a:off x="647708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41" name="Google Shape;4641;p13"/>
            <p:cNvSpPr/>
            <p:nvPr/>
          </p:nvSpPr>
          <p:spPr>
            <a:xfrm>
              <a:off x="685809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42" name="Google Shape;4642;p13"/>
            <p:cNvSpPr/>
            <p:nvPr/>
          </p:nvSpPr>
          <p:spPr>
            <a:xfrm>
              <a:off x="723909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43" name="Google Shape;4643;p13"/>
            <p:cNvSpPr/>
            <p:nvPr/>
          </p:nvSpPr>
          <p:spPr>
            <a:xfrm>
              <a:off x="7620110" y="411471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44" name="Google Shape;4644;p13"/>
            <p:cNvSpPr/>
            <p:nvPr/>
          </p:nvSpPr>
          <p:spPr>
            <a:xfrm>
              <a:off x="8001115" y="411471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45" name="Google Shape;4645;p13"/>
            <p:cNvSpPr/>
            <p:nvPr/>
          </p:nvSpPr>
          <p:spPr>
            <a:xfrm>
              <a:off x="8382120" y="411471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46" name="Google Shape;4646;p13"/>
            <p:cNvSpPr/>
            <p:nvPr/>
          </p:nvSpPr>
          <p:spPr>
            <a:xfrm>
              <a:off x="8763125" y="411471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47" name="Google Shape;4647;p13"/>
            <p:cNvSpPr/>
            <p:nvPr/>
          </p:nvSpPr>
          <p:spPr>
            <a:xfrm>
              <a:off x="7620110" y="445760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48" name="Google Shape;4648;p13"/>
            <p:cNvSpPr/>
            <p:nvPr/>
          </p:nvSpPr>
          <p:spPr>
            <a:xfrm>
              <a:off x="8001115" y="445760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49" name="Google Shape;4649;p13"/>
            <p:cNvSpPr/>
            <p:nvPr/>
          </p:nvSpPr>
          <p:spPr>
            <a:xfrm>
              <a:off x="8382120" y="445760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50" name="Google Shape;4650;p13"/>
            <p:cNvSpPr/>
            <p:nvPr/>
          </p:nvSpPr>
          <p:spPr>
            <a:xfrm>
              <a:off x="8763125" y="445760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51" name="Google Shape;4651;p13"/>
            <p:cNvSpPr/>
            <p:nvPr/>
          </p:nvSpPr>
          <p:spPr>
            <a:xfrm>
              <a:off x="7620110" y="480049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52" name="Google Shape;4652;p13"/>
            <p:cNvSpPr/>
            <p:nvPr/>
          </p:nvSpPr>
          <p:spPr>
            <a:xfrm>
              <a:off x="8001115" y="480049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53" name="Google Shape;4653;p13"/>
            <p:cNvSpPr/>
            <p:nvPr/>
          </p:nvSpPr>
          <p:spPr>
            <a:xfrm>
              <a:off x="8382120" y="480049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54" name="Google Shape;4654;p13"/>
            <p:cNvSpPr/>
            <p:nvPr/>
          </p:nvSpPr>
          <p:spPr>
            <a:xfrm>
              <a:off x="8763125" y="480049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655" name="Google Shape;4655;p13"/>
          <p:cNvSpPr/>
          <p:nvPr/>
        </p:nvSpPr>
        <p:spPr>
          <a:xfrm flipH="1">
            <a:off x="0" y="0"/>
            <a:ext cx="9144000" cy="5143500"/>
          </a:xfrm>
          <a:prstGeom prst="rtTriangle">
            <a:avLst/>
          </a:prstGeom>
          <a:solidFill>
            <a:srgbClr val="005051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656" name="Google Shape;4656;p13"/>
          <p:cNvGrpSpPr/>
          <p:nvPr/>
        </p:nvGrpSpPr>
        <p:grpSpPr>
          <a:xfrm>
            <a:off x="553048" y="535000"/>
            <a:ext cx="8105852" cy="4302000"/>
            <a:chOff x="553048" y="535000"/>
            <a:chExt cx="8105852" cy="4302000"/>
          </a:xfrm>
        </p:grpSpPr>
        <p:sp>
          <p:nvSpPr>
            <p:cNvPr id="4657" name="Google Shape;4657;p13"/>
            <p:cNvSpPr/>
            <p:nvPr/>
          </p:nvSpPr>
          <p:spPr>
            <a:xfrm>
              <a:off x="942300" y="763600"/>
              <a:ext cx="7716600" cy="4073400"/>
            </a:xfrm>
            <a:prstGeom prst="roundRect">
              <a:avLst>
                <a:gd fmla="val 2480" name="adj"/>
              </a:avLst>
            </a:prstGeom>
            <a:solidFill>
              <a:srgbClr val="222828">
                <a:alpha val="2039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58" name="Google Shape;4658;p13"/>
            <p:cNvSpPr/>
            <p:nvPr/>
          </p:nvSpPr>
          <p:spPr>
            <a:xfrm>
              <a:off x="712275" y="535000"/>
              <a:ext cx="7716600" cy="4073400"/>
            </a:xfrm>
            <a:prstGeom prst="roundRect">
              <a:avLst>
                <a:gd fmla="val 2480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59" name="Google Shape;4659;p13"/>
            <p:cNvSpPr/>
            <p:nvPr/>
          </p:nvSpPr>
          <p:spPr>
            <a:xfrm>
              <a:off x="848698" y="898261"/>
              <a:ext cx="317374" cy="317436"/>
            </a:xfrm>
            <a:custGeom>
              <a:rect b="b" l="l" r="r" t="t"/>
              <a:pathLst>
                <a:path extrusionOk="0" h="15212" w="15209">
                  <a:moveTo>
                    <a:pt x="7604" y="0"/>
                  </a:moveTo>
                  <a:cubicBezTo>
                    <a:pt x="3404" y="0"/>
                    <a:pt x="0" y="3405"/>
                    <a:pt x="0" y="7605"/>
                  </a:cubicBezTo>
                  <a:cubicBezTo>
                    <a:pt x="0" y="11805"/>
                    <a:pt x="3404" y="15212"/>
                    <a:pt x="7604" y="15212"/>
                  </a:cubicBezTo>
                  <a:cubicBezTo>
                    <a:pt x="11804" y="15212"/>
                    <a:pt x="15209" y="11805"/>
                    <a:pt x="15209" y="7605"/>
                  </a:cubicBezTo>
                  <a:cubicBezTo>
                    <a:pt x="15209" y="3405"/>
                    <a:pt x="11804" y="0"/>
                    <a:pt x="760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60" name="Google Shape;4660;p13"/>
            <p:cNvSpPr/>
            <p:nvPr/>
          </p:nvSpPr>
          <p:spPr>
            <a:xfrm>
              <a:off x="553048" y="931482"/>
              <a:ext cx="549400" cy="250994"/>
            </a:xfrm>
            <a:custGeom>
              <a:rect b="b" l="l" r="r" t="t"/>
              <a:pathLst>
                <a:path extrusionOk="0" h="12028" w="26328">
                  <a:moveTo>
                    <a:pt x="1493" y="0"/>
                  </a:moveTo>
                  <a:cubicBezTo>
                    <a:pt x="671" y="0"/>
                    <a:pt x="0" y="668"/>
                    <a:pt x="0" y="1494"/>
                  </a:cubicBezTo>
                  <a:cubicBezTo>
                    <a:pt x="0" y="2319"/>
                    <a:pt x="671" y="2990"/>
                    <a:pt x="1493" y="2990"/>
                  </a:cubicBezTo>
                  <a:lnTo>
                    <a:pt x="19596" y="2990"/>
                  </a:lnTo>
                  <a:cubicBezTo>
                    <a:pt x="21591" y="2990"/>
                    <a:pt x="23340" y="4081"/>
                    <a:pt x="23340" y="5330"/>
                  </a:cubicBezTo>
                  <a:lnTo>
                    <a:pt x="23340" y="6698"/>
                  </a:lnTo>
                  <a:cubicBezTo>
                    <a:pt x="23340" y="7944"/>
                    <a:pt x="21591" y="9038"/>
                    <a:pt x="19596" y="9038"/>
                  </a:cubicBezTo>
                  <a:lnTo>
                    <a:pt x="1493" y="9038"/>
                  </a:lnTo>
                  <a:cubicBezTo>
                    <a:pt x="671" y="9038"/>
                    <a:pt x="0" y="9706"/>
                    <a:pt x="0" y="10532"/>
                  </a:cubicBezTo>
                  <a:cubicBezTo>
                    <a:pt x="0" y="11357"/>
                    <a:pt x="671" y="12028"/>
                    <a:pt x="1493" y="12028"/>
                  </a:cubicBezTo>
                  <a:lnTo>
                    <a:pt x="19596" y="12028"/>
                  </a:lnTo>
                  <a:lnTo>
                    <a:pt x="19596" y="12025"/>
                  </a:lnTo>
                  <a:cubicBezTo>
                    <a:pt x="23370" y="12025"/>
                    <a:pt x="26327" y="9685"/>
                    <a:pt x="26327" y="6695"/>
                  </a:cubicBezTo>
                  <a:lnTo>
                    <a:pt x="26327" y="5327"/>
                  </a:lnTo>
                  <a:cubicBezTo>
                    <a:pt x="26327" y="2340"/>
                    <a:pt x="23370" y="0"/>
                    <a:pt x="19596" y="0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61" name="Google Shape;4661;p13"/>
            <p:cNvSpPr/>
            <p:nvPr/>
          </p:nvSpPr>
          <p:spPr>
            <a:xfrm>
              <a:off x="848698" y="1332681"/>
              <a:ext cx="317374" cy="317457"/>
            </a:xfrm>
            <a:custGeom>
              <a:rect b="b" l="l" r="r" t="t"/>
              <a:pathLst>
                <a:path extrusionOk="0" h="15213" w="15209">
                  <a:moveTo>
                    <a:pt x="7604" y="1"/>
                  </a:moveTo>
                  <a:cubicBezTo>
                    <a:pt x="3404" y="1"/>
                    <a:pt x="0" y="3408"/>
                    <a:pt x="0" y="7608"/>
                  </a:cubicBezTo>
                  <a:cubicBezTo>
                    <a:pt x="0" y="11808"/>
                    <a:pt x="3404" y="15212"/>
                    <a:pt x="7604" y="15212"/>
                  </a:cubicBezTo>
                  <a:cubicBezTo>
                    <a:pt x="11804" y="15212"/>
                    <a:pt x="15209" y="11808"/>
                    <a:pt x="15209" y="7608"/>
                  </a:cubicBezTo>
                  <a:cubicBezTo>
                    <a:pt x="15209" y="3408"/>
                    <a:pt x="11804" y="1"/>
                    <a:pt x="760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62" name="Google Shape;4662;p13"/>
            <p:cNvSpPr/>
            <p:nvPr/>
          </p:nvSpPr>
          <p:spPr>
            <a:xfrm>
              <a:off x="553048" y="1365902"/>
              <a:ext cx="549400" cy="251015"/>
            </a:xfrm>
            <a:custGeom>
              <a:rect b="b" l="l" r="r" t="t"/>
              <a:pathLst>
                <a:path extrusionOk="0" h="12029" w="26328">
                  <a:moveTo>
                    <a:pt x="1493" y="1"/>
                  </a:moveTo>
                  <a:cubicBezTo>
                    <a:pt x="671" y="1"/>
                    <a:pt x="0" y="671"/>
                    <a:pt x="0" y="1497"/>
                  </a:cubicBezTo>
                  <a:cubicBezTo>
                    <a:pt x="0" y="2320"/>
                    <a:pt x="671" y="2990"/>
                    <a:pt x="1493" y="2990"/>
                  </a:cubicBezTo>
                  <a:lnTo>
                    <a:pt x="19596" y="2990"/>
                  </a:lnTo>
                  <a:cubicBezTo>
                    <a:pt x="21591" y="2990"/>
                    <a:pt x="23340" y="4084"/>
                    <a:pt x="23340" y="5330"/>
                  </a:cubicBezTo>
                  <a:lnTo>
                    <a:pt x="23340" y="6699"/>
                  </a:lnTo>
                  <a:cubicBezTo>
                    <a:pt x="23340" y="7948"/>
                    <a:pt x="21591" y="9042"/>
                    <a:pt x="19596" y="9042"/>
                  </a:cubicBezTo>
                  <a:lnTo>
                    <a:pt x="1493" y="9042"/>
                  </a:lnTo>
                  <a:cubicBezTo>
                    <a:pt x="671" y="9042"/>
                    <a:pt x="0" y="9709"/>
                    <a:pt x="0" y="10535"/>
                  </a:cubicBezTo>
                  <a:cubicBezTo>
                    <a:pt x="0" y="11361"/>
                    <a:pt x="671" y="12028"/>
                    <a:pt x="1493" y="12028"/>
                  </a:cubicBezTo>
                  <a:lnTo>
                    <a:pt x="19596" y="12028"/>
                  </a:lnTo>
                  <a:cubicBezTo>
                    <a:pt x="23370" y="12028"/>
                    <a:pt x="26327" y="9688"/>
                    <a:pt x="26327" y="6699"/>
                  </a:cubicBezTo>
                  <a:lnTo>
                    <a:pt x="26327" y="5330"/>
                  </a:lnTo>
                  <a:cubicBezTo>
                    <a:pt x="26327" y="2344"/>
                    <a:pt x="23370" y="1"/>
                    <a:pt x="19596" y="1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63" name="Google Shape;4663;p13"/>
            <p:cNvSpPr/>
            <p:nvPr/>
          </p:nvSpPr>
          <p:spPr>
            <a:xfrm>
              <a:off x="848698" y="1767184"/>
              <a:ext cx="317374" cy="317436"/>
            </a:xfrm>
            <a:custGeom>
              <a:rect b="b" l="l" r="r" t="t"/>
              <a:pathLst>
                <a:path extrusionOk="0" h="15212" w="15209">
                  <a:moveTo>
                    <a:pt x="7604" y="0"/>
                  </a:moveTo>
                  <a:cubicBezTo>
                    <a:pt x="3404" y="0"/>
                    <a:pt x="0" y="3404"/>
                    <a:pt x="0" y="7605"/>
                  </a:cubicBezTo>
                  <a:cubicBezTo>
                    <a:pt x="0" y="11805"/>
                    <a:pt x="3404" y="15212"/>
                    <a:pt x="7604" y="15212"/>
                  </a:cubicBezTo>
                  <a:cubicBezTo>
                    <a:pt x="11804" y="15212"/>
                    <a:pt x="15209" y="11805"/>
                    <a:pt x="15209" y="7605"/>
                  </a:cubicBezTo>
                  <a:cubicBezTo>
                    <a:pt x="15209" y="3404"/>
                    <a:pt x="11804" y="0"/>
                    <a:pt x="760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64" name="Google Shape;4664;p13"/>
            <p:cNvSpPr/>
            <p:nvPr/>
          </p:nvSpPr>
          <p:spPr>
            <a:xfrm>
              <a:off x="553048" y="1800405"/>
              <a:ext cx="549400" cy="250994"/>
            </a:xfrm>
            <a:custGeom>
              <a:rect b="b" l="l" r="r" t="t"/>
              <a:pathLst>
                <a:path extrusionOk="0" h="12028" w="26328">
                  <a:moveTo>
                    <a:pt x="1493" y="0"/>
                  </a:moveTo>
                  <a:cubicBezTo>
                    <a:pt x="671" y="0"/>
                    <a:pt x="0" y="668"/>
                    <a:pt x="0" y="1493"/>
                  </a:cubicBezTo>
                  <a:cubicBezTo>
                    <a:pt x="0" y="2319"/>
                    <a:pt x="671" y="2990"/>
                    <a:pt x="1493" y="2990"/>
                  </a:cubicBezTo>
                  <a:lnTo>
                    <a:pt x="19596" y="2990"/>
                  </a:lnTo>
                  <a:cubicBezTo>
                    <a:pt x="21591" y="2990"/>
                    <a:pt x="23340" y="4081"/>
                    <a:pt x="23340" y="5330"/>
                  </a:cubicBezTo>
                  <a:lnTo>
                    <a:pt x="23340" y="6695"/>
                  </a:lnTo>
                  <a:cubicBezTo>
                    <a:pt x="23340" y="7944"/>
                    <a:pt x="21591" y="9038"/>
                    <a:pt x="19596" y="9038"/>
                  </a:cubicBezTo>
                  <a:lnTo>
                    <a:pt x="1493" y="9038"/>
                  </a:lnTo>
                  <a:cubicBezTo>
                    <a:pt x="671" y="9038"/>
                    <a:pt x="0" y="9706"/>
                    <a:pt x="0" y="10532"/>
                  </a:cubicBezTo>
                  <a:cubicBezTo>
                    <a:pt x="0" y="11357"/>
                    <a:pt x="671" y="12028"/>
                    <a:pt x="1493" y="12028"/>
                  </a:cubicBezTo>
                  <a:lnTo>
                    <a:pt x="19596" y="12028"/>
                  </a:lnTo>
                  <a:lnTo>
                    <a:pt x="19596" y="12025"/>
                  </a:lnTo>
                  <a:cubicBezTo>
                    <a:pt x="23370" y="12025"/>
                    <a:pt x="26327" y="9685"/>
                    <a:pt x="26327" y="6695"/>
                  </a:cubicBezTo>
                  <a:lnTo>
                    <a:pt x="26327" y="5327"/>
                  </a:lnTo>
                  <a:cubicBezTo>
                    <a:pt x="26327" y="2340"/>
                    <a:pt x="23370" y="0"/>
                    <a:pt x="19596" y="0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65" name="Google Shape;4665;p13"/>
            <p:cNvSpPr/>
            <p:nvPr/>
          </p:nvSpPr>
          <p:spPr>
            <a:xfrm>
              <a:off x="848698" y="2201603"/>
              <a:ext cx="317374" cy="317457"/>
            </a:xfrm>
            <a:custGeom>
              <a:rect b="b" l="l" r="r" t="t"/>
              <a:pathLst>
                <a:path extrusionOk="0" h="15213" w="15209">
                  <a:moveTo>
                    <a:pt x="7604" y="1"/>
                  </a:moveTo>
                  <a:cubicBezTo>
                    <a:pt x="3404" y="1"/>
                    <a:pt x="0" y="3405"/>
                    <a:pt x="0" y="7608"/>
                  </a:cubicBezTo>
                  <a:cubicBezTo>
                    <a:pt x="0" y="11808"/>
                    <a:pt x="3404" y="15212"/>
                    <a:pt x="7604" y="15212"/>
                  </a:cubicBezTo>
                  <a:cubicBezTo>
                    <a:pt x="11804" y="15212"/>
                    <a:pt x="15209" y="11808"/>
                    <a:pt x="15209" y="7608"/>
                  </a:cubicBezTo>
                  <a:cubicBezTo>
                    <a:pt x="15209" y="3405"/>
                    <a:pt x="11804" y="1"/>
                    <a:pt x="760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66" name="Google Shape;4666;p13"/>
            <p:cNvSpPr/>
            <p:nvPr/>
          </p:nvSpPr>
          <p:spPr>
            <a:xfrm>
              <a:off x="553048" y="2234824"/>
              <a:ext cx="549400" cy="251015"/>
            </a:xfrm>
            <a:custGeom>
              <a:rect b="b" l="l" r="r" t="t"/>
              <a:pathLst>
                <a:path extrusionOk="0" h="12029" w="26328">
                  <a:moveTo>
                    <a:pt x="1493" y="1"/>
                  </a:moveTo>
                  <a:cubicBezTo>
                    <a:pt x="671" y="1"/>
                    <a:pt x="0" y="668"/>
                    <a:pt x="0" y="1494"/>
                  </a:cubicBezTo>
                  <a:cubicBezTo>
                    <a:pt x="0" y="2320"/>
                    <a:pt x="671" y="2990"/>
                    <a:pt x="1493" y="2990"/>
                  </a:cubicBezTo>
                  <a:lnTo>
                    <a:pt x="19596" y="2990"/>
                  </a:lnTo>
                  <a:cubicBezTo>
                    <a:pt x="21591" y="2990"/>
                    <a:pt x="23340" y="4084"/>
                    <a:pt x="23340" y="5330"/>
                  </a:cubicBezTo>
                  <a:lnTo>
                    <a:pt x="23340" y="6699"/>
                  </a:lnTo>
                  <a:cubicBezTo>
                    <a:pt x="23340" y="7945"/>
                    <a:pt x="21591" y="9039"/>
                    <a:pt x="19596" y="9039"/>
                  </a:cubicBezTo>
                  <a:lnTo>
                    <a:pt x="1493" y="9039"/>
                  </a:lnTo>
                  <a:cubicBezTo>
                    <a:pt x="671" y="9039"/>
                    <a:pt x="0" y="9706"/>
                    <a:pt x="0" y="10532"/>
                  </a:cubicBezTo>
                  <a:cubicBezTo>
                    <a:pt x="0" y="11358"/>
                    <a:pt x="671" y="12028"/>
                    <a:pt x="1493" y="12028"/>
                  </a:cubicBezTo>
                  <a:lnTo>
                    <a:pt x="19596" y="12028"/>
                  </a:lnTo>
                  <a:lnTo>
                    <a:pt x="19596" y="12025"/>
                  </a:lnTo>
                  <a:cubicBezTo>
                    <a:pt x="23370" y="12025"/>
                    <a:pt x="26327" y="9685"/>
                    <a:pt x="26327" y="6699"/>
                  </a:cubicBezTo>
                  <a:lnTo>
                    <a:pt x="26327" y="5330"/>
                  </a:lnTo>
                  <a:cubicBezTo>
                    <a:pt x="26327" y="2341"/>
                    <a:pt x="23370" y="1"/>
                    <a:pt x="19596" y="1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67" name="Google Shape;4667;p13"/>
            <p:cNvSpPr/>
            <p:nvPr/>
          </p:nvSpPr>
          <p:spPr>
            <a:xfrm>
              <a:off x="848698" y="2636106"/>
              <a:ext cx="317374" cy="317374"/>
            </a:xfrm>
            <a:custGeom>
              <a:rect b="b" l="l" r="r" t="t"/>
              <a:pathLst>
                <a:path extrusionOk="0" h="15209" w="15209">
                  <a:moveTo>
                    <a:pt x="7604" y="0"/>
                  </a:moveTo>
                  <a:cubicBezTo>
                    <a:pt x="3404" y="0"/>
                    <a:pt x="0" y="3404"/>
                    <a:pt x="0" y="7604"/>
                  </a:cubicBezTo>
                  <a:cubicBezTo>
                    <a:pt x="0" y="11805"/>
                    <a:pt x="3404" y="15209"/>
                    <a:pt x="7604" y="15209"/>
                  </a:cubicBezTo>
                  <a:cubicBezTo>
                    <a:pt x="11804" y="15209"/>
                    <a:pt x="15209" y="11805"/>
                    <a:pt x="15209" y="7604"/>
                  </a:cubicBezTo>
                  <a:cubicBezTo>
                    <a:pt x="15209" y="3404"/>
                    <a:pt x="11804" y="0"/>
                    <a:pt x="760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68" name="Google Shape;4668;p13"/>
            <p:cNvSpPr/>
            <p:nvPr/>
          </p:nvSpPr>
          <p:spPr>
            <a:xfrm>
              <a:off x="553048" y="2669265"/>
              <a:ext cx="549400" cy="250994"/>
            </a:xfrm>
            <a:custGeom>
              <a:rect b="b" l="l" r="r" t="t"/>
              <a:pathLst>
                <a:path extrusionOk="0" h="12028" w="26328">
                  <a:moveTo>
                    <a:pt x="1493" y="0"/>
                  </a:moveTo>
                  <a:cubicBezTo>
                    <a:pt x="671" y="0"/>
                    <a:pt x="0" y="671"/>
                    <a:pt x="0" y="1496"/>
                  </a:cubicBezTo>
                  <a:cubicBezTo>
                    <a:pt x="0" y="2322"/>
                    <a:pt x="671" y="2990"/>
                    <a:pt x="1493" y="2990"/>
                  </a:cubicBezTo>
                  <a:lnTo>
                    <a:pt x="19596" y="2990"/>
                  </a:lnTo>
                  <a:cubicBezTo>
                    <a:pt x="21591" y="2990"/>
                    <a:pt x="23340" y="4084"/>
                    <a:pt x="23340" y="5330"/>
                  </a:cubicBezTo>
                  <a:lnTo>
                    <a:pt x="23340" y="6698"/>
                  </a:lnTo>
                  <a:cubicBezTo>
                    <a:pt x="23340" y="7947"/>
                    <a:pt x="21591" y="9041"/>
                    <a:pt x="19596" y="9041"/>
                  </a:cubicBezTo>
                  <a:lnTo>
                    <a:pt x="1493" y="9041"/>
                  </a:lnTo>
                  <a:cubicBezTo>
                    <a:pt x="671" y="9041"/>
                    <a:pt x="0" y="9709"/>
                    <a:pt x="0" y="10534"/>
                  </a:cubicBezTo>
                  <a:cubicBezTo>
                    <a:pt x="0" y="11360"/>
                    <a:pt x="671" y="12028"/>
                    <a:pt x="1493" y="12028"/>
                  </a:cubicBezTo>
                  <a:lnTo>
                    <a:pt x="19596" y="12028"/>
                  </a:lnTo>
                  <a:cubicBezTo>
                    <a:pt x="23370" y="12028"/>
                    <a:pt x="26327" y="9688"/>
                    <a:pt x="26327" y="6698"/>
                  </a:cubicBezTo>
                  <a:lnTo>
                    <a:pt x="26327" y="5330"/>
                  </a:lnTo>
                  <a:cubicBezTo>
                    <a:pt x="26327" y="2343"/>
                    <a:pt x="23370" y="0"/>
                    <a:pt x="19596" y="0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69" name="Google Shape;4669;p13"/>
            <p:cNvSpPr/>
            <p:nvPr/>
          </p:nvSpPr>
          <p:spPr>
            <a:xfrm>
              <a:off x="848698" y="3070526"/>
              <a:ext cx="317374" cy="317457"/>
            </a:xfrm>
            <a:custGeom>
              <a:rect b="b" l="l" r="r" t="t"/>
              <a:pathLst>
                <a:path extrusionOk="0" h="15213" w="15209">
                  <a:moveTo>
                    <a:pt x="7604" y="1"/>
                  </a:moveTo>
                  <a:cubicBezTo>
                    <a:pt x="3404" y="1"/>
                    <a:pt x="0" y="3405"/>
                    <a:pt x="0" y="7605"/>
                  </a:cubicBezTo>
                  <a:cubicBezTo>
                    <a:pt x="0" y="11805"/>
                    <a:pt x="3404" y="15212"/>
                    <a:pt x="7604" y="15212"/>
                  </a:cubicBezTo>
                  <a:cubicBezTo>
                    <a:pt x="11804" y="15212"/>
                    <a:pt x="15209" y="11805"/>
                    <a:pt x="15209" y="7605"/>
                  </a:cubicBezTo>
                  <a:cubicBezTo>
                    <a:pt x="15209" y="3405"/>
                    <a:pt x="11804" y="1"/>
                    <a:pt x="760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70" name="Google Shape;4670;p13"/>
            <p:cNvSpPr/>
            <p:nvPr/>
          </p:nvSpPr>
          <p:spPr>
            <a:xfrm>
              <a:off x="553048" y="3103747"/>
              <a:ext cx="549400" cy="251015"/>
            </a:xfrm>
            <a:custGeom>
              <a:rect b="b" l="l" r="r" t="t"/>
              <a:pathLst>
                <a:path extrusionOk="0" h="12029" w="26328">
                  <a:moveTo>
                    <a:pt x="1493" y="0"/>
                  </a:moveTo>
                  <a:cubicBezTo>
                    <a:pt x="671" y="0"/>
                    <a:pt x="0" y="668"/>
                    <a:pt x="0" y="1494"/>
                  </a:cubicBezTo>
                  <a:cubicBezTo>
                    <a:pt x="0" y="2320"/>
                    <a:pt x="671" y="2987"/>
                    <a:pt x="1493" y="2987"/>
                  </a:cubicBezTo>
                  <a:lnTo>
                    <a:pt x="19596" y="2987"/>
                  </a:lnTo>
                  <a:cubicBezTo>
                    <a:pt x="21591" y="2987"/>
                    <a:pt x="23340" y="4081"/>
                    <a:pt x="23340" y="5330"/>
                  </a:cubicBezTo>
                  <a:lnTo>
                    <a:pt x="23340" y="6696"/>
                  </a:lnTo>
                  <a:cubicBezTo>
                    <a:pt x="23340" y="7945"/>
                    <a:pt x="21591" y="9039"/>
                    <a:pt x="19596" y="9039"/>
                  </a:cubicBezTo>
                  <a:lnTo>
                    <a:pt x="1493" y="9039"/>
                  </a:lnTo>
                  <a:cubicBezTo>
                    <a:pt x="671" y="9039"/>
                    <a:pt x="0" y="9706"/>
                    <a:pt x="0" y="10532"/>
                  </a:cubicBezTo>
                  <a:cubicBezTo>
                    <a:pt x="0" y="11358"/>
                    <a:pt x="671" y="12028"/>
                    <a:pt x="1493" y="12028"/>
                  </a:cubicBezTo>
                  <a:lnTo>
                    <a:pt x="19596" y="12028"/>
                  </a:lnTo>
                  <a:lnTo>
                    <a:pt x="19596" y="12025"/>
                  </a:lnTo>
                  <a:cubicBezTo>
                    <a:pt x="23370" y="12025"/>
                    <a:pt x="26327" y="9685"/>
                    <a:pt x="26327" y="6696"/>
                  </a:cubicBezTo>
                  <a:lnTo>
                    <a:pt x="26327" y="5330"/>
                  </a:lnTo>
                  <a:cubicBezTo>
                    <a:pt x="26327" y="2340"/>
                    <a:pt x="23370" y="0"/>
                    <a:pt x="19596" y="0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71" name="Google Shape;4671;p13"/>
            <p:cNvSpPr/>
            <p:nvPr/>
          </p:nvSpPr>
          <p:spPr>
            <a:xfrm>
              <a:off x="848698" y="3504966"/>
              <a:ext cx="317374" cy="317436"/>
            </a:xfrm>
            <a:custGeom>
              <a:rect b="b" l="l" r="r" t="t"/>
              <a:pathLst>
                <a:path extrusionOk="0" h="15212" w="15209">
                  <a:moveTo>
                    <a:pt x="7604" y="0"/>
                  </a:moveTo>
                  <a:cubicBezTo>
                    <a:pt x="3404" y="0"/>
                    <a:pt x="0" y="3407"/>
                    <a:pt x="0" y="7607"/>
                  </a:cubicBezTo>
                  <a:cubicBezTo>
                    <a:pt x="0" y="11807"/>
                    <a:pt x="3404" y="15212"/>
                    <a:pt x="7604" y="15212"/>
                  </a:cubicBezTo>
                  <a:cubicBezTo>
                    <a:pt x="11804" y="15212"/>
                    <a:pt x="15209" y="11807"/>
                    <a:pt x="15209" y="7607"/>
                  </a:cubicBezTo>
                  <a:cubicBezTo>
                    <a:pt x="15209" y="3407"/>
                    <a:pt x="11804" y="0"/>
                    <a:pt x="760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72" name="Google Shape;4672;p13"/>
            <p:cNvSpPr/>
            <p:nvPr/>
          </p:nvSpPr>
          <p:spPr>
            <a:xfrm>
              <a:off x="553048" y="3538167"/>
              <a:ext cx="549400" cy="251015"/>
            </a:xfrm>
            <a:custGeom>
              <a:rect b="b" l="l" r="r" t="t"/>
              <a:pathLst>
                <a:path extrusionOk="0" h="12029" w="26328">
                  <a:moveTo>
                    <a:pt x="1493" y="1"/>
                  </a:moveTo>
                  <a:cubicBezTo>
                    <a:pt x="671" y="1"/>
                    <a:pt x="0" y="672"/>
                    <a:pt x="0" y="1497"/>
                  </a:cubicBezTo>
                  <a:cubicBezTo>
                    <a:pt x="0" y="2320"/>
                    <a:pt x="671" y="2991"/>
                    <a:pt x="1493" y="2991"/>
                  </a:cubicBezTo>
                  <a:lnTo>
                    <a:pt x="19596" y="2991"/>
                  </a:lnTo>
                  <a:cubicBezTo>
                    <a:pt x="21591" y="2991"/>
                    <a:pt x="23340" y="4085"/>
                    <a:pt x="23340" y="5331"/>
                  </a:cubicBezTo>
                  <a:lnTo>
                    <a:pt x="23340" y="6699"/>
                  </a:lnTo>
                  <a:cubicBezTo>
                    <a:pt x="23340" y="7948"/>
                    <a:pt x="21591" y="9042"/>
                    <a:pt x="19596" y="9042"/>
                  </a:cubicBezTo>
                  <a:lnTo>
                    <a:pt x="1493" y="9042"/>
                  </a:lnTo>
                  <a:cubicBezTo>
                    <a:pt x="671" y="9042"/>
                    <a:pt x="0" y="9710"/>
                    <a:pt x="0" y="10535"/>
                  </a:cubicBezTo>
                  <a:cubicBezTo>
                    <a:pt x="0" y="11361"/>
                    <a:pt x="671" y="12029"/>
                    <a:pt x="1493" y="12029"/>
                  </a:cubicBezTo>
                  <a:lnTo>
                    <a:pt x="19596" y="12029"/>
                  </a:lnTo>
                  <a:cubicBezTo>
                    <a:pt x="23370" y="12029"/>
                    <a:pt x="26327" y="9689"/>
                    <a:pt x="26327" y="6699"/>
                  </a:cubicBezTo>
                  <a:lnTo>
                    <a:pt x="26327" y="5331"/>
                  </a:lnTo>
                  <a:cubicBezTo>
                    <a:pt x="26327" y="2344"/>
                    <a:pt x="23370" y="1"/>
                    <a:pt x="19596" y="1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73" name="Google Shape;4673;p13"/>
            <p:cNvSpPr/>
            <p:nvPr/>
          </p:nvSpPr>
          <p:spPr>
            <a:xfrm>
              <a:off x="848698" y="3939449"/>
              <a:ext cx="317374" cy="317395"/>
            </a:xfrm>
            <a:custGeom>
              <a:rect b="b" l="l" r="r" t="t"/>
              <a:pathLst>
                <a:path extrusionOk="0" h="15210" w="15209">
                  <a:moveTo>
                    <a:pt x="7604" y="1"/>
                  </a:moveTo>
                  <a:cubicBezTo>
                    <a:pt x="3404" y="1"/>
                    <a:pt x="0" y="3405"/>
                    <a:pt x="0" y="7605"/>
                  </a:cubicBezTo>
                  <a:cubicBezTo>
                    <a:pt x="0" y="11805"/>
                    <a:pt x="3404" y="15209"/>
                    <a:pt x="7604" y="15209"/>
                  </a:cubicBezTo>
                  <a:cubicBezTo>
                    <a:pt x="11804" y="15209"/>
                    <a:pt x="15209" y="11805"/>
                    <a:pt x="15209" y="7605"/>
                  </a:cubicBezTo>
                  <a:cubicBezTo>
                    <a:pt x="15209" y="3405"/>
                    <a:pt x="11804" y="1"/>
                    <a:pt x="760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74" name="Google Shape;4674;p13"/>
            <p:cNvSpPr/>
            <p:nvPr/>
          </p:nvSpPr>
          <p:spPr>
            <a:xfrm>
              <a:off x="553048" y="3972670"/>
              <a:ext cx="549400" cy="251015"/>
            </a:xfrm>
            <a:custGeom>
              <a:rect b="b" l="l" r="r" t="t"/>
              <a:pathLst>
                <a:path extrusionOk="0" h="12029" w="26328">
                  <a:moveTo>
                    <a:pt x="1493" y="0"/>
                  </a:moveTo>
                  <a:cubicBezTo>
                    <a:pt x="671" y="0"/>
                    <a:pt x="0" y="668"/>
                    <a:pt x="0" y="1494"/>
                  </a:cubicBezTo>
                  <a:cubicBezTo>
                    <a:pt x="0" y="2320"/>
                    <a:pt x="671" y="2990"/>
                    <a:pt x="1493" y="2990"/>
                  </a:cubicBezTo>
                  <a:lnTo>
                    <a:pt x="19596" y="2990"/>
                  </a:lnTo>
                  <a:cubicBezTo>
                    <a:pt x="21591" y="2990"/>
                    <a:pt x="23340" y="4081"/>
                    <a:pt x="23340" y="5330"/>
                  </a:cubicBezTo>
                  <a:lnTo>
                    <a:pt x="23340" y="6695"/>
                  </a:lnTo>
                  <a:cubicBezTo>
                    <a:pt x="23340" y="7944"/>
                    <a:pt x="21591" y="9038"/>
                    <a:pt x="19596" y="9038"/>
                  </a:cubicBezTo>
                  <a:lnTo>
                    <a:pt x="1493" y="9038"/>
                  </a:lnTo>
                  <a:cubicBezTo>
                    <a:pt x="671" y="9038"/>
                    <a:pt x="0" y="9706"/>
                    <a:pt x="0" y="10532"/>
                  </a:cubicBezTo>
                  <a:cubicBezTo>
                    <a:pt x="0" y="11358"/>
                    <a:pt x="671" y="12028"/>
                    <a:pt x="1493" y="12028"/>
                  </a:cubicBezTo>
                  <a:lnTo>
                    <a:pt x="19596" y="12028"/>
                  </a:lnTo>
                  <a:lnTo>
                    <a:pt x="19596" y="12025"/>
                  </a:lnTo>
                  <a:cubicBezTo>
                    <a:pt x="23370" y="12025"/>
                    <a:pt x="26327" y="9685"/>
                    <a:pt x="26327" y="6695"/>
                  </a:cubicBezTo>
                  <a:lnTo>
                    <a:pt x="26327" y="5327"/>
                  </a:lnTo>
                  <a:cubicBezTo>
                    <a:pt x="26327" y="2340"/>
                    <a:pt x="23370" y="0"/>
                    <a:pt x="19596" y="0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675" name="Google Shape;4675;p13"/>
          <p:cNvSpPr txBox="1"/>
          <p:nvPr>
            <p:ph hasCustomPrompt="1" type="title"/>
          </p:nvPr>
        </p:nvSpPr>
        <p:spPr>
          <a:xfrm>
            <a:off x="1284000" y="1558475"/>
            <a:ext cx="6576000" cy="1511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4676" name="Google Shape;4676;p13"/>
          <p:cNvSpPr txBox="1"/>
          <p:nvPr>
            <p:ph idx="1" type="subTitle"/>
          </p:nvPr>
        </p:nvSpPr>
        <p:spPr>
          <a:xfrm>
            <a:off x="1284000" y="3069625"/>
            <a:ext cx="6576000" cy="71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677" name="Shape 467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CUSTOM_2">
    <p:bg>
      <p:bgPr>
        <a:solidFill>
          <a:schemeClr val="lt1"/>
        </a:solidFill>
      </p:bgPr>
    </p:bg>
    <p:spTree>
      <p:nvGrpSpPr>
        <p:cNvPr id="4678" name="Shape 4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79" name="Google Shape;4679;p15"/>
          <p:cNvGrpSpPr/>
          <p:nvPr/>
        </p:nvGrpSpPr>
        <p:grpSpPr>
          <a:xfrm>
            <a:off x="0" y="0"/>
            <a:ext cx="9144125" cy="5143391"/>
            <a:chOff x="0" y="0"/>
            <a:chExt cx="9144125" cy="5143391"/>
          </a:xfrm>
        </p:grpSpPr>
        <p:sp>
          <p:nvSpPr>
            <p:cNvPr id="4680" name="Google Shape;4680;p15"/>
            <p:cNvSpPr/>
            <p:nvPr/>
          </p:nvSpPr>
          <p:spPr>
            <a:xfrm>
              <a:off x="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81" name="Google Shape;4681;p15"/>
            <p:cNvSpPr/>
            <p:nvPr/>
          </p:nvSpPr>
          <p:spPr>
            <a:xfrm>
              <a:off x="38100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82" name="Google Shape;4682;p15"/>
            <p:cNvSpPr/>
            <p:nvPr/>
          </p:nvSpPr>
          <p:spPr>
            <a:xfrm>
              <a:off x="76201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83" name="Google Shape;4683;p15"/>
            <p:cNvSpPr/>
            <p:nvPr/>
          </p:nvSpPr>
          <p:spPr>
            <a:xfrm>
              <a:off x="114301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84" name="Google Shape;4684;p15"/>
            <p:cNvSpPr/>
            <p:nvPr/>
          </p:nvSpPr>
          <p:spPr>
            <a:xfrm>
              <a:off x="152402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85" name="Google Shape;4685;p15"/>
            <p:cNvSpPr/>
            <p:nvPr/>
          </p:nvSpPr>
          <p:spPr>
            <a:xfrm>
              <a:off x="190502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86" name="Google Shape;4686;p15"/>
            <p:cNvSpPr/>
            <p:nvPr/>
          </p:nvSpPr>
          <p:spPr>
            <a:xfrm>
              <a:off x="228603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87" name="Google Shape;4687;p15"/>
            <p:cNvSpPr/>
            <p:nvPr/>
          </p:nvSpPr>
          <p:spPr>
            <a:xfrm>
              <a:off x="266703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88" name="Google Shape;4688;p15"/>
            <p:cNvSpPr/>
            <p:nvPr/>
          </p:nvSpPr>
          <p:spPr>
            <a:xfrm>
              <a:off x="304804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89" name="Google Shape;4689;p15"/>
            <p:cNvSpPr/>
            <p:nvPr/>
          </p:nvSpPr>
          <p:spPr>
            <a:xfrm>
              <a:off x="342904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90" name="Google Shape;4690;p15"/>
            <p:cNvSpPr/>
            <p:nvPr/>
          </p:nvSpPr>
          <p:spPr>
            <a:xfrm>
              <a:off x="381005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91" name="Google Shape;4691;p15"/>
            <p:cNvSpPr/>
            <p:nvPr/>
          </p:nvSpPr>
          <p:spPr>
            <a:xfrm>
              <a:off x="419105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92" name="Google Shape;4692;p15"/>
            <p:cNvSpPr/>
            <p:nvPr/>
          </p:nvSpPr>
          <p:spPr>
            <a:xfrm>
              <a:off x="457206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93" name="Google Shape;4693;p15"/>
            <p:cNvSpPr/>
            <p:nvPr/>
          </p:nvSpPr>
          <p:spPr>
            <a:xfrm>
              <a:off x="495306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94" name="Google Shape;4694;p15"/>
            <p:cNvSpPr/>
            <p:nvPr/>
          </p:nvSpPr>
          <p:spPr>
            <a:xfrm>
              <a:off x="533407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95" name="Google Shape;4695;p15"/>
            <p:cNvSpPr/>
            <p:nvPr/>
          </p:nvSpPr>
          <p:spPr>
            <a:xfrm>
              <a:off x="571507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96" name="Google Shape;4696;p15"/>
            <p:cNvSpPr/>
            <p:nvPr/>
          </p:nvSpPr>
          <p:spPr>
            <a:xfrm>
              <a:off x="609608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97" name="Google Shape;4697;p15"/>
            <p:cNvSpPr/>
            <p:nvPr/>
          </p:nvSpPr>
          <p:spPr>
            <a:xfrm>
              <a:off x="647708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98" name="Google Shape;4698;p15"/>
            <p:cNvSpPr/>
            <p:nvPr/>
          </p:nvSpPr>
          <p:spPr>
            <a:xfrm>
              <a:off x="685809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99" name="Google Shape;4699;p15"/>
            <p:cNvSpPr/>
            <p:nvPr/>
          </p:nvSpPr>
          <p:spPr>
            <a:xfrm>
              <a:off x="723909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00" name="Google Shape;4700;p15"/>
            <p:cNvSpPr/>
            <p:nvPr/>
          </p:nvSpPr>
          <p:spPr>
            <a:xfrm>
              <a:off x="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01" name="Google Shape;4701;p15"/>
            <p:cNvSpPr/>
            <p:nvPr/>
          </p:nvSpPr>
          <p:spPr>
            <a:xfrm>
              <a:off x="38100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02" name="Google Shape;4702;p15"/>
            <p:cNvSpPr/>
            <p:nvPr/>
          </p:nvSpPr>
          <p:spPr>
            <a:xfrm>
              <a:off x="76201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03" name="Google Shape;4703;p15"/>
            <p:cNvSpPr/>
            <p:nvPr/>
          </p:nvSpPr>
          <p:spPr>
            <a:xfrm>
              <a:off x="114301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04" name="Google Shape;4704;p15"/>
            <p:cNvSpPr/>
            <p:nvPr/>
          </p:nvSpPr>
          <p:spPr>
            <a:xfrm>
              <a:off x="152402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05" name="Google Shape;4705;p15"/>
            <p:cNvSpPr/>
            <p:nvPr/>
          </p:nvSpPr>
          <p:spPr>
            <a:xfrm>
              <a:off x="190502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06" name="Google Shape;4706;p15"/>
            <p:cNvSpPr/>
            <p:nvPr/>
          </p:nvSpPr>
          <p:spPr>
            <a:xfrm>
              <a:off x="228603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07" name="Google Shape;4707;p15"/>
            <p:cNvSpPr/>
            <p:nvPr/>
          </p:nvSpPr>
          <p:spPr>
            <a:xfrm>
              <a:off x="266703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08" name="Google Shape;4708;p15"/>
            <p:cNvSpPr/>
            <p:nvPr/>
          </p:nvSpPr>
          <p:spPr>
            <a:xfrm>
              <a:off x="304804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09" name="Google Shape;4709;p15"/>
            <p:cNvSpPr/>
            <p:nvPr/>
          </p:nvSpPr>
          <p:spPr>
            <a:xfrm>
              <a:off x="342904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10" name="Google Shape;4710;p15"/>
            <p:cNvSpPr/>
            <p:nvPr/>
          </p:nvSpPr>
          <p:spPr>
            <a:xfrm>
              <a:off x="381005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11" name="Google Shape;4711;p15"/>
            <p:cNvSpPr/>
            <p:nvPr/>
          </p:nvSpPr>
          <p:spPr>
            <a:xfrm>
              <a:off x="419105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12" name="Google Shape;4712;p15"/>
            <p:cNvSpPr/>
            <p:nvPr/>
          </p:nvSpPr>
          <p:spPr>
            <a:xfrm>
              <a:off x="457206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13" name="Google Shape;4713;p15"/>
            <p:cNvSpPr/>
            <p:nvPr/>
          </p:nvSpPr>
          <p:spPr>
            <a:xfrm>
              <a:off x="495306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14" name="Google Shape;4714;p15"/>
            <p:cNvSpPr/>
            <p:nvPr/>
          </p:nvSpPr>
          <p:spPr>
            <a:xfrm>
              <a:off x="533407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15" name="Google Shape;4715;p15"/>
            <p:cNvSpPr/>
            <p:nvPr/>
          </p:nvSpPr>
          <p:spPr>
            <a:xfrm>
              <a:off x="571507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16" name="Google Shape;4716;p15"/>
            <p:cNvSpPr/>
            <p:nvPr/>
          </p:nvSpPr>
          <p:spPr>
            <a:xfrm>
              <a:off x="609608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17" name="Google Shape;4717;p15"/>
            <p:cNvSpPr/>
            <p:nvPr/>
          </p:nvSpPr>
          <p:spPr>
            <a:xfrm>
              <a:off x="647708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18" name="Google Shape;4718;p15"/>
            <p:cNvSpPr/>
            <p:nvPr/>
          </p:nvSpPr>
          <p:spPr>
            <a:xfrm>
              <a:off x="685809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19" name="Google Shape;4719;p15"/>
            <p:cNvSpPr/>
            <p:nvPr/>
          </p:nvSpPr>
          <p:spPr>
            <a:xfrm>
              <a:off x="723909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20" name="Google Shape;4720;p15"/>
            <p:cNvSpPr/>
            <p:nvPr/>
          </p:nvSpPr>
          <p:spPr>
            <a:xfrm>
              <a:off x="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21" name="Google Shape;4721;p15"/>
            <p:cNvSpPr/>
            <p:nvPr/>
          </p:nvSpPr>
          <p:spPr>
            <a:xfrm>
              <a:off x="38100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22" name="Google Shape;4722;p15"/>
            <p:cNvSpPr/>
            <p:nvPr/>
          </p:nvSpPr>
          <p:spPr>
            <a:xfrm>
              <a:off x="76201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23" name="Google Shape;4723;p15"/>
            <p:cNvSpPr/>
            <p:nvPr/>
          </p:nvSpPr>
          <p:spPr>
            <a:xfrm>
              <a:off x="114301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24" name="Google Shape;4724;p15"/>
            <p:cNvSpPr/>
            <p:nvPr/>
          </p:nvSpPr>
          <p:spPr>
            <a:xfrm>
              <a:off x="152402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25" name="Google Shape;4725;p15"/>
            <p:cNvSpPr/>
            <p:nvPr/>
          </p:nvSpPr>
          <p:spPr>
            <a:xfrm>
              <a:off x="190502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26" name="Google Shape;4726;p15"/>
            <p:cNvSpPr/>
            <p:nvPr/>
          </p:nvSpPr>
          <p:spPr>
            <a:xfrm>
              <a:off x="228603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27" name="Google Shape;4727;p15"/>
            <p:cNvSpPr/>
            <p:nvPr/>
          </p:nvSpPr>
          <p:spPr>
            <a:xfrm>
              <a:off x="266703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28" name="Google Shape;4728;p15"/>
            <p:cNvSpPr/>
            <p:nvPr/>
          </p:nvSpPr>
          <p:spPr>
            <a:xfrm>
              <a:off x="304804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29" name="Google Shape;4729;p15"/>
            <p:cNvSpPr/>
            <p:nvPr/>
          </p:nvSpPr>
          <p:spPr>
            <a:xfrm>
              <a:off x="342904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30" name="Google Shape;4730;p15"/>
            <p:cNvSpPr/>
            <p:nvPr/>
          </p:nvSpPr>
          <p:spPr>
            <a:xfrm>
              <a:off x="381005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31" name="Google Shape;4731;p15"/>
            <p:cNvSpPr/>
            <p:nvPr/>
          </p:nvSpPr>
          <p:spPr>
            <a:xfrm>
              <a:off x="419105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32" name="Google Shape;4732;p15"/>
            <p:cNvSpPr/>
            <p:nvPr/>
          </p:nvSpPr>
          <p:spPr>
            <a:xfrm>
              <a:off x="457206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33" name="Google Shape;4733;p15"/>
            <p:cNvSpPr/>
            <p:nvPr/>
          </p:nvSpPr>
          <p:spPr>
            <a:xfrm>
              <a:off x="495306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34" name="Google Shape;4734;p15"/>
            <p:cNvSpPr/>
            <p:nvPr/>
          </p:nvSpPr>
          <p:spPr>
            <a:xfrm>
              <a:off x="533407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35" name="Google Shape;4735;p15"/>
            <p:cNvSpPr/>
            <p:nvPr/>
          </p:nvSpPr>
          <p:spPr>
            <a:xfrm>
              <a:off x="571507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36" name="Google Shape;4736;p15"/>
            <p:cNvSpPr/>
            <p:nvPr/>
          </p:nvSpPr>
          <p:spPr>
            <a:xfrm>
              <a:off x="609608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37" name="Google Shape;4737;p15"/>
            <p:cNvSpPr/>
            <p:nvPr/>
          </p:nvSpPr>
          <p:spPr>
            <a:xfrm>
              <a:off x="647708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38" name="Google Shape;4738;p15"/>
            <p:cNvSpPr/>
            <p:nvPr/>
          </p:nvSpPr>
          <p:spPr>
            <a:xfrm>
              <a:off x="685809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39" name="Google Shape;4739;p15"/>
            <p:cNvSpPr/>
            <p:nvPr/>
          </p:nvSpPr>
          <p:spPr>
            <a:xfrm>
              <a:off x="723909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40" name="Google Shape;4740;p15"/>
            <p:cNvSpPr/>
            <p:nvPr/>
          </p:nvSpPr>
          <p:spPr>
            <a:xfrm>
              <a:off x="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41" name="Google Shape;4741;p15"/>
            <p:cNvSpPr/>
            <p:nvPr/>
          </p:nvSpPr>
          <p:spPr>
            <a:xfrm>
              <a:off x="38100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42" name="Google Shape;4742;p15"/>
            <p:cNvSpPr/>
            <p:nvPr/>
          </p:nvSpPr>
          <p:spPr>
            <a:xfrm>
              <a:off x="76201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43" name="Google Shape;4743;p15"/>
            <p:cNvSpPr/>
            <p:nvPr/>
          </p:nvSpPr>
          <p:spPr>
            <a:xfrm>
              <a:off x="114301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44" name="Google Shape;4744;p15"/>
            <p:cNvSpPr/>
            <p:nvPr/>
          </p:nvSpPr>
          <p:spPr>
            <a:xfrm>
              <a:off x="152402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45" name="Google Shape;4745;p15"/>
            <p:cNvSpPr/>
            <p:nvPr/>
          </p:nvSpPr>
          <p:spPr>
            <a:xfrm>
              <a:off x="190502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46" name="Google Shape;4746;p15"/>
            <p:cNvSpPr/>
            <p:nvPr/>
          </p:nvSpPr>
          <p:spPr>
            <a:xfrm>
              <a:off x="228603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47" name="Google Shape;4747;p15"/>
            <p:cNvSpPr/>
            <p:nvPr/>
          </p:nvSpPr>
          <p:spPr>
            <a:xfrm>
              <a:off x="266703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48" name="Google Shape;4748;p15"/>
            <p:cNvSpPr/>
            <p:nvPr/>
          </p:nvSpPr>
          <p:spPr>
            <a:xfrm>
              <a:off x="304804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49" name="Google Shape;4749;p15"/>
            <p:cNvSpPr/>
            <p:nvPr/>
          </p:nvSpPr>
          <p:spPr>
            <a:xfrm>
              <a:off x="342904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50" name="Google Shape;4750;p15"/>
            <p:cNvSpPr/>
            <p:nvPr/>
          </p:nvSpPr>
          <p:spPr>
            <a:xfrm>
              <a:off x="381005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51" name="Google Shape;4751;p15"/>
            <p:cNvSpPr/>
            <p:nvPr/>
          </p:nvSpPr>
          <p:spPr>
            <a:xfrm>
              <a:off x="419105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52" name="Google Shape;4752;p15"/>
            <p:cNvSpPr/>
            <p:nvPr/>
          </p:nvSpPr>
          <p:spPr>
            <a:xfrm>
              <a:off x="457206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53" name="Google Shape;4753;p15"/>
            <p:cNvSpPr/>
            <p:nvPr/>
          </p:nvSpPr>
          <p:spPr>
            <a:xfrm>
              <a:off x="495306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54" name="Google Shape;4754;p15"/>
            <p:cNvSpPr/>
            <p:nvPr/>
          </p:nvSpPr>
          <p:spPr>
            <a:xfrm>
              <a:off x="533407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55" name="Google Shape;4755;p15"/>
            <p:cNvSpPr/>
            <p:nvPr/>
          </p:nvSpPr>
          <p:spPr>
            <a:xfrm>
              <a:off x="571507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56" name="Google Shape;4756;p15"/>
            <p:cNvSpPr/>
            <p:nvPr/>
          </p:nvSpPr>
          <p:spPr>
            <a:xfrm>
              <a:off x="609608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57" name="Google Shape;4757;p15"/>
            <p:cNvSpPr/>
            <p:nvPr/>
          </p:nvSpPr>
          <p:spPr>
            <a:xfrm>
              <a:off x="647708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58" name="Google Shape;4758;p15"/>
            <p:cNvSpPr/>
            <p:nvPr/>
          </p:nvSpPr>
          <p:spPr>
            <a:xfrm>
              <a:off x="685809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59" name="Google Shape;4759;p15"/>
            <p:cNvSpPr/>
            <p:nvPr/>
          </p:nvSpPr>
          <p:spPr>
            <a:xfrm>
              <a:off x="723909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60" name="Google Shape;4760;p15"/>
            <p:cNvSpPr/>
            <p:nvPr/>
          </p:nvSpPr>
          <p:spPr>
            <a:xfrm>
              <a:off x="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61" name="Google Shape;4761;p15"/>
            <p:cNvSpPr/>
            <p:nvPr/>
          </p:nvSpPr>
          <p:spPr>
            <a:xfrm>
              <a:off x="38100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62" name="Google Shape;4762;p15"/>
            <p:cNvSpPr/>
            <p:nvPr/>
          </p:nvSpPr>
          <p:spPr>
            <a:xfrm>
              <a:off x="76201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63" name="Google Shape;4763;p15"/>
            <p:cNvSpPr/>
            <p:nvPr/>
          </p:nvSpPr>
          <p:spPr>
            <a:xfrm>
              <a:off x="114301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64" name="Google Shape;4764;p15"/>
            <p:cNvSpPr/>
            <p:nvPr/>
          </p:nvSpPr>
          <p:spPr>
            <a:xfrm>
              <a:off x="152402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65" name="Google Shape;4765;p15"/>
            <p:cNvSpPr/>
            <p:nvPr/>
          </p:nvSpPr>
          <p:spPr>
            <a:xfrm>
              <a:off x="190502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66" name="Google Shape;4766;p15"/>
            <p:cNvSpPr/>
            <p:nvPr/>
          </p:nvSpPr>
          <p:spPr>
            <a:xfrm>
              <a:off x="228603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67" name="Google Shape;4767;p15"/>
            <p:cNvSpPr/>
            <p:nvPr/>
          </p:nvSpPr>
          <p:spPr>
            <a:xfrm>
              <a:off x="266703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68" name="Google Shape;4768;p15"/>
            <p:cNvSpPr/>
            <p:nvPr/>
          </p:nvSpPr>
          <p:spPr>
            <a:xfrm>
              <a:off x="304804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69" name="Google Shape;4769;p15"/>
            <p:cNvSpPr/>
            <p:nvPr/>
          </p:nvSpPr>
          <p:spPr>
            <a:xfrm>
              <a:off x="342904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70" name="Google Shape;4770;p15"/>
            <p:cNvSpPr/>
            <p:nvPr/>
          </p:nvSpPr>
          <p:spPr>
            <a:xfrm>
              <a:off x="381005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71" name="Google Shape;4771;p15"/>
            <p:cNvSpPr/>
            <p:nvPr/>
          </p:nvSpPr>
          <p:spPr>
            <a:xfrm>
              <a:off x="419105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72" name="Google Shape;4772;p15"/>
            <p:cNvSpPr/>
            <p:nvPr/>
          </p:nvSpPr>
          <p:spPr>
            <a:xfrm>
              <a:off x="457206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73" name="Google Shape;4773;p15"/>
            <p:cNvSpPr/>
            <p:nvPr/>
          </p:nvSpPr>
          <p:spPr>
            <a:xfrm>
              <a:off x="495306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74" name="Google Shape;4774;p15"/>
            <p:cNvSpPr/>
            <p:nvPr/>
          </p:nvSpPr>
          <p:spPr>
            <a:xfrm>
              <a:off x="533407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75" name="Google Shape;4775;p15"/>
            <p:cNvSpPr/>
            <p:nvPr/>
          </p:nvSpPr>
          <p:spPr>
            <a:xfrm>
              <a:off x="571507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76" name="Google Shape;4776;p15"/>
            <p:cNvSpPr/>
            <p:nvPr/>
          </p:nvSpPr>
          <p:spPr>
            <a:xfrm>
              <a:off x="609608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77" name="Google Shape;4777;p15"/>
            <p:cNvSpPr/>
            <p:nvPr/>
          </p:nvSpPr>
          <p:spPr>
            <a:xfrm>
              <a:off x="647708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78" name="Google Shape;4778;p15"/>
            <p:cNvSpPr/>
            <p:nvPr/>
          </p:nvSpPr>
          <p:spPr>
            <a:xfrm>
              <a:off x="685809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79" name="Google Shape;4779;p15"/>
            <p:cNvSpPr/>
            <p:nvPr/>
          </p:nvSpPr>
          <p:spPr>
            <a:xfrm>
              <a:off x="723909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80" name="Google Shape;4780;p15"/>
            <p:cNvSpPr/>
            <p:nvPr/>
          </p:nvSpPr>
          <p:spPr>
            <a:xfrm>
              <a:off x="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81" name="Google Shape;4781;p15"/>
            <p:cNvSpPr/>
            <p:nvPr/>
          </p:nvSpPr>
          <p:spPr>
            <a:xfrm>
              <a:off x="38100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82" name="Google Shape;4782;p15"/>
            <p:cNvSpPr/>
            <p:nvPr/>
          </p:nvSpPr>
          <p:spPr>
            <a:xfrm>
              <a:off x="76201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83" name="Google Shape;4783;p15"/>
            <p:cNvSpPr/>
            <p:nvPr/>
          </p:nvSpPr>
          <p:spPr>
            <a:xfrm>
              <a:off x="114301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84" name="Google Shape;4784;p15"/>
            <p:cNvSpPr/>
            <p:nvPr/>
          </p:nvSpPr>
          <p:spPr>
            <a:xfrm>
              <a:off x="152402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85" name="Google Shape;4785;p15"/>
            <p:cNvSpPr/>
            <p:nvPr/>
          </p:nvSpPr>
          <p:spPr>
            <a:xfrm>
              <a:off x="190502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86" name="Google Shape;4786;p15"/>
            <p:cNvSpPr/>
            <p:nvPr/>
          </p:nvSpPr>
          <p:spPr>
            <a:xfrm>
              <a:off x="228603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87" name="Google Shape;4787;p15"/>
            <p:cNvSpPr/>
            <p:nvPr/>
          </p:nvSpPr>
          <p:spPr>
            <a:xfrm>
              <a:off x="266703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88" name="Google Shape;4788;p15"/>
            <p:cNvSpPr/>
            <p:nvPr/>
          </p:nvSpPr>
          <p:spPr>
            <a:xfrm>
              <a:off x="304804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89" name="Google Shape;4789;p15"/>
            <p:cNvSpPr/>
            <p:nvPr/>
          </p:nvSpPr>
          <p:spPr>
            <a:xfrm>
              <a:off x="342904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90" name="Google Shape;4790;p15"/>
            <p:cNvSpPr/>
            <p:nvPr/>
          </p:nvSpPr>
          <p:spPr>
            <a:xfrm>
              <a:off x="381005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91" name="Google Shape;4791;p15"/>
            <p:cNvSpPr/>
            <p:nvPr/>
          </p:nvSpPr>
          <p:spPr>
            <a:xfrm>
              <a:off x="419105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92" name="Google Shape;4792;p15"/>
            <p:cNvSpPr/>
            <p:nvPr/>
          </p:nvSpPr>
          <p:spPr>
            <a:xfrm>
              <a:off x="457206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93" name="Google Shape;4793;p15"/>
            <p:cNvSpPr/>
            <p:nvPr/>
          </p:nvSpPr>
          <p:spPr>
            <a:xfrm>
              <a:off x="495306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94" name="Google Shape;4794;p15"/>
            <p:cNvSpPr/>
            <p:nvPr/>
          </p:nvSpPr>
          <p:spPr>
            <a:xfrm>
              <a:off x="533407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95" name="Google Shape;4795;p15"/>
            <p:cNvSpPr/>
            <p:nvPr/>
          </p:nvSpPr>
          <p:spPr>
            <a:xfrm>
              <a:off x="571507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96" name="Google Shape;4796;p15"/>
            <p:cNvSpPr/>
            <p:nvPr/>
          </p:nvSpPr>
          <p:spPr>
            <a:xfrm>
              <a:off x="609608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97" name="Google Shape;4797;p15"/>
            <p:cNvSpPr/>
            <p:nvPr/>
          </p:nvSpPr>
          <p:spPr>
            <a:xfrm>
              <a:off x="647708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98" name="Google Shape;4798;p15"/>
            <p:cNvSpPr/>
            <p:nvPr/>
          </p:nvSpPr>
          <p:spPr>
            <a:xfrm>
              <a:off x="685809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99" name="Google Shape;4799;p15"/>
            <p:cNvSpPr/>
            <p:nvPr/>
          </p:nvSpPr>
          <p:spPr>
            <a:xfrm>
              <a:off x="723909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00" name="Google Shape;4800;p15"/>
            <p:cNvSpPr/>
            <p:nvPr/>
          </p:nvSpPr>
          <p:spPr>
            <a:xfrm>
              <a:off x="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01" name="Google Shape;4801;p15"/>
            <p:cNvSpPr/>
            <p:nvPr/>
          </p:nvSpPr>
          <p:spPr>
            <a:xfrm>
              <a:off x="38100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02" name="Google Shape;4802;p15"/>
            <p:cNvSpPr/>
            <p:nvPr/>
          </p:nvSpPr>
          <p:spPr>
            <a:xfrm>
              <a:off x="76201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03" name="Google Shape;4803;p15"/>
            <p:cNvSpPr/>
            <p:nvPr/>
          </p:nvSpPr>
          <p:spPr>
            <a:xfrm>
              <a:off x="114301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04" name="Google Shape;4804;p15"/>
            <p:cNvSpPr/>
            <p:nvPr/>
          </p:nvSpPr>
          <p:spPr>
            <a:xfrm>
              <a:off x="152402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05" name="Google Shape;4805;p15"/>
            <p:cNvSpPr/>
            <p:nvPr/>
          </p:nvSpPr>
          <p:spPr>
            <a:xfrm>
              <a:off x="190502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06" name="Google Shape;4806;p15"/>
            <p:cNvSpPr/>
            <p:nvPr/>
          </p:nvSpPr>
          <p:spPr>
            <a:xfrm>
              <a:off x="228603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07" name="Google Shape;4807;p15"/>
            <p:cNvSpPr/>
            <p:nvPr/>
          </p:nvSpPr>
          <p:spPr>
            <a:xfrm>
              <a:off x="266703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08" name="Google Shape;4808;p15"/>
            <p:cNvSpPr/>
            <p:nvPr/>
          </p:nvSpPr>
          <p:spPr>
            <a:xfrm>
              <a:off x="304804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09" name="Google Shape;4809;p15"/>
            <p:cNvSpPr/>
            <p:nvPr/>
          </p:nvSpPr>
          <p:spPr>
            <a:xfrm>
              <a:off x="342904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10" name="Google Shape;4810;p15"/>
            <p:cNvSpPr/>
            <p:nvPr/>
          </p:nvSpPr>
          <p:spPr>
            <a:xfrm>
              <a:off x="381005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11" name="Google Shape;4811;p15"/>
            <p:cNvSpPr/>
            <p:nvPr/>
          </p:nvSpPr>
          <p:spPr>
            <a:xfrm>
              <a:off x="419105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12" name="Google Shape;4812;p15"/>
            <p:cNvSpPr/>
            <p:nvPr/>
          </p:nvSpPr>
          <p:spPr>
            <a:xfrm>
              <a:off x="457206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13" name="Google Shape;4813;p15"/>
            <p:cNvSpPr/>
            <p:nvPr/>
          </p:nvSpPr>
          <p:spPr>
            <a:xfrm>
              <a:off x="495306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14" name="Google Shape;4814;p15"/>
            <p:cNvSpPr/>
            <p:nvPr/>
          </p:nvSpPr>
          <p:spPr>
            <a:xfrm>
              <a:off x="533407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15" name="Google Shape;4815;p15"/>
            <p:cNvSpPr/>
            <p:nvPr/>
          </p:nvSpPr>
          <p:spPr>
            <a:xfrm>
              <a:off x="571507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16" name="Google Shape;4816;p15"/>
            <p:cNvSpPr/>
            <p:nvPr/>
          </p:nvSpPr>
          <p:spPr>
            <a:xfrm>
              <a:off x="609608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17" name="Google Shape;4817;p15"/>
            <p:cNvSpPr/>
            <p:nvPr/>
          </p:nvSpPr>
          <p:spPr>
            <a:xfrm>
              <a:off x="647708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18" name="Google Shape;4818;p15"/>
            <p:cNvSpPr/>
            <p:nvPr/>
          </p:nvSpPr>
          <p:spPr>
            <a:xfrm>
              <a:off x="685809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19" name="Google Shape;4819;p15"/>
            <p:cNvSpPr/>
            <p:nvPr/>
          </p:nvSpPr>
          <p:spPr>
            <a:xfrm>
              <a:off x="723909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20" name="Google Shape;4820;p15"/>
            <p:cNvSpPr/>
            <p:nvPr/>
          </p:nvSpPr>
          <p:spPr>
            <a:xfrm>
              <a:off x="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21" name="Google Shape;4821;p15"/>
            <p:cNvSpPr/>
            <p:nvPr/>
          </p:nvSpPr>
          <p:spPr>
            <a:xfrm>
              <a:off x="38100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22" name="Google Shape;4822;p15"/>
            <p:cNvSpPr/>
            <p:nvPr/>
          </p:nvSpPr>
          <p:spPr>
            <a:xfrm>
              <a:off x="76201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23" name="Google Shape;4823;p15"/>
            <p:cNvSpPr/>
            <p:nvPr/>
          </p:nvSpPr>
          <p:spPr>
            <a:xfrm>
              <a:off x="114301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24" name="Google Shape;4824;p15"/>
            <p:cNvSpPr/>
            <p:nvPr/>
          </p:nvSpPr>
          <p:spPr>
            <a:xfrm>
              <a:off x="152402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25" name="Google Shape;4825;p15"/>
            <p:cNvSpPr/>
            <p:nvPr/>
          </p:nvSpPr>
          <p:spPr>
            <a:xfrm>
              <a:off x="190502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26" name="Google Shape;4826;p15"/>
            <p:cNvSpPr/>
            <p:nvPr/>
          </p:nvSpPr>
          <p:spPr>
            <a:xfrm>
              <a:off x="228603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27" name="Google Shape;4827;p15"/>
            <p:cNvSpPr/>
            <p:nvPr/>
          </p:nvSpPr>
          <p:spPr>
            <a:xfrm>
              <a:off x="266703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28" name="Google Shape;4828;p15"/>
            <p:cNvSpPr/>
            <p:nvPr/>
          </p:nvSpPr>
          <p:spPr>
            <a:xfrm>
              <a:off x="304804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29" name="Google Shape;4829;p15"/>
            <p:cNvSpPr/>
            <p:nvPr/>
          </p:nvSpPr>
          <p:spPr>
            <a:xfrm>
              <a:off x="342904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30" name="Google Shape;4830;p15"/>
            <p:cNvSpPr/>
            <p:nvPr/>
          </p:nvSpPr>
          <p:spPr>
            <a:xfrm>
              <a:off x="381005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31" name="Google Shape;4831;p15"/>
            <p:cNvSpPr/>
            <p:nvPr/>
          </p:nvSpPr>
          <p:spPr>
            <a:xfrm>
              <a:off x="419105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32" name="Google Shape;4832;p15"/>
            <p:cNvSpPr/>
            <p:nvPr/>
          </p:nvSpPr>
          <p:spPr>
            <a:xfrm>
              <a:off x="457206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33" name="Google Shape;4833;p15"/>
            <p:cNvSpPr/>
            <p:nvPr/>
          </p:nvSpPr>
          <p:spPr>
            <a:xfrm>
              <a:off x="495306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34" name="Google Shape;4834;p15"/>
            <p:cNvSpPr/>
            <p:nvPr/>
          </p:nvSpPr>
          <p:spPr>
            <a:xfrm>
              <a:off x="533407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35" name="Google Shape;4835;p15"/>
            <p:cNvSpPr/>
            <p:nvPr/>
          </p:nvSpPr>
          <p:spPr>
            <a:xfrm>
              <a:off x="571507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36" name="Google Shape;4836;p15"/>
            <p:cNvSpPr/>
            <p:nvPr/>
          </p:nvSpPr>
          <p:spPr>
            <a:xfrm>
              <a:off x="609608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37" name="Google Shape;4837;p15"/>
            <p:cNvSpPr/>
            <p:nvPr/>
          </p:nvSpPr>
          <p:spPr>
            <a:xfrm>
              <a:off x="647708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38" name="Google Shape;4838;p15"/>
            <p:cNvSpPr/>
            <p:nvPr/>
          </p:nvSpPr>
          <p:spPr>
            <a:xfrm>
              <a:off x="685809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39" name="Google Shape;4839;p15"/>
            <p:cNvSpPr/>
            <p:nvPr/>
          </p:nvSpPr>
          <p:spPr>
            <a:xfrm>
              <a:off x="723909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40" name="Google Shape;4840;p15"/>
            <p:cNvSpPr/>
            <p:nvPr/>
          </p:nvSpPr>
          <p:spPr>
            <a:xfrm>
              <a:off x="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41" name="Google Shape;4841;p15"/>
            <p:cNvSpPr/>
            <p:nvPr/>
          </p:nvSpPr>
          <p:spPr>
            <a:xfrm>
              <a:off x="38100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42" name="Google Shape;4842;p15"/>
            <p:cNvSpPr/>
            <p:nvPr/>
          </p:nvSpPr>
          <p:spPr>
            <a:xfrm>
              <a:off x="76201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43" name="Google Shape;4843;p15"/>
            <p:cNvSpPr/>
            <p:nvPr/>
          </p:nvSpPr>
          <p:spPr>
            <a:xfrm>
              <a:off x="114301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44" name="Google Shape;4844;p15"/>
            <p:cNvSpPr/>
            <p:nvPr/>
          </p:nvSpPr>
          <p:spPr>
            <a:xfrm>
              <a:off x="152402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45" name="Google Shape;4845;p15"/>
            <p:cNvSpPr/>
            <p:nvPr/>
          </p:nvSpPr>
          <p:spPr>
            <a:xfrm>
              <a:off x="190502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46" name="Google Shape;4846;p15"/>
            <p:cNvSpPr/>
            <p:nvPr/>
          </p:nvSpPr>
          <p:spPr>
            <a:xfrm>
              <a:off x="228603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47" name="Google Shape;4847;p15"/>
            <p:cNvSpPr/>
            <p:nvPr/>
          </p:nvSpPr>
          <p:spPr>
            <a:xfrm>
              <a:off x="266703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48" name="Google Shape;4848;p15"/>
            <p:cNvSpPr/>
            <p:nvPr/>
          </p:nvSpPr>
          <p:spPr>
            <a:xfrm>
              <a:off x="304804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49" name="Google Shape;4849;p15"/>
            <p:cNvSpPr/>
            <p:nvPr/>
          </p:nvSpPr>
          <p:spPr>
            <a:xfrm>
              <a:off x="342904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50" name="Google Shape;4850;p15"/>
            <p:cNvSpPr/>
            <p:nvPr/>
          </p:nvSpPr>
          <p:spPr>
            <a:xfrm>
              <a:off x="381005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51" name="Google Shape;4851;p15"/>
            <p:cNvSpPr/>
            <p:nvPr/>
          </p:nvSpPr>
          <p:spPr>
            <a:xfrm>
              <a:off x="419105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52" name="Google Shape;4852;p15"/>
            <p:cNvSpPr/>
            <p:nvPr/>
          </p:nvSpPr>
          <p:spPr>
            <a:xfrm>
              <a:off x="457206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53" name="Google Shape;4853;p15"/>
            <p:cNvSpPr/>
            <p:nvPr/>
          </p:nvSpPr>
          <p:spPr>
            <a:xfrm>
              <a:off x="495306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54" name="Google Shape;4854;p15"/>
            <p:cNvSpPr/>
            <p:nvPr/>
          </p:nvSpPr>
          <p:spPr>
            <a:xfrm>
              <a:off x="533407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55" name="Google Shape;4855;p15"/>
            <p:cNvSpPr/>
            <p:nvPr/>
          </p:nvSpPr>
          <p:spPr>
            <a:xfrm>
              <a:off x="571507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56" name="Google Shape;4856;p15"/>
            <p:cNvSpPr/>
            <p:nvPr/>
          </p:nvSpPr>
          <p:spPr>
            <a:xfrm>
              <a:off x="609608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57" name="Google Shape;4857;p15"/>
            <p:cNvSpPr/>
            <p:nvPr/>
          </p:nvSpPr>
          <p:spPr>
            <a:xfrm>
              <a:off x="647708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58" name="Google Shape;4858;p15"/>
            <p:cNvSpPr/>
            <p:nvPr/>
          </p:nvSpPr>
          <p:spPr>
            <a:xfrm>
              <a:off x="685809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59" name="Google Shape;4859;p15"/>
            <p:cNvSpPr/>
            <p:nvPr/>
          </p:nvSpPr>
          <p:spPr>
            <a:xfrm>
              <a:off x="723909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60" name="Google Shape;4860;p15"/>
            <p:cNvSpPr/>
            <p:nvPr/>
          </p:nvSpPr>
          <p:spPr>
            <a:xfrm>
              <a:off x="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61" name="Google Shape;4861;p15"/>
            <p:cNvSpPr/>
            <p:nvPr/>
          </p:nvSpPr>
          <p:spPr>
            <a:xfrm>
              <a:off x="38100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62" name="Google Shape;4862;p15"/>
            <p:cNvSpPr/>
            <p:nvPr/>
          </p:nvSpPr>
          <p:spPr>
            <a:xfrm>
              <a:off x="76201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63" name="Google Shape;4863;p15"/>
            <p:cNvSpPr/>
            <p:nvPr/>
          </p:nvSpPr>
          <p:spPr>
            <a:xfrm>
              <a:off x="114301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64" name="Google Shape;4864;p15"/>
            <p:cNvSpPr/>
            <p:nvPr/>
          </p:nvSpPr>
          <p:spPr>
            <a:xfrm>
              <a:off x="152402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65" name="Google Shape;4865;p15"/>
            <p:cNvSpPr/>
            <p:nvPr/>
          </p:nvSpPr>
          <p:spPr>
            <a:xfrm>
              <a:off x="190502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66" name="Google Shape;4866;p15"/>
            <p:cNvSpPr/>
            <p:nvPr/>
          </p:nvSpPr>
          <p:spPr>
            <a:xfrm>
              <a:off x="228603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67" name="Google Shape;4867;p15"/>
            <p:cNvSpPr/>
            <p:nvPr/>
          </p:nvSpPr>
          <p:spPr>
            <a:xfrm>
              <a:off x="266703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68" name="Google Shape;4868;p15"/>
            <p:cNvSpPr/>
            <p:nvPr/>
          </p:nvSpPr>
          <p:spPr>
            <a:xfrm>
              <a:off x="304804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69" name="Google Shape;4869;p15"/>
            <p:cNvSpPr/>
            <p:nvPr/>
          </p:nvSpPr>
          <p:spPr>
            <a:xfrm>
              <a:off x="342904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70" name="Google Shape;4870;p15"/>
            <p:cNvSpPr/>
            <p:nvPr/>
          </p:nvSpPr>
          <p:spPr>
            <a:xfrm>
              <a:off x="381005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71" name="Google Shape;4871;p15"/>
            <p:cNvSpPr/>
            <p:nvPr/>
          </p:nvSpPr>
          <p:spPr>
            <a:xfrm>
              <a:off x="419105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72" name="Google Shape;4872;p15"/>
            <p:cNvSpPr/>
            <p:nvPr/>
          </p:nvSpPr>
          <p:spPr>
            <a:xfrm>
              <a:off x="457206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73" name="Google Shape;4873;p15"/>
            <p:cNvSpPr/>
            <p:nvPr/>
          </p:nvSpPr>
          <p:spPr>
            <a:xfrm>
              <a:off x="495306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74" name="Google Shape;4874;p15"/>
            <p:cNvSpPr/>
            <p:nvPr/>
          </p:nvSpPr>
          <p:spPr>
            <a:xfrm>
              <a:off x="533407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75" name="Google Shape;4875;p15"/>
            <p:cNvSpPr/>
            <p:nvPr/>
          </p:nvSpPr>
          <p:spPr>
            <a:xfrm>
              <a:off x="571507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76" name="Google Shape;4876;p15"/>
            <p:cNvSpPr/>
            <p:nvPr/>
          </p:nvSpPr>
          <p:spPr>
            <a:xfrm>
              <a:off x="609608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77" name="Google Shape;4877;p15"/>
            <p:cNvSpPr/>
            <p:nvPr/>
          </p:nvSpPr>
          <p:spPr>
            <a:xfrm>
              <a:off x="647708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78" name="Google Shape;4878;p15"/>
            <p:cNvSpPr/>
            <p:nvPr/>
          </p:nvSpPr>
          <p:spPr>
            <a:xfrm>
              <a:off x="685809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79" name="Google Shape;4879;p15"/>
            <p:cNvSpPr/>
            <p:nvPr/>
          </p:nvSpPr>
          <p:spPr>
            <a:xfrm>
              <a:off x="723909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80" name="Google Shape;4880;p15"/>
            <p:cNvSpPr/>
            <p:nvPr/>
          </p:nvSpPr>
          <p:spPr>
            <a:xfrm>
              <a:off x="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81" name="Google Shape;4881;p15"/>
            <p:cNvSpPr/>
            <p:nvPr/>
          </p:nvSpPr>
          <p:spPr>
            <a:xfrm>
              <a:off x="38100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82" name="Google Shape;4882;p15"/>
            <p:cNvSpPr/>
            <p:nvPr/>
          </p:nvSpPr>
          <p:spPr>
            <a:xfrm>
              <a:off x="76201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83" name="Google Shape;4883;p15"/>
            <p:cNvSpPr/>
            <p:nvPr/>
          </p:nvSpPr>
          <p:spPr>
            <a:xfrm>
              <a:off x="114301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84" name="Google Shape;4884;p15"/>
            <p:cNvSpPr/>
            <p:nvPr/>
          </p:nvSpPr>
          <p:spPr>
            <a:xfrm>
              <a:off x="152402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85" name="Google Shape;4885;p15"/>
            <p:cNvSpPr/>
            <p:nvPr/>
          </p:nvSpPr>
          <p:spPr>
            <a:xfrm>
              <a:off x="190502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86" name="Google Shape;4886;p15"/>
            <p:cNvSpPr/>
            <p:nvPr/>
          </p:nvSpPr>
          <p:spPr>
            <a:xfrm>
              <a:off x="228603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87" name="Google Shape;4887;p15"/>
            <p:cNvSpPr/>
            <p:nvPr/>
          </p:nvSpPr>
          <p:spPr>
            <a:xfrm>
              <a:off x="266703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88" name="Google Shape;4888;p15"/>
            <p:cNvSpPr/>
            <p:nvPr/>
          </p:nvSpPr>
          <p:spPr>
            <a:xfrm>
              <a:off x="304804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89" name="Google Shape;4889;p15"/>
            <p:cNvSpPr/>
            <p:nvPr/>
          </p:nvSpPr>
          <p:spPr>
            <a:xfrm>
              <a:off x="342904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90" name="Google Shape;4890;p15"/>
            <p:cNvSpPr/>
            <p:nvPr/>
          </p:nvSpPr>
          <p:spPr>
            <a:xfrm>
              <a:off x="381005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91" name="Google Shape;4891;p15"/>
            <p:cNvSpPr/>
            <p:nvPr/>
          </p:nvSpPr>
          <p:spPr>
            <a:xfrm>
              <a:off x="419105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92" name="Google Shape;4892;p15"/>
            <p:cNvSpPr/>
            <p:nvPr/>
          </p:nvSpPr>
          <p:spPr>
            <a:xfrm>
              <a:off x="457206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93" name="Google Shape;4893;p15"/>
            <p:cNvSpPr/>
            <p:nvPr/>
          </p:nvSpPr>
          <p:spPr>
            <a:xfrm>
              <a:off x="495306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94" name="Google Shape;4894;p15"/>
            <p:cNvSpPr/>
            <p:nvPr/>
          </p:nvSpPr>
          <p:spPr>
            <a:xfrm>
              <a:off x="533407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95" name="Google Shape;4895;p15"/>
            <p:cNvSpPr/>
            <p:nvPr/>
          </p:nvSpPr>
          <p:spPr>
            <a:xfrm>
              <a:off x="571507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96" name="Google Shape;4896;p15"/>
            <p:cNvSpPr/>
            <p:nvPr/>
          </p:nvSpPr>
          <p:spPr>
            <a:xfrm>
              <a:off x="609608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97" name="Google Shape;4897;p15"/>
            <p:cNvSpPr/>
            <p:nvPr/>
          </p:nvSpPr>
          <p:spPr>
            <a:xfrm>
              <a:off x="647708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98" name="Google Shape;4898;p15"/>
            <p:cNvSpPr/>
            <p:nvPr/>
          </p:nvSpPr>
          <p:spPr>
            <a:xfrm>
              <a:off x="685809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99" name="Google Shape;4899;p15"/>
            <p:cNvSpPr/>
            <p:nvPr/>
          </p:nvSpPr>
          <p:spPr>
            <a:xfrm>
              <a:off x="723909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00" name="Google Shape;4900;p15"/>
            <p:cNvSpPr/>
            <p:nvPr/>
          </p:nvSpPr>
          <p:spPr>
            <a:xfrm>
              <a:off x="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01" name="Google Shape;4901;p15"/>
            <p:cNvSpPr/>
            <p:nvPr/>
          </p:nvSpPr>
          <p:spPr>
            <a:xfrm>
              <a:off x="38100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02" name="Google Shape;4902;p15"/>
            <p:cNvSpPr/>
            <p:nvPr/>
          </p:nvSpPr>
          <p:spPr>
            <a:xfrm>
              <a:off x="76201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03" name="Google Shape;4903;p15"/>
            <p:cNvSpPr/>
            <p:nvPr/>
          </p:nvSpPr>
          <p:spPr>
            <a:xfrm>
              <a:off x="114301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04" name="Google Shape;4904;p15"/>
            <p:cNvSpPr/>
            <p:nvPr/>
          </p:nvSpPr>
          <p:spPr>
            <a:xfrm>
              <a:off x="152402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05" name="Google Shape;4905;p15"/>
            <p:cNvSpPr/>
            <p:nvPr/>
          </p:nvSpPr>
          <p:spPr>
            <a:xfrm>
              <a:off x="190502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06" name="Google Shape;4906;p15"/>
            <p:cNvSpPr/>
            <p:nvPr/>
          </p:nvSpPr>
          <p:spPr>
            <a:xfrm>
              <a:off x="228603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07" name="Google Shape;4907;p15"/>
            <p:cNvSpPr/>
            <p:nvPr/>
          </p:nvSpPr>
          <p:spPr>
            <a:xfrm>
              <a:off x="266703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08" name="Google Shape;4908;p15"/>
            <p:cNvSpPr/>
            <p:nvPr/>
          </p:nvSpPr>
          <p:spPr>
            <a:xfrm>
              <a:off x="304804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09" name="Google Shape;4909;p15"/>
            <p:cNvSpPr/>
            <p:nvPr/>
          </p:nvSpPr>
          <p:spPr>
            <a:xfrm>
              <a:off x="342904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10" name="Google Shape;4910;p15"/>
            <p:cNvSpPr/>
            <p:nvPr/>
          </p:nvSpPr>
          <p:spPr>
            <a:xfrm>
              <a:off x="381005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11" name="Google Shape;4911;p15"/>
            <p:cNvSpPr/>
            <p:nvPr/>
          </p:nvSpPr>
          <p:spPr>
            <a:xfrm>
              <a:off x="419105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12" name="Google Shape;4912;p15"/>
            <p:cNvSpPr/>
            <p:nvPr/>
          </p:nvSpPr>
          <p:spPr>
            <a:xfrm>
              <a:off x="457206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13" name="Google Shape;4913;p15"/>
            <p:cNvSpPr/>
            <p:nvPr/>
          </p:nvSpPr>
          <p:spPr>
            <a:xfrm>
              <a:off x="495306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14" name="Google Shape;4914;p15"/>
            <p:cNvSpPr/>
            <p:nvPr/>
          </p:nvSpPr>
          <p:spPr>
            <a:xfrm>
              <a:off x="533407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15" name="Google Shape;4915;p15"/>
            <p:cNvSpPr/>
            <p:nvPr/>
          </p:nvSpPr>
          <p:spPr>
            <a:xfrm>
              <a:off x="571507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16" name="Google Shape;4916;p15"/>
            <p:cNvSpPr/>
            <p:nvPr/>
          </p:nvSpPr>
          <p:spPr>
            <a:xfrm>
              <a:off x="609608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17" name="Google Shape;4917;p15"/>
            <p:cNvSpPr/>
            <p:nvPr/>
          </p:nvSpPr>
          <p:spPr>
            <a:xfrm>
              <a:off x="647708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18" name="Google Shape;4918;p15"/>
            <p:cNvSpPr/>
            <p:nvPr/>
          </p:nvSpPr>
          <p:spPr>
            <a:xfrm>
              <a:off x="685809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19" name="Google Shape;4919;p15"/>
            <p:cNvSpPr/>
            <p:nvPr/>
          </p:nvSpPr>
          <p:spPr>
            <a:xfrm>
              <a:off x="723909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20" name="Google Shape;4920;p15"/>
            <p:cNvSpPr/>
            <p:nvPr/>
          </p:nvSpPr>
          <p:spPr>
            <a:xfrm>
              <a:off x="7620110" y="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21" name="Google Shape;4921;p15"/>
            <p:cNvSpPr/>
            <p:nvPr/>
          </p:nvSpPr>
          <p:spPr>
            <a:xfrm>
              <a:off x="8001115" y="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22" name="Google Shape;4922;p15"/>
            <p:cNvSpPr/>
            <p:nvPr/>
          </p:nvSpPr>
          <p:spPr>
            <a:xfrm>
              <a:off x="8382120" y="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23" name="Google Shape;4923;p15"/>
            <p:cNvSpPr/>
            <p:nvPr/>
          </p:nvSpPr>
          <p:spPr>
            <a:xfrm>
              <a:off x="8763125" y="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24" name="Google Shape;4924;p15"/>
            <p:cNvSpPr/>
            <p:nvPr/>
          </p:nvSpPr>
          <p:spPr>
            <a:xfrm>
              <a:off x="7620110" y="342894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25" name="Google Shape;4925;p15"/>
            <p:cNvSpPr/>
            <p:nvPr/>
          </p:nvSpPr>
          <p:spPr>
            <a:xfrm>
              <a:off x="8001115" y="342894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26" name="Google Shape;4926;p15"/>
            <p:cNvSpPr/>
            <p:nvPr/>
          </p:nvSpPr>
          <p:spPr>
            <a:xfrm>
              <a:off x="8382120" y="342894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27" name="Google Shape;4927;p15"/>
            <p:cNvSpPr/>
            <p:nvPr/>
          </p:nvSpPr>
          <p:spPr>
            <a:xfrm>
              <a:off x="8763125" y="342894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28" name="Google Shape;4928;p15"/>
            <p:cNvSpPr/>
            <p:nvPr/>
          </p:nvSpPr>
          <p:spPr>
            <a:xfrm>
              <a:off x="7620110" y="685788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29" name="Google Shape;4929;p15"/>
            <p:cNvSpPr/>
            <p:nvPr/>
          </p:nvSpPr>
          <p:spPr>
            <a:xfrm>
              <a:off x="8001115" y="685788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30" name="Google Shape;4930;p15"/>
            <p:cNvSpPr/>
            <p:nvPr/>
          </p:nvSpPr>
          <p:spPr>
            <a:xfrm>
              <a:off x="8382120" y="685788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31" name="Google Shape;4931;p15"/>
            <p:cNvSpPr/>
            <p:nvPr/>
          </p:nvSpPr>
          <p:spPr>
            <a:xfrm>
              <a:off x="8763125" y="685788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32" name="Google Shape;4932;p15"/>
            <p:cNvSpPr/>
            <p:nvPr/>
          </p:nvSpPr>
          <p:spPr>
            <a:xfrm>
              <a:off x="7620110" y="1028682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33" name="Google Shape;4933;p15"/>
            <p:cNvSpPr/>
            <p:nvPr/>
          </p:nvSpPr>
          <p:spPr>
            <a:xfrm>
              <a:off x="8001115" y="1028682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34" name="Google Shape;4934;p15"/>
            <p:cNvSpPr/>
            <p:nvPr/>
          </p:nvSpPr>
          <p:spPr>
            <a:xfrm>
              <a:off x="8382120" y="1028682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35" name="Google Shape;4935;p15"/>
            <p:cNvSpPr/>
            <p:nvPr/>
          </p:nvSpPr>
          <p:spPr>
            <a:xfrm>
              <a:off x="8763125" y="1028682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36" name="Google Shape;4936;p15"/>
            <p:cNvSpPr/>
            <p:nvPr/>
          </p:nvSpPr>
          <p:spPr>
            <a:xfrm>
              <a:off x="7620110" y="1371576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37" name="Google Shape;4937;p15"/>
            <p:cNvSpPr/>
            <p:nvPr/>
          </p:nvSpPr>
          <p:spPr>
            <a:xfrm>
              <a:off x="8001115" y="1371576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38" name="Google Shape;4938;p15"/>
            <p:cNvSpPr/>
            <p:nvPr/>
          </p:nvSpPr>
          <p:spPr>
            <a:xfrm>
              <a:off x="8382120" y="1371576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39" name="Google Shape;4939;p15"/>
            <p:cNvSpPr/>
            <p:nvPr/>
          </p:nvSpPr>
          <p:spPr>
            <a:xfrm>
              <a:off x="8763125" y="1371576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40" name="Google Shape;4940;p15"/>
            <p:cNvSpPr/>
            <p:nvPr/>
          </p:nvSpPr>
          <p:spPr>
            <a:xfrm>
              <a:off x="7620110" y="171447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41" name="Google Shape;4941;p15"/>
            <p:cNvSpPr/>
            <p:nvPr/>
          </p:nvSpPr>
          <p:spPr>
            <a:xfrm>
              <a:off x="8001115" y="171447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42" name="Google Shape;4942;p15"/>
            <p:cNvSpPr/>
            <p:nvPr/>
          </p:nvSpPr>
          <p:spPr>
            <a:xfrm>
              <a:off x="8382120" y="171447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43" name="Google Shape;4943;p15"/>
            <p:cNvSpPr/>
            <p:nvPr/>
          </p:nvSpPr>
          <p:spPr>
            <a:xfrm>
              <a:off x="8763125" y="171447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44" name="Google Shape;4944;p15"/>
            <p:cNvSpPr/>
            <p:nvPr/>
          </p:nvSpPr>
          <p:spPr>
            <a:xfrm>
              <a:off x="7620110" y="205736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45" name="Google Shape;4945;p15"/>
            <p:cNvSpPr/>
            <p:nvPr/>
          </p:nvSpPr>
          <p:spPr>
            <a:xfrm>
              <a:off x="8001115" y="205736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46" name="Google Shape;4946;p15"/>
            <p:cNvSpPr/>
            <p:nvPr/>
          </p:nvSpPr>
          <p:spPr>
            <a:xfrm>
              <a:off x="8382120" y="205736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47" name="Google Shape;4947;p15"/>
            <p:cNvSpPr/>
            <p:nvPr/>
          </p:nvSpPr>
          <p:spPr>
            <a:xfrm>
              <a:off x="8763125" y="205736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48" name="Google Shape;4948;p15"/>
            <p:cNvSpPr/>
            <p:nvPr/>
          </p:nvSpPr>
          <p:spPr>
            <a:xfrm>
              <a:off x="7620110" y="2400259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49" name="Google Shape;4949;p15"/>
            <p:cNvSpPr/>
            <p:nvPr/>
          </p:nvSpPr>
          <p:spPr>
            <a:xfrm>
              <a:off x="8001115" y="2400259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50" name="Google Shape;4950;p15"/>
            <p:cNvSpPr/>
            <p:nvPr/>
          </p:nvSpPr>
          <p:spPr>
            <a:xfrm>
              <a:off x="8382120" y="2400259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51" name="Google Shape;4951;p15"/>
            <p:cNvSpPr/>
            <p:nvPr/>
          </p:nvSpPr>
          <p:spPr>
            <a:xfrm>
              <a:off x="8763125" y="2400259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52" name="Google Shape;4952;p15"/>
            <p:cNvSpPr/>
            <p:nvPr/>
          </p:nvSpPr>
          <p:spPr>
            <a:xfrm>
              <a:off x="7620110" y="274315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53" name="Google Shape;4953;p15"/>
            <p:cNvSpPr/>
            <p:nvPr/>
          </p:nvSpPr>
          <p:spPr>
            <a:xfrm>
              <a:off x="8001115" y="274315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54" name="Google Shape;4954;p15"/>
            <p:cNvSpPr/>
            <p:nvPr/>
          </p:nvSpPr>
          <p:spPr>
            <a:xfrm>
              <a:off x="8382120" y="274315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55" name="Google Shape;4955;p15"/>
            <p:cNvSpPr/>
            <p:nvPr/>
          </p:nvSpPr>
          <p:spPr>
            <a:xfrm>
              <a:off x="8763125" y="274315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56" name="Google Shape;4956;p15"/>
            <p:cNvSpPr/>
            <p:nvPr/>
          </p:nvSpPr>
          <p:spPr>
            <a:xfrm>
              <a:off x="7620110" y="308604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57" name="Google Shape;4957;p15"/>
            <p:cNvSpPr/>
            <p:nvPr/>
          </p:nvSpPr>
          <p:spPr>
            <a:xfrm>
              <a:off x="8001115" y="308604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58" name="Google Shape;4958;p15"/>
            <p:cNvSpPr/>
            <p:nvPr/>
          </p:nvSpPr>
          <p:spPr>
            <a:xfrm>
              <a:off x="8382120" y="308604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59" name="Google Shape;4959;p15"/>
            <p:cNvSpPr/>
            <p:nvPr/>
          </p:nvSpPr>
          <p:spPr>
            <a:xfrm>
              <a:off x="8763125" y="308604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60" name="Google Shape;4960;p15"/>
            <p:cNvSpPr/>
            <p:nvPr/>
          </p:nvSpPr>
          <p:spPr>
            <a:xfrm>
              <a:off x="7620110" y="342894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61" name="Google Shape;4961;p15"/>
            <p:cNvSpPr/>
            <p:nvPr/>
          </p:nvSpPr>
          <p:spPr>
            <a:xfrm>
              <a:off x="8001115" y="342894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62" name="Google Shape;4962;p15"/>
            <p:cNvSpPr/>
            <p:nvPr/>
          </p:nvSpPr>
          <p:spPr>
            <a:xfrm>
              <a:off x="8382120" y="342894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63" name="Google Shape;4963;p15"/>
            <p:cNvSpPr/>
            <p:nvPr/>
          </p:nvSpPr>
          <p:spPr>
            <a:xfrm>
              <a:off x="8763125" y="342894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64" name="Google Shape;4964;p15"/>
            <p:cNvSpPr/>
            <p:nvPr/>
          </p:nvSpPr>
          <p:spPr>
            <a:xfrm>
              <a:off x="7620110" y="377182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65" name="Google Shape;4965;p15"/>
            <p:cNvSpPr/>
            <p:nvPr/>
          </p:nvSpPr>
          <p:spPr>
            <a:xfrm>
              <a:off x="8001115" y="377182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66" name="Google Shape;4966;p15"/>
            <p:cNvSpPr/>
            <p:nvPr/>
          </p:nvSpPr>
          <p:spPr>
            <a:xfrm>
              <a:off x="8382120" y="377182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67" name="Google Shape;4967;p15"/>
            <p:cNvSpPr/>
            <p:nvPr/>
          </p:nvSpPr>
          <p:spPr>
            <a:xfrm>
              <a:off x="8763125" y="377182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68" name="Google Shape;4968;p15"/>
            <p:cNvSpPr/>
            <p:nvPr/>
          </p:nvSpPr>
          <p:spPr>
            <a:xfrm>
              <a:off x="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69" name="Google Shape;4969;p15"/>
            <p:cNvSpPr/>
            <p:nvPr/>
          </p:nvSpPr>
          <p:spPr>
            <a:xfrm>
              <a:off x="38100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70" name="Google Shape;4970;p15"/>
            <p:cNvSpPr/>
            <p:nvPr/>
          </p:nvSpPr>
          <p:spPr>
            <a:xfrm>
              <a:off x="76201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71" name="Google Shape;4971;p15"/>
            <p:cNvSpPr/>
            <p:nvPr/>
          </p:nvSpPr>
          <p:spPr>
            <a:xfrm>
              <a:off x="114301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72" name="Google Shape;4972;p15"/>
            <p:cNvSpPr/>
            <p:nvPr/>
          </p:nvSpPr>
          <p:spPr>
            <a:xfrm>
              <a:off x="152402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73" name="Google Shape;4973;p15"/>
            <p:cNvSpPr/>
            <p:nvPr/>
          </p:nvSpPr>
          <p:spPr>
            <a:xfrm>
              <a:off x="190502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74" name="Google Shape;4974;p15"/>
            <p:cNvSpPr/>
            <p:nvPr/>
          </p:nvSpPr>
          <p:spPr>
            <a:xfrm>
              <a:off x="228603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75" name="Google Shape;4975;p15"/>
            <p:cNvSpPr/>
            <p:nvPr/>
          </p:nvSpPr>
          <p:spPr>
            <a:xfrm>
              <a:off x="266703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76" name="Google Shape;4976;p15"/>
            <p:cNvSpPr/>
            <p:nvPr/>
          </p:nvSpPr>
          <p:spPr>
            <a:xfrm>
              <a:off x="304804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77" name="Google Shape;4977;p15"/>
            <p:cNvSpPr/>
            <p:nvPr/>
          </p:nvSpPr>
          <p:spPr>
            <a:xfrm>
              <a:off x="342904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78" name="Google Shape;4978;p15"/>
            <p:cNvSpPr/>
            <p:nvPr/>
          </p:nvSpPr>
          <p:spPr>
            <a:xfrm>
              <a:off x="381005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79" name="Google Shape;4979;p15"/>
            <p:cNvSpPr/>
            <p:nvPr/>
          </p:nvSpPr>
          <p:spPr>
            <a:xfrm>
              <a:off x="419105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80" name="Google Shape;4980;p15"/>
            <p:cNvSpPr/>
            <p:nvPr/>
          </p:nvSpPr>
          <p:spPr>
            <a:xfrm>
              <a:off x="457206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81" name="Google Shape;4981;p15"/>
            <p:cNvSpPr/>
            <p:nvPr/>
          </p:nvSpPr>
          <p:spPr>
            <a:xfrm>
              <a:off x="495306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82" name="Google Shape;4982;p15"/>
            <p:cNvSpPr/>
            <p:nvPr/>
          </p:nvSpPr>
          <p:spPr>
            <a:xfrm>
              <a:off x="533407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83" name="Google Shape;4983;p15"/>
            <p:cNvSpPr/>
            <p:nvPr/>
          </p:nvSpPr>
          <p:spPr>
            <a:xfrm>
              <a:off x="571507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84" name="Google Shape;4984;p15"/>
            <p:cNvSpPr/>
            <p:nvPr/>
          </p:nvSpPr>
          <p:spPr>
            <a:xfrm>
              <a:off x="609608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85" name="Google Shape;4985;p15"/>
            <p:cNvSpPr/>
            <p:nvPr/>
          </p:nvSpPr>
          <p:spPr>
            <a:xfrm>
              <a:off x="647708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86" name="Google Shape;4986;p15"/>
            <p:cNvSpPr/>
            <p:nvPr/>
          </p:nvSpPr>
          <p:spPr>
            <a:xfrm>
              <a:off x="685809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87" name="Google Shape;4987;p15"/>
            <p:cNvSpPr/>
            <p:nvPr/>
          </p:nvSpPr>
          <p:spPr>
            <a:xfrm>
              <a:off x="723909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88" name="Google Shape;4988;p15"/>
            <p:cNvSpPr/>
            <p:nvPr/>
          </p:nvSpPr>
          <p:spPr>
            <a:xfrm>
              <a:off x="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89" name="Google Shape;4989;p15"/>
            <p:cNvSpPr/>
            <p:nvPr/>
          </p:nvSpPr>
          <p:spPr>
            <a:xfrm>
              <a:off x="38100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90" name="Google Shape;4990;p15"/>
            <p:cNvSpPr/>
            <p:nvPr/>
          </p:nvSpPr>
          <p:spPr>
            <a:xfrm>
              <a:off x="76201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91" name="Google Shape;4991;p15"/>
            <p:cNvSpPr/>
            <p:nvPr/>
          </p:nvSpPr>
          <p:spPr>
            <a:xfrm>
              <a:off x="114301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92" name="Google Shape;4992;p15"/>
            <p:cNvSpPr/>
            <p:nvPr/>
          </p:nvSpPr>
          <p:spPr>
            <a:xfrm>
              <a:off x="152402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93" name="Google Shape;4993;p15"/>
            <p:cNvSpPr/>
            <p:nvPr/>
          </p:nvSpPr>
          <p:spPr>
            <a:xfrm>
              <a:off x="190502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94" name="Google Shape;4994;p15"/>
            <p:cNvSpPr/>
            <p:nvPr/>
          </p:nvSpPr>
          <p:spPr>
            <a:xfrm>
              <a:off x="228603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95" name="Google Shape;4995;p15"/>
            <p:cNvSpPr/>
            <p:nvPr/>
          </p:nvSpPr>
          <p:spPr>
            <a:xfrm>
              <a:off x="266703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96" name="Google Shape;4996;p15"/>
            <p:cNvSpPr/>
            <p:nvPr/>
          </p:nvSpPr>
          <p:spPr>
            <a:xfrm>
              <a:off x="304804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97" name="Google Shape;4997;p15"/>
            <p:cNvSpPr/>
            <p:nvPr/>
          </p:nvSpPr>
          <p:spPr>
            <a:xfrm>
              <a:off x="342904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98" name="Google Shape;4998;p15"/>
            <p:cNvSpPr/>
            <p:nvPr/>
          </p:nvSpPr>
          <p:spPr>
            <a:xfrm>
              <a:off x="381005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99" name="Google Shape;4999;p15"/>
            <p:cNvSpPr/>
            <p:nvPr/>
          </p:nvSpPr>
          <p:spPr>
            <a:xfrm>
              <a:off x="419105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00" name="Google Shape;5000;p15"/>
            <p:cNvSpPr/>
            <p:nvPr/>
          </p:nvSpPr>
          <p:spPr>
            <a:xfrm>
              <a:off x="457206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01" name="Google Shape;5001;p15"/>
            <p:cNvSpPr/>
            <p:nvPr/>
          </p:nvSpPr>
          <p:spPr>
            <a:xfrm>
              <a:off x="495306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02" name="Google Shape;5002;p15"/>
            <p:cNvSpPr/>
            <p:nvPr/>
          </p:nvSpPr>
          <p:spPr>
            <a:xfrm>
              <a:off x="533407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03" name="Google Shape;5003;p15"/>
            <p:cNvSpPr/>
            <p:nvPr/>
          </p:nvSpPr>
          <p:spPr>
            <a:xfrm>
              <a:off x="571507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04" name="Google Shape;5004;p15"/>
            <p:cNvSpPr/>
            <p:nvPr/>
          </p:nvSpPr>
          <p:spPr>
            <a:xfrm>
              <a:off x="609608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05" name="Google Shape;5005;p15"/>
            <p:cNvSpPr/>
            <p:nvPr/>
          </p:nvSpPr>
          <p:spPr>
            <a:xfrm>
              <a:off x="647708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06" name="Google Shape;5006;p15"/>
            <p:cNvSpPr/>
            <p:nvPr/>
          </p:nvSpPr>
          <p:spPr>
            <a:xfrm>
              <a:off x="685809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07" name="Google Shape;5007;p15"/>
            <p:cNvSpPr/>
            <p:nvPr/>
          </p:nvSpPr>
          <p:spPr>
            <a:xfrm>
              <a:off x="723909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08" name="Google Shape;5008;p15"/>
            <p:cNvSpPr/>
            <p:nvPr/>
          </p:nvSpPr>
          <p:spPr>
            <a:xfrm>
              <a:off x="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09" name="Google Shape;5009;p15"/>
            <p:cNvSpPr/>
            <p:nvPr/>
          </p:nvSpPr>
          <p:spPr>
            <a:xfrm>
              <a:off x="38100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10" name="Google Shape;5010;p15"/>
            <p:cNvSpPr/>
            <p:nvPr/>
          </p:nvSpPr>
          <p:spPr>
            <a:xfrm>
              <a:off x="76201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11" name="Google Shape;5011;p15"/>
            <p:cNvSpPr/>
            <p:nvPr/>
          </p:nvSpPr>
          <p:spPr>
            <a:xfrm>
              <a:off x="114301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12" name="Google Shape;5012;p15"/>
            <p:cNvSpPr/>
            <p:nvPr/>
          </p:nvSpPr>
          <p:spPr>
            <a:xfrm>
              <a:off x="152402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13" name="Google Shape;5013;p15"/>
            <p:cNvSpPr/>
            <p:nvPr/>
          </p:nvSpPr>
          <p:spPr>
            <a:xfrm>
              <a:off x="190502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14" name="Google Shape;5014;p15"/>
            <p:cNvSpPr/>
            <p:nvPr/>
          </p:nvSpPr>
          <p:spPr>
            <a:xfrm>
              <a:off x="228603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15" name="Google Shape;5015;p15"/>
            <p:cNvSpPr/>
            <p:nvPr/>
          </p:nvSpPr>
          <p:spPr>
            <a:xfrm>
              <a:off x="266703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16" name="Google Shape;5016;p15"/>
            <p:cNvSpPr/>
            <p:nvPr/>
          </p:nvSpPr>
          <p:spPr>
            <a:xfrm>
              <a:off x="304804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17" name="Google Shape;5017;p15"/>
            <p:cNvSpPr/>
            <p:nvPr/>
          </p:nvSpPr>
          <p:spPr>
            <a:xfrm>
              <a:off x="342904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18" name="Google Shape;5018;p15"/>
            <p:cNvSpPr/>
            <p:nvPr/>
          </p:nvSpPr>
          <p:spPr>
            <a:xfrm>
              <a:off x="381005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19" name="Google Shape;5019;p15"/>
            <p:cNvSpPr/>
            <p:nvPr/>
          </p:nvSpPr>
          <p:spPr>
            <a:xfrm>
              <a:off x="419105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20" name="Google Shape;5020;p15"/>
            <p:cNvSpPr/>
            <p:nvPr/>
          </p:nvSpPr>
          <p:spPr>
            <a:xfrm>
              <a:off x="457206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21" name="Google Shape;5021;p15"/>
            <p:cNvSpPr/>
            <p:nvPr/>
          </p:nvSpPr>
          <p:spPr>
            <a:xfrm>
              <a:off x="495306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22" name="Google Shape;5022;p15"/>
            <p:cNvSpPr/>
            <p:nvPr/>
          </p:nvSpPr>
          <p:spPr>
            <a:xfrm>
              <a:off x="533407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23" name="Google Shape;5023;p15"/>
            <p:cNvSpPr/>
            <p:nvPr/>
          </p:nvSpPr>
          <p:spPr>
            <a:xfrm>
              <a:off x="571507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24" name="Google Shape;5024;p15"/>
            <p:cNvSpPr/>
            <p:nvPr/>
          </p:nvSpPr>
          <p:spPr>
            <a:xfrm>
              <a:off x="609608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25" name="Google Shape;5025;p15"/>
            <p:cNvSpPr/>
            <p:nvPr/>
          </p:nvSpPr>
          <p:spPr>
            <a:xfrm>
              <a:off x="647708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26" name="Google Shape;5026;p15"/>
            <p:cNvSpPr/>
            <p:nvPr/>
          </p:nvSpPr>
          <p:spPr>
            <a:xfrm>
              <a:off x="685809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27" name="Google Shape;5027;p15"/>
            <p:cNvSpPr/>
            <p:nvPr/>
          </p:nvSpPr>
          <p:spPr>
            <a:xfrm>
              <a:off x="723909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28" name="Google Shape;5028;p15"/>
            <p:cNvSpPr/>
            <p:nvPr/>
          </p:nvSpPr>
          <p:spPr>
            <a:xfrm>
              <a:off x="7620110" y="411471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29" name="Google Shape;5029;p15"/>
            <p:cNvSpPr/>
            <p:nvPr/>
          </p:nvSpPr>
          <p:spPr>
            <a:xfrm>
              <a:off x="8001115" y="411471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30" name="Google Shape;5030;p15"/>
            <p:cNvSpPr/>
            <p:nvPr/>
          </p:nvSpPr>
          <p:spPr>
            <a:xfrm>
              <a:off x="8382120" y="411471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31" name="Google Shape;5031;p15"/>
            <p:cNvSpPr/>
            <p:nvPr/>
          </p:nvSpPr>
          <p:spPr>
            <a:xfrm>
              <a:off x="8763125" y="411471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32" name="Google Shape;5032;p15"/>
            <p:cNvSpPr/>
            <p:nvPr/>
          </p:nvSpPr>
          <p:spPr>
            <a:xfrm>
              <a:off x="7620110" y="445760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33" name="Google Shape;5033;p15"/>
            <p:cNvSpPr/>
            <p:nvPr/>
          </p:nvSpPr>
          <p:spPr>
            <a:xfrm>
              <a:off x="8001115" y="445760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34" name="Google Shape;5034;p15"/>
            <p:cNvSpPr/>
            <p:nvPr/>
          </p:nvSpPr>
          <p:spPr>
            <a:xfrm>
              <a:off x="8382120" y="445760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35" name="Google Shape;5035;p15"/>
            <p:cNvSpPr/>
            <p:nvPr/>
          </p:nvSpPr>
          <p:spPr>
            <a:xfrm>
              <a:off x="8763125" y="445760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36" name="Google Shape;5036;p15"/>
            <p:cNvSpPr/>
            <p:nvPr/>
          </p:nvSpPr>
          <p:spPr>
            <a:xfrm>
              <a:off x="7620110" y="480049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37" name="Google Shape;5037;p15"/>
            <p:cNvSpPr/>
            <p:nvPr/>
          </p:nvSpPr>
          <p:spPr>
            <a:xfrm>
              <a:off x="8001115" y="480049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38" name="Google Shape;5038;p15"/>
            <p:cNvSpPr/>
            <p:nvPr/>
          </p:nvSpPr>
          <p:spPr>
            <a:xfrm>
              <a:off x="8382120" y="480049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39" name="Google Shape;5039;p15"/>
            <p:cNvSpPr/>
            <p:nvPr/>
          </p:nvSpPr>
          <p:spPr>
            <a:xfrm>
              <a:off x="8763125" y="480049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040" name="Google Shape;5040;p15"/>
          <p:cNvSpPr/>
          <p:nvPr/>
        </p:nvSpPr>
        <p:spPr>
          <a:xfrm flipH="1">
            <a:off x="0" y="0"/>
            <a:ext cx="9144000" cy="5143500"/>
          </a:xfrm>
          <a:prstGeom prst="rtTriangle">
            <a:avLst/>
          </a:prstGeom>
          <a:solidFill>
            <a:srgbClr val="005051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041" name="Google Shape;5041;p15"/>
          <p:cNvGrpSpPr/>
          <p:nvPr/>
        </p:nvGrpSpPr>
        <p:grpSpPr>
          <a:xfrm>
            <a:off x="553048" y="535000"/>
            <a:ext cx="8105852" cy="4302000"/>
            <a:chOff x="553048" y="535000"/>
            <a:chExt cx="8105852" cy="4302000"/>
          </a:xfrm>
        </p:grpSpPr>
        <p:sp>
          <p:nvSpPr>
            <p:cNvPr id="5042" name="Google Shape;5042;p15"/>
            <p:cNvSpPr/>
            <p:nvPr/>
          </p:nvSpPr>
          <p:spPr>
            <a:xfrm>
              <a:off x="942300" y="763600"/>
              <a:ext cx="7716600" cy="4073400"/>
            </a:xfrm>
            <a:prstGeom prst="roundRect">
              <a:avLst>
                <a:gd fmla="val 2480" name="adj"/>
              </a:avLst>
            </a:prstGeom>
            <a:solidFill>
              <a:srgbClr val="222828">
                <a:alpha val="2039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43" name="Google Shape;5043;p15"/>
            <p:cNvSpPr/>
            <p:nvPr/>
          </p:nvSpPr>
          <p:spPr>
            <a:xfrm>
              <a:off x="712275" y="535000"/>
              <a:ext cx="7716600" cy="4073400"/>
            </a:xfrm>
            <a:prstGeom prst="roundRect">
              <a:avLst>
                <a:gd fmla="val 2480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44" name="Google Shape;5044;p15"/>
            <p:cNvSpPr/>
            <p:nvPr/>
          </p:nvSpPr>
          <p:spPr>
            <a:xfrm>
              <a:off x="848698" y="898261"/>
              <a:ext cx="317374" cy="317436"/>
            </a:xfrm>
            <a:custGeom>
              <a:rect b="b" l="l" r="r" t="t"/>
              <a:pathLst>
                <a:path extrusionOk="0" h="15212" w="15209">
                  <a:moveTo>
                    <a:pt x="7604" y="0"/>
                  </a:moveTo>
                  <a:cubicBezTo>
                    <a:pt x="3404" y="0"/>
                    <a:pt x="0" y="3405"/>
                    <a:pt x="0" y="7605"/>
                  </a:cubicBezTo>
                  <a:cubicBezTo>
                    <a:pt x="0" y="11805"/>
                    <a:pt x="3404" y="15212"/>
                    <a:pt x="7604" y="15212"/>
                  </a:cubicBezTo>
                  <a:cubicBezTo>
                    <a:pt x="11804" y="15212"/>
                    <a:pt x="15209" y="11805"/>
                    <a:pt x="15209" y="7605"/>
                  </a:cubicBezTo>
                  <a:cubicBezTo>
                    <a:pt x="15209" y="3405"/>
                    <a:pt x="11804" y="0"/>
                    <a:pt x="760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45" name="Google Shape;5045;p15"/>
            <p:cNvSpPr/>
            <p:nvPr/>
          </p:nvSpPr>
          <p:spPr>
            <a:xfrm>
              <a:off x="553048" y="931482"/>
              <a:ext cx="549400" cy="250994"/>
            </a:xfrm>
            <a:custGeom>
              <a:rect b="b" l="l" r="r" t="t"/>
              <a:pathLst>
                <a:path extrusionOk="0" h="12028" w="26328">
                  <a:moveTo>
                    <a:pt x="1493" y="0"/>
                  </a:moveTo>
                  <a:cubicBezTo>
                    <a:pt x="671" y="0"/>
                    <a:pt x="0" y="668"/>
                    <a:pt x="0" y="1494"/>
                  </a:cubicBezTo>
                  <a:cubicBezTo>
                    <a:pt x="0" y="2319"/>
                    <a:pt x="671" y="2990"/>
                    <a:pt x="1493" y="2990"/>
                  </a:cubicBezTo>
                  <a:lnTo>
                    <a:pt x="19596" y="2990"/>
                  </a:lnTo>
                  <a:cubicBezTo>
                    <a:pt x="21591" y="2990"/>
                    <a:pt x="23340" y="4081"/>
                    <a:pt x="23340" y="5330"/>
                  </a:cubicBezTo>
                  <a:lnTo>
                    <a:pt x="23340" y="6698"/>
                  </a:lnTo>
                  <a:cubicBezTo>
                    <a:pt x="23340" y="7944"/>
                    <a:pt x="21591" y="9038"/>
                    <a:pt x="19596" y="9038"/>
                  </a:cubicBezTo>
                  <a:lnTo>
                    <a:pt x="1493" y="9038"/>
                  </a:lnTo>
                  <a:cubicBezTo>
                    <a:pt x="671" y="9038"/>
                    <a:pt x="0" y="9706"/>
                    <a:pt x="0" y="10532"/>
                  </a:cubicBezTo>
                  <a:cubicBezTo>
                    <a:pt x="0" y="11357"/>
                    <a:pt x="671" y="12028"/>
                    <a:pt x="1493" y="12028"/>
                  </a:cubicBezTo>
                  <a:lnTo>
                    <a:pt x="19596" y="12028"/>
                  </a:lnTo>
                  <a:lnTo>
                    <a:pt x="19596" y="12025"/>
                  </a:lnTo>
                  <a:cubicBezTo>
                    <a:pt x="23370" y="12025"/>
                    <a:pt x="26327" y="9685"/>
                    <a:pt x="26327" y="6695"/>
                  </a:cubicBezTo>
                  <a:lnTo>
                    <a:pt x="26327" y="5327"/>
                  </a:lnTo>
                  <a:cubicBezTo>
                    <a:pt x="26327" y="2340"/>
                    <a:pt x="23370" y="0"/>
                    <a:pt x="19596" y="0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46" name="Google Shape;5046;p15"/>
            <p:cNvSpPr/>
            <p:nvPr/>
          </p:nvSpPr>
          <p:spPr>
            <a:xfrm>
              <a:off x="848698" y="1332681"/>
              <a:ext cx="317374" cy="317457"/>
            </a:xfrm>
            <a:custGeom>
              <a:rect b="b" l="l" r="r" t="t"/>
              <a:pathLst>
                <a:path extrusionOk="0" h="15213" w="15209">
                  <a:moveTo>
                    <a:pt x="7604" y="1"/>
                  </a:moveTo>
                  <a:cubicBezTo>
                    <a:pt x="3404" y="1"/>
                    <a:pt x="0" y="3408"/>
                    <a:pt x="0" y="7608"/>
                  </a:cubicBezTo>
                  <a:cubicBezTo>
                    <a:pt x="0" y="11808"/>
                    <a:pt x="3404" y="15212"/>
                    <a:pt x="7604" y="15212"/>
                  </a:cubicBezTo>
                  <a:cubicBezTo>
                    <a:pt x="11804" y="15212"/>
                    <a:pt x="15209" y="11808"/>
                    <a:pt x="15209" y="7608"/>
                  </a:cubicBezTo>
                  <a:cubicBezTo>
                    <a:pt x="15209" y="3408"/>
                    <a:pt x="11804" y="1"/>
                    <a:pt x="760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47" name="Google Shape;5047;p15"/>
            <p:cNvSpPr/>
            <p:nvPr/>
          </p:nvSpPr>
          <p:spPr>
            <a:xfrm>
              <a:off x="553048" y="1365902"/>
              <a:ext cx="549400" cy="251015"/>
            </a:xfrm>
            <a:custGeom>
              <a:rect b="b" l="l" r="r" t="t"/>
              <a:pathLst>
                <a:path extrusionOk="0" h="12029" w="26328">
                  <a:moveTo>
                    <a:pt x="1493" y="1"/>
                  </a:moveTo>
                  <a:cubicBezTo>
                    <a:pt x="671" y="1"/>
                    <a:pt x="0" y="671"/>
                    <a:pt x="0" y="1497"/>
                  </a:cubicBezTo>
                  <a:cubicBezTo>
                    <a:pt x="0" y="2320"/>
                    <a:pt x="671" y="2990"/>
                    <a:pt x="1493" y="2990"/>
                  </a:cubicBezTo>
                  <a:lnTo>
                    <a:pt x="19596" y="2990"/>
                  </a:lnTo>
                  <a:cubicBezTo>
                    <a:pt x="21591" y="2990"/>
                    <a:pt x="23340" y="4084"/>
                    <a:pt x="23340" y="5330"/>
                  </a:cubicBezTo>
                  <a:lnTo>
                    <a:pt x="23340" y="6699"/>
                  </a:lnTo>
                  <a:cubicBezTo>
                    <a:pt x="23340" y="7948"/>
                    <a:pt x="21591" y="9042"/>
                    <a:pt x="19596" y="9042"/>
                  </a:cubicBezTo>
                  <a:lnTo>
                    <a:pt x="1493" y="9042"/>
                  </a:lnTo>
                  <a:cubicBezTo>
                    <a:pt x="671" y="9042"/>
                    <a:pt x="0" y="9709"/>
                    <a:pt x="0" y="10535"/>
                  </a:cubicBezTo>
                  <a:cubicBezTo>
                    <a:pt x="0" y="11361"/>
                    <a:pt x="671" y="12028"/>
                    <a:pt x="1493" y="12028"/>
                  </a:cubicBezTo>
                  <a:lnTo>
                    <a:pt x="19596" y="12028"/>
                  </a:lnTo>
                  <a:cubicBezTo>
                    <a:pt x="23370" y="12028"/>
                    <a:pt x="26327" y="9688"/>
                    <a:pt x="26327" y="6699"/>
                  </a:cubicBezTo>
                  <a:lnTo>
                    <a:pt x="26327" y="5330"/>
                  </a:lnTo>
                  <a:cubicBezTo>
                    <a:pt x="26327" y="2344"/>
                    <a:pt x="23370" y="1"/>
                    <a:pt x="19596" y="1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48" name="Google Shape;5048;p15"/>
            <p:cNvSpPr/>
            <p:nvPr/>
          </p:nvSpPr>
          <p:spPr>
            <a:xfrm>
              <a:off x="848698" y="1767184"/>
              <a:ext cx="317374" cy="317436"/>
            </a:xfrm>
            <a:custGeom>
              <a:rect b="b" l="l" r="r" t="t"/>
              <a:pathLst>
                <a:path extrusionOk="0" h="15212" w="15209">
                  <a:moveTo>
                    <a:pt x="7604" y="0"/>
                  </a:moveTo>
                  <a:cubicBezTo>
                    <a:pt x="3404" y="0"/>
                    <a:pt x="0" y="3404"/>
                    <a:pt x="0" y="7605"/>
                  </a:cubicBezTo>
                  <a:cubicBezTo>
                    <a:pt x="0" y="11805"/>
                    <a:pt x="3404" y="15212"/>
                    <a:pt x="7604" y="15212"/>
                  </a:cubicBezTo>
                  <a:cubicBezTo>
                    <a:pt x="11804" y="15212"/>
                    <a:pt x="15209" y="11805"/>
                    <a:pt x="15209" y="7605"/>
                  </a:cubicBezTo>
                  <a:cubicBezTo>
                    <a:pt x="15209" y="3404"/>
                    <a:pt x="11804" y="0"/>
                    <a:pt x="760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49" name="Google Shape;5049;p15"/>
            <p:cNvSpPr/>
            <p:nvPr/>
          </p:nvSpPr>
          <p:spPr>
            <a:xfrm>
              <a:off x="553048" y="1800405"/>
              <a:ext cx="549400" cy="250994"/>
            </a:xfrm>
            <a:custGeom>
              <a:rect b="b" l="l" r="r" t="t"/>
              <a:pathLst>
                <a:path extrusionOk="0" h="12028" w="26328">
                  <a:moveTo>
                    <a:pt x="1493" y="0"/>
                  </a:moveTo>
                  <a:cubicBezTo>
                    <a:pt x="671" y="0"/>
                    <a:pt x="0" y="668"/>
                    <a:pt x="0" y="1493"/>
                  </a:cubicBezTo>
                  <a:cubicBezTo>
                    <a:pt x="0" y="2319"/>
                    <a:pt x="671" y="2990"/>
                    <a:pt x="1493" y="2990"/>
                  </a:cubicBezTo>
                  <a:lnTo>
                    <a:pt x="19596" y="2990"/>
                  </a:lnTo>
                  <a:cubicBezTo>
                    <a:pt x="21591" y="2990"/>
                    <a:pt x="23340" y="4081"/>
                    <a:pt x="23340" y="5330"/>
                  </a:cubicBezTo>
                  <a:lnTo>
                    <a:pt x="23340" y="6695"/>
                  </a:lnTo>
                  <a:cubicBezTo>
                    <a:pt x="23340" y="7944"/>
                    <a:pt x="21591" y="9038"/>
                    <a:pt x="19596" y="9038"/>
                  </a:cubicBezTo>
                  <a:lnTo>
                    <a:pt x="1493" y="9038"/>
                  </a:lnTo>
                  <a:cubicBezTo>
                    <a:pt x="671" y="9038"/>
                    <a:pt x="0" y="9706"/>
                    <a:pt x="0" y="10532"/>
                  </a:cubicBezTo>
                  <a:cubicBezTo>
                    <a:pt x="0" y="11357"/>
                    <a:pt x="671" y="12028"/>
                    <a:pt x="1493" y="12028"/>
                  </a:cubicBezTo>
                  <a:lnTo>
                    <a:pt x="19596" y="12028"/>
                  </a:lnTo>
                  <a:lnTo>
                    <a:pt x="19596" y="12025"/>
                  </a:lnTo>
                  <a:cubicBezTo>
                    <a:pt x="23370" y="12025"/>
                    <a:pt x="26327" y="9685"/>
                    <a:pt x="26327" y="6695"/>
                  </a:cubicBezTo>
                  <a:lnTo>
                    <a:pt x="26327" y="5327"/>
                  </a:lnTo>
                  <a:cubicBezTo>
                    <a:pt x="26327" y="2340"/>
                    <a:pt x="23370" y="0"/>
                    <a:pt x="19596" y="0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50" name="Google Shape;5050;p15"/>
            <p:cNvSpPr/>
            <p:nvPr/>
          </p:nvSpPr>
          <p:spPr>
            <a:xfrm>
              <a:off x="848698" y="2201603"/>
              <a:ext cx="317374" cy="317457"/>
            </a:xfrm>
            <a:custGeom>
              <a:rect b="b" l="l" r="r" t="t"/>
              <a:pathLst>
                <a:path extrusionOk="0" h="15213" w="15209">
                  <a:moveTo>
                    <a:pt x="7604" y="1"/>
                  </a:moveTo>
                  <a:cubicBezTo>
                    <a:pt x="3404" y="1"/>
                    <a:pt x="0" y="3405"/>
                    <a:pt x="0" y="7608"/>
                  </a:cubicBezTo>
                  <a:cubicBezTo>
                    <a:pt x="0" y="11808"/>
                    <a:pt x="3404" y="15212"/>
                    <a:pt x="7604" y="15212"/>
                  </a:cubicBezTo>
                  <a:cubicBezTo>
                    <a:pt x="11804" y="15212"/>
                    <a:pt x="15209" y="11808"/>
                    <a:pt x="15209" y="7608"/>
                  </a:cubicBezTo>
                  <a:cubicBezTo>
                    <a:pt x="15209" y="3405"/>
                    <a:pt x="11804" y="1"/>
                    <a:pt x="760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51" name="Google Shape;5051;p15"/>
            <p:cNvSpPr/>
            <p:nvPr/>
          </p:nvSpPr>
          <p:spPr>
            <a:xfrm>
              <a:off x="553048" y="2234824"/>
              <a:ext cx="549400" cy="251015"/>
            </a:xfrm>
            <a:custGeom>
              <a:rect b="b" l="l" r="r" t="t"/>
              <a:pathLst>
                <a:path extrusionOk="0" h="12029" w="26328">
                  <a:moveTo>
                    <a:pt x="1493" y="1"/>
                  </a:moveTo>
                  <a:cubicBezTo>
                    <a:pt x="671" y="1"/>
                    <a:pt x="0" y="668"/>
                    <a:pt x="0" y="1494"/>
                  </a:cubicBezTo>
                  <a:cubicBezTo>
                    <a:pt x="0" y="2320"/>
                    <a:pt x="671" y="2990"/>
                    <a:pt x="1493" y="2990"/>
                  </a:cubicBezTo>
                  <a:lnTo>
                    <a:pt x="19596" y="2990"/>
                  </a:lnTo>
                  <a:cubicBezTo>
                    <a:pt x="21591" y="2990"/>
                    <a:pt x="23340" y="4084"/>
                    <a:pt x="23340" y="5330"/>
                  </a:cubicBezTo>
                  <a:lnTo>
                    <a:pt x="23340" y="6699"/>
                  </a:lnTo>
                  <a:cubicBezTo>
                    <a:pt x="23340" y="7945"/>
                    <a:pt x="21591" y="9039"/>
                    <a:pt x="19596" y="9039"/>
                  </a:cubicBezTo>
                  <a:lnTo>
                    <a:pt x="1493" y="9039"/>
                  </a:lnTo>
                  <a:cubicBezTo>
                    <a:pt x="671" y="9039"/>
                    <a:pt x="0" y="9706"/>
                    <a:pt x="0" y="10532"/>
                  </a:cubicBezTo>
                  <a:cubicBezTo>
                    <a:pt x="0" y="11358"/>
                    <a:pt x="671" y="12028"/>
                    <a:pt x="1493" y="12028"/>
                  </a:cubicBezTo>
                  <a:lnTo>
                    <a:pt x="19596" y="12028"/>
                  </a:lnTo>
                  <a:lnTo>
                    <a:pt x="19596" y="12025"/>
                  </a:lnTo>
                  <a:cubicBezTo>
                    <a:pt x="23370" y="12025"/>
                    <a:pt x="26327" y="9685"/>
                    <a:pt x="26327" y="6699"/>
                  </a:cubicBezTo>
                  <a:lnTo>
                    <a:pt x="26327" y="5330"/>
                  </a:lnTo>
                  <a:cubicBezTo>
                    <a:pt x="26327" y="2341"/>
                    <a:pt x="23370" y="1"/>
                    <a:pt x="19596" y="1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52" name="Google Shape;5052;p15"/>
            <p:cNvSpPr/>
            <p:nvPr/>
          </p:nvSpPr>
          <p:spPr>
            <a:xfrm>
              <a:off x="848698" y="2636106"/>
              <a:ext cx="317374" cy="317374"/>
            </a:xfrm>
            <a:custGeom>
              <a:rect b="b" l="l" r="r" t="t"/>
              <a:pathLst>
                <a:path extrusionOk="0" h="15209" w="15209">
                  <a:moveTo>
                    <a:pt x="7604" y="0"/>
                  </a:moveTo>
                  <a:cubicBezTo>
                    <a:pt x="3404" y="0"/>
                    <a:pt x="0" y="3404"/>
                    <a:pt x="0" y="7604"/>
                  </a:cubicBezTo>
                  <a:cubicBezTo>
                    <a:pt x="0" y="11805"/>
                    <a:pt x="3404" y="15209"/>
                    <a:pt x="7604" y="15209"/>
                  </a:cubicBezTo>
                  <a:cubicBezTo>
                    <a:pt x="11804" y="15209"/>
                    <a:pt x="15209" y="11805"/>
                    <a:pt x="15209" y="7604"/>
                  </a:cubicBezTo>
                  <a:cubicBezTo>
                    <a:pt x="15209" y="3404"/>
                    <a:pt x="11804" y="0"/>
                    <a:pt x="760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53" name="Google Shape;5053;p15"/>
            <p:cNvSpPr/>
            <p:nvPr/>
          </p:nvSpPr>
          <p:spPr>
            <a:xfrm>
              <a:off x="553048" y="2669265"/>
              <a:ext cx="549400" cy="250994"/>
            </a:xfrm>
            <a:custGeom>
              <a:rect b="b" l="l" r="r" t="t"/>
              <a:pathLst>
                <a:path extrusionOk="0" h="12028" w="26328">
                  <a:moveTo>
                    <a:pt x="1493" y="0"/>
                  </a:moveTo>
                  <a:cubicBezTo>
                    <a:pt x="671" y="0"/>
                    <a:pt x="0" y="671"/>
                    <a:pt x="0" y="1496"/>
                  </a:cubicBezTo>
                  <a:cubicBezTo>
                    <a:pt x="0" y="2322"/>
                    <a:pt x="671" y="2990"/>
                    <a:pt x="1493" y="2990"/>
                  </a:cubicBezTo>
                  <a:lnTo>
                    <a:pt x="19596" y="2990"/>
                  </a:lnTo>
                  <a:cubicBezTo>
                    <a:pt x="21591" y="2990"/>
                    <a:pt x="23340" y="4084"/>
                    <a:pt x="23340" y="5330"/>
                  </a:cubicBezTo>
                  <a:lnTo>
                    <a:pt x="23340" y="6698"/>
                  </a:lnTo>
                  <a:cubicBezTo>
                    <a:pt x="23340" y="7947"/>
                    <a:pt x="21591" y="9041"/>
                    <a:pt x="19596" y="9041"/>
                  </a:cubicBezTo>
                  <a:lnTo>
                    <a:pt x="1493" y="9041"/>
                  </a:lnTo>
                  <a:cubicBezTo>
                    <a:pt x="671" y="9041"/>
                    <a:pt x="0" y="9709"/>
                    <a:pt x="0" y="10534"/>
                  </a:cubicBezTo>
                  <a:cubicBezTo>
                    <a:pt x="0" y="11360"/>
                    <a:pt x="671" y="12028"/>
                    <a:pt x="1493" y="12028"/>
                  </a:cubicBezTo>
                  <a:lnTo>
                    <a:pt x="19596" y="12028"/>
                  </a:lnTo>
                  <a:cubicBezTo>
                    <a:pt x="23370" y="12028"/>
                    <a:pt x="26327" y="9688"/>
                    <a:pt x="26327" y="6698"/>
                  </a:cubicBezTo>
                  <a:lnTo>
                    <a:pt x="26327" y="5330"/>
                  </a:lnTo>
                  <a:cubicBezTo>
                    <a:pt x="26327" y="2343"/>
                    <a:pt x="23370" y="0"/>
                    <a:pt x="19596" y="0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54" name="Google Shape;5054;p15"/>
            <p:cNvSpPr/>
            <p:nvPr/>
          </p:nvSpPr>
          <p:spPr>
            <a:xfrm>
              <a:off x="848698" y="3070526"/>
              <a:ext cx="317374" cy="317457"/>
            </a:xfrm>
            <a:custGeom>
              <a:rect b="b" l="l" r="r" t="t"/>
              <a:pathLst>
                <a:path extrusionOk="0" h="15213" w="15209">
                  <a:moveTo>
                    <a:pt x="7604" y="1"/>
                  </a:moveTo>
                  <a:cubicBezTo>
                    <a:pt x="3404" y="1"/>
                    <a:pt x="0" y="3405"/>
                    <a:pt x="0" y="7605"/>
                  </a:cubicBezTo>
                  <a:cubicBezTo>
                    <a:pt x="0" y="11805"/>
                    <a:pt x="3404" y="15212"/>
                    <a:pt x="7604" y="15212"/>
                  </a:cubicBezTo>
                  <a:cubicBezTo>
                    <a:pt x="11804" y="15212"/>
                    <a:pt x="15209" y="11805"/>
                    <a:pt x="15209" y="7605"/>
                  </a:cubicBezTo>
                  <a:cubicBezTo>
                    <a:pt x="15209" y="3405"/>
                    <a:pt x="11804" y="1"/>
                    <a:pt x="760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55" name="Google Shape;5055;p15"/>
            <p:cNvSpPr/>
            <p:nvPr/>
          </p:nvSpPr>
          <p:spPr>
            <a:xfrm>
              <a:off x="553048" y="3103747"/>
              <a:ext cx="549400" cy="251015"/>
            </a:xfrm>
            <a:custGeom>
              <a:rect b="b" l="l" r="r" t="t"/>
              <a:pathLst>
                <a:path extrusionOk="0" h="12029" w="26328">
                  <a:moveTo>
                    <a:pt x="1493" y="0"/>
                  </a:moveTo>
                  <a:cubicBezTo>
                    <a:pt x="671" y="0"/>
                    <a:pt x="0" y="668"/>
                    <a:pt x="0" y="1494"/>
                  </a:cubicBezTo>
                  <a:cubicBezTo>
                    <a:pt x="0" y="2320"/>
                    <a:pt x="671" y="2987"/>
                    <a:pt x="1493" y="2987"/>
                  </a:cubicBezTo>
                  <a:lnTo>
                    <a:pt x="19596" y="2987"/>
                  </a:lnTo>
                  <a:cubicBezTo>
                    <a:pt x="21591" y="2987"/>
                    <a:pt x="23340" y="4081"/>
                    <a:pt x="23340" y="5330"/>
                  </a:cubicBezTo>
                  <a:lnTo>
                    <a:pt x="23340" y="6696"/>
                  </a:lnTo>
                  <a:cubicBezTo>
                    <a:pt x="23340" y="7945"/>
                    <a:pt x="21591" y="9039"/>
                    <a:pt x="19596" y="9039"/>
                  </a:cubicBezTo>
                  <a:lnTo>
                    <a:pt x="1493" y="9039"/>
                  </a:lnTo>
                  <a:cubicBezTo>
                    <a:pt x="671" y="9039"/>
                    <a:pt x="0" y="9706"/>
                    <a:pt x="0" y="10532"/>
                  </a:cubicBezTo>
                  <a:cubicBezTo>
                    <a:pt x="0" y="11358"/>
                    <a:pt x="671" y="12028"/>
                    <a:pt x="1493" y="12028"/>
                  </a:cubicBezTo>
                  <a:lnTo>
                    <a:pt x="19596" y="12028"/>
                  </a:lnTo>
                  <a:lnTo>
                    <a:pt x="19596" y="12025"/>
                  </a:lnTo>
                  <a:cubicBezTo>
                    <a:pt x="23370" y="12025"/>
                    <a:pt x="26327" y="9685"/>
                    <a:pt x="26327" y="6696"/>
                  </a:cubicBezTo>
                  <a:lnTo>
                    <a:pt x="26327" y="5330"/>
                  </a:lnTo>
                  <a:cubicBezTo>
                    <a:pt x="26327" y="2340"/>
                    <a:pt x="23370" y="0"/>
                    <a:pt x="19596" y="0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56" name="Google Shape;5056;p15"/>
            <p:cNvSpPr/>
            <p:nvPr/>
          </p:nvSpPr>
          <p:spPr>
            <a:xfrm>
              <a:off x="848698" y="3504966"/>
              <a:ext cx="317374" cy="317436"/>
            </a:xfrm>
            <a:custGeom>
              <a:rect b="b" l="l" r="r" t="t"/>
              <a:pathLst>
                <a:path extrusionOk="0" h="15212" w="15209">
                  <a:moveTo>
                    <a:pt x="7604" y="0"/>
                  </a:moveTo>
                  <a:cubicBezTo>
                    <a:pt x="3404" y="0"/>
                    <a:pt x="0" y="3407"/>
                    <a:pt x="0" y="7607"/>
                  </a:cubicBezTo>
                  <a:cubicBezTo>
                    <a:pt x="0" y="11807"/>
                    <a:pt x="3404" y="15212"/>
                    <a:pt x="7604" y="15212"/>
                  </a:cubicBezTo>
                  <a:cubicBezTo>
                    <a:pt x="11804" y="15212"/>
                    <a:pt x="15209" y="11807"/>
                    <a:pt x="15209" y="7607"/>
                  </a:cubicBezTo>
                  <a:cubicBezTo>
                    <a:pt x="15209" y="3407"/>
                    <a:pt x="11804" y="0"/>
                    <a:pt x="760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57" name="Google Shape;5057;p15"/>
            <p:cNvSpPr/>
            <p:nvPr/>
          </p:nvSpPr>
          <p:spPr>
            <a:xfrm>
              <a:off x="553048" y="3538167"/>
              <a:ext cx="549400" cy="251015"/>
            </a:xfrm>
            <a:custGeom>
              <a:rect b="b" l="l" r="r" t="t"/>
              <a:pathLst>
                <a:path extrusionOk="0" h="12029" w="26328">
                  <a:moveTo>
                    <a:pt x="1493" y="1"/>
                  </a:moveTo>
                  <a:cubicBezTo>
                    <a:pt x="671" y="1"/>
                    <a:pt x="0" y="672"/>
                    <a:pt x="0" y="1497"/>
                  </a:cubicBezTo>
                  <a:cubicBezTo>
                    <a:pt x="0" y="2320"/>
                    <a:pt x="671" y="2991"/>
                    <a:pt x="1493" y="2991"/>
                  </a:cubicBezTo>
                  <a:lnTo>
                    <a:pt x="19596" y="2991"/>
                  </a:lnTo>
                  <a:cubicBezTo>
                    <a:pt x="21591" y="2991"/>
                    <a:pt x="23340" y="4085"/>
                    <a:pt x="23340" y="5331"/>
                  </a:cubicBezTo>
                  <a:lnTo>
                    <a:pt x="23340" y="6699"/>
                  </a:lnTo>
                  <a:cubicBezTo>
                    <a:pt x="23340" y="7948"/>
                    <a:pt x="21591" y="9042"/>
                    <a:pt x="19596" y="9042"/>
                  </a:cubicBezTo>
                  <a:lnTo>
                    <a:pt x="1493" y="9042"/>
                  </a:lnTo>
                  <a:cubicBezTo>
                    <a:pt x="671" y="9042"/>
                    <a:pt x="0" y="9710"/>
                    <a:pt x="0" y="10535"/>
                  </a:cubicBezTo>
                  <a:cubicBezTo>
                    <a:pt x="0" y="11361"/>
                    <a:pt x="671" y="12029"/>
                    <a:pt x="1493" y="12029"/>
                  </a:cubicBezTo>
                  <a:lnTo>
                    <a:pt x="19596" y="12029"/>
                  </a:lnTo>
                  <a:cubicBezTo>
                    <a:pt x="23370" y="12029"/>
                    <a:pt x="26327" y="9689"/>
                    <a:pt x="26327" y="6699"/>
                  </a:cubicBezTo>
                  <a:lnTo>
                    <a:pt x="26327" y="5331"/>
                  </a:lnTo>
                  <a:cubicBezTo>
                    <a:pt x="26327" y="2344"/>
                    <a:pt x="23370" y="1"/>
                    <a:pt x="19596" y="1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58" name="Google Shape;5058;p15"/>
            <p:cNvSpPr/>
            <p:nvPr/>
          </p:nvSpPr>
          <p:spPr>
            <a:xfrm>
              <a:off x="848698" y="3939449"/>
              <a:ext cx="317374" cy="317395"/>
            </a:xfrm>
            <a:custGeom>
              <a:rect b="b" l="l" r="r" t="t"/>
              <a:pathLst>
                <a:path extrusionOk="0" h="15210" w="15209">
                  <a:moveTo>
                    <a:pt x="7604" y="1"/>
                  </a:moveTo>
                  <a:cubicBezTo>
                    <a:pt x="3404" y="1"/>
                    <a:pt x="0" y="3405"/>
                    <a:pt x="0" y="7605"/>
                  </a:cubicBezTo>
                  <a:cubicBezTo>
                    <a:pt x="0" y="11805"/>
                    <a:pt x="3404" y="15209"/>
                    <a:pt x="7604" y="15209"/>
                  </a:cubicBezTo>
                  <a:cubicBezTo>
                    <a:pt x="11804" y="15209"/>
                    <a:pt x="15209" y="11805"/>
                    <a:pt x="15209" y="7605"/>
                  </a:cubicBezTo>
                  <a:cubicBezTo>
                    <a:pt x="15209" y="3405"/>
                    <a:pt x="11804" y="1"/>
                    <a:pt x="760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59" name="Google Shape;5059;p15"/>
            <p:cNvSpPr/>
            <p:nvPr/>
          </p:nvSpPr>
          <p:spPr>
            <a:xfrm>
              <a:off x="553048" y="3972670"/>
              <a:ext cx="549400" cy="251015"/>
            </a:xfrm>
            <a:custGeom>
              <a:rect b="b" l="l" r="r" t="t"/>
              <a:pathLst>
                <a:path extrusionOk="0" h="12029" w="26328">
                  <a:moveTo>
                    <a:pt x="1493" y="0"/>
                  </a:moveTo>
                  <a:cubicBezTo>
                    <a:pt x="671" y="0"/>
                    <a:pt x="0" y="668"/>
                    <a:pt x="0" y="1494"/>
                  </a:cubicBezTo>
                  <a:cubicBezTo>
                    <a:pt x="0" y="2320"/>
                    <a:pt x="671" y="2990"/>
                    <a:pt x="1493" y="2990"/>
                  </a:cubicBezTo>
                  <a:lnTo>
                    <a:pt x="19596" y="2990"/>
                  </a:lnTo>
                  <a:cubicBezTo>
                    <a:pt x="21591" y="2990"/>
                    <a:pt x="23340" y="4081"/>
                    <a:pt x="23340" y="5330"/>
                  </a:cubicBezTo>
                  <a:lnTo>
                    <a:pt x="23340" y="6695"/>
                  </a:lnTo>
                  <a:cubicBezTo>
                    <a:pt x="23340" y="7944"/>
                    <a:pt x="21591" y="9038"/>
                    <a:pt x="19596" y="9038"/>
                  </a:cubicBezTo>
                  <a:lnTo>
                    <a:pt x="1493" y="9038"/>
                  </a:lnTo>
                  <a:cubicBezTo>
                    <a:pt x="671" y="9038"/>
                    <a:pt x="0" y="9706"/>
                    <a:pt x="0" y="10532"/>
                  </a:cubicBezTo>
                  <a:cubicBezTo>
                    <a:pt x="0" y="11358"/>
                    <a:pt x="671" y="12028"/>
                    <a:pt x="1493" y="12028"/>
                  </a:cubicBezTo>
                  <a:lnTo>
                    <a:pt x="19596" y="12028"/>
                  </a:lnTo>
                  <a:lnTo>
                    <a:pt x="19596" y="12025"/>
                  </a:lnTo>
                  <a:cubicBezTo>
                    <a:pt x="23370" y="12025"/>
                    <a:pt x="26327" y="9685"/>
                    <a:pt x="26327" y="6695"/>
                  </a:cubicBezTo>
                  <a:lnTo>
                    <a:pt x="26327" y="5327"/>
                  </a:lnTo>
                  <a:cubicBezTo>
                    <a:pt x="26327" y="2340"/>
                    <a:pt x="23370" y="0"/>
                    <a:pt x="19596" y="0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060" name="Google Shape;5060;p15"/>
          <p:cNvSpPr txBox="1"/>
          <p:nvPr>
            <p:ph type="title"/>
          </p:nvPr>
        </p:nvSpPr>
        <p:spPr>
          <a:xfrm>
            <a:off x="3116850" y="2170925"/>
            <a:ext cx="4541400" cy="772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5061" name="Google Shape;5061;p15"/>
          <p:cNvSpPr txBox="1"/>
          <p:nvPr>
            <p:ph idx="2" type="title"/>
          </p:nvPr>
        </p:nvSpPr>
        <p:spPr>
          <a:xfrm>
            <a:off x="1810950" y="2150850"/>
            <a:ext cx="11535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4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5062" name="Google Shape;5062;p15"/>
          <p:cNvSpPr/>
          <p:nvPr/>
        </p:nvSpPr>
        <p:spPr>
          <a:xfrm>
            <a:off x="8428900" y="1041975"/>
            <a:ext cx="143750" cy="647425"/>
          </a:xfrm>
          <a:custGeom>
            <a:rect b="b" l="l" r="r" t="t"/>
            <a:pathLst>
              <a:path extrusionOk="0" h="25897" w="5750">
                <a:moveTo>
                  <a:pt x="0" y="0"/>
                </a:moveTo>
                <a:lnTo>
                  <a:pt x="0" y="25897"/>
                </a:lnTo>
                <a:cubicBezTo>
                  <a:pt x="3176" y="25897"/>
                  <a:pt x="5749" y="23323"/>
                  <a:pt x="5749" y="20147"/>
                </a:cubicBezTo>
                <a:lnTo>
                  <a:pt x="5749" y="5752"/>
                </a:lnTo>
                <a:cubicBezTo>
                  <a:pt x="5749" y="2576"/>
                  <a:pt x="3176" y="0"/>
                  <a:pt x="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63" name="Google Shape;5063;p15"/>
          <p:cNvSpPr/>
          <p:nvPr/>
        </p:nvSpPr>
        <p:spPr>
          <a:xfrm>
            <a:off x="8428900" y="2620900"/>
            <a:ext cx="143750" cy="647425"/>
          </a:xfrm>
          <a:custGeom>
            <a:rect b="b" l="l" r="r" t="t"/>
            <a:pathLst>
              <a:path extrusionOk="0" h="25897" w="5750">
                <a:moveTo>
                  <a:pt x="0" y="0"/>
                </a:moveTo>
                <a:lnTo>
                  <a:pt x="0" y="25897"/>
                </a:lnTo>
                <a:cubicBezTo>
                  <a:pt x="3176" y="25897"/>
                  <a:pt x="5749" y="23323"/>
                  <a:pt x="5749" y="20148"/>
                </a:cubicBezTo>
                <a:lnTo>
                  <a:pt x="5749" y="5752"/>
                </a:lnTo>
                <a:cubicBezTo>
                  <a:pt x="5749" y="2577"/>
                  <a:pt x="3176" y="0"/>
                  <a:pt x="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64" name="Google Shape;5064;p15"/>
          <p:cNvSpPr/>
          <p:nvPr/>
        </p:nvSpPr>
        <p:spPr>
          <a:xfrm>
            <a:off x="8428900" y="1811900"/>
            <a:ext cx="143750" cy="647425"/>
          </a:xfrm>
          <a:custGeom>
            <a:rect b="b" l="l" r="r" t="t"/>
            <a:pathLst>
              <a:path extrusionOk="0" h="25897" w="5750">
                <a:moveTo>
                  <a:pt x="0" y="0"/>
                </a:moveTo>
                <a:lnTo>
                  <a:pt x="0" y="25897"/>
                </a:lnTo>
                <a:cubicBezTo>
                  <a:pt x="3176" y="25897"/>
                  <a:pt x="5749" y="23320"/>
                  <a:pt x="5749" y="20147"/>
                </a:cubicBezTo>
                <a:lnTo>
                  <a:pt x="5749" y="5749"/>
                </a:lnTo>
                <a:cubicBezTo>
                  <a:pt x="5749" y="2574"/>
                  <a:pt x="3176" y="0"/>
                  <a:pt x="0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65" name="Google Shape;5065;p15"/>
          <p:cNvSpPr/>
          <p:nvPr/>
        </p:nvSpPr>
        <p:spPr>
          <a:xfrm>
            <a:off x="8428900" y="3454000"/>
            <a:ext cx="143750" cy="647425"/>
          </a:xfrm>
          <a:custGeom>
            <a:rect b="b" l="l" r="r" t="t"/>
            <a:pathLst>
              <a:path extrusionOk="0" h="25897" w="5750">
                <a:moveTo>
                  <a:pt x="0" y="1"/>
                </a:moveTo>
                <a:lnTo>
                  <a:pt x="0" y="25897"/>
                </a:lnTo>
                <a:cubicBezTo>
                  <a:pt x="3176" y="25897"/>
                  <a:pt x="5749" y="23323"/>
                  <a:pt x="5749" y="20148"/>
                </a:cubicBezTo>
                <a:lnTo>
                  <a:pt x="5749" y="5752"/>
                </a:lnTo>
                <a:cubicBezTo>
                  <a:pt x="5749" y="2577"/>
                  <a:pt x="3176" y="1"/>
                  <a:pt x="0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66" name="Google Shape;5066;p15"/>
          <p:cNvSpPr/>
          <p:nvPr/>
        </p:nvSpPr>
        <p:spPr>
          <a:xfrm>
            <a:off x="7117438" y="3821663"/>
            <a:ext cx="388400" cy="411925"/>
          </a:xfrm>
          <a:custGeom>
            <a:rect b="b" l="l" r="r" t="t"/>
            <a:pathLst>
              <a:path extrusionOk="0" h="16477" w="15536">
                <a:moveTo>
                  <a:pt x="6847" y="1663"/>
                </a:moveTo>
                <a:cubicBezTo>
                  <a:pt x="7694" y="2699"/>
                  <a:pt x="8474" y="3796"/>
                  <a:pt x="9217" y="4915"/>
                </a:cubicBezTo>
                <a:lnTo>
                  <a:pt x="9217" y="4915"/>
                </a:lnTo>
                <a:cubicBezTo>
                  <a:pt x="8312" y="5132"/>
                  <a:pt x="7406" y="5345"/>
                  <a:pt x="6499" y="5555"/>
                </a:cubicBezTo>
                <a:lnTo>
                  <a:pt x="6499" y="5555"/>
                </a:lnTo>
                <a:cubicBezTo>
                  <a:pt x="6577" y="4254"/>
                  <a:pt x="6686" y="2956"/>
                  <a:pt x="6847" y="1663"/>
                </a:cubicBezTo>
                <a:close/>
                <a:moveTo>
                  <a:pt x="13631" y="4832"/>
                </a:moveTo>
                <a:cubicBezTo>
                  <a:pt x="13054" y="5635"/>
                  <a:pt x="12464" y="6428"/>
                  <a:pt x="11865" y="7213"/>
                </a:cubicBezTo>
                <a:lnTo>
                  <a:pt x="11865" y="7213"/>
                </a:lnTo>
                <a:cubicBezTo>
                  <a:pt x="11783" y="7081"/>
                  <a:pt x="11700" y="6949"/>
                  <a:pt x="11617" y="6817"/>
                </a:cubicBezTo>
                <a:cubicBezTo>
                  <a:pt x="11353" y="6396"/>
                  <a:pt x="11086" y="5973"/>
                  <a:pt x="10816" y="5552"/>
                </a:cubicBezTo>
                <a:lnTo>
                  <a:pt x="10816" y="5552"/>
                </a:lnTo>
                <a:cubicBezTo>
                  <a:pt x="11756" y="5320"/>
                  <a:pt x="12695" y="5082"/>
                  <a:pt x="13631" y="4832"/>
                </a:cubicBezTo>
                <a:close/>
                <a:moveTo>
                  <a:pt x="5447" y="6821"/>
                </a:moveTo>
                <a:lnTo>
                  <a:pt x="5447" y="6821"/>
                </a:lnTo>
                <a:cubicBezTo>
                  <a:pt x="5412" y="7578"/>
                  <a:pt x="5383" y="8337"/>
                  <a:pt x="5358" y="9095"/>
                </a:cubicBezTo>
                <a:lnTo>
                  <a:pt x="5358" y="9095"/>
                </a:lnTo>
                <a:cubicBezTo>
                  <a:pt x="4278" y="8603"/>
                  <a:pt x="3200" y="8103"/>
                  <a:pt x="2127" y="7595"/>
                </a:cubicBezTo>
                <a:lnTo>
                  <a:pt x="2127" y="7595"/>
                </a:lnTo>
                <a:cubicBezTo>
                  <a:pt x="3233" y="7333"/>
                  <a:pt x="4340" y="7077"/>
                  <a:pt x="5447" y="6821"/>
                </a:cubicBezTo>
                <a:close/>
                <a:moveTo>
                  <a:pt x="9795" y="5801"/>
                </a:moveTo>
                <a:cubicBezTo>
                  <a:pt x="10147" y="6347"/>
                  <a:pt x="10492" y="6896"/>
                  <a:pt x="10833" y="7443"/>
                </a:cubicBezTo>
                <a:cubicBezTo>
                  <a:pt x="10961" y="7647"/>
                  <a:pt x="11089" y="7852"/>
                  <a:pt x="11216" y="8057"/>
                </a:cubicBezTo>
                <a:lnTo>
                  <a:pt x="11216" y="8057"/>
                </a:lnTo>
                <a:cubicBezTo>
                  <a:pt x="10515" y="8963"/>
                  <a:pt x="9804" y="9861"/>
                  <a:pt x="9090" y="10757"/>
                </a:cubicBezTo>
                <a:lnTo>
                  <a:pt x="9090" y="10757"/>
                </a:lnTo>
                <a:cubicBezTo>
                  <a:pt x="8168" y="10356"/>
                  <a:pt x="7249" y="9949"/>
                  <a:pt x="6332" y="9536"/>
                </a:cubicBezTo>
                <a:lnTo>
                  <a:pt x="6332" y="9536"/>
                </a:lnTo>
                <a:cubicBezTo>
                  <a:pt x="6362" y="8553"/>
                  <a:pt x="6396" y="7571"/>
                  <a:pt x="6443" y="6590"/>
                </a:cubicBezTo>
                <a:lnTo>
                  <a:pt x="6443" y="6590"/>
                </a:lnTo>
                <a:cubicBezTo>
                  <a:pt x="7562" y="6331"/>
                  <a:pt x="8679" y="6070"/>
                  <a:pt x="9795" y="5801"/>
                </a:cubicBezTo>
                <a:close/>
                <a:moveTo>
                  <a:pt x="11771" y="8958"/>
                </a:moveTo>
                <a:cubicBezTo>
                  <a:pt x="12536" y="10214"/>
                  <a:pt x="13278" y="11491"/>
                  <a:pt x="13947" y="12799"/>
                </a:cubicBezTo>
                <a:lnTo>
                  <a:pt x="13947" y="12799"/>
                </a:lnTo>
                <a:cubicBezTo>
                  <a:pt x="12637" y="12267"/>
                  <a:pt x="11332" y="11721"/>
                  <a:pt x="10032" y="11163"/>
                </a:cubicBezTo>
                <a:lnTo>
                  <a:pt x="10032" y="11163"/>
                </a:lnTo>
                <a:cubicBezTo>
                  <a:pt x="10616" y="10431"/>
                  <a:pt x="11196" y="9697"/>
                  <a:pt x="11771" y="8958"/>
                </a:cubicBezTo>
                <a:close/>
                <a:moveTo>
                  <a:pt x="6300" y="10607"/>
                </a:moveTo>
                <a:cubicBezTo>
                  <a:pt x="7016" y="10927"/>
                  <a:pt x="7732" y="11244"/>
                  <a:pt x="8451" y="11557"/>
                </a:cubicBezTo>
                <a:lnTo>
                  <a:pt x="8451" y="11557"/>
                </a:lnTo>
                <a:cubicBezTo>
                  <a:pt x="7691" y="12508"/>
                  <a:pt x="6929" y="13457"/>
                  <a:pt x="6174" y="14413"/>
                </a:cubicBezTo>
                <a:lnTo>
                  <a:pt x="6174" y="14413"/>
                </a:lnTo>
                <a:cubicBezTo>
                  <a:pt x="6229" y="13146"/>
                  <a:pt x="6264" y="11877"/>
                  <a:pt x="6300" y="10607"/>
                </a:cubicBezTo>
                <a:close/>
                <a:moveTo>
                  <a:pt x="6513" y="1"/>
                </a:moveTo>
                <a:cubicBezTo>
                  <a:pt x="6290" y="1"/>
                  <a:pt x="6060" y="131"/>
                  <a:pt x="6026" y="362"/>
                </a:cubicBezTo>
                <a:cubicBezTo>
                  <a:pt x="5760" y="2163"/>
                  <a:pt x="5604" y="3972"/>
                  <a:pt x="5501" y="5786"/>
                </a:cubicBezTo>
                <a:lnTo>
                  <a:pt x="5501" y="5786"/>
                </a:lnTo>
                <a:cubicBezTo>
                  <a:pt x="3837" y="6171"/>
                  <a:pt x="2172" y="6555"/>
                  <a:pt x="511" y="6958"/>
                </a:cubicBezTo>
                <a:cubicBezTo>
                  <a:pt x="115" y="7055"/>
                  <a:pt x="1" y="7681"/>
                  <a:pt x="393" y="7868"/>
                </a:cubicBezTo>
                <a:cubicBezTo>
                  <a:pt x="2028" y="8652"/>
                  <a:pt x="3672" y="9419"/>
                  <a:pt x="5324" y="10167"/>
                </a:cubicBezTo>
                <a:lnTo>
                  <a:pt x="5324" y="10167"/>
                </a:lnTo>
                <a:cubicBezTo>
                  <a:pt x="5265" y="12097"/>
                  <a:pt x="5213" y="14027"/>
                  <a:pt x="5099" y="15951"/>
                </a:cubicBezTo>
                <a:cubicBezTo>
                  <a:pt x="5085" y="16196"/>
                  <a:pt x="5221" y="16347"/>
                  <a:pt x="5397" y="16404"/>
                </a:cubicBezTo>
                <a:lnTo>
                  <a:pt x="5397" y="16404"/>
                </a:lnTo>
                <a:cubicBezTo>
                  <a:pt x="5468" y="16450"/>
                  <a:pt x="5548" y="16477"/>
                  <a:pt x="5628" y="16477"/>
                </a:cubicBezTo>
                <a:cubicBezTo>
                  <a:pt x="5740" y="16477"/>
                  <a:pt x="5853" y="16426"/>
                  <a:pt x="5948" y="16303"/>
                </a:cubicBezTo>
                <a:cubicBezTo>
                  <a:pt x="7084" y="14845"/>
                  <a:pt x="8241" y="13406"/>
                  <a:pt x="9393" y="11965"/>
                </a:cubicBezTo>
                <a:lnTo>
                  <a:pt x="9393" y="11965"/>
                </a:lnTo>
                <a:cubicBezTo>
                  <a:pt x="11196" y="12741"/>
                  <a:pt x="13009" y="13494"/>
                  <a:pt x="14832" y="14222"/>
                </a:cubicBezTo>
                <a:cubicBezTo>
                  <a:pt x="14891" y="14245"/>
                  <a:pt x="14947" y="14256"/>
                  <a:pt x="14999" y="14256"/>
                </a:cubicBezTo>
                <a:cubicBezTo>
                  <a:pt x="15344" y="14256"/>
                  <a:pt x="15535" y="13791"/>
                  <a:pt x="15394" y="13491"/>
                </a:cubicBezTo>
                <a:cubicBezTo>
                  <a:pt x="14529" y="11640"/>
                  <a:pt x="13496" y="9859"/>
                  <a:pt x="12424" y="8114"/>
                </a:cubicBezTo>
                <a:lnTo>
                  <a:pt x="12424" y="8114"/>
                </a:lnTo>
                <a:cubicBezTo>
                  <a:pt x="13397" y="6844"/>
                  <a:pt x="14350" y="5557"/>
                  <a:pt x="15264" y="4238"/>
                </a:cubicBezTo>
                <a:cubicBezTo>
                  <a:pt x="15493" y="3909"/>
                  <a:pt x="15177" y="3491"/>
                  <a:pt x="14822" y="3491"/>
                </a:cubicBezTo>
                <a:cubicBezTo>
                  <a:pt x="14782" y="3491"/>
                  <a:pt x="14741" y="3496"/>
                  <a:pt x="14701" y="3507"/>
                </a:cubicBezTo>
                <a:cubicBezTo>
                  <a:pt x="13221" y="3921"/>
                  <a:pt x="11733" y="4302"/>
                  <a:pt x="10242" y="4667"/>
                </a:cubicBezTo>
                <a:lnTo>
                  <a:pt x="10242" y="4667"/>
                </a:lnTo>
                <a:cubicBezTo>
                  <a:pt x="9206" y="3091"/>
                  <a:pt x="8105" y="1549"/>
                  <a:pt x="6860" y="143"/>
                </a:cubicBezTo>
                <a:cubicBezTo>
                  <a:pt x="6774" y="46"/>
                  <a:pt x="6645" y="1"/>
                  <a:pt x="6513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067" name="Google Shape;5067;p15"/>
          <p:cNvGrpSpPr/>
          <p:nvPr/>
        </p:nvGrpSpPr>
        <p:grpSpPr>
          <a:xfrm>
            <a:off x="2061088" y="4050081"/>
            <a:ext cx="1055760" cy="753780"/>
            <a:chOff x="3308425" y="649500"/>
            <a:chExt cx="947975" cy="676825"/>
          </a:xfrm>
        </p:grpSpPr>
        <p:sp>
          <p:nvSpPr>
            <p:cNvPr id="5068" name="Google Shape;5068;p15"/>
            <p:cNvSpPr/>
            <p:nvPr/>
          </p:nvSpPr>
          <p:spPr>
            <a:xfrm>
              <a:off x="3308425" y="649500"/>
              <a:ext cx="947975" cy="676275"/>
            </a:xfrm>
            <a:custGeom>
              <a:rect b="b" l="l" r="r" t="t"/>
              <a:pathLst>
                <a:path extrusionOk="0" h="27051" w="37919">
                  <a:moveTo>
                    <a:pt x="12816" y="19976"/>
                  </a:moveTo>
                  <a:cubicBezTo>
                    <a:pt x="12818" y="19976"/>
                    <a:pt x="12821" y="19976"/>
                    <a:pt x="12824" y="19976"/>
                  </a:cubicBezTo>
                  <a:lnTo>
                    <a:pt x="12824" y="19976"/>
                  </a:lnTo>
                  <a:cubicBezTo>
                    <a:pt x="12815" y="19979"/>
                    <a:pt x="12808" y="19979"/>
                    <a:pt x="12804" y="19979"/>
                  </a:cubicBezTo>
                  <a:cubicBezTo>
                    <a:pt x="12796" y="19979"/>
                    <a:pt x="12800" y="19976"/>
                    <a:pt x="12816" y="19976"/>
                  </a:cubicBezTo>
                  <a:close/>
                  <a:moveTo>
                    <a:pt x="23205" y="24113"/>
                  </a:moveTo>
                  <a:cubicBezTo>
                    <a:pt x="23209" y="24113"/>
                    <a:pt x="23211" y="24115"/>
                    <a:pt x="23210" y="24120"/>
                  </a:cubicBezTo>
                  <a:cubicBezTo>
                    <a:pt x="23210" y="24121"/>
                    <a:pt x="23207" y="24122"/>
                    <a:pt x="23199" y="24122"/>
                  </a:cubicBezTo>
                  <a:cubicBezTo>
                    <a:pt x="23195" y="24122"/>
                    <a:pt x="23190" y="24121"/>
                    <a:pt x="23183" y="24121"/>
                  </a:cubicBezTo>
                  <a:lnTo>
                    <a:pt x="23183" y="24121"/>
                  </a:lnTo>
                  <a:cubicBezTo>
                    <a:pt x="23192" y="24116"/>
                    <a:pt x="23200" y="24113"/>
                    <a:pt x="23205" y="24113"/>
                  </a:cubicBezTo>
                  <a:close/>
                  <a:moveTo>
                    <a:pt x="36242" y="1377"/>
                  </a:moveTo>
                  <a:cubicBezTo>
                    <a:pt x="35424" y="2822"/>
                    <a:pt x="34606" y="4266"/>
                    <a:pt x="33786" y="5709"/>
                  </a:cubicBezTo>
                  <a:cubicBezTo>
                    <a:pt x="31759" y="9274"/>
                    <a:pt x="29728" y="12836"/>
                    <a:pt x="27681" y="16390"/>
                  </a:cubicBezTo>
                  <a:cubicBezTo>
                    <a:pt x="26227" y="18914"/>
                    <a:pt x="24824" y="21495"/>
                    <a:pt x="23229" y="23934"/>
                  </a:cubicBezTo>
                  <a:cubicBezTo>
                    <a:pt x="23191" y="23992"/>
                    <a:pt x="23148" y="24050"/>
                    <a:pt x="23106" y="24108"/>
                  </a:cubicBezTo>
                  <a:lnTo>
                    <a:pt x="23106" y="24108"/>
                  </a:lnTo>
                  <a:cubicBezTo>
                    <a:pt x="23088" y="24104"/>
                    <a:pt x="23067" y="24099"/>
                    <a:pt x="23044" y="24092"/>
                  </a:cubicBezTo>
                  <a:cubicBezTo>
                    <a:pt x="22905" y="24054"/>
                    <a:pt x="22768" y="24012"/>
                    <a:pt x="22633" y="23962"/>
                  </a:cubicBezTo>
                  <a:cubicBezTo>
                    <a:pt x="22302" y="23842"/>
                    <a:pt x="21982" y="23692"/>
                    <a:pt x="21664" y="23540"/>
                  </a:cubicBezTo>
                  <a:cubicBezTo>
                    <a:pt x="19793" y="22645"/>
                    <a:pt x="18001" y="21587"/>
                    <a:pt x="16189" y="20578"/>
                  </a:cubicBezTo>
                  <a:cubicBezTo>
                    <a:pt x="15443" y="20163"/>
                    <a:pt x="14697" y="19740"/>
                    <a:pt x="13928" y="19365"/>
                  </a:cubicBezTo>
                  <a:cubicBezTo>
                    <a:pt x="13607" y="19207"/>
                    <a:pt x="13229" y="18985"/>
                    <a:pt x="12857" y="18985"/>
                  </a:cubicBezTo>
                  <a:cubicBezTo>
                    <a:pt x="12737" y="18985"/>
                    <a:pt x="12617" y="19009"/>
                    <a:pt x="12500" y="19066"/>
                  </a:cubicBezTo>
                  <a:cubicBezTo>
                    <a:pt x="12209" y="19207"/>
                    <a:pt x="11959" y="19472"/>
                    <a:pt x="11729" y="19693"/>
                  </a:cubicBezTo>
                  <a:cubicBezTo>
                    <a:pt x="11318" y="20094"/>
                    <a:pt x="10928" y="20513"/>
                    <a:pt x="10534" y="20928"/>
                  </a:cubicBezTo>
                  <a:cubicBezTo>
                    <a:pt x="9428" y="22101"/>
                    <a:pt x="8325" y="23277"/>
                    <a:pt x="7166" y="24400"/>
                  </a:cubicBezTo>
                  <a:cubicBezTo>
                    <a:pt x="6929" y="24629"/>
                    <a:pt x="6690" y="24856"/>
                    <a:pt x="6448" y="25080"/>
                  </a:cubicBezTo>
                  <a:lnTo>
                    <a:pt x="6448" y="25080"/>
                  </a:lnTo>
                  <a:cubicBezTo>
                    <a:pt x="7055" y="22855"/>
                    <a:pt x="7613" y="20617"/>
                    <a:pt x="8177" y="18381"/>
                  </a:cubicBezTo>
                  <a:cubicBezTo>
                    <a:pt x="8331" y="17766"/>
                    <a:pt x="8727" y="16974"/>
                    <a:pt x="8278" y="16415"/>
                  </a:cubicBezTo>
                  <a:cubicBezTo>
                    <a:pt x="7575" y="15537"/>
                    <a:pt x="6292" y="15010"/>
                    <a:pt x="5320" y="14501"/>
                  </a:cubicBezTo>
                  <a:cubicBezTo>
                    <a:pt x="4122" y="13870"/>
                    <a:pt x="2890" y="13287"/>
                    <a:pt x="1708" y="12620"/>
                  </a:cubicBezTo>
                  <a:lnTo>
                    <a:pt x="1708" y="12620"/>
                  </a:lnTo>
                  <a:cubicBezTo>
                    <a:pt x="6998" y="10932"/>
                    <a:pt x="12278" y="9210"/>
                    <a:pt x="17556" y="7490"/>
                  </a:cubicBezTo>
                  <a:cubicBezTo>
                    <a:pt x="23048" y="5699"/>
                    <a:pt x="28536" y="3904"/>
                    <a:pt x="34026" y="2105"/>
                  </a:cubicBezTo>
                  <a:cubicBezTo>
                    <a:pt x="34765" y="1863"/>
                    <a:pt x="35503" y="1620"/>
                    <a:pt x="36242" y="1377"/>
                  </a:cubicBezTo>
                  <a:close/>
                  <a:moveTo>
                    <a:pt x="37319" y="0"/>
                  </a:moveTo>
                  <a:cubicBezTo>
                    <a:pt x="37273" y="0"/>
                    <a:pt x="37225" y="7"/>
                    <a:pt x="37176" y="23"/>
                  </a:cubicBezTo>
                  <a:cubicBezTo>
                    <a:pt x="33967" y="1077"/>
                    <a:pt x="30757" y="2128"/>
                    <a:pt x="27546" y="3179"/>
                  </a:cubicBezTo>
                  <a:cubicBezTo>
                    <a:pt x="21382" y="5195"/>
                    <a:pt x="15218" y="7209"/>
                    <a:pt x="9047" y="9209"/>
                  </a:cubicBezTo>
                  <a:cubicBezTo>
                    <a:pt x="6184" y="10137"/>
                    <a:pt x="3319" y="11064"/>
                    <a:pt x="452" y="11976"/>
                  </a:cubicBezTo>
                  <a:lnTo>
                    <a:pt x="452" y="11976"/>
                  </a:lnTo>
                  <a:cubicBezTo>
                    <a:pt x="371" y="11985"/>
                    <a:pt x="297" y="12018"/>
                    <a:pt x="233" y="12067"/>
                  </a:cubicBezTo>
                  <a:lnTo>
                    <a:pt x="233" y="12067"/>
                  </a:lnTo>
                  <a:cubicBezTo>
                    <a:pt x="111" y="12148"/>
                    <a:pt x="46" y="12272"/>
                    <a:pt x="28" y="12402"/>
                  </a:cubicBezTo>
                  <a:lnTo>
                    <a:pt x="28" y="12402"/>
                  </a:lnTo>
                  <a:cubicBezTo>
                    <a:pt x="0" y="12540"/>
                    <a:pt x="26" y="12688"/>
                    <a:pt x="128" y="12807"/>
                  </a:cubicBezTo>
                  <a:lnTo>
                    <a:pt x="128" y="12807"/>
                  </a:lnTo>
                  <a:cubicBezTo>
                    <a:pt x="180" y="12878"/>
                    <a:pt x="249" y="12934"/>
                    <a:pt x="332" y="12964"/>
                  </a:cubicBezTo>
                  <a:lnTo>
                    <a:pt x="332" y="12964"/>
                  </a:lnTo>
                  <a:cubicBezTo>
                    <a:pt x="1532" y="13711"/>
                    <a:pt x="2813" y="14326"/>
                    <a:pt x="4069" y="14970"/>
                  </a:cubicBezTo>
                  <a:cubicBezTo>
                    <a:pt x="5152" y="15529"/>
                    <a:pt x="6416" y="16055"/>
                    <a:pt x="7339" y="16873"/>
                  </a:cubicBezTo>
                  <a:cubicBezTo>
                    <a:pt x="7383" y="16913"/>
                    <a:pt x="7435" y="16989"/>
                    <a:pt x="7487" y="17027"/>
                  </a:cubicBezTo>
                  <a:lnTo>
                    <a:pt x="7487" y="17027"/>
                  </a:lnTo>
                  <a:cubicBezTo>
                    <a:pt x="7393" y="17359"/>
                    <a:pt x="7319" y="17699"/>
                    <a:pt x="7235" y="18033"/>
                  </a:cubicBezTo>
                  <a:cubicBezTo>
                    <a:pt x="6913" y="19321"/>
                    <a:pt x="6584" y="20606"/>
                    <a:pt x="6254" y="21891"/>
                  </a:cubicBezTo>
                  <a:cubicBezTo>
                    <a:pt x="5860" y="23410"/>
                    <a:pt x="5464" y="24931"/>
                    <a:pt x="5034" y="26439"/>
                  </a:cubicBezTo>
                  <a:cubicBezTo>
                    <a:pt x="4930" y="26803"/>
                    <a:pt x="5214" y="27050"/>
                    <a:pt x="5517" y="27050"/>
                  </a:cubicBezTo>
                  <a:cubicBezTo>
                    <a:pt x="5639" y="27050"/>
                    <a:pt x="5763" y="27011"/>
                    <a:pt x="5866" y="26924"/>
                  </a:cubicBezTo>
                  <a:cubicBezTo>
                    <a:pt x="8247" y="24910"/>
                    <a:pt x="10227" y="22525"/>
                    <a:pt x="12464" y="20370"/>
                  </a:cubicBezTo>
                  <a:cubicBezTo>
                    <a:pt x="12589" y="20250"/>
                    <a:pt x="12713" y="20123"/>
                    <a:pt x="12852" y="20018"/>
                  </a:cubicBezTo>
                  <a:cubicBezTo>
                    <a:pt x="12863" y="20009"/>
                    <a:pt x="12877" y="19999"/>
                    <a:pt x="12890" y="19990"/>
                  </a:cubicBezTo>
                  <a:lnTo>
                    <a:pt x="12890" y="19990"/>
                  </a:lnTo>
                  <a:cubicBezTo>
                    <a:pt x="12900" y="19993"/>
                    <a:pt x="12910" y="19997"/>
                    <a:pt x="12921" y="20001"/>
                  </a:cubicBezTo>
                  <a:cubicBezTo>
                    <a:pt x="13088" y="20068"/>
                    <a:pt x="13031" y="20039"/>
                    <a:pt x="13176" y="20106"/>
                  </a:cubicBezTo>
                  <a:cubicBezTo>
                    <a:pt x="13893" y="20437"/>
                    <a:pt x="14584" y="20827"/>
                    <a:pt x="15275" y="21210"/>
                  </a:cubicBezTo>
                  <a:cubicBezTo>
                    <a:pt x="17105" y="22224"/>
                    <a:pt x="18913" y="23285"/>
                    <a:pt x="20786" y="24217"/>
                  </a:cubicBezTo>
                  <a:cubicBezTo>
                    <a:pt x="21424" y="24535"/>
                    <a:pt x="22098" y="24897"/>
                    <a:pt x="22800" y="25057"/>
                  </a:cubicBezTo>
                  <a:cubicBezTo>
                    <a:pt x="22930" y="25087"/>
                    <a:pt x="23053" y="25105"/>
                    <a:pt x="23169" y="25105"/>
                  </a:cubicBezTo>
                  <a:cubicBezTo>
                    <a:pt x="23448" y="25105"/>
                    <a:pt x="23685" y="25004"/>
                    <a:pt x="23880" y="24741"/>
                  </a:cubicBezTo>
                  <a:cubicBezTo>
                    <a:pt x="24388" y="24059"/>
                    <a:pt x="24801" y="23292"/>
                    <a:pt x="25237" y="22563"/>
                  </a:cubicBezTo>
                  <a:cubicBezTo>
                    <a:pt x="26092" y="21124"/>
                    <a:pt x="26933" y="19677"/>
                    <a:pt x="27771" y="18227"/>
                  </a:cubicBezTo>
                  <a:cubicBezTo>
                    <a:pt x="29844" y="14642"/>
                    <a:pt x="31898" y="11043"/>
                    <a:pt x="33946" y="7443"/>
                  </a:cubicBezTo>
                  <a:cubicBezTo>
                    <a:pt x="35191" y="5254"/>
                    <a:pt x="36493" y="3084"/>
                    <a:pt x="37679" y="860"/>
                  </a:cubicBezTo>
                  <a:cubicBezTo>
                    <a:pt x="37698" y="826"/>
                    <a:pt x="37717" y="790"/>
                    <a:pt x="37738" y="754"/>
                  </a:cubicBezTo>
                  <a:cubicBezTo>
                    <a:pt x="37919" y="436"/>
                    <a:pt x="37673" y="0"/>
                    <a:pt x="3731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69" name="Google Shape;5069;p15"/>
            <p:cNvSpPr/>
            <p:nvPr/>
          </p:nvSpPr>
          <p:spPr>
            <a:xfrm>
              <a:off x="3492300" y="863350"/>
              <a:ext cx="474450" cy="278325"/>
            </a:xfrm>
            <a:custGeom>
              <a:rect b="b" l="l" r="r" t="t"/>
              <a:pathLst>
                <a:path extrusionOk="0" h="11133" w="18978">
                  <a:moveTo>
                    <a:pt x="18335" y="1"/>
                  </a:moveTo>
                  <a:cubicBezTo>
                    <a:pt x="18285" y="1"/>
                    <a:pt x="18233" y="10"/>
                    <a:pt x="18179" y="31"/>
                  </a:cubicBezTo>
                  <a:cubicBezTo>
                    <a:pt x="15036" y="1249"/>
                    <a:pt x="11985" y="2675"/>
                    <a:pt x="8954" y="4143"/>
                  </a:cubicBezTo>
                  <a:cubicBezTo>
                    <a:pt x="6184" y="5485"/>
                    <a:pt x="3415" y="6829"/>
                    <a:pt x="534" y="7916"/>
                  </a:cubicBezTo>
                  <a:cubicBezTo>
                    <a:pt x="1" y="8116"/>
                    <a:pt x="152" y="8911"/>
                    <a:pt x="623" y="8911"/>
                  </a:cubicBezTo>
                  <a:cubicBezTo>
                    <a:pt x="678" y="8911"/>
                    <a:pt x="737" y="8900"/>
                    <a:pt x="799" y="8877"/>
                  </a:cubicBezTo>
                  <a:cubicBezTo>
                    <a:pt x="5885" y="6960"/>
                    <a:pt x="10658" y="4331"/>
                    <a:pt x="15633" y="2155"/>
                  </a:cubicBezTo>
                  <a:lnTo>
                    <a:pt x="15633" y="2155"/>
                  </a:lnTo>
                  <a:cubicBezTo>
                    <a:pt x="12206" y="4952"/>
                    <a:pt x="8533" y="7433"/>
                    <a:pt x="5160" y="10303"/>
                  </a:cubicBezTo>
                  <a:cubicBezTo>
                    <a:pt x="4776" y="10629"/>
                    <a:pt x="5131" y="11132"/>
                    <a:pt x="5535" y="11132"/>
                  </a:cubicBezTo>
                  <a:cubicBezTo>
                    <a:pt x="5646" y="11132"/>
                    <a:pt x="5760" y="11095"/>
                    <a:pt x="5863" y="11007"/>
                  </a:cubicBezTo>
                  <a:cubicBezTo>
                    <a:pt x="10016" y="7474"/>
                    <a:pt x="14621" y="4533"/>
                    <a:pt x="18664" y="863"/>
                  </a:cubicBezTo>
                  <a:cubicBezTo>
                    <a:pt x="18977" y="577"/>
                    <a:pt x="18723" y="1"/>
                    <a:pt x="1833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70" name="Google Shape;5070;p15"/>
            <p:cNvSpPr/>
            <p:nvPr/>
          </p:nvSpPr>
          <p:spPr>
            <a:xfrm>
              <a:off x="3428775" y="1197550"/>
              <a:ext cx="352850" cy="128775"/>
            </a:xfrm>
            <a:custGeom>
              <a:rect b="b" l="l" r="r" t="t"/>
              <a:pathLst>
                <a:path extrusionOk="0" h="5151" w="14114">
                  <a:moveTo>
                    <a:pt x="13430" y="0"/>
                  </a:moveTo>
                  <a:cubicBezTo>
                    <a:pt x="13384" y="0"/>
                    <a:pt x="13335" y="7"/>
                    <a:pt x="13283" y="21"/>
                  </a:cubicBezTo>
                  <a:cubicBezTo>
                    <a:pt x="8994" y="1241"/>
                    <a:pt x="4865" y="2969"/>
                    <a:pt x="568" y="4169"/>
                  </a:cubicBezTo>
                  <a:cubicBezTo>
                    <a:pt x="1" y="4328"/>
                    <a:pt x="175" y="5151"/>
                    <a:pt x="688" y="5151"/>
                  </a:cubicBezTo>
                  <a:cubicBezTo>
                    <a:pt x="734" y="5151"/>
                    <a:pt x="782" y="5144"/>
                    <a:pt x="833" y="5130"/>
                  </a:cubicBezTo>
                  <a:cubicBezTo>
                    <a:pt x="5131" y="3929"/>
                    <a:pt x="9260" y="2202"/>
                    <a:pt x="13549" y="982"/>
                  </a:cubicBezTo>
                  <a:cubicBezTo>
                    <a:pt x="14113" y="822"/>
                    <a:pt x="13940" y="0"/>
                    <a:pt x="1343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071" name="Google Shape;5071;p15"/>
          <p:cNvSpPr/>
          <p:nvPr/>
        </p:nvSpPr>
        <p:spPr>
          <a:xfrm>
            <a:off x="1810938" y="3711563"/>
            <a:ext cx="117525" cy="110100"/>
          </a:xfrm>
          <a:custGeom>
            <a:rect b="b" l="l" r="r" t="t"/>
            <a:pathLst>
              <a:path extrusionOk="0" h="4404" w="4701">
                <a:moveTo>
                  <a:pt x="1951" y="1032"/>
                </a:moveTo>
                <a:cubicBezTo>
                  <a:pt x="1950" y="1033"/>
                  <a:pt x="1949" y="1033"/>
                  <a:pt x="1947" y="1033"/>
                </a:cubicBezTo>
                <a:cubicBezTo>
                  <a:pt x="1948" y="1033"/>
                  <a:pt x="1950" y="1033"/>
                  <a:pt x="1951" y="1032"/>
                </a:cubicBezTo>
                <a:close/>
                <a:moveTo>
                  <a:pt x="2857" y="1059"/>
                </a:moveTo>
                <a:cubicBezTo>
                  <a:pt x="2871" y="1059"/>
                  <a:pt x="2889" y="1066"/>
                  <a:pt x="2907" y="1075"/>
                </a:cubicBezTo>
                <a:lnTo>
                  <a:pt x="2907" y="1075"/>
                </a:lnTo>
                <a:cubicBezTo>
                  <a:pt x="2887" y="1068"/>
                  <a:pt x="2858" y="1059"/>
                  <a:pt x="2857" y="1059"/>
                </a:cubicBezTo>
                <a:close/>
                <a:moveTo>
                  <a:pt x="3091" y="1185"/>
                </a:moveTo>
                <a:cubicBezTo>
                  <a:pt x="3091" y="1185"/>
                  <a:pt x="3091" y="1185"/>
                  <a:pt x="3091" y="1185"/>
                </a:cubicBezTo>
                <a:lnTo>
                  <a:pt x="3091" y="1185"/>
                </a:lnTo>
                <a:cubicBezTo>
                  <a:pt x="3091" y="1185"/>
                  <a:pt x="3091" y="1185"/>
                  <a:pt x="3091" y="1185"/>
                </a:cubicBezTo>
                <a:close/>
                <a:moveTo>
                  <a:pt x="3104" y="1198"/>
                </a:moveTo>
                <a:cubicBezTo>
                  <a:pt x="3111" y="1203"/>
                  <a:pt x="3118" y="1208"/>
                  <a:pt x="3125" y="1213"/>
                </a:cubicBezTo>
                <a:cubicBezTo>
                  <a:pt x="3142" y="1224"/>
                  <a:pt x="3149" y="1229"/>
                  <a:pt x="3148" y="1229"/>
                </a:cubicBezTo>
                <a:cubicBezTo>
                  <a:pt x="3148" y="1229"/>
                  <a:pt x="3121" y="1211"/>
                  <a:pt x="3104" y="1198"/>
                </a:cubicBezTo>
                <a:close/>
                <a:moveTo>
                  <a:pt x="1747" y="3319"/>
                </a:moveTo>
                <a:cubicBezTo>
                  <a:pt x="1767" y="3326"/>
                  <a:pt x="1803" y="3338"/>
                  <a:pt x="1802" y="3338"/>
                </a:cubicBezTo>
                <a:cubicBezTo>
                  <a:pt x="1800" y="3339"/>
                  <a:pt x="1799" y="3339"/>
                  <a:pt x="1797" y="3339"/>
                </a:cubicBezTo>
                <a:cubicBezTo>
                  <a:pt x="1785" y="3339"/>
                  <a:pt x="1766" y="3330"/>
                  <a:pt x="1747" y="3319"/>
                </a:cubicBezTo>
                <a:close/>
                <a:moveTo>
                  <a:pt x="2463" y="3393"/>
                </a:moveTo>
                <a:cubicBezTo>
                  <a:pt x="2461" y="3393"/>
                  <a:pt x="2459" y="3393"/>
                  <a:pt x="2456" y="3393"/>
                </a:cubicBezTo>
                <a:lnTo>
                  <a:pt x="2456" y="3393"/>
                </a:lnTo>
                <a:cubicBezTo>
                  <a:pt x="2459" y="3393"/>
                  <a:pt x="2462" y="3393"/>
                  <a:pt x="2463" y="3393"/>
                </a:cubicBezTo>
                <a:close/>
                <a:moveTo>
                  <a:pt x="2387" y="989"/>
                </a:moveTo>
                <a:cubicBezTo>
                  <a:pt x="2440" y="989"/>
                  <a:pt x="2491" y="989"/>
                  <a:pt x="2541" y="993"/>
                </a:cubicBezTo>
                <a:cubicBezTo>
                  <a:pt x="2560" y="993"/>
                  <a:pt x="2582" y="997"/>
                  <a:pt x="2601" y="998"/>
                </a:cubicBezTo>
                <a:lnTo>
                  <a:pt x="2601" y="998"/>
                </a:lnTo>
                <a:cubicBezTo>
                  <a:pt x="2682" y="1018"/>
                  <a:pt x="2761" y="1029"/>
                  <a:pt x="2840" y="1057"/>
                </a:cubicBezTo>
                <a:cubicBezTo>
                  <a:pt x="2857" y="1061"/>
                  <a:pt x="2876" y="1069"/>
                  <a:pt x="2895" y="1076"/>
                </a:cubicBezTo>
                <a:cubicBezTo>
                  <a:pt x="2906" y="1079"/>
                  <a:pt x="2914" y="1081"/>
                  <a:pt x="2919" y="1082"/>
                </a:cubicBezTo>
                <a:lnTo>
                  <a:pt x="2919" y="1082"/>
                </a:lnTo>
                <a:cubicBezTo>
                  <a:pt x="2944" y="1096"/>
                  <a:pt x="2968" y="1113"/>
                  <a:pt x="2984" y="1122"/>
                </a:cubicBezTo>
                <a:cubicBezTo>
                  <a:pt x="3015" y="1139"/>
                  <a:pt x="3049" y="1160"/>
                  <a:pt x="3080" y="1181"/>
                </a:cubicBezTo>
                <a:cubicBezTo>
                  <a:pt x="3084" y="1184"/>
                  <a:pt x="3088" y="1186"/>
                  <a:pt x="3092" y="1189"/>
                </a:cubicBezTo>
                <a:lnTo>
                  <a:pt x="3092" y="1189"/>
                </a:lnTo>
                <a:cubicBezTo>
                  <a:pt x="3107" y="1217"/>
                  <a:pt x="3258" y="1347"/>
                  <a:pt x="3274" y="1366"/>
                </a:cubicBezTo>
                <a:cubicBezTo>
                  <a:pt x="3278" y="1370"/>
                  <a:pt x="3281" y="1374"/>
                  <a:pt x="3284" y="1378"/>
                </a:cubicBezTo>
                <a:lnTo>
                  <a:pt x="3284" y="1378"/>
                </a:lnTo>
                <a:cubicBezTo>
                  <a:pt x="3304" y="1410"/>
                  <a:pt x="3328" y="1440"/>
                  <a:pt x="3348" y="1474"/>
                </a:cubicBezTo>
                <a:cubicBezTo>
                  <a:pt x="3367" y="1503"/>
                  <a:pt x="3386" y="1535"/>
                  <a:pt x="3403" y="1569"/>
                </a:cubicBezTo>
                <a:cubicBezTo>
                  <a:pt x="3409" y="1579"/>
                  <a:pt x="3414" y="1591"/>
                  <a:pt x="3420" y="1604"/>
                </a:cubicBezTo>
                <a:lnTo>
                  <a:pt x="3420" y="1604"/>
                </a:lnTo>
                <a:cubicBezTo>
                  <a:pt x="3420" y="1602"/>
                  <a:pt x="3420" y="1600"/>
                  <a:pt x="3420" y="1598"/>
                </a:cubicBezTo>
                <a:lnTo>
                  <a:pt x="3420" y="1598"/>
                </a:lnTo>
                <a:cubicBezTo>
                  <a:pt x="3420" y="1600"/>
                  <a:pt x="3420" y="1602"/>
                  <a:pt x="3420" y="1604"/>
                </a:cubicBezTo>
                <a:lnTo>
                  <a:pt x="3420" y="1604"/>
                </a:lnTo>
                <a:cubicBezTo>
                  <a:pt x="3420" y="1604"/>
                  <a:pt x="3420" y="1604"/>
                  <a:pt x="3420" y="1604"/>
                </a:cubicBezTo>
                <a:lnTo>
                  <a:pt x="3420" y="1604"/>
                </a:lnTo>
                <a:cubicBezTo>
                  <a:pt x="3420" y="1621"/>
                  <a:pt x="3423" y="1634"/>
                  <a:pt x="3427" y="1644"/>
                </a:cubicBezTo>
                <a:lnTo>
                  <a:pt x="3427" y="1644"/>
                </a:lnTo>
                <a:cubicBezTo>
                  <a:pt x="3423" y="1630"/>
                  <a:pt x="3420" y="1616"/>
                  <a:pt x="3420" y="1604"/>
                </a:cubicBezTo>
                <a:lnTo>
                  <a:pt x="3420" y="1604"/>
                </a:lnTo>
                <a:cubicBezTo>
                  <a:pt x="3422" y="1608"/>
                  <a:pt x="3424" y="1613"/>
                  <a:pt x="3426" y="1617"/>
                </a:cubicBezTo>
                <a:cubicBezTo>
                  <a:pt x="3442" y="1646"/>
                  <a:pt x="3443" y="1659"/>
                  <a:pt x="3439" y="1659"/>
                </a:cubicBezTo>
                <a:cubicBezTo>
                  <a:pt x="3436" y="1659"/>
                  <a:pt x="3432" y="1654"/>
                  <a:pt x="3427" y="1644"/>
                </a:cubicBezTo>
                <a:lnTo>
                  <a:pt x="3427" y="1644"/>
                </a:lnTo>
                <a:cubicBezTo>
                  <a:pt x="3443" y="1697"/>
                  <a:pt x="3479" y="1760"/>
                  <a:pt x="3491" y="1802"/>
                </a:cubicBezTo>
                <a:cubicBezTo>
                  <a:pt x="3500" y="1838"/>
                  <a:pt x="3508" y="1874"/>
                  <a:pt x="3517" y="1910"/>
                </a:cubicBezTo>
                <a:cubicBezTo>
                  <a:pt x="3521" y="1933"/>
                  <a:pt x="3525" y="1954"/>
                  <a:pt x="3529" y="1977"/>
                </a:cubicBezTo>
                <a:cubicBezTo>
                  <a:pt x="3534" y="2005"/>
                  <a:pt x="3537" y="2015"/>
                  <a:pt x="3538" y="2015"/>
                </a:cubicBezTo>
                <a:cubicBezTo>
                  <a:pt x="3540" y="2015"/>
                  <a:pt x="3530" y="1942"/>
                  <a:pt x="3525" y="1939"/>
                </a:cubicBezTo>
                <a:lnTo>
                  <a:pt x="3525" y="1939"/>
                </a:lnTo>
                <a:cubicBezTo>
                  <a:pt x="3550" y="1954"/>
                  <a:pt x="3538" y="2142"/>
                  <a:pt x="3538" y="2173"/>
                </a:cubicBezTo>
                <a:cubicBezTo>
                  <a:pt x="3538" y="2215"/>
                  <a:pt x="3535" y="2257"/>
                  <a:pt x="3533" y="2297"/>
                </a:cubicBezTo>
                <a:cubicBezTo>
                  <a:pt x="3532" y="2312"/>
                  <a:pt x="3530" y="2326"/>
                  <a:pt x="3529" y="2339"/>
                </a:cubicBezTo>
                <a:lnTo>
                  <a:pt x="3529" y="2339"/>
                </a:lnTo>
                <a:cubicBezTo>
                  <a:pt x="3514" y="2409"/>
                  <a:pt x="3504" y="2477"/>
                  <a:pt x="3483" y="2546"/>
                </a:cubicBezTo>
                <a:cubicBezTo>
                  <a:pt x="3472" y="2582"/>
                  <a:pt x="3462" y="2618"/>
                  <a:pt x="3449" y="2651"/>
                </a:cubicBezTo>
                <a:cubicBezTo>
                  <a:pt x="3445" y="2663"/>
                  <a:pt x="3440" y="2676"/>
                  <a:pt x="3436" y="2688"/>
                </a:cubicBezTo>
                <a:lnTo>
                  <a:pt x="3436" y="2688"/>
                </a:lnTo>
                <a:cubicBezTo>
                  <a:pt x="3398" y="2751"/>
                  <a:pt x="3369" y="2818"/>
                  <a:pt x="3329" y="2881"/>
                </a:cubicBezTo>
                <a:cubicBezTo>
                  <a:pt x="3324" y="2889"/>
                  <a:pt x="3300" y="2922"/>
                  <a:pt x="3284" y="2945"/>
                </a:cubicBezTo>
                <a:lnTo>
                  <a:pt x="3284" y="2945"/>
                </a:lnTo>
                <a:cubicBezTo>
                  <a:pt x="3263" y="2968"/>
                  <a:pt x="3232" y="3005"/>
                  <a:pt x="3224" y="3014"/>
                </a:cubicBezTo>
                <a:cubicBezTo>
                  <a:pt x="3198" y="3041"/>
                  <a:pt x="3171" y="3069"/>
                  <a:pt x="3142" y="3094"/>
                </a:cubicBezTo>
                <a:cubicBezTo>
                  <a:pt x="3127" y="3106"/>
                  <a:pt x="3112" y="3119"/>
                  <a:pt x="3099" y="3132"/>
                </a:cubicBezTo>
                <a:cubicBezTo>
                  <a:pt x="3075" y="3154"/>
                  <a:pt x="3071" y="3163"/>
                  <a:pt x="3076" y="3163"/>
                </a:cubicBezTo>
                <a:cubicBezTo>
                  <a:pt x="3076" y="3163"/>
                  <a:pt x="3077" y="3163"/>
                  <a:pt x="3078" y="3162"/>
                </a:cubicBezTo>
                <a:lnTo>
                  <a:pt x="3078" y="3162"/>
                </a:lnTo>
                <a:cubicBezTo>
                  <a:pt x="3021" y="3203"/>
                  <a:pt x="2923" y="3245"/>
                  <a:pt x="2889" y="3262"/>
                </a:cubicBezTo>
                <a:cubicBezTo>
                  <a:pt x="2863" y="3275"/>
                  <a:pt x="2803" y="3296"/>
                  <a:pt x="2805" y="3296"/>
                </a:cubicBezTo>
                <a:cubicBezTo>
                  <a:pt x="2806" y="3296"/>
                  <a:pt x="2822" y="3291"/>
                  <a:pt x="2866" y="3277"/>
                </a:cubicBezTo>
                <a:lnTo>
                  <a:pt x="2866" y="3277"/>
                </a:lnTo>
                <a:cubicBezTo>
                  <a:pt x="2823" y="3292"/>
                  <a:pt x="2783" y="3309"/>
                  <a:pt x="2741" y="3323"/>
                </a:cubicBezTo>
                <a:cubicBezTo>
                  <a:pt x="2642" y="3355"/>
                  <a:pt x="2541" y="3376"/>
                  <a:pt x="2438" y="3395"/>
                </a:cubicBezTo>
                <a:cubicBezTo>
                  <a:pt x="2437" y="3395"/>
                  <a:pt x="2437" y="3395"/>
                  <a:pt x="2437" y="3395"/>
                </a:cubicBezTo>
                <a:lnTo>
                  <a:pt x="2437" y="3395"/>
                </a:lnTo>
                <a:cubicBezTo>
                  <a:pt x="2416" y="3397"/>
                  <a:pt x="2395" y="3400"/>
                  <a:pt x="2375" y="3401"/>
                </a:cubicBezTo>
                <a:cubicBezTo>
                  <a:pt x="2330" y="3403"/>
                  <a:pt x="2284" y="3406"/>
                  <a:pt x="2240" y="3406"/>
                </a:cubicBezTo>
                <a:cubicBezTo>
                  <a:pt x="2226" y="3406"/>
                  <a:pt x="2211" y="3406"/>
                  <a:pt x="2197" y="3406"/>
                </a:cubicBezTo>
                <a:cubicBezTo>
                  <a:pt x="2163" y="3406"/>
                  <a:pt x="2129" y="3405"/>
                  <a:pt x="2094" y="3403"/>
                </a:cubicBezTo>
                <a:cubicBezTo>
                  <a:pt x="2081" y="3402"/>
                  <a:pt x="2067" y="3400"/>
                  <a:pt x="2054" y="3398"/>
                </a:cubicBezTo>
                <a:lnTo>
                  <a:pt x="2054" y="3398"/>
                </a:lnTo>
                <a:cubicBezTo>
                  <a:pt x="1975" y="3376"/>
                  <a:pt x="1893" y="3365"/>
                  <a:pt x="1814" y="3340"/>
                </a:cubicBezTo>
                <a:cubicBezTo>
                  <a:pt x="1797" y="3334"/>
                  <a:pt x="1778" y="3326"/>
                  <a:pt x="1762" y="3321"/>
                </a:cubicBezTo>
                <a:cubicBezTo>
                  <a:pt x="1752" y="3318"/>
                  <a:pt x="1745" y="3316"/>
                  <a:pt x="1740" y="3315"/>
                </a:cubicBezTo>
                <a:lnTo>
                  <a:pt x="1740" y="3315"/>
                </a:lnTo>
                <a:cubicBezTo>
                  <a:pt x="1716" y="3301"/>
                  <a:pt x="1691" y="3283"/>
                  <a:pt x="1679" y="3277"/>
                </a:cubicBezTo>
                <a:cubicBezTo>
                  <a:pt x="1648" y="3258"/>
                  <a:pt x="1616" y="3241"/>
                  <a:pt x="1587" y="3220"/>
                </a:cubicBezTo>
                <a:cubicBezTo>
                  <a:pt x="1572" y="3210"/>
                  <a:pt x="1557" y="3199"/>
                  <a:pt x="1543" y="3191"/>
                </a:cubicBezTo>
                <a:cubicBezTo>
                  <a:pt x="1525" y="3180"/>
                  <a:pt x="1519" y="3175"/>
                  <a:pt x="1519" y="3175"/>
                </a:cubicBezTo>
                <a:lnTo>
                  <a:pt x="1519" y="3175"/>
                </a:lnTo>
                <a:cubicBezTo>
                  <a:pt x="1518" y="3175"/>
                  <a:pt x="1582" y="3218"/>
                  <a:pt x="1580" y="3218"/>
                </a:cubicBezTo>
                <a:cubicBezTo>
                  <a:pt x="1580" y="3218"/>
                  <a:pt x="1579" y="3218"/>
                  <a:pt x="1578" y="3218"/>
                </a:cubicBezTo>
                <a:cubicBezTo>
                  <a:pt x="1542" y="3218"/>
                  <a:pt x="1420" y="3070"/>
                  <a:pt x="1399" y="3045"/>
                </a:cubicBezTo>
                <a:cubicBezTo>
                  <a:pt x="1384" y="3030"/>
                  <a:pt x="1353" y="2977"/>
                  <a:pt x="1351" y="2977"/>
                </a:cubicBezTo>
                <a:lnTo>
                  <a:pt x="1351" y="2977"/>
                </a:lnTo>
                <a:cubicBezTo>
                  <a:pt x="1350" y="2977"/>
                  <a:pt x="1354" y="2985"/>
                  <a:pt x="1363" y="3005"/>
                </a:cubicBezTo>
                <a:cubicBezTo>
                  <a:pt x="1372" y="3025"/>
                  <a:pt x="1375" y="3032"/>
                  <a:pt x="1374" y="3032"/>
                </a:cubicBezTo>
                <a:cubicBezTo>
                  <a:pt x="1372" y="3032"/>
                  <a:pt x="1335" y="2962"/>
                  <a:pt x="1326" y="2946"/>
                </a:cubicBezTo>
                <a:cubicBezTo>
                  <a:pt x="1285" y="2881"/>
                  <a:pt x="1252" y="2814"/>
                  <a:pt x="1215" y="2746"/>
                </a:cubicBezTo>
                <a:lnTo>
                  <a:pt x="1215" y="2746"/>
                </a:lnTo>
                <a:cubicBezTo>
                  <a:pt x="1214" y="2743"/>
                  <a:pt x="1213" y="2740"/>
                  <a:pt x="1212" y="2736"/>
                </a:cubicBezTo>
                <a:cubicBezTo>
                  <a:pt x="1199" y="2702"/>
                  <a:pt x="1187" y="2668"/>
                  <a:pt x="1176" y="2635"/>
                </a:cubicBezTo>
                <a:cubicBezTo>
                  <a:pt x="1153" y="2559"/>
                  <a:pt x="1132" y="2481"/>
                  <a:pt x="1119" y="2403"/>
                </a:cubicBezTo>
                <a:cubicBezTo>
                  <a:pt x="1119" y="2401"/>
                  <a:pt x="1118" y="2399"/>
                  <a:pt x="1118" y="2397"/>
                </a:cubicBezTo>
                <a:lnTo>
                  <a:pt x="1118" y="2397"/>
                </a:lnTo>
                <a:cubicBezTo>
                  <a:pt x="1122" y="2365"/>
                  <a:pt x="1108" y="2315"/>
                  <a:pt x="1106" y="2283"/>
                </a:cubicBezTo>
                <a:cubicBezTo>
                  <a:pt x="1102" y="2203"/>
                  <a:pt x="1102" y="2123"/>
                  <a:pt x="1106" y="2043"/>
                </a:cubicBezTo>
                <a:cubicBezTo>
                  <a:pt x="1107" y="2033"/>
                  <a:pt x="1110" y="2004"/>
                  <a:pt x="1113" y="1978"/>
                </a:cubicBezTo>
                <a:lnTo>
                  <a:pt x="1113" y="1978"/>
                </a:lnTo>
                <a:cubicBezTo>
                  <a:pt x="1117" y="1953"/>
                  <a:pt x="1123" y="1911"/>
                  <a:pt x="1125" y="1899"/>
                </a:cubicBezTo>
                <a:cubicBezTo>
                  <a:pt x="1144" y="1813"/>
                  <a:pt x="1170" y="1731"/>
                  <a:pt x="1197" y="1647"/>
                </a:cubicBezTo>
                <a:cubicBezTo>
                  <a:pt x="1199" y="1642"/>
                  <a:pt x="1200" y="1637"/>
                  <a:pt x="1201" y="1634"/>
                </a:cubicBezTo>
                <a:lnTo>
                  <a:pt x="1201" y="1634"/>
                </a:lnTo>
                <a:cubicBezTo>
                  <a:pt x="1203" y="1630"/>
                  <a:pt x="1205" y="1626"/>
                  <a:pt x="1208" y="1621"/>
                </a:cubicBezTo>
                <a:cubicBezTo>
                  <a:pt x="1227" y="1583"/>
                  <a:pt x="1246" y="1543"/>
                  <a:pt x="1269" y="1507"/>
                </a:cubicBezTo>
                <a:cubicBezTo>
                  <a:pt x="1290" y="1470"/>
                  <a:pt x="1313" y="1434"/>
                  <a:pt x="1338" y="1398"/>
                </a:cubicBezTo>
                <a:cubicBezTo>
                  <a:pt x="1341" y="1394"/>
                  <a:pt x="1344" y="1390"/>
                  <a:pt x="1346" y="1386"/>
                </a:cubicBezTo>
                <a:lnTo>
                  <a:pt x="1346" y="1386"/>
                </a:lnTo>
                <a:cubicBezTo>
                  <a:pt x="1346" y="1386"/>
                  <a:pt x="1346" y="1386"/>
                  <a:pt x="1347" y="1385"/>
                </a:cubicBezTo>
                <a:cubicBezTo>
                  <a:pt x="1399" y="1329"/>
                  <a:pt x="1454" y="1275"/>
                  <a:pt x="1511" y="1223"/>
                </a:cubicBezTo>
                <a:lnTo>
                  <a:pt x="1511" y="1223"/>
                </a:lnTo>
                <a:cubicBezTo>
                  <a:pt x="1524" y="1213"/>
                  <a:pt x="1537" y="1203"/>
                  <a:pt x="1551" y="1194"/>
                </a:cubicBezTo>
                <a:cubicBezTo>
                  <a:pt x="1589" y="1170"/>
                  <a:pt x="1627" y="1147"/>
                  <a:pt x="1667" y="1126"/>
                </a:cubicBezTo>
                <a:cubicBezTo>
                  <a:pt x="1682" y="1119"/>
                  <a:pt x="1697" y="1111"/>
                  <a:pt x="1712" y="1103"/>
                </a:cubicBezTo>
                <a:lnTo>
                  <a:pt x="1712" y="1103"/>
                </a:lnTo>
                <a:cubicBezTo>
                  <a:pt x="1755" y="1090"/>
                  <a:pt x="1797" y="1075"/>
                  <a:pt x="1840" y="1063"/>
                </a:cubicBezTo>
                <a:cubicBezTo>
                  <a:pt x="1884" y="1050"/>
                  <a:pt x="1928" y="1042"/>
                  <a:pt x="1970" y="1031"/>
                </a:cubicBezTo>
                <a:cubicBezTo>
                  <a:pt x="1976" y="1030"/>
                  <a:pt x="1983" y="1028"/>
                  <a:pt x="1990" y="1026"/>
                </a:cubicBezTo>
                <a:lnTo>
                  <a:pt x="1990" y="1026"/>
                </a:lnTo>
                <a:cubicBezTo>
                  <a:pt x="2008" y="1025"/>
                  <a:pt x="2026" y="1024"/>
                  <a:pt x="2042" y="1023"/>
                </a:cubicBezTo>
                <a:cubicBezTo>
                  <a:pt x="2063" y="1021"/>
                  <a:pt x="2083" y="1018"/>
                  <a:pt x="2104" y="1015"/>
                </a:cubicBezTo>
                <a:lnTo>
                  <a:pt x="2104" y="1015"/>
                </a:lnTo>
                <a:cubicBezTo>
                  <a:pt x="2127" y="1013"/>
                  <a:pt x="2151" y="1010"/>
                  <a:pt x="2175" y="1006"/>
                </a:cubicBezTo>
                <a:cubicBezTo>
                  <a:pt x="2200" y="1002"/>
                  <a:pt x="2223" y="998"/>
                  <a:pt x="2248" y="996"/>
                </a:cubicBezTo>
                <a:lnTo>
                  <a:pt x="2248" y="996"/>
                </a:lnTo>
                <a:cubicBezTo>
                  <a:pt x="2202" y="1002"/>
                  <a:pt x="2186" y="1004"/>
                  <a:pt x="2186" y="1004"/>
                </a:cubicBezTo>
                <a:cubicBezTo>
                  <a:pt x="2187" y="1004"/>
                  <a:pt x="2227" y="999"/>
                  <a:pt x="2246" y="998"/>
                </a:cubicBezTo>
                <a:cubicBezTo>
                  <a:pt x="2293" y="996"/>
                  <a:pt x="2341" y="991"/>
                  <a:pt x="2387" y="989"/>
                </a:cubicBezTo>
                <a:close/>
                <a:moveTo>
                  <a:pt x="2431" y="0"/>
                </a:moveTo>
                <a:cubicBezTo>
                  <a:pt x="2283" y="0"/>
                  <a:pt x="2134" y="12"/>
                  <a:pt x="1987" y="33"/>
                </a:cubicBezTo>
                <a:lnTo>
                  <a:pt x="1987" y="33"/>
                </a:lnTo>
                <a:cubicBezTo>
                  <a:pt x="1519" y="79"/>
                  <a:pt x="1082" y="246"/>
                  <a:pt x="738" y="578"/>
                </a:cubicBezTo>
                <a:cubicBezTo>
                  <a:pt x="443" y="863"/>
                  <a:pt x="236" y="1259"/>
                  <a:pt x="158" y="1661"/>
                </a:cubicBezTo>
                <a:cubicBezTo>
                  <a:pt x="0" y="2477"/>
                  <a:pt x="228" y="3403"/>
                  <a:pt x="896" y="3941"/>
                </a:cubicBezTo>
                <a:cubicBezTo>
                  <a:pt x="1283" y="4251"/>
                  <a:pt x="1777" y="4404"/>
                  <a:pt x="2272" y="4404"/>
                </a:cubicBezTo>
                <a:cubicBezTo>
                  <a:pt x="2762" y="4404"/>
                  <a:pt x="3253" y="4255"/>
                  <a:pt x="3645" y="3962"/>
                </a:cubicBezTo>
                <a:cubicBezTo>
                  <a:pt x="4395" y="3401"/>
                  <a:pt x="4700" y="2409"/>
                  <a:pt x="4443" y="1512"/>
                </a:cubicBezTo>
                <a:cubicBezTo>
                  <a:pt x="4302" y="1025"/>
                  <a:pt x="4003" y="604"/>
                  <a:pt x="3582" y="321"/>
                </a:cubicBezTo>
                <a:cubicBezTo>
                  <a:pt x="3236" y="89"/>
                  <a:pt x="2836" y="0"/>
                  <a:pt x="2431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72" name="Google Shape;5072;p15"/>
          <p:cNvSpPr/>
          <p:nvPr/>
        </p:nvSpPr>
        <p:spPr>
          <a:xfrm>
            <a:off x="7894325" y="964188"/>
            <a:ext cx="146125" cy="136975"/>
          </a:xfrm>
          <a:custGeom>
            <a:rect b="b" l="l" r="r" t="t"/>
            <a:pathLst>
              <a:path extrusionOk="0" h="5479" w="5845">
                <a:moveTo>
                  <a:pt x="3075" y="4462"/>
                </a:moveTo>
                <a:cubicBezTo>
                  <a:pt x="3073" y="4462"/>
                  <a:pt x="3072" y="4463"/>
                  <a:pt x="3071" y="4463"/>
                </a:cubicBezTo>
                <a:lnTo>
                  <a:pt x="3071" y="4463"/>
                </a:lnTo>
                <a:cubicBezTo>
                  <a:pt x="3072" y="4463"/>
                  <a:pt x="3073" y="4462"/>
                  <a:pt x="3075" y="4462"/>
                </a:cubicBezTo>
                <a:close/>
                <a:moveTo>
                  <a:pt x="3051" y="4466"/>
                </a:moveTo>
                <a:cubicBezTo>
                  <a:pt x="3036" y="4468"/>
                  <a:pt x="3030" y="4469"/>
                  <a:pt x="3030" y="4469"/>
                </a:cubicBezTo>
                <a:cubicBezTo>
                  <a:pt x="3030" y="4469"/>
                  <a:pt x="3040" y="4467"/>
                  <a:pt x="3051" y="4466"/>
                </a:cubicBezTo>
                <a:close/>
                <a:moveTo>
                  <a:pt x="3032" y="988"/>
                </a:moveTo>
                <a:cubicBezTo>
                  <a:pt x="3081" y="988"/>
                  <a:pt x="3130" y="990"/>
                  <a:pt x="3180" y="993"/>
                </a:cubicBezTo>
                <a:cubicBezTo>
                  <a:pt x="3209" y="995"/>
                  <a:pt x="3237" y="997"/>
                  <a:pt x="3266" y="999"/>
                </a:cubicBezTo>
                <a:cubicBezTo>
                  <a:pt x="3274" y="999"/>
                  <a:pt x="3280" y="999"/>
                  <a:pt x="3284" y="1000"/>
                </a:cubicBezTo>
                <a:lnTo>
                  <a:pt x="3284" y="1000"/>
                </a:lnTo>
                <a:cubicBezTo>
                  <a:pt x="3395" y="1021"/>
                  <a:pt x="3505" y="1046"/>
                  <a:pt x="3612" y="1081"/>
                </a:cubicBezTo>
                <a:cubicBezTo>
                  <a:pt x="3641" y="1090"/>
                  <a:pt x="3709" y="1119"/>
                  <a:pt x="3711" y="1119"/>
                </a:cubicBezTo>
                <a:cubicBezTo>
                  <a:pt x="3712" y="1119"/>
                  <a:pt x="3702" y="1114"/>
                  <a:pt x="3673" y="1100"/>
                </a:cubicBezTo>
                <a:lnTo>
                  <a:pt x="3673" y="1100"/>
                </a:lnTo>
                <a:cubicBezTo>
                  <a:pt x="3730" y="1125"/>
                  <a:pt x="3787" y="1153"/>
                  <a:pt x="3841" y="1184"/>
                </a:cubicBezTo>
                <a:cubicBezTo>
                  <a:pt x="3883" y="1208"/>
                  <a:pt x="3923" y="1235"/>
                  <a:pt x="3966" y="1262"/>
                </a:cubicBezTo>
                <a:cubicBezTo>
                  <a:pt x="3985" y="1274"/>
                  <a:pt x="3997" y="1281"/>
                  <a:pt x="4005" y="1285"/>
                </a:cubicBezTo>
                <a:lnTo>
                  <a:pt x="4005" y="1285"/>
                </a:lnTo>
                <a:cubicBezTo>
                  <a:pt x="4007" y="1287"/>
                  <a:pt x="4009" y="1289"/>
                  <a:pt x="4012" y="1292"/>
                </a:cubicBezTo>
                <a:cubicBezTo>
                  <a:pt x="4096" y="1368"/>
                  <a:pt x="4181" y="1443"/>
                  <a:pt x="4254" y="1530"/>
                </a:cubicBezTo>
                <a:cubicBezTo>
                  <a:pt x="4264" y="1542"/>
                  <a:pt x="4273" y="1553"/>
                  <a:pt x="4283" y="1565"/>
                </a:cubicBezTo>
                <a:lnTo>
                  <a:pt x="4283" y="1565"/>
                </a:lnTo>
                <a:cubicBezTo>
                  <a:pt x="4284" y="1566"/>
                  <a:pt x="4285" y="1568"/>
                  <a:pt x="4286" y="1570"/>
                </a:cubicBezTo>
                <a:cubicBezTo>
                  <a:pt x="4315" y="1614"/>
                  <a:pt x="4347" y="1656"/>
                  <a:pt x="4374" y="1703"/>
                </a:cubicBezTo>
                <a:cubicBezTo>
                  <a:pt x="4400" y="1743"/>
                  <a:pt x="4423" y="1785"/>
                  <a:pt x="4444" y="1827"/>
                </a:cubicBezTo>
                <a:cubicBezTo>
                  <a:pt x="4458" y="1852"/>
                  <a:pt x="4499" y="1948"/>
                  <a:pt x="4501" y="1948"/>
                </a:cubicBezTo>
                <a:cubicBezTo>
                  <a:pt x="4501" y="1948"/>
                  <a:pt x="4497" y="1936"/>
                  <a:pt x="4484" y="1903"/>
                </a:cubicBezTo>
                <a:lnTo>
                  <a:pt x="4484" y="1903"/>
                </a:lnTo>
                <a:cubicBezTo>
                  <a:pt x="4520" y="1991"/>
                  <a:pt x="4551" y="2082"/>
                  <a:pt x="4577" y="2174"/>
                </a:cubicBezTo>
                <a:cubicBezTo>
                  <a:pt x="4589" y="2221"/>
                  <a:pt x="4600" y="2267"/>
                  <a:pt x="4610" y="2314"/>
                </a:cubicBezTo>
                <a:cubicBezTo>
                  <a:pt x="4616" y="2344"/>
                  <a:pt x="4628" y="2444"/>
                  <a:pt x="4630" y="2444"/>
                </a:cubicBezTo>
                <a:cubicBezTo>
                  <a:pt x="4631" y="2444"/>
                  <a:pt x="4630" y="2431"/>
                  <a:pt x="4627" y="2396"/>
                </a:cubicBezTo>
                <a:lnTo>
                  <a:pt x="4627" y="2396"/>
                </a:lnTo>
                <a:cubicBezTo>
                  <a:pt x="4636" y="2497"/>
                  <a:pt x="4644" y="2600"/>
                  <a:pt x="4644" y="2703"/>
                </a:cubicBezTo>
                <a:cubicBezTo>
                  <a:pt x="4642" y="2756"/>
                  <a:pt x="4642" y="2811"/>
                  <a:pt x="4638" y="2865"/>
                </a:cubicBezTo>
                <a:cubicBezTo>
                  <a:pt x="4636" y="2887"/>
                  <a:pt x="4632" y="2911"/>
                  <a:pt x="4631" y="2933"/>
                </a:cubicBezTo>
                <a:lnTo>
                  <a:pt x="4631" y="2933"/>
                </a:lnTo>
                <a:cubicBezTo>
                  <a:pt x="4631" y="2933"/>
                  <a:pt x="4631" y="2933"/>
                  <a:pt x="4631" y="2933"/>
                </a:cubicBezTo>
                <a:cubicBezTo>
                  <a:pt x="4614" y="3034"/>
                  <a:pt x="4596" y="3135"/>
                  <a:pt x="4566" y="3234"/>
                </a:cubicBezTo>
                <a:cubicBezTo>
                  <a:pt x="4553" y="3280"/>
                  <a:pt x="4537" y="3327"/>
                  <a:pt x="4522" y="3373"/>
                </a:cubicBezTo>
                <a:cubicBezTo>
                  <a:pt x="4513" y="3396"/>
                  <a:pt x="4503" y="3417"/>
                  <a:pt x="4497" y="3441"/>
                </a:cubicBezTo>
                <a:cubicBezTo>
                  <a:pt x="4496" y="3441"/>
                  <a:pt x="4496" y="3441"/>
                  <a:pt x="4496" y="3441"/>
                </a:cubicBezTo>
                <a:lnTo>
                  <a:pt x="4496" y="3441"/>
                </a:lnTo>
                <a:cubicBezTo>
                  <a:pt x="4494" y="3445"/>
                  <a:pt x="4491" y="3450"/>
                  <a:pt x="4488" y="3455"/>
                </a:cubicBezTo>
                <a:cubicBezTo>
                  <a:pt x="4440" y="3542"/>
                  <a:pt x="4400" y="3630"/>
                  <a:pt x="4347" y="3712"/>
                </a:cubicBezTo>
                <a:cubicBezTo>
                  <a:pt x="4337" y="3727"/>
                  <a:pt x="4283" y="3802"/>
                  <a:pt x="4272" y="3820"/>
                </a:cubicBezTo>
                <a:lnTo>
                  <a:pt x="4272" y="3820"/>
                </a:lnTo>
                <a:cubicBezTo>
                  <a:pt x="4267" y="3826"/>
                  <a:pt x="4263" y="3832"/>
                  <a:pt x="4261" y="3835"/>
                </a:cubicBezTo>
                <a:cubicBezTo>
                  <a:pt x="4235" y="3862"/>
                  <a:pt x="4210" y="3891"/>
                  <a:pt x="4185" y="3919"/>
                </a:cubicBezTo>
                <a:cubicBezTo>
                  <a:pt x="4151" y="3955"/>
                  <a:pt x="4115" y="3990"/>
                  <a:pt x="4077" y="4024"/>
                </a:cubicBezTo>
                <a:cubicBezTo>
                  <a:pt x="4063" y="4037"/>
                  <a:pt x="3977" y="4106"/>
                  <a:pt x="3981" y="4106"/>
                </a:cubicBezTo>
                <a:cubicBezTo>
                  <a:pt x="3982" y="4106"/>
                  <a:pt x="3992" y="4099"/>
                  <a:pt x="4016" y="4081"/>
                </a:cubicBezTo>
                <a:lnTo>
                  <a:pt x="4016" y="4081"/>
                </a:lnTo>
                <a:cubicBezTo>
                  <a:pt x="3919" y="4153"/>
                  <a:pt x="3818" y="4216"/>
                  <a:pt x="3713" y="4271"/>
                </a:cubicBezTo>
                <a:cubicBezTo>
                  <a:pt x="3692" y="4282"/>
                  <a:pt x="3605" y="4320"/>
                  <a:pt x="3609" y="4320"/>
                </a:cubicBezTo>
                <a:cubicBezTo>
                  <a:pt x="3609" y="4320"/>
                  <a:pt x="3609" y="4320"/>
                  <a:pt x="3611" y="4319"/>
                </a:cubicBezTo>
                <a:lnTo>
                  <a:pt x="3611" y="4319"/>
                </a:lnTo>
                <a:cubicBezTo>
                  <a:pt x="3569" y="4335"/>
                  <a:pt x="3527" y="4350"/>
                  <a:pt x="3483" y="4365"/>
                </a:cubicBezTo>
                <a:cubicBezTo>
                  <a:pt x="3353" y="4408"/>
                  <a:pt x="3218" y="4437"/>
                  <a:pt x="3083" y="4460"/>
                </a:cubicBezTo>
                <a:cubicBezTo>
                  <a:pt x="3075" y="4462"/>
                  <a:pt x="3068" y="4463"/>
                  <a:pt x="3062" y="4464"/>
                </a:cubicBezTo>
                <a:lnTo>
                  <a:pt x="3062" y="4464"/>
                </a:lnTo>
                <a:cubicBezTo>
                  <a:pt x="3028" y="4467"/>
                  <a:pt x="2994" y="4471"/>
                  <a:pt x="2959" y="4473"/>
                </a:cubicBezTo>
                <a:cubicBezTo>
                  <a:pt x="2900" y="4477"/>
                  <a:pt x="2841" y="4481"/>
                  <a:pt x="2782" y="4481"/>
                </a:cubicBezTo>
                <a:cubicBezTo>
                  <a:pt x="2718" y="4481"/>
                  <a:pt x="2653" y="4479"/>
                  <a:pt x="2590" y="4475"/>
                </a:cubicBezTo>
                <a:cubicBezTo>
                  <a:pt x="2563" y="4473"/>
                  <a:pt x="2536" y="4471"/>
                  <a:pt x="2509" y="4469"/>
                </a:cubicBezTo>
                <a:lnTo>
                  <a:pt x="2509" y="4469"/>
                </a:lnTo>
                <a:cubicBezTo>
                  <a:pt x="2506" y="4468"/>
                  <a:pt x="2503" y="4467"/>
                  <a:pt x="2499" y="4467"/>
                </a:cubicBezTo>
                <a:cubicBezTo>
                  <a:pt x="2392" y="4445"/>
                  <a:pt x="2287" y="4422"/>
                  <a:pt x="2181" y="4389"/>
                </a:cubicBezTo>
                <a:cubicBezTo>
                  <a:pt x="2154" y="4379"/>
                  <a:pt x="2102" y="4357"/>
                  <a:pt x="2090" y="4352"/>
                </a:cubicBezTo>
                <a:lnTo>
                  <a:pt x="2090" y="4352"/>
                </a:lnTo>
                <a:cubicBezTo>
                  <a:pt x="2048" y="4332"/>
                  <a:pt x="2007" y="4312"/>
                  <a:pt x="1966" y="4290"/>
                </a:cubicBezTo>
                <a:cubicBezTo>
                  <a:pt x="1924" y="4266"/>
                  <a:pt x="1884" y="4241"/>
                  <a:pt x="1844" y="4214"/>
                </a:cubicBezTo>
                <a:cubicBezTo>
                  <a:pt x="1820" y="4198"/>
                  <a:pt x="1770" y="4158"/>
                  <a:pt x="1769" y="4158"/>
                </a:cubicBezTo>
                <a:lnTo>
                  <a:pt x="1769" y="4158"/>
                </a:lnTo>
                <a:cubicBezTo>
                  <a:pt x="1769" y="4158"/>
                  <a:pt x="1769" y="4158"/>
                  <a:pt x="1770" y="4159"/>
                </a:cubicBezTo>
                <a:lnTo>
                  <a:pt x="1770" y="4159"/>
                </a:lnTo>
                <a:cubicBezTo>
                  <a:pt x="1698" y="4097"/>
                  <a:pt x="1630" y="4032"/>
                  <a:pt x="1566" y="3961"/>
                </a:cubicBezTo>
                <a:cubicBezTo>
                  <a:pt x="1559" y="3952"/>
                  <a:pt x="1523" y="3908"/>
                  <a:pt x="1505" y="3886"/>
                </a:cubicBezTo>
                <a:lnTo>
                  <a:pt x="1505" y="3886"/>
                </a:lnTo>
                <a:cubicBezTo>
                  <a:pt x="1487" y="3859"/>
                  <a:pt x="1452" y="3809"/>
                  <a:pt x="1446" y="3799"/>
                </a:cubicBezTo>
                <a:cubicBezTo>
                  <a:pt x="1389" y="3710"/>
                  <a:pt x="1347" y="3618"/>
                  <a:pt x="1296" y="3525"/>
                </a:cubicBezTo>
                <a:cubicBezTo>
                  <a:pt x="1293" y="3520"/>
                  <a:pt x="1291" y="3516"/>
                  <a:pt x="1289" y="3513"/>
                </a:cubicBezTo>
                <a:lnTo>
                  <a:pt x="1289" y="3513"/>
                </a:lnTo>
                <a:cubicBezTo>
                  <a:pt x="1287" y="3505"/>
                  <a:pt x="1284" y="3496"/>
                  <a:pt x="1280" y="3485"/>
                </a:cubicBezTo>
                <a:cubicBezTo>
                  <a:pt x="1263" y="3441"/>
                  <a:pt x="1248" y="3396"/>
                  <a:pt x="1233" y="3352"/>
                </a:cubicBezTo>
                <a:cubicBezTo>
                  <a:pt x="1202" y="3251"/>
                  <a:pt x="1176" y="3150"/>
                  <a:pt x="1157" y="3047"/>
                </a:cubicBezTo>
                <a:cubicBezTo>
                  <a:pt x="1153" y="3023"/>
                  <a:pt x="1148" y="2988"/>
                  <a:pt x="1146" y="2969"/>
                </a:cubicBezTo>
                <a:lnTo>
                  <a:pt x="1146" y="2969"/>
                </a:lnTo>
                <a:cubicBezTo>
                  <a:pt x="1142" y="2928"/>
                  <a:pt x="1138" y="2887"/>
                  <a:pt x="1134" y="2847"/>
                </a:cubicBezTo>
                <a:cubicBezTo>
                  <a:pt x="1128" y="2743"/>
                  <a:pt x="1130" y="2638"/>
                  <a:pt x="1136" y="2533"/>
                </a:cubicBezTo>
                <a:cubicBezTo>
                  <a:pt x="1138" y="2513"/>
                  <a:pt x="1146" y="2433"/>
                  <a:pt x="1149" y="2401"/>
                </a:cubicBezTo>
                <a:lnTo>
                  <a:pt x="1149" y="2401"/>
                </a:lnTo>
                <a:cubicBezTo>
                  <a:pt x="1155" y="2369"/>
                  <a:pt x="1164" y="2316"/>
                  <a:pt x="1166" y="2301"/>
                </a:cubicBezTo>
                <a:cubicBezTo>
                  <a:pt x="1191" y="2189"/>
                  <a:pt x="1225" y="2080"/>
                  <a:pt x="1261" y="1970"/>
                </a:cubicBezTo>
                <a:cubicBezTo>
                  <a:pt x="1267" y="1952"/>
                  <a:pt x="1270" y="1940"/>
                  <a:pt x="1272" y="1933"/>
                </a:cubicBezTo>
                <a:lnTo>
                  <a:pt x="1272" y="1933"/>
                </a:lnTo>
                <a:cubicBezTo>
                  <a:pt x="1276" y="1925"/>
                  <a:pt x="1282" y="1914"/>
                  <a:pt x="1290" y="1898"/>
                </a:cubicBezTo>
                <a:cubicBezTo>
                  <a:pt x="1315" y="1848"/>
                  <a:pt x="1341" y="1797"/>
                  <a:pt x="1370" y="1747"/>
                </a:cubicBezTo>
                <a:cubicBezTo>
                  <a:pt x="1398" y="1698"/>
                  <a:pt x="1429" y="1652"/>
                  <a:pt x="1461" y="1604"/>
                </a:cubicBezTo>
                <a:cubicBezTo>
                  <a:pt x="1470" y="1590"/>
                  <a:pt x="1476" y="1580"/>
                  <a:pt x="1480" y="1574"/>
                </a:cubicBezTo>
                <a:lnTo>
                  <a:pt x="1480" y="1574"/>
                </a:lnTo>
                <a:cubicBezTo>
                  <a:pt x="1484" y="1570"/>
                  <a:pt x="1489" y="1565"/>
                  <a:pt x="1497" y="1557"/>
                </a:cubicBezTo>
                <a:cubicBezTo>
                  <a:pt x="1572" y="1477"/>
                  <a:pt x="1648" y="1401"/>
                  <a:pt x="1728" y="1328"/>
                </a:cubicBezTo>
                <a:cubicBezTo>
                  <a:pt x="1729" y="1327"/>
                  <a:pt x="1729" y="1327"/>
                  <a:pt x="1730" y="1326"/>
                </a:cubicBezTo>
                <a:lnTo>
                  <a:pt x="1730" y="1326"/>
                </a:lnTo>
                <a:cubicBezTo>
                  <a:pt x="1753" y="1312"/>
                  <a:pt x="1774" y="1295"/>
                  <a:pt x="1796" y="1281"/>
                </a:cubicBezTo>
                <a:cubicBezTo>
                  <a:pt x="1846" y="1248"/>
                  <a:pt x="1899" y="1218"/>
                  <a:pt x="1952" y="1191"/>
                </a:cubicBezTo>
                <a:cubicBezTo>
                  <a:pt x="1973" y="1180"/>
                  <a:pt x="1996" y="1170"/>
                  <a:pt x="2015" y="1159"/>
                </a:cubicBezTo>
                <a:cubicBezTo>
                  <a:pt x="2019" y="1157"/>
                  <a:pt x="2023" y="1154"/>
                  <a:pt x="2026" y="1152"/>
                </a:cubicBezTo>
                <a:lnTo>
                  <a:pt x="2026" y="1152"/>
                </a:lnTo>
                <a:cubicBezTo>
                  <a:pt x="2028" y="1152"/>
                  <a:pt x="2030" y="1151"/>
                  <a:pt x="2032" y="1151"/>
                </a:cubicBezTo>
                <a:cubicBezTo>
                  <a:pt x="2093" y="1132"/>
                  <a:pt x="2152" y="1108"/>
                  <a:pt x="2213" y="1092"/>
                </a:cubicBezTo>
                <a:cubicBezTo>
                  <a:pt x="2272" y="1075"/>
                  <a:pt x="2329" y="1064"/>
                  <a:pt x="2388" y="1052"/>
                </a:cubicBezTo>
                <a:cubicBezTo>
                  <a:pt x="2406" y="1047"/>
                  <a:pt x="2452" y="1041"/>
                  <a:pt x="2450" y="1041"/>
                </a:cubicBezTo>
                <a:lnTo>
                  <a:pt x="2450" y="1041"/>
                </a:lnTo>
                <a:cubicBezTo>
                  <a:pt x="2449" y="1041"/>
                  <a:pt x="2434" y="1042"/>
                  <a:pt x="2396" y="1047"/>
                </a:cubicBezTo>
                <a:cubicBezTo>
                  <a:pt x="2438" y="1041"/>
                  <a:pt x="2480" y="1037"/>
                  <a:pt x="2523" y="1035"/>
                </a:cubicBezTo>
                <a:cubicBezTo>
                  <a:pt x="2551" y="1033"/>
                  <a:pt x="2579" y="1028"/>
                  <a:pt x="2607" y="1022"/>
                </a:cubicBezTo>
                <a:lnTo>
                  <a:pt x="2607" y="1022"/>
                </a:lnTo>
                <a:cubicBezTo>
                  <a:pt x="2623" y="1021"/>
                  <a:pt x="2639" y="1018"/>
                  <a:pt x="2655" y="1016"/>
                </a:cubicBezTo>
                <a:cubicBezTo>
                  <a:pt x="2677" y="1012"/>
                  <a:pt x="2699" y="1009"/>
                  <a:pt x="2720" y="1006"/>
                </a:cubicBezTo>
                <a:lnTo>
                  <a:pt x="2720" y="1006"/>
                </a:lnTo>
                <a:cubicBezTo>
                  <a:pt x="2727" y="1005"/>
                  <a:pt x="2777" y="1000"/>
                  <a:pt x="2792" y="999"/>
                </a:cubicBezTo>
                <a:cubicBezTo>
                  <a:pt x="2853" y="995"/>
                  <a:pt x="2917" y="991"/>
                  <a:pt x="2978" y="988"/>
                </a:cubicBezTo>
                <a:cubicBezTo>
                  <a:pt x="2996" y="988"/>
                  <a:pt x="3014" y="988"/>
                  <a:pt x="3032" y="988"/>
                </a:cubicBezTo>
                <a:close/>
                <a:moveTo>
                  <a:pt x="3031" y="0"/>
                </a:moveTo>
                <a:cubicBezTo>
                  <a:pt x="2841" y="0"/>
                  <a:pt x="2651" y="16"/>
                  <a:pt x="2463" y="44"/>
                </a:cubicBezTo>
                <a:lnTo>
                  <a:pt x="2463" y="44"/>
                </a:lnTo>
                <a:cubicBezTo>
                  <a:pt x="1887" y="101"/>
                  <a:pt x="1345" y="305"/>
                  <a:pt x="921" y="715"/>
                </a:cubicBezTo>
                <a:cubicBezTo>
                  <a:pt x="551" y="1073"/>
                  <a:pt x="298" y="1566"/>
                  <a:pt x="199" y="2071"/>
                </a:cubicBezTo>
                <a:cubicBezTo>
                  <a:pt x="1" y="3089"/>
                  <a:pt x="296" y="4250"/>
                  <a:pt x="1128" y="4915"/>
                </a:cubicBezTo>
                <a:cubicBezTo>
                  <a:pt x="1602" y="5295"/>
                  <a:pt x="2207" y="5479"/>
                  <a:pt x="2815" y="5479"/>
                </a:cubicBezTo>
                <a:cubicBezTo>
                  <a:pt x="3435" y="5479"/>
                  <a:pt x="4059" y="5288"/>
                  <a:pt x="4551" y="4917"/>
                </a:cubicBezTo>
                <a:cubicBezTo>
                  <a:pt x="5478" y="4222"/>
                  <a:pt x="5845" y="2981"/>
                  <a:pt x="5529" y="1873"/>
                </a:cubicBezTo>
                <a:cubicBezTo>
                  <a:pt x="5356" y="1275"/>
                  <a:pt x="4989" y="750"/>
                  <a:pt x="4469" y="401"/>
                </a:cubicBezTo>
                <a:cubicBezTo>
                  <a:pt x="4037" y="112"/>
                  <a:pt x="3537" y="0"/>
                  <a:pt x="3031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73" name="Google Shape;5073;p15"/>
          <p:cNvSpPr/>
          <p:nvPr/>
        </p:nvSpPr>
        <p:spPr>
          <a:xfrm>
            <a:off x="1631175" y="1028788"/>
            <a:ext cx="146125" cy="136975"/>
          </a:xfrm>
          <a:custGeom>
            <a:rect b="b" l="l" r="r" t="t"/>
            <a:pathLst>
              <a:path extrusionOk="0" h="5479" w="5845">
                <a:moveTo>
                  <a:pt x="3075" y="4462"/>
                </a:moveTo>
                <a:cubicBezTo>
                  <a:pt x="3073" y="4462"/>
                  <a:pt x="3072" y="4463"/>
                  <a:pt x="3071" y="4463"/>
                </a:cubicBezTo>
                <a:lnTo>
                  <a:pt x="3071" y="4463"/>
                </a:lnTo>
                <a:cubicBezTo>
                  <a:pt x="3072" y="4463"/>
                  <a:pt x="3073" y="4462"/>
                  <a:pt x="3075" y="4462"/>
                </a:cubicBezTo>
                <a:close/>
                <a:moveTo>
                  <a:pt x="3051" y="4466"/>
                </a:moveTo>
                <a:cubicBezTo>
                  <a:pt x="3036" y="4468"/>
                  <a:pt x="3030" y="4469"/>
                  <a:pt x="3030" y="4469"/>
                </a:cubicBezTo>
                <a:cubicBezTo>
                  <a:pt x="3030" y="4469"/>
                  <a:pt x="3040" y="4467"/>
                  <a:pt x="3051" y="4466"/>
                </a:cubicBezTo>
                <a:close/>
                <a:moveTo>
                  <a:pt x="3032" y="988"/>
                </a:moveTo>
                <a:cubicBezTo>
                  <a:pt x="3081" y="988"/>
                  <a:pt x="3130" y="990"/>
                  <a:pt x="3180" y="993"/>
                </a:cubicBezTo>
                <a:cubicBezTo>
                  <a:pt x="3209" y="995"/>
                  <a:pt x="3237" y="997"/>
                  <a:pt x="3266" y="999"/>
                </a:cubicBezTo>
                <a:cubicBezTo>
                  <a:pt x="3274" y="999"/>
                  <a:pt x="3280" y="999"/>
                  <a:pt x="3284" y="1000"/>
                </a:cubicBezTo>
                <a:lnTo>
                  <a:pt x="3284" y="1000"/>
                </a:lnTo>
                <a:cubicBezTo>
                  <a:pt x="3395" y="1021"/>
                  <a:pt x="3505" y="1046"/>
                  <a:pt x="3612" y="1081"/>
                </a:cubicBezTo>
                <a:cubicBezTo>
                  <a:pt x="3641" y="1090"/>
                  <a:pt x="3709" y="1119"/>
                  <a:pt x="3711" y="1119"/>
                </a:cubicBezTo>
                <a:cubicBezTo>
                  <a:pt x="3712" y="1119"/>
                  <a:pt x="3702" y="1114"/>
                  <a:pt x="3673" y="1100"/>
                </a:cubicBezTo>
                <a:lnTo>
                  <a:pt x="3673" y="1100"/>
                </a:lnTo>
                <a:cubicBezTo>
                  <a:pt x="3730" y="1125"/>
                  <a:pt x="3787" y="1153"/>
                  <a:pt x="3841" y="1184"/>
                </a:cubicBezTo>
                <a:cubicBezTo>
                  <a:pt x="3883" y="1208"/>
                  <a:pt x="3923" y="1235"/>
                  <a:pt x="3966" y="1262"/>
                </a:cubicBezTo>
                <a:cubicBezTo>
                  <a:pt x="3985" y="1274"/>
                  <a:pt x="3997" y="1281"/>
                  <a:pt x="4005" y="1285"/>
                </a:cubicBezTo>
                <a:lnTo>
                  <a:pt x="4005" y="1285"/>
                </a:lnTo>
                <a:cubicBezTo>
                  <a:pt x="4007" y="1287"/>
                  <a:pt x="4009" y="1289"/>
                  <a:pt x="4012" y="1292"/>
                </a:cubicBezTo>
                <a:cubicBezTo>
                  <a:pt x="4096" y="1368"/>
                  <a:pt x="4181" y="1443"/>
                  <a:pt x="4254" y="1530"/>
                </a:cubicBezTo>
                <a:cubicBezTo>
                  <a:pt x="4264" y="1542"/>
                  <a:pt x="4273" y="1553"/>
                  <a:pt x="4283" y="1565"/>
                </a:cubicBezTo>
                <a:lnTo>
                  <a:pt x="4283" y="1565"/>
                </a:lnTo>
                <a:cubicBezTo>
                  <a:pt x="4284" y="1566"/>
                  <a:pt x="4285" y="1568"/>
                  <a:pt x="4286" y="1570"/>
                </a:cubicBezTo>
                <a:cubicBezTo>
                  <a:pt x="4315" y="1614"/>
                  <a:pt x="4347" y="1656"/>
                  <a:pt x="4374" y="1703"/>
                </a:cubicBezTo>
                <a:cubicBezTo>
                  <a:pt x="4400" y="1743"/>
                  <a:pt x="4423" y="1785"/>
                  <a:pt x="4444" y="1827"/>
                </a:cubicBezTo>
                <a:cubicBezTo>
                  <a:pt x="4458" y="1852"/>
                  <a:pt x="4499" y="1948"/>
                  <a:pt x="4501" y="1948"/>
                </a:cubicBezTo>
                <a:cubicBezTo>
                  <a:pt x="4501" y="1948"/>
                  <a:pt x="4497" y="1936"/>
                  <a:pt x="4484" y="1903"/>
                </a:cubicBezTo>
                <a:lnTo>
                  <a:pt x="4484" y="1903"/>
                </a:lnTo>
                <a:cubicBezTo>
                  <a:pt x="4520" y="1991"/>
                  <a:pt x="4551" y="2082"/>
                  <a:pt x="4577" y="2174"/>
                </a:cubicBezTo>
                <a:cubicBezTo>
                  <a:pt x="4589" y="2221"/>
                  <a:pt x="4600" y="2267"/>
                  <a:pt x="4610" y="2314"/>
                </a:cubicBezTo>
                <a:cubicBezTo>
                  <a:pt x="4616" y="2344"/>
                  <a:pt x="4628" y="2444"/>
                  <a:pt x="4630" y="2444"/>
                </a:cubicBezTo>
                <a:cubicBezTo>
                  <a:pt x="4631" y="2444"/>
                  <a:pt x="4630" y="2431"/>
                  <a:pt x="4627" y="2396"/>
                </a:cubicBezTo>
                <a:lnTo>
                  <a:pt x="4627" y="2396"/>
                </a:lnTo>
                <a:cubicBezTo>
                  <a:pt x="4636" y="2497"/>
                  <a:pt x="4644" y="2600"/>
                  <a:pt x="4644" y="2703"/>
                </a:cubicBezTo>
                <a:cubicBezTo>
                  <a:pt x="4642" y="2756"/>
                  <a:pt x="4642" y="2811"/>
                  <a:pt x="4638" y="2865"/>
                </a:cubicBezTo>
                <a:cubicBezTo>
                  <a:pt x="4636" y="2887"/>
                  <a:pt x="4632" y="2911"/>
                  <a:pt x="4631" y="2933"/>
                </a:cubicBezTo>
                <a:lnTo>
                  <a:pt x="4631" y="2933"/>
                </a:lnTo>
                <a:cubicBezTo>
                  <a:pt x="4631" y="2933"/>
                  <a:pt x="4631" y="2933"/>
                  <a:pt x="4631" y="2933"/>
                </a:cubicBezTo>
                <a:cubicBezTo>
                  <a:pt x="4614" y="3034"/>
                  <a:pt x="4596" y="3135"/>
                  <a:pt x="4566" y="3234"/>
                </a:cubicBezTo>
                <a:cubicBezTo>
                  <a:pt x="4553" y="3280"/>
                  <a:pt x="4537" y="3327"/>
                  <a:pt x="4522" y="3373"/>
                </a:cubicBezTo>
                <a:cubicBezTo>
                  <a:pt x="4513" y="3396"/>
                  <a:pt x="4503" y="3417"/>
                  <a:pt x="4497" y="3441"/>
                </a:cubicBezTo>
                <a:cubicBezTo>
                  <a:pt x="4496" y="3441"/>
                  <a:pt x="4496" y="3441"/>
                  <a:pt x="4496" y="3441"/>
                </a:cubicBezTo>
                <a:lnTo>
                  <a:pt x="4496" y="3441"/>
                </a:lnTo>
                <a:cubicBezTo>
                  <a:pt x="4494" y="3445"/>
                  <a:pt x="4491" y="3450"/>
                  <a:pt x="4488" y="3455"/>
                </a:cubicBezTo>
                <a:cubicBezTo>
                  <a:pt x="4440" y="3542"/>
                  <a:pt x="4400" y="3630"/>
                  <a:pt x="4347" y="3712"/>
                </a:cubicBezTo>
                <a:cubicBezTo>
                  <a:pt x="4337" y="3727"/>
                  <a:pt x="4283" y="3802"/>
                  <a:pt x="4272" y="3820"/>
                </a:cubicBezTo>
                <a:lnTo>
                  <a:pt x="4272" y="3820"/>
                </a:lnTo>
                <a:cubicBezTo>
                  <a:pt x="4267" y="3826"/>
                  <a:pt x="4263" y="3832"/>
                  <a:pt x="4261" y="3835"/>
                </a:cubicBezTo>
                <a:cubicBezTo>
                  <a:pt x="4235" y="3862"/>
                  <a:pt x="4210" y="3891"/>
                  <a:pt x="4185" y="3919"/>
                </a:cubicBezTo>
                <a:cubicBezTo>
                  <a:pt x="4151" y="3955"/>
                  <a:pt x="4115" y="3990"/>
                  <a:pt x="4077" y="4024"/>
                </a:cubicBezTo>
                <a:cubicBezTo>
                  <a:pt x="4063" y="4037"/>
                  <a:pt x="3977" y="4106"/>
                  <a:pt x="3981" y="4106"/>
                </a:cubicBezTo>
                <a:cubicBezTo>
                  <a:pt x="3982" y="4106"/>
                  <a:pt x="3992" y="4099"/>
                  <a:pt x="4016" y="4081"/>
                </a:cubicBezTo>
                <a:lnTo>
                  <a:pt x="4016" y="4081"/>
                </a:lnTo>
                <a:cubicBezTo>
                  <a:pt x="3919" y="4153"/>
                  <a:pt x="3818" y="4216"/>
                  <a:pt x="3713" y="4271"/>
                </a:cubicBezTo>
                <a:cubicBezTo>
                  <a:pt x="3692" y="4282"/>
                  <a:pt x="3605" y="4320"/>
                  <a:pt x="3609" y="4320"/>
                </a:cubicBezTo>
                <a:cubicBezTo>
                  <a:pt x="3609" y="4320"/>
                  <a:pt x="3609" y="4320"/>
                  <a:pt x="3611" y="4319"/>
                </a:cubicBezTo>
                <a:lnTo>
                  <a:pt x="3611" y="4319"/>
                </a:lnTo>
                <a:cubicBezTo>
                  <a:pt x="3569" y="4335"/>
                  <a:pt x="3527" y="4350"/>
                  <a:pt x="3483" y="4365"/>
                </a:cubicBezTo>
                <a:cubicBezTo>
                  <a:pt x="3353" y="4408"/>
                  <a:pt x="3218" y="4437"/>
                  <a:pt x="3083" y="4460"/>
                </a:cubicBezTo>
                <a:cubicBezTo>
                  <a:pt x="3075" y="4462"/>
                  <a:pt x="3068" y="4463"/>
                  <a:pt x="3062" y="4464"/>
                </a:cubicBezTo>
                <a:lnTo>
                  <a:pt x="3062" y="4464"/>
                </a:lnTo>
                <a:cubicBezTo>
                  <a:pt x="3028" y="4467"/>
                  <a:pt x="2994" y="4471"/>
                  <a:pt x="2959" y="4473"/>
                </a:cubicBezTo>
                <a:cubicBezTo>
                  <a:pt x="2900" y="4477"/>
                  <a:pt x="2841" y="4481"/>
                  <a:pt x="2782" y="4481"/>
                </a:cubicBezTo>
                <a:cubicBezTo>
                  <a:pt x="2718" y="4481"/>
                  <a:pt x="2653" y="4479"/>
                  <a:pt x="2590" y="4475"/>
                </a:cubicBezTo>
                <a:cubicBezTo>
                  <a:pt x="2563" y="4473"/>
                  <a:pt x="2536" y="4471"/>
                  <a:pt x="2509" y="4469"/>
                </a:cubicBezTo>
                <a:lnTo>
                  <a:pt x="2509" y="4469"/>
                </a:lnTo>
                <a:cubicBezTo>
                  <a:pt x="2506" y="4468"/>
                  <a:pt x="2503" y="4467"/>
                  <a:pt x="2499" y="4467"/>
                </a:cubicBezTo>
                <a:cubicBezTo>
                  <a:pt x="2392" y="4445"/>
                  <a:pt x="2287" y="4422"/>
                  <a:pt x="2181" y="4389"/>
                </a:cubicBezTo>
                <a:cubicBezTo>
                  <a:pt x="2154" y="4379"/>
                  <a:pt x="2102" y="4357"/>
                  <a:pt x="2090" y="4352"/>
                </a:cubicBezTo>
                <a:lnTo>
                  <a:pt x="2090" y="4352"/>
                </a:lnTo>
                <a:cubicBezTo>
                  <a:pt x="2048" y="4332"/>
                  <a:pt x="2007" y="4312"/>
                  <a:pt x="1966" y="4290"/>
                </a:cubicBezTo>
                <a:cubicBezTo>
                  <a:pt x="1924" y="4266"/>
                  <a:pt x="1884" y="4241"/>
                  <a:pt x="1844" y="4214"/>
                </a:cubicBezTo>
                <a:cubicBezTo>
                  <a:pt x="1820" y="4198"/>
                  <a:pt x="1770" y="4158"/>
                  <a:pt x="1769" y="4158"/>
                </a:cubicBezTo>
                <a:lnTo>
                  <a:pt x="1769" y="4158"/>
                </a:lnTo>
                <a:cubicBezTo>
                  <a:pt x="1769" y="4158"/>
                  <a:pt x="1769" y="4158"/>
                  <a:pt x="1770" y="4159"/>
                </a:cubicBezTo>
                <a:lnTo>
                  <a:pt x="1770" y="4159"/>
                </a:lnTo>
                <a:cubicBezTo>
                  <a:pt x="1698" y="4097"/>
                  <a:pt x="1630" y="4032"/>
                  <a:pt x="1566" y="3961"/>
                </a:cubicBezTo>
                <a:cubicBezTo>
                  <a:pt x="1559" y="3952"/>
                  <a:pt x="1523" y="3908"/>
                  <a:pt x="1505" y="3886"/>
                </a:cubicBezTo>
                <a:lnTo>
                  <a:pt x="1505" y="3886"/>
                </a:lnTo>
                <a:cubicBezTo>
                  <a:pt x="1487" y="3859"/>
                  <a:pt x="1452" y="3809"/>
                  <a:pt x="1446" y="3799"/>
                </a:cubicBezTo>
                <a:cubicBezTo>
                  <a:pt x="1389" y="3710"/>
                  <a:pt x="1347" y="3618"/>
                  <a:pt x="1296" y="3525"/>
                </a:cubicBezTo>
                <a:cubicBezTo>
                  <a:pt x="1293" y="3520"/>
                  <a:pt x="1291" y="3516"/>
                  <a:pt x="1289" y="3513"/>
                </a:cubicBezTo>
                <a:lnTo>
                  <a:pt x="1289" y="3513"/>
                </a:lnTo>
                <a:cubicBezTo>
                  <a:pt x="1287" y="3505"/>
                  <a:pt x="1284" y="3496"/>
                  <a:pt x="1280" y="3485"/>
                </a:cubicBezTo>
                <a:cubicBezTo>
                  <a:pt x="1263" y="3441"/>
                  <a:pt x="1248" y="3396"/>
                  <a:pt x="1233" y="3352"/>
                </a:cubicBezTo>
                <a:cubicBezTo>
                  <a:pt x="1202" y="3251"/>
                  <a:pt x="1176" y="3150"/>
                  <a:pt x="1157" y="3047"/>
                </a:cubicBezTo>
                <a:cubicBezTo>
                  <a:pt x="1153" y="3023"/>
                  <a:pt x="1148" y="2988"/>
                  <a:pt x="1146" y="2969"/>
                </a:cubicBezTo>
                <a:lnTo>
                  <a:pt x="1146" y="2969"/>
                </a:lnTo>
                <a:cubicBezTo>
                  <a:pt x="1142" y="2928"/>
                  <a:pt x="1138" y="2887"/>
                  <a:pt x="1134" y="2847"/>
                </a:cubicBezTo>
                <a:cubicBezTo>
                  <a:pt x="1128" y="2743"/>
                  <a:pt x="1130" y="2638"/>
                  <a:pt x="1136" y="2533"/>
                </a:cubicBezTo>
                <a:cubicBezTo>
                  <a:pt x="1138" y="2513"/>
                  <a:pt x="1146" y="2433"/>
                  <a:pt x="1149" y="2401"/>
                </a:cubicBezTo>
                <a:lnTo>
                  <a:pt x="1149" y="2401"/>
                </a:lnTo>
                <a:cubicBezTo>
                  <a:pt x="1155" y="2369"/>
                  <a:pt x="1164" y="2316"/>
                  <a:pt x="1166" y="2301"/>
                </a:cubicBezTo>
                <a:cubicBezTo>
                  <a:pt x="1191" y="2189"/>
                  <a:pt x="1225" y="2080"/>
                  <a:pt x="1261" y="1970"/>
                </a:cubicBezTo>
                <a:cubicBezTo>
                  <a:pt x="1267" y="1952"/>
                  <a:pt x="1270" y="1940"/>
                  <a:pt x="1272" y="1933"/>
                </a:cubicBezTo>
                <a:lnTo>
                  <a:pt x="1272" y="1933"/>
                </a:lnTo>
                <a:cubicBezTo>
                  <a:pt x="1276" y="1925"/>
                  <a:pt x="1282" y="1914"/>
                  <a:pt x="1290" y="1898"/>
                </a:cubicBezTo>
                <a:cubicBezTo>
                  <a:pt x="1315" y="1848"/>
                  <a:pt x="1341" y="1797"/>
                  <a:pt x="1370" y="1747"/>
                </a:cubicBezTo>
                <a:cubicBezTo>
                  <a:pt x="1398" y="1698"/>
                  <a:pt x="1429" y="1652"/>
                  <a:pt x="1461" y="1604"/>
                </a:cubicBezTo>
                <a:cubicBezTo>
                  <a:pt x="1470" y="1590"/>
                  <a:pt x="1476" y="1580"/>
                  <a:pt x="1480" y="1574"/>
                </a:cubicBezTo>
                <a:lnTo>
                  <a:pt x="1480" y="1574"/>
                </a:lnTo>
                <a:cubicBezTo>
                  <a:pt x="1484" y="1570"/>
                  <a:pt x="1489" y="1565"/>
                  <a:pt x="1497" y="1557"/>
                </a:cubicBezTo>
                <a:cubicBezTo>
                  <a:pt x="1572" y="1477"/>
                  <a:pt x="1648" y="1401"/>
                  <a:pt x="1728" y="1328"/>
                </a:cubicBezTo>
                <a:cubicBezTo>
                  <a:pt x="1729" y="1327"/>
                  <a:pt x="1729" y="1327"/>
                  <a:pt x="1730" y="1326"/>
                </a:cubicBezTo>
                <a:lnTo>
                  <a:pt x="1730" y="1326"/>
                </a:lnTo>
                <a:cubicBezTo>
                  <a:pt x="1753" y="1312"/>
                  <a:pt x="1774" y="1295"/>
                  <a:pt x="1796" y="1281"/>
                </a:cubicBezTo>
                <a:cubicBezTo>
                  <a:pt x="1846" y="1248"/>
                  <a:pt x="1899" y="1218"/>
                  <a:pt x="1952" y="1191"/>
                </a:cubicBezTo>
                <a:cubicBezTo>
                  <a:pt x="1973" y="1180"/>
                  <a:pt x="1996" y="1170"/>
                  <a:pt x="2015" y="1159"/>
                </a:cubicBezTo>
                <a:cubicBezTo>
                  <a:pt x="2019" y="1157"/>
                  <a:pt x="2023" y="1154"/>
                  <a:pt x="2026" y="1152"/>
                </a:cubicBezTo>
                <a:lnTo>
                  <a:pt x="2026" y="1152"/>
                </a:lnTo>
                <a:cubicBezTo>
                  <a:pt x="2028" y="1152"/>
                  <a:pt x="2030" y="1151"/>
                  <a:pt x="2032" y="1151"/>
                </a:cubicBezTo>
                <a:cubicBezTo>
                  <a:pt x="2093" y="1132"/>
                  <a:pt x="2152" y="1108"/>
                  <a:pt x="2213" y="1092"/>
                </a:cubicBezTo>
                <a:cubicBezTo>
                  <a:pt x="2272" y="1075"/>
                  <a:pt x="2329" y="1064"/>
                  <a:pt x="2388" y="1052"/>
                </a:cubicBezTo>
                <a:cubicBezTo>
                  <a:pt x="2406" y="1047"/>
                  <a:pt x="2452" y="1041"/>
                  <a:pt x="2450" y="1041"/>
                </a:cubicBezTo>
                <a:lnTo>
                  <a:pt x="2450" y="1041"/>
                </a:lnTo>
                <a:cubicBezTo>
                  <a:pt x="2449" y="1041"/>
                  <a:pt x="2434" y="1042"/>
                  <a:pt x="2396" y="1047"/>
                </a:cubicBezTo>
                <a:cubicBezTo>
                  <a:pt x="2438" y="1041"/>
                  <a:pt x="2480" y="1037"/>
                  <a:pt x="2523" y="1035"/>
                </a:cubicBezTo>
                <a:cubicBezTo>
                  <a:pt x="2551" y="1033"/>
                  <a:pt x="2579" y="1028"/>
                  <a:pt x="2607" y="1022"/>
                </a:cubicBezTo>
                <a:lnTo>
                  <a:pt x="2607" y="1022"/>
                </a:lnTo>
                <a:cubicBezTo>
                  <a:pt x="2623" y="1021"/>
                  <a:pt x="2639" y="1018"/>
                  <a:pt x="2655" y="1016"/>
                </a:cubicBezTo>
                <a:cubicBezTo>
                  <a:pt x="2677" y="1012"/>
                  <a:pt x="2699" y="1009"/>
                  <a:pt x="2720" y="1006"/>
                </a:cubicBezTo>
                <a:lnTo>
                  <a:pt x="2720" y="1006"/>
                </a:lnTo>
                <a:cubicBezTo>
                  <a:pt x="2727" y="1005"/>
                  <a:pt x="2777" y="1000"/>
                  <a:pt x="2792" y="999"/>
                </a:cubicBezTo>
                <a:cubicBezTo>
                  <a:pt x="2853" y="995"/>
                  <a:pt x="2917" y="991"/>
                  <a:pt x="2978" y="988"/>
                </a:cubicBezTo>
                <a:cubicBezTo>
                  <a:pt x="2996" y="988"/>
                  <a:pt x="3014" y="988"/>
                  <a:pt x="3032" y="988"/>
                </a:cubicBezTo>
                <a:close/>
                <a:moveTo>
                  <a:pt x="3031" y="0"/>
                </a:moveTo>
                <a:cubicBezTo>
                  <a:pt x="2841" y="0"/>
                  <a:pt x="2651" y="16"/>
                  <a:pt x="2463" y="44"/>
                </a:cubicBezTo>
                <a:lnTo>
                  <a:pt x="2463" y="44"/>
                </a:lnTo>
                <a:cubicBezTo>
                  <a:pt x="1887" y="101"/>
                  <a:pt x="1345" y="305"/>
                  <a:pt x="921" y="715"/>
                </a:cubicBezTo>
                <a:cubicBezTo>
                  <a:pt x="551" y="1073"/>
                  <a:pt x="298" y="1566"/>
                  <a:pt x="199" y="2071"/>
                </a:cubicBezTo>
                <a:cubicBezTo>
                  <a:pt x="1" y="3089"/>
                  <a:pt x="296" y="4250"/>
                  <a:pt x="1128" y="4915"/>
                </a:cubicBezTo>
                <a:cubicBezTo>
                  <a:pt x="1602" y="5295"/>
                  <a:pt x="2207" y="5479"/>
                  <a:pt x="2815" y="5479"/>
                </a:cubicBezTo>
                <a:cubicBezTo>
                  <a:pt x="3435" y="5479"/>
                  <a:pt x="4059" y="5288"/>
                  <a:pt x="4551" y="4917"/>
                </a:cubicBezTo>
                <a:cubicBezTo>
                  <a:pt x="5478" y="4222"/>
                  <a:pt x="5845" y="2981"/>
                  <a:pt x="5529" y="1873"/>
                </a:cubicBezTo>
                <a:cubicBezTo>
                  <a:pt x="5356" y="1275"/>
                  <a:pt x="4989" y="750"/>
                  <a:pt x="4469" y="401"/>
                </a:cubicBezTo>
                <a:cubicBezTo>
                  <a:pt x="4037" y="112"/>
                  <a:pt x="3537" y="0"/>
                  <a:pt x="3031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74" name="Google Shape;5074;p15"/>
          <p:cNvSpPr/>
          <p:nvPr/>
        </p:nvSpPr>
        <p:spPr>
          <a:xfrm>
            <a:off x="2652263" y="1387950"/>
            <a:ext cx="117525" cy="110100"/>
          </a:xfrm>
          <a:custGeom>
            <a:rect b="b" l="l" r="r" t="t"/>
            <a:pathLst>
              <a:path extrusionOk="0" h="4404" w="4701">
                <a:moveTo>
                  <a:pt x="1951" y="1032"/>
                </a:moveTo>
                <a:cubicBezTo>
                  <a:pt x="1950" y="1033"/>
                  <a:pt x="1949" y="1033"/>
                  <a:pt x="1947" y="1033"/>
                </a:cubicBezTo>
                <a:cubicBezTo>
                  <a:pt x="1948" y="1033"/>
                  <a:pt x="1950" y="1033"/>
                  <a:pt x="1951" y="1032"/>
                </a:cubicBezTo>
                <a:close/>
                <a:moveTo>
                  <a:pt x="2857" y="1059"/>
                </a:moveTo>
                <a:cubicBezTo>
                  <a:pt x="2871" y="1059"/>
                  <a:pt x="2889" y="1066"/>
                  <a:pt x="2907" y="1075"/>
                </a:cubicBezTo>
                <a:lnTo>
                  <a:pt x="2907" y="1075"/>
                </a:lnTo>
                <a:cubicBezTo>
                  <a:pt x="2887" y="1068"/>
                  <a:pt x="2858" y="1059"/>
                  <a:pt x="2857" y="1059"/>
                </a:cubicBezTo>
                <a:close/>
                <a:moveTo>
                  <a:pt x="3091" y="1185"/>
                </a:moveTo>
                <a:cubicBezTo>
                  <a:pt x="3091" y="1185"/>
                  <a:pt x="3091" y="1185"/>
                  <a:pt x="3091" y="1185"/>
                </a:cubicBezTo>
                <a:lnTo>
                  <a:pt x="3091" y="1185"/>
                </a:lnTo>
                <a:cubicBezTo>
                  <a:pt x="3091" y="1185"/>
                  <a:pt x="3091" y="1185"/>
                  <a:pt x="3091" y="1185"/>
                </a:cubicBezTo>
                <a:close/>
                <a:moveTo>
                  <a:pt x="3104" y="1198"/>
                </a:moveTo>
                <a:cubicBezTo>
                  <a:pt x="3111" y="1203"/>
                  <a:pt x="3118" y="1208"/>
                  <a:pt x="3125" y="1213"/>
                </a:cubicBezTo>
                <a:cubicBezTo>
                  <a:pt x="3142" y="1224"/>
                  <a:pt x="3149" y="1229"/>
                  <a:pt x="3148" y="1229"/>
                </a:cubicBezTo>
                <a:cubicBezTo>
                  <a:pt x="3148" y="1229"/>
                  <a:pt x="3121" y="1211"/>
                  <a:pt x="3104" y="1198"/>
                </a:cubicBezTo>
                <a:close/>
                <a:moveTo>
                  <a:pt x="1747" y="3319"/>
                </a:moveTo>
                <a:cubicBezTo>
                  <a:pt x="1767" y="3326"/>
                  <a:pt x="1803" y="3338"/>
                  <a:pt x="1802" y="3338"/>
                </a:cubicBezTo>
                <a:cubicBezTo>
                  <a:pt x="1800" y="3339"/>
                  <a:pt x="1799" y="3339"/>
                  <a:pt x="1797" y="3339"/>
                </a:cubicBezTo>
                <a:cubicBezTo>
                  <a:pt x="1785" y="3339"/>
                  <a:pt x="1766" y="3330"/>
                  <a:pt x="1747" y="3319"/>
                </a:cubicBezTo>
                <a:close/>
                <a:moveTo>
                  <a:pt x="2463" y="3393"/>
                </a:moveTo>
                <a:cubicBezTo>
                  <a:pt x="2461" y="3393"/>
                  <a:pt x="2459" y="3393"/>
                  <a:pt x="2456" y="3393"/>
                </a:cubicBezTo>
                <a:lnTo>
                  <a:pt x="2456" y="3393"/>
                </a:lnTo>
                <a:cubicBezTo>
                  <a:pt x="2459" y="3393"/>
                  <a:pt x="2462" y="3393"/>
                  <a:pt x="2463" y="3393"/>
                </a:cubicBezTo>
                <a:close/>
                <a:moveTo>
                  <a:pt x="2387" y="989"/>
                </a:moveTo>
                <a:cubicBezTo>
                  <a:pt x="2440" y="989"/>
                  <a:pt x="2491" y="989"/>
                  <a:pt x="2541" y="993"/>
                </a:cubicBezTo>
                <a:cubicBezTo>
                  <a:pt x="2560" y="993"/>
                  <a:pt x="2582" y="997"/>
                  <a:pt x="2601" y="998"/>
                </a:cubicBezTo>
                <a:lnTo>
                  <a:pt x="2601" y="998"/>
                </a:lnTo>
                <a:cubicBezTo>
                  <a:pt x="2682" y="1018"/>
                  <a:pt x="2761" y="1029"/>
                  <a:pt x="2840" y="1057"/>
                </a:cubicBezTo>
                <a:cubicBezTo>
                  <a:pt x="2857" y="1061"/>
                  <a:pt x="2876" y="1069"/>
                  <a:pt x="2895" y="1076"/>
                </a:cubicBezTo>
                <a:cubicBezTo>
                  <a:pt x="2906" y="1079"/>
                  <a:pt x="2914" y="1081"/>
                  <a:pt x="2919" y="1082"/>
                </a:cubicBezTo>
                <a:lnTo>
                  <a:pt x="2919" y="1082"/>
                </a:lnTo>
                <a:cubicBezTo>
                  <a:pt x="2944" y="1096"/>
                  <a:pt x="2968" y="1113"/>
                  <a:pt x="2984" y="1122"/>
                </a:cubicBezTo>
                <a:cubicBezTo>
                  <a:pt x="3015" y="1139"/>
                  <a:pt x="3049" y="1160"/>
                  <a:pt x="3080" y="1181"/>
                </a:cubicBezTo>
                <a:cubicBezTo>
                  <a:pt x="3084" y="1184"/>
                  <a:pt x="3088" y="1186"/>
                  <a:pt x="3092" y="1189"/>
                </a:cubicBezTo>
                <a:lnTo>
                  <a:pt x="3092" y="1189"/>
                </a:lnTo>
                <a:cubicBezTo>
                  <a:pt x="3107" y="1217"/>
                  <a:pt x="3258" y="1347"/>
                  <a:pt x="3274" y="1366"/>
                </a:cubicBezTo>
                <a:cubicBezTo>
                  <a:pt x="3278" y="1370"/>
                  <a:pt x="3281" y="1374"/>
                  <a:pt x="3284" y="1378"/>
                </a:cubicBezTo>
                <a:lnTo>
                  <a:pt x="3284" y="1378"/>
                </a:lnTo>
                <a:cubicBezTo>
                  <a:pt x="3304" y="1410"/>
                  <a:pt x="3328" y="1440"/>
                  <a:pt x="3348" y="1474"/>
                </a:cubicBezTo>
                <a:cubicBezTo>
                  <a:pt x="3367" y="1503"/>
                  <a:pt x="3386" y="1535"/>
                  <a:pt x="3403" y="1569"/>
                </a:cubicBezTo>
                <a:cubicBezTo>
                  <a:pt x="3409" y="1579"/>
                  <a:pt x="3414" y="1591"/>
                  <a:pt x="3420" y="1604"/>
                </a:cubicBezTo>
                <a:lnTo>
                  <a:pt x="3420" y="1604"/>
                </a:lnTo>
                <a:cubicBezTo>
                  <a:pt x="3420" y="1602"/>
                  <a:pt x="3420" y="1600"/>
                  <a:pt x="3420" y="1598"/>
                </a:cubicBezTo>
                <a:lnTo>
                  <a:pt x="3420" y="1598"/>
                </a:lnTo>
                <a:cubicBezTo>
                  <a:pt x="3420" y="1600"/>
                  <a:pt x="3420" y="1602"/>
                  <a:pt x="3420" y="1604"/>
                </a:cubicBezTo>
                <a:lnTo>
                  <a:pt x="3420" y="1604"/>
                </a:lnTo>
                <a:cubicBezTo>
                  <a:pt x="3420" y="1604"/>
                  <a:pt x="3420" y="1604"/>
                  <a:pt x="3420" y="1604"/>
                </a:cubicBezTo>
                <a:lnTo>
                  <a:pt x="3420" y="1604"/>
                </a:lnTo>
                <a:cubicBezTo>
                  <a:pt x="3420" y="1621"/>
                  <a:pt x="3423" y="1634"/>
                  <a:pt x="3427" y="1644"/>
                </a:cubicBezTo>
                <a:lnTo>
                  <a:pt x="3427" y="1644"/>
                </a:lnTo>
                <a:cubicBezTo>
                  <a:pt x="3423" y="1630"/>
                  <a:pt x="3420" y="1616"/>
                  <a:pt x="3420" y="1604"/>
                </a:cubicBezTo>
                <a:lnTo>
                  <a:pt x="3420" y="1604"/>
                </a:lnTo>
                <a:cubicBezTo>
                  <a:pt x="3422" y="1608"/>
                  <a:pt x="3424" y="1613"/>
                  <a:pt x="3426" y="1617"/>
                </a:cubicBezTo>
                <a:cubicBezTo>
                  <a:pt x="3442" y="1646"/>
                  <a:pt x="3443" y="1659"/>
                  <a:pt x="3439" y="1659"/>
                </a:cubicBezTo>
                <a:cubicBezTo>
                  <a:pt x="3436" y="1659"/>
                  <a:pt x="3432" y="1654"/>
                  <a:pt x="3427" y="1644"/>
                </a:cubicBezTo>
                <a:lnTo>
                  <a:pt x="3427" y="1644"/>
                </a:lnTo>
                <a:cubicBezTo>
                  <a:pt x="3443" y="1697"/>
                  <a:pt x="3479" y="1760"/>
                  <a:pt x="3491" y="1802"/>
                </a:cubicBezTo>
                <a:cubicBezTo>
                  <a:pt x="3500" y="1838"/>
                  <a:pt x="3508" y="1874"/>
                  <a:pt x="3517" y="1910"/>
                </a:cubicBezTo>
                <a:cubicBezTo>
                  <a:pt x="3521" y="1933"/>
                  <a:pt x="3525" y="1954"/>
                  <a:pt x="3529" y="1977"/>
                </a:cubicBezTo>
                <a:cubicBezTo>
                  <a:pt x="3534" y="2005"/>
                  <a:pt x="3537" y="2015"/>
                  <a:pt x="3538" y="2015"/>
                </a:cubicBezTo>
                <a:cubicBezTo>
                  <a:pt x="3540" y="2015"/>
                  <a:pt x="3530" y="1942"/>
                  <a:pt x="3525" y="1939"/>
                </a:cubicBezTo>
                <a:lnTo>
                  <a:pt x="3525" y="1939"/>
                </a:lnTo>
                <a:cubicBezTo>
                  <a:pt x="3550" y="1954"/>
                  <a:pt x="3538" y="2142"/>
                  <a:pt x="3538" y="2173"/>
                </a:cubicBezTo>
                <a:cubicBezTo>
                  <a:pt x="3538" y="2215"/>
                  <a:pt x="3535" y="2257"/>
                  <a:pt x="3533" y="2297"/>
                </a:cubicBezTo>
                <a:cubicBezTo>
                  <a:pt x="3532" y="2312"/>
                  <a:pt x="3530" y="2326"/>
                  <a:pt x="3529" y="2339"/>
                </a:cubicBezTo>
                <a:lnTo>
                  <a:pt x="3529" y="2339"/>
                </a:lnTo>
                <a:cubicBezTo>
                  <a:pt x="3514" y="2409"/>
                  <a:pt x="3504" y="2477"/>
                  <a:pt x="3483" y="2546"/>
                </a:cubicBezTo>
                <a:cubicBezTo>
                  <a:pt x="3472" y="2582"/>
                  <a:pt x="3462" y="2618"/>
                  <a:pt x="3449" y="2651"/>
                </a:cubicBezTo>
                <a:cubicBezTo>
                  <a:pt x="3445" y="2663"/>
                  <a:pt x="3440" y="2676"/>
                  <a:pt x="3436" y="2688"/>
                </a:cubicBezTo>
                <a:lnTo>
                  <a:pt x="3436" y="2688"/>
                </a:lnTo>
                <a:cubicBezTo>
                  <a:pt x="3398" y="2751"/>
                  <a:pt x="3369" y="2818"/>
                  <a:pt x="3329" y="2881"/>
                </a:cubicBezTo>
                <a:cubicBezTo>
                  <a:pt x="3324" y="2889"/>
                  <a:pt x="3300" y="2922"/>
                  <a:pt x="3284" y="2945"/>
                </a:cubicBezTo>
                <a:lnTo>
                  <a:pt x="3284" y="2945"/>
                </a:lnTo>
                <a:cubicBezTo>
                  <a:pt x="3263" y="2968"/>
                  <a:pt x="3232" y="3005"/>
                  <a:pt x="3224" y="3014"/>
                </a:cubicBezTo>
                <a:cubicBezTo>
                  <a:pt x="3198" y="3041"/>
                  <a:pt x="3171" y="3069"/>
                  <a:pt x="3142" y="3094"/>
                </a:cubicBezTo>
                <a:cubicBezTo>
                  <a:pt x="3127" y="3106"/>
                  <a:pt x="3112" y="3119"/>
                  <a:pt x="3099" y="3132"/>
                </a:cubicBezTo>
                <a:cubicBezTo>
                  <a:pt x="3075" y="3154"/>
                  <a:pt x="3071" y="3163"/>
                  <a:pt x="3076" y="3163"/>
                </a:cubicBezTo>
                <a:cubicBezTo>
                  <a:pt x="3076" y="3163"/>
                  <a:pt x="3077" y="3163"/>
                  <a:pt x="3078" y="3162"/>
                </a:cubicBezTo>
                <a:lnTo>
                  <a:pt x="3078" y="3162"/>
                </a:lnTo>
                <a:cubicBezTo>
                  <a:pt x="3021" y="3203"/>
                  <a:pt x="2923" y="3245"/>
                  <a:pt x="2889" y="3262"/>
                </a:cubicBezTo>
                <a:cubicBezTo>
                  <a:pt x="2863" y="3275"/>
                  <a:pt x="2803" y="3296"/>
                  <a:pt x="2805" y="3296"/>
                </a:cubicBezTo>
                <a:cubicBezTo>
                  <a:pt x="2806" y="3296"/>
                  <a:pt x="2822" y="3291"/>
                  <a:pt x="2866" y="3277"/>
                </a:cubicBezTo>
                <a:lnTo>
                  <a:pt x="2866" y="3277"/>
                </a:lnTo>
                <a:cubicBezTo>
                  <a:pt x="2823" y="3292"/>
                  <a:pt x="2783" y="3309"/>
                  <a:pt x="2741" y="3323"/>
                </a:cubicBezTo>
                <a:cubicBezTo>
                  <a:pt x="2642" y="3355"/>
                  <a:pt x="2541" y="3376"/>
                  <a:pt x="2438" y="3395"/>
                </a:cubicBezTo>
                <a:cubicBezTo>
                  <a:pt x="2437" y="3395"/>
                  <a:pt x="2437" y="3395"/>
                  <a:pt x="2437" y="3395"/>
                </a:cubicBezTo>
                <a:lnTo>
                  <a:pt x="2437" y="3395"/>
                </a:lnTo>
                <a:cubicBezTo>
                  <a:pt x="2416" y="3397"/>
                  <a:pt x="2395" y="3400"/>
                  <a:pt x="2375" y="3401"/>
                </a:cubicBezTo>
                <a:cubicBezTo>
                  <a:pt x="2330" y="3403"/>
                  <a:pt x="2284" y="3406"/>
                  <a:pt x="2240" y="3406"/>
                </a:cubicBezTo>
                <a:cubicBezTo>
                  <a:pt x="2226" y="3406"/>
                  <a:pt x="2211" y="3406"/>
                  <a:pt x="2197" y="3406"/>
                </a:cubicBezTo>
                <a:cubicBezTo>
                  <a:pt x="2163" y="3406"/>
                  <a:pt x="2129" y="3405"/>
                  <a:pt x="2094" y="3403"/>
                </a:cubicBezTo>
                <a:cubicBezTo>
                  <a:pt x="2081" y="3402"/>
                  <a:pt x="2067" y="3400"/>
                  <a:pt x="2054" y="3398"/>
                </a:cubicBezTo>
                <a:lnTo>
                  <a:pt x="2054" y="3398"/>
                </a:lnTo>
                <a:cubicBezTo>
                  <a:pt x="1975" y="3376"/>
                  <a:pt x="1893" y="3365"/>
                  <a:pt x="1814" y="3340"/>
                </a:cubicBezTo>
                <a:cubicBezTo>
                  <a:pt x="1797" y="3334"/>
                  <a:pt x="1778" y="3326"/>
                  <a:pt x="1762" y="3321"/>
                </a:cubicBezTo>
                <a:cubicBezTo>
                  <a:pt x="1752" y="3318"/>
                  <a:pt x="1745" y="3316"/>
                  <a:pt x="1740" y="3315"/>
                </a:cubicBezTo>
                <a:lnTo>
                  <a:pt x="1740" y="3315"/>
                </a:lnTo>
                <a:cubicBezTo>
                  <a:pt x="1716" y="3301"/>
                  <a:pt x="1691" y="3283"/>
                  <a:pt x="1679" y="3277"/>
                </a:cubicBezTo>
                <a:cubicBezTo>
                  <a:pt x="1648" y="3258"/>
                  <a:pt x="1616" y="3241"/>
                  <a:pt x="1587" y="3220"/>
                </a:cubicBezTo>
                <a:cubicBezTo>
                  <a:pt x="1572" y="3210"/>
                  <a:pt x="1557" y="3199"/>
                  <a:pt x="1543" y="3191"/>
                </a:cubicBezTo>
                <a:cubicBezTo>
                  <a:pt x="1525" y="3180"/>
                  <a:pt x="1519" y="3175"/>
                  <a:pt x="1519" y="3175"/>
                </a:cubicBezTo>
                <a:lnTo>
                  <a:pt x="1519" y="3175"/>
                </a:lnTo>
                <a:cubicBezTo>
                  <a:pt x="1518" y="3175"/>
                  <a:pt x="1582" y="3218"/>
                  <a:pt x="1580" y="3218"/>
                </a:cubicBezTo>
                <a:cubicBezTo>
                  <a:pt x="1580" y="3218"/>
                  <a:pt x="1579" y="3218"/>
                  <a:pt x="1578" y="3218"/>
                </a:cubicBezTo>
                <a:cubicBezTo>
                  <a:pt x="1542" y="3218"/>
                  <a:pt x="1420" y="3070"/>
                  <a:pt x="1399" y="3045"/>
                </a:cubicBezTo>
                <a:cubicBezTo>
                  <a:pt x="1384" y="3030"/>
                  <a:pt x="1353" y="2977"/>
                  <a:pt x="1351" y="2977"/>
                </a:cubicBezTo>
                <a:lnTo>
                  <a:pt x="1351" y="2977"/>
                </a:lnTo>
                <a:cubicBezTo>
                  <a:pt x="1350" y="2977"/>
                  <a:pt x="1354" y="2985"/>
                  <a:pt x="1363" y="3005"/>
                </a:cubicBezTo>
                <a:cubicBezTo>
                  <a:pt x="1372" y="3025"/>
                  <a:pt x="1375" y="3032"/>
                  <a:pt x="1374" y="3032"/>
                </a:cubicBezTo>
                <a:cubicBezTo>
                  <a:pt x="1372" y="3032"/>
                  <a:pt x="1335" y="2962"/>
                  <a:pt x="1326" y="2946"/>
                </a:cubicBezTo>
                <a:cubicBezTo>
                  <a:pt x="1285" y="2881"/>
                  <a:pt x="1252" y="2814"/>
                  <a:pt x="1215" y="2746"/>
                </a:cubicBezTo>
                <a:lnTo>
                  <a:pt x="1215" y="2746"/>
                </a:lnTo>
                <a:cubicBezTo>
                  <a:pt x="1214" y="2743"/>
                  <a:pt x="1213" y="2740"/>
                  <a:pt x="1212" y="2736"/>
                </a:cubicBezTo>
                <a:cubicBezTo>
                  <a:pt x="1199" y="2702"/>
                  <a:pt x="1187" y="2668"/>
                  <a:pt x="1176" y="2635"/>
                </a:cubicBezTo>
                <a:cubicBezTo>
                  <a:pt x="1153" y="2559"/>
                  <a:pt x="1132" y="2481"/>
                  <a:pt x="1119" y="2403"/>
                </a:cubicBezTo>
                <a:cubicBezTo>
                  <a:pt x="1119" y="2401"/>
                  <a:pt x="1118" y="2399"/>
                  <a:pt x="1118" y="2397"/>
                </a:cubicBezTo>
                <a:lnTo>
                  <a:pt x="1118" y="2397"/>
                </a:lnTo>
                <a:cubicBezTo>
                  <a:pt x="1122" y="2365"/>
                  <a:pt x="1108" y="2315"/>
                  <a:pt x="1106" y="2283"/>
                </a:cubicBezTo>
                <a:cubicBezTo>
                  <a:pt x="1102" y="2203"/>
                  <a:pt x="1102" y="2123"/>
                  <a:pt x="1106" y="2043"/>
                </a:cubicBezTo>
                <a:cubicBezTo>
                  <a:pt x="1107" y="2033"/>
                  <a:pt x="1110" y="2004"/>
                  <a:pt x="1113" y="1978"/>
                </a:cubicBezTo>
                <a:lnTo>
                  <a:pt x="1113" y="1978"/>
                </a:lnTo>
                <a:cubicBezTo>
                  <a:pt x="1117" y="1953"/>
                  <a:pt x="1123" y="1911"/>
                  <a:pt x="1125" y="1899"/>
                </a:cubicBezTo>
                <a:cubicBezTo>
                  <a:pt x="1144" y="1813"/>
                  <a:pt x="1170" y="1731"/>
                  <a:pt x="1197" y="1647"/>
                </a:cubicBezTo>
                <a:cubicBezTo>
                  <a:pt x="1199" y="1642"/>
                  <a:pt x="1200" y="1637"/>
                  <a:pt x="1201" y="1634"/>
                </a:cubicBezTo>
                <a:lnTo>
                  <a:pt x="1201" y="1634"/>
                </a:lnTo>
                <a:cubicBezTo>
                  <a:pt x="1203" y="1630"/>
                  <a:pt x="1205" y="1626"/>
                  <a:pt x="1208" y="1621"/>
                </a:cubicBezTo>
                <a:cubicBezTo>
                  <a:pt x="1227" y="1583"/>
                  <a:pt x="1246" y="1543"/>
                  <a:pt x="1269" y="1507"/>
                </a:cubicBezTo>
                <a:cubicBezTo>
                  <a:pt x="1290" y="1470"/>
                  <a:pt x="1313" y="1434"/>
                  <a:pt x="1338" y="1398"/>
                </a:cubicBezTo>
                <a:cubicBezTo>
                  <a:pt x="1341" y="1394"/>
                  <a:pt x="1344" y="1390"/>
                  <a:pt x="1346" y="1386"/>
                </a:cubicBezTo>
                <a:lnTo>
                  <a:pt x="1346" y="1386"/>
                </a:lnTo>
                <a:cubicBezTo>
                  <a:pt x="1346" y="1386"/>
                  <a:pt x="1346" y="1386"/>
                  <a:pt x="1347" y="1385"/>
                </a:cubicBezTo>
                <a:cubicBezTo>
                  <a:pt x="1399" y="1329"/>
                  <a:pt x="1454" y="1275"/>
                  <a:pt x="1511" y="1223"/>
                </a:cubicBezTo>
                <a:lnTo>
                  <a:pt x="1511" y="1223"/>
                </a:lnTo>
                <a:cubicBezTo>
                  <a:pt x="1524" y="1213"/>
                  <a:pt x="1537" y="1203"/>
                  <a:pt x="1551" y="1194"/>
                </a:cubicBezTo>
                <a:cubicBezTo>
                  <a:pt x="1589" y="1170"/>
                  <a:pt x="1627" y="1147"/>
                  <a:pt x="1667" y="1126"/>
                </a:cubicBezTo>
                <a:cubicBezTo>
                  <a:pt x="1682" y="1119"/>
                  <a:pt x="1697" y="1111"/>
                  <a:pt x="1712" y="1103"/>
                </a:cubicBezTo>
                <a:lnTo>
                  <a:pt x="1712" y="1103"/>
                </a:lnTo>
                <a:cubicBezTo>
                  <a:pt x="1755" y="1090"/>
                  <a:pt x="1797" y="1075"/>
                  <a:pt x="1840" y="1063"/>
                </a:cubicBezTo>
                <a:cubicBezTo>
                  <a:pt x="1884" y="1050"/>
                  <a:pt x="1928" y="1042"/>
                  <a:pt x="1970" y="1031"/>
                </a:cubicBezTo>
                <a:cubicBezTo>
                  <a:pt x="1976" y="1030"/>
                  <a:pt x="1983" y="1028"/>
                  <a:pt x="1990" y="1026"/>
                </a:cubicBezTo>
                <a:lnTo>
                  <a:pt x="1990" y="1026"/>
                </a:lnTo>
                <a:cubicBezTo>
                  <a:pt x="2008" y="1025"/>
                  <a:pt x="2026" y="1024"/>
                  <a:pt x="2042" y="1023"/>
                </a:cubicBezTo>
                <a:cubicBezTo>
                  <a:pt x="2063" y="1021"/>
                  <a:pt x="2083" y="1018"/>
                  <a:pt x="2104" y="1015"/>
                </a:cubicBezTo>
                <a:lnTo>
                  <a:pt x="2104" y="1015"/>
                </a:lnTo>
                <a:cubicBezTo>
                  <a:pt x="2127" y="1013"/>
                  <a:pt x="2151" y="1010"/>
                  <a:pt x="2175" y="1006"/>
                </a:cubicBezTo>
                <a:cubicBezTo>
                  <a:pt x="2200" y="1002"/>
                  <a:pt x="2223" y="998"/>
                  <a:pt x="2248" y="996"/>
                </a:cubicBezTo>
                <a:lnTo>
                  <a:pt x="2248" y="996"/>
                </a:lnTo>
                <a:cubicBezTo>
                  <a:pt x="2202" y="1002"/>
                  <a:pt x="2186" y="1004"/>
                  <a:pt x="2186" y="1004"/>
                </a:cubicBezTo>
                <a:cubicBezTo>
                  <a:pt x="2187" y="1004"/>
                  <a:pt x="2227" y="999"/>
                  <a:pt x="2246" y="998"/>
                </a:cubicBezTo>
                <a:cubicBezTo>
                  <a:pt x="2293" y="996"/>
                  <a:pt x="2341" y="991"/>
                  <a:pt x="2387" y="989"/>
                </a:cubicBezTo>
                <a:close/>
                <a:moveTo>
                  <a:pt x="2431" y="0"/>
                </a:moveTo>
                <a:cubicBezTo>
                  <a:pt x="2283" y="0"/>
                  <a:pt x="2134" y="12"/>
                  <a:pt x="1987" y="33"/>
                </a:cubicBezTo>
                <a:lnTo>
                  <a:pt x="1987" y="33"/>
                </a:lnTo>
                <a:cubicBezTo>
                  <a:pt x="1519" y="79"/>
                  <a:pt x="1082" y="246"/>
                  <a:pt x="738" y="578"/>
                </a:cubicBezTo>
                <a:cubicBezTo>
                  <a:pt x="443" y="863"/>
                  <a:pt x="236" y="1259"/>
                  <a:pt x="158" y="1661"/>
                </a:cubicBezTo>
                <a:cubicBezTo>
                  <a:pt x="0" y="2477"/>
                  <a:pt x="228" y="3403"/>
                  <a:pt x="896" y="3941"/>
                </a:cubicBezTo>
                <a:cubicBezTo>
                  <a:pt x="1283" y="4251"/>
                  <a:pt x="1777" y="4404"/>
                  <a:pt x="2272" y="4404"/>
                </a:cubicBezTo>
                <a:cubicBezTo>
                  <a:pt x="2762" y="4404"/>
                  <a:pt x="3253" y="4255"/>
                  <a:pt x="3645" y="3962"/>
                </a:cubicBezTo>
                <a:cubicBezTo>
                  <a:pt x="4395" y="3401"/>
                  <a:pt x="4700" y="2409"/>
                  <a:pt x="4443" y="1512"/>
                </a:cubicBezTo>
                <a:cubicBezTo>
                  <a:pt x="4302" y="1025"/>
                  <a:pt x="4003" y="604"/>
                  <a:pt x="3582" y="321"/>
                </a:cubicBezTo>
                <a:cubicBezTo>
                  <a:pt x="3236" y="89"/>
                  <a:pt x="2836" y="0"/>
                  <a:pt x="2431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75" name="Google Shape;5075;p15"/>
          <p:cNvSpPr/>
          <p:nvPr/>
        </p:nvSpPr>
        <p:spPr>
          <a:xfrm>
            <a:off x="3697400" y="3959138"/>
            <a:ext cx="146125" cy="136975"/>
          </a:xfrm>
          <a:custGeom>
            <a:rect b="b" l="l" r="r" t="t"/>
            <a:pathLst>
              <a:path extrusionOk="0" h="5479" w="5845">
                <a:moveTo>
                  <a:pt x="3075" y="4462"/>
                </a:moveTo>
                <a:cubicBezTo>
                  <a:pt x="3073" y="4462"/>
                  <a:pt x="3072" y="4463"/>
                  <a:pt x="3071" y="4463"/>
                </a:cubicBezTo>
                <a:lnTo>
                  <a:pt x="3071" y="4463"/>
                </a:lnTo>
                <a:cubicBezTo>
                  <a:pt x="3072" y="4463"/>
                  <a:pt x="3073" y="4462"/>
                  <a:pt x="3075" y="4462"/>
                </a:cubicBezTo>
                <a:close/>
                <a:moveTo>
                  <a:pt x="3051" y="4466"/>
                </a:moveTo>
                <a:cubicBezTo>
                  <a:pt x="3036" y="4468"/>
                  <a:pt x="3030" y="4469"/>
                  <a:pt x="3030" y="4469"/>
                </a:cubicBezTo>
                <a:cubicBezTo>
                  <a:pt x="3030" y="4469"/>
                  <a:pt x="3040" y="4467"/>
                  <a:pt x="3051" y="4466"/>
                </a:cubicBezTo>
                <a:close/>
                <a:moveTo>
                  <a:pt x="3032" y="988"/>
                </a:moveTo>
                <a:cubicBezTo>
                  <a:pt x="3081" y="988"/>
                  <a:pt x="3130" y="990"/>
                  <a:pt x="3180" y="993"/>
                </a:cubicBezTo>
                <a:cubicBezTo>
                  <a:pt x="3209" y="995"/>
                  <a:pt x="3237" y="997"/>
                  <a:pt x="3266" y="999"/>
                </a:cubicBezTo>
                <a:cubicBezTo>
                  <a:pt x="3274" y="999"/>
                  <a:pt x="3280" y="999"/>
                  <a:pt x="3284" y="1000"/>
                </a:cubicBezTo>
                <a:lnTo>
                  <a:pt x="3284" y="1000"/>
                </a:lnTo>
                <a:cubicBezTo>
                  <a:pt x="3395" y="1021"/>
                  <a:pt x="3505" y="1046"/>
                  <a:pt x="3612" y="1081"/>
                </a:cubicBezTo>
                <a:cubicBezTo>
                  <a:pt x="3641" y="1090"/>
                  <a:pt x="3709" y="1119"/>
                  <a:pt x="3711" y="1119"/>
                </a:cubicBezTo>
                <a:cubicBezTo>
                  <a:pt x="3712" y="1119"/>
                  <a:pt x="3702" y="1114"/>
                  <a:pt x="3673" y="1100"/>
                </a:cubicBezTo>
                <a:lnTo>
                  <a:pt x="3673" y="1100"/>
                </a:lnTo>
                <a:cubicBezTo>
                  <a:pt x="3730" y="1125"/>
                  <a:pt x="3787" y="1153"/>
                  <a:pt x="3841" y="1184"/>
                </a:cubicBezTo>
                <a:cubicBezTo>
                  <a:pt x="3883" y="1208"/>
                  <a:pt x="3923" y="1235"/>
                  <a:pt x="3966" y="1262"/>
                </a:cubicBezTo>
                <a:cubicBezTo>
                  <a:pt x="3985" y="1274"/>
                  <a:pt x="3997" y="1281"/>
                  <a:pt x="4005" y="1285"/>
                </a:cubicBezTo>
                <a:lnTo>
                  <a:pt x="4005" y="1285"/>
                </a:lnTo>
                <a:cubicBezTo>
                  <a:pt x="4007" y="1287"/>
                  <a:pt x="4009" y="1289"/>
                  <a:pt x="4012" y="1292"/>
                </a:cubicBezTo>
                <a:cubicBezTo>
                  <a:pt x="4096" y="1368"/>
                  <a:pt x="4181" y="1443"/>
                  <a:pt x="4254" y="1530"/>
                </a:cubicBezTo>
                <a:cubicBezTo>
                  <a:pt x="4264" y="1542"/>
                  <a:pt x="4273" y="1553"/>
                  <a:pt x="4283" y="1565"/>
                </a:cubicBezTo>
                <a:lnTo>
                  <a:pt x="4283" y="1565"/>
                </a:lnTo>
                <a:cubicBezTo>
                  <a:pt x="4284" y="1566"/>
                  <a:pt x="4285" y="1568"/>
                  <a:pt x="4286" y="1570"/>
                </a:cubicBezTo>
                <a:cubicBezTo>
                  <a:pt x="4315" y="1614"/>
                  <a:pt x="4347" y="1656"/>
                  <a:pt x="4374" y="1703"/>
                </a:cubicBezTo>
                <a:cubicBezTo>
                  <a:pt x="4400" y="1743"/>
                  <a:pt x="4423" y="1785"/>
                  <a:pt x="4444" y="1827"/>
                </a:cubicBezTo>
                <a:cubicBezTo>
                  <a:pt x="4458" y="1852"/>
                  <a:pt x="4499" y="1948"/>
                  <a:pt x="4501" y="1948"/>
                </a:cubicBezTo>
                <a:cubicBezTo>
                  <a:pt x="4501" y="1948"/>
                  <a:pt x="4497" y="1936"/>
                  <a:pt x="4484" y="1903"/>
                </a:cubicBezTo>
                <a:lnTo>
                  <a:pt x="4484" y="1903"/>
                </a:lnTo>
                <a:cubicBezTo>
                  <a:pt x="4520" y="1991"/>
                  <a:pt x="4551" y="2082"/>
                  <a:pt x="4577" y="2174"/>
                </a:cubicBezTo>
                <a:cubicBezTo>
                  <a:pt x="4589" y="2221"/>
                  <a:pt x="4600" y="2267"/>
                  <a:pt x="4610" y="2314"/>
                </a:cubicBezTo>
                <a:cubicBezTo>
                  <a:pt x="4616" y="2344"/>
                  <a:pt x="4628" y="2444"/>
                  <a:pt x="4630" y="2444"/>
                </a:cubicBezTo>
                <a:cubicBezTo>
                  <a:pt x="4631" y="2444"/>
                  <a:pt x="4630" y="2431"/>
                  <a:pt x="4627" y="2396"/>
                </a:cubicBezTo>
                <a:lnTo>
                  <a:pt x="4627" y="2396"/>
                </a:lnTo>
                <a:cubicBezTo>
                  <a:pt x="4636" y="2497"/>
                  <a:pt x="4644" y="2600"/>
                  <a:pt x="4644" y="2703"/>
                </a:cubicBezTo>
                <a:cubicBezTo>
                  <a:pt x="4642" y="2756"/>
                  <a:pt x="4642" y="2811"/>
                  <a:pt x="4638" y="2865"/>
                </a:cubicBezTo>
                <a:cubicBezTo>
                  <a:pt x="4636" y="2887"/>
                  <a:pt x="4632" y="2911"/>
                  <a:pt x="4631" y="2933"/>
                </a:cubicBezTo>
                <a:lnTo>
                  <a:pt x="4631" y="2933"/>
                </a:lnTo>
                <a:cubicBezTo>
                  <a:pt x="4631" y="2933"/>
                  <a:pt x="4631" y="2933"/>
                  <a:pt x="4631" y="2933"/>
                </a:cubicBezTo>
                <a:cubicBezTo>
                  <a:pt x="4614" y="3034"/>
                  <a:pt x="4596" y="3135"/>
                  <a:pt x="4566" y="3234"/>
                </a:cubicBezTo>
                <a:cubicBezTo>
                  <a:pt x="4553" y="3280"/>
                  <a:pt x="4537" y="3327"/>
                  <a:pt x="4522" y="3373"/>
                </a:cubicBezTo>
                <a:cubicBezTo>
                  <a:pt x="4513" y="3396"/>
                  <a:pt x="4503" y="3417"/>
                  <a:pt x="4497" y="3441"/>
                </a:cubicBezTo>
                <a:cubicBezTo>
                  <a:pt x="4496" y="3441"/>
                  <a:pt x="4496" y="3441"/>
                  <a:pt x="4496" y="3441"/>
                </a:cubicBezTo>
                <a:lnTo>
                  <a:pt x="4496" y="3441"/>
                </a:lnTo>
                <a:cubicBezTo>
                  <a:pt x="4494" y="3445"/>
                  <a:pt x="4491" y="3450"/>
                  <a:pt x="4488" y="3455"/>
                </a:cubicBezTo>
                <a:cubicBezTo>
                  <a:pt x="4440" y="3542"/>
                  <a:pt x="4400" y="3630"/>
                  <a:pt x="4347" y="3712"/>
                </a:cubicBezTo>
                <a:cubicBezTo>
                  <a:pt x="4337" y="3727"/>
                  <a:pt x="4283" y="3802"/>
                  <a:pt x="4272" y="3820"/>
                </a:cubicBezTo>
                <a:lnTo>
                  <a:pt x="4272" y="3820"/>
                </a:lnTo>
                <a:cubicBezTo>
                  <a:pt x="4267" y="3826"/>
                  <a:pt x="4263" y="3832"/>
                  <a:pt x="4261" y="3835"/>
                </a:cubicBezTo>
                <a:cubicBezTo>
                  <a:pt x="4235" y="3862"/>
                  <a:pt x="4210" y="3891"/>
                  <a:pt x="4185" y="3919"/>
                </a:cubicBezTo>
                <a:cubicBezTo>
                  <a:pt x="4151" y="3955"/>
                  <a:pt x="4115" y="3990"/>
                  <a:pt x="4077" y="4024"/>
                </a:cubicBezTo>
                <a:cubicBezTo>
                  <a:pt x="4063" y="4037"/>
                  <a:pt x="3977" y="4106"/>
                  <a:pt x="3981" y="4106"/>
                </a:cubicBezTo>
                <a:cubicBezTo>
                  <a:pt x="3982" y="4106"/>
                  <a:pt x="3992" y="4099"/>
                  <a:pt x="4016" y="4081"/>
                </a:cubicBezTo>
                <a:lnTo>
                  <a:pt x="4016" y="4081"/>
                </a:lnTo>
                <a:cubicBezTo>
                  <a:pt x="3919" y="4153"/>
                  <a:pt x="3818" y="4216"/>
                  <a:pt x="3713" y="4271"/>
                </a:cubicBezTo>
                <a:cubicBezTo>
                  <a:pt x="3692" y="4282"/>
                  <a:pt x="3605" y="4320"/>
                  <a:pt x="3609" y="4320"/>
                </a:cubicBezTo>
                <a:cubicBezTo>
                  <a:pt x="3609" y="4320"/>
                  <a:pt x="3609" y="4320"/>
                  <a:pt x="3611" y="4319"/>
                </a:cubicBezTo>
                <a:lnTo>
                  <a:pt x="3611" y="4319"/>
                </a:lnTo>
                <a:cubicBezTo>
                  <a:pt x="3569" y="4335"/>
                  <a:pt x="3527" y="4350"/>
                  <a:pt x="3483" y="4365"/>
                </a:cubicBezTo>
                <a:cubicBezTo>
                  <a:pt x="3353" y="4408"/>
                  <a:pt x="3218" y="4437"/>
                  <a:pt x="3083" y="4460"/>
                </a:cubicBezTo>
                <a:cubicBezTo>
                  <a:pt x="3075" y="4462"/>
                  <a:pt x="3068" y="4463"/>
                  <a:pt x="3062" y="4464"/>
                </a:cubicBezTo>
                <a:lnTo>
                  <a:pt x="3062" y="4464"/>
                </a:lnTo>
                <a:cubicBezTo>
                  <a:pt x="3028" y="4467"/>
                  <a:pt x="2994" y="4471"/>
                  <a:pt x="2959" y="4473"/>
                </a:cubicBezTo>
                <a:cubicBezTo>
                  <a:pt x="2900" y="4477"/>
                  <a:pt x="2841" y="4481"/>
                  <a:pt x="2782" y="4481"/>
                </a:cubicBezTo>
                <a:cubicBezTo>
                  <a:pt x="2718" y="4481"/>
                  <a:pt x="2653" y="4479"/>
                  <a:pt x="2590" y="4475"/>
                </a:cubicBezTo>
                <a:cubicBezTo>
                  <a:pt x="2563" y="4473"/>
                  <a:pt x="2536" y="4471"/>
                  <a:pt x="2509" y="4469"/>
                </a:cubicBezTo>
                <a:lnTo>
                  <a:pt x="2509" y="4469"/>
                </a:lnTo>
                <a:cubicBezTo>
                  <a:pt x="2506" y="4468"/>
                  <a:pt x="2503" y="4467"/>
                  <a:pt x="2499" y="4467"/>
                </a:cubicBezTo>
                <a:cubicBezTo>
                  <a:pt x="2392" y="4445"/>
                  <a:pt x="2287" y="4422"/>
                  <a:pt x="2181" y="4389"/>
                </a:cubicBezTo>
                <a:cubicBezTo>
                  <a:pt x="2154" y="4379"/>
                  <a:pt x="2102" y="4357"/>
                  <a:pt x="2090" y="4352"/>
                </a:cubicBezTo>
                <a:lnTo>
                  <a:pt x="2090" y="4352"/>
                </a:lnTo>
                <a:cubicBezTo>
                  <a:pt x="2048" y="4332"/>
                  <a:pt x="2007" y="4312"/>
                  <a:pt x="1966" y="4290"/>
                </a:cubicBezTo>
                <a:cubicBezTo>
                  <a:pt x="1924" y="4266"/>
                  <a:pt x="1884" y="4241"/>
                  <a:pt x="1844" y="4214"/>
                </a:cubicBezTo>
                <a:cubicBezTo>
                  <a:pt x="1820" y="4198"/>
                  <a:pt x="1770" y="4158"/>
                  <a:pt x="1769" y="4158"/>
                </a:cubicBezTo>
                <a:lnTo>
                  <a:pt x="1769" y="4158"/>
                </a:lnTo>
                <a:cubicBezTo>
                  <a:pt x="1769" y="4158"/>
                  <a:pt x="1769" y="4158"/>
                  <a:pt x="1770" y="4159"/>
                </a:cubicBezTo>
                <a:lnTo>
                  <a:pt x="1770" y="4159"/>
                </a:lnTo>
                <a:cubicBezTo>
                  <a:pt x="1698" y="4097"/>
                  <a:pt x="1630" y="4032"/>
                  <a:pt x="1566" y="3961"/>
                </a:cubicBezTo>
                <a:cubicBezTo>
                  <a:pt x="1559" y="3952"/>
                  <a:pt x="1523" y="3908"/>
                  <a:pt x="1505" y="3886"/>
                </a:cubicBezTo>
                <a:lnTo>
                  <a:pt x="1505" y="3886"/>
                </a:lnTo>
                <a:cubicBezTo>
                  <a:pt x="1487" y="3859"/>
                  <a:pt x="1452" y="3809"/>
                  <a:pt x="1446" y="3799"/>
                </a:cubicBezTo>
                <a:cubicBezTo>
                  <a:pt x="1389" y="3710"/>
                  <a:pt x="1347" y="3618"/>
                  <a:pt x="1296" y="3525"/>
                </a:cubicBezTo>
                <a:cubicBezTo>
                  <a:pt x="1293" y="3520"/>
                  <a:pt x="1291" y="3516"/>
                  <a:pt x="1289" y="3513"/>
                </a:cubicBezTo>
                <a:lnTo>
                  <a:pt x="1289" y="3513"/>
                </a:lnTo>
                <a:cubicBezTo>
                  <a:pt x="1287" y="3505"/>
                  <a:pt x="1284" y="3496"/>
                  <a:pt x="1280" y="3485"/>
                </a:cubicBezTo>
                <a:cubicBezTo>
                  <a:pt x="1263" y="3441"/>
                  <a:pt x="1248" y="3396"/>
                  <a:pt x="1233" y="3352"/>
                </a:cubicBezTo>
                <a:cubicBezTo>
                  <a:pt x="1202" y="3251"/>
                  <a:pt x="1176" y="3150"/>
                  <a:pt x="1157" y="3047"/>
                </a:cubicBezTo>
                <a:cubicBezTo>
                  <a:pt x="1153" y="3023"/>
                  <a:pt x="1148" y="2988"/>
                  <a:pt x="1146" y="2969"/>
                </a:cubicBezTo>
                <a:lnTo>
                  <a:pt x="1146" y="2969"/>
                </a:lnTo>
                <a:cubicBezTo>
                  <a:pt x="1142" y="2928"/>
                  <a:pt x="1138" y="2887"/>
                  <a:pt x="1134" y="2847"/>
                </a:cubicBezTo>
                <a:cubicBezTo>
                  <a:pt x="1128" y="2743"/>
                  <a:pt x="1130" y="2638"/>
                  <a:pt x="1136" y="2533"/>
                </a:cubicBezTo>
                <a:cubicBezTo>
                  <a:pt x="1138" y="2513"/>
                  <a:pt x="1146" y="2433"/>
                  <a:pt x="1149" y="2401"/>
                </a:cubicBezTo>
                <a:lnTo>
                  <a:pt x="1149" y="2401"/>
                </a:lnTo>
                <a:cubicBezTo>
                  <a:pt x="1155" y="2369"/>
                  <a:pt x="1164" y="2316"/>
                  <a:pt x="1166" y="2301"/>
                </a:cubicBezTo>
                <a:cubicBezTo>
                  <a:pt x="1191" y="2189"/>
                  <a:pt x="1225" y="2080"/>
                  <a:pt x="1261" y="1970"/>
                </a:cubicBezTo>
                <a:cubicBezTo>
                  <a:pt x="1267" y="1952"/>
                  <a:pt x="1270" y="1940"/>
                  <a:pt x="1272" y="1933"/>
                </a:cubicBezTo>
                <a:lnTo>
                  <a:pt x="1272" y="1933"/>
                </a:lnTo>
                <a:cubicBezTo>
                  <a:pt x="1276" y="1925"/>
                  <a:pt x="1282" y="1914"/>
                  <a:pt x="1290" y="1898"/>
                </a:cubicBezTo>
                <a:cubicBezTo>
                  <a:pt x="1315" y="1848"/>
                  <a:pt x="1341" y="1797"/>
                  <a:pt x="1370" y="1747"/>
                </a:cubicBezTo>
                <a:cubicBezTo>
                  <a:pt x="1398" y="1698"/>
                  <a:pt x="1429" y="1652"/>
                  <a:pt x="1461" y="1604"/>
                </a:cubicBezTo>
                <a:cubicBezTo>
                  <a:pt x="1470" y="1590"/>
                  <a:pt x="1476" y="1580"/>
                  <a:pt x="1480" y="1574"/>
                </a:cubicBezTo>
                <a:lnTo>
                  <a:pt x="1480" y="1574"/>
                </a:lnTo>
                <a:cubicBezTo>
                  <a:pt x="1484" y="1570"/>
                  <a:pt x="1489" y="1565"/>
                  <a:pt x="1497" y="1557"/>
                </a:cubicBezTo>
                <a:cubicBezTo>
                  <a:pt x="1572" y="1477"/>
                  <a:pt x="1648" y="1401"/>
                  <a:pt x="1728" y="1328"/>
                </a:cubicBezTo>
                <a:cubicBezTo>
                  <a:pt x="1729" y="1327"/>
                  <a:pt x="1729" y="1327"/>
                  <a:pt x="1730" y="1326"/>
                </a:cubicBezTo>
                <a:lnTo>
                  <a:pt x="1730" y="1326"/>
                </a:lnTo>
                <a:cubicBezTo>
                  <a:pt x="1753" y="1312"/>
                  <a:pt x="1774" y="1295"/>
                  <a:pt x="1796" y="1281"/>
                </a:cubicBezTo>
                <a:cubicBezTo>
                  <a:pt x="1846" y="1248"/>
                  <a:pt x="1899" y="1218"/>
                  <a:pt x="1952" y="1191"/>
                </a:cubicBezTo>
                <a:cubicBezTo>
                  <a:pt x="1973" y="1180"/>
                  <a:pt x="1996" y="1170"/>
                  <a:pt x="2015" y="1159"/>
                </a:cubicBezTo>
                <a:cubicBezTo>
                  <a:pt x="2019" y="1157"/>
                  <a:pt x="2023" y="1154"/>
                  <a:pt x="2026" y="1152"/>
                </a:cubicBezTo>
                <a:lnTo>
                  <a:pt x="2026" y="1152"/>
                </a:lnTo>
                <a:cubicBezTo>
                  <a:pt x="2028" y="1152"/>
                  <a:pt x="2030" y="1151"/>
                  <a:pt x="2032" y="1151"/>
                </a:cubicBezTo>
                <a:cubicBezTo>
                  <a:pt x="2093" y="1132"/>
                  <a:pt x="2152" y="1108"/>
                  <a:pt x="2213" y="1092"/>
                </a:cubicBezTo>
                <a:cubicBezTo>
                  <a:pt x="2272" y="1075"/>
                  <a:pt x="2329" y="1064"/>
                  <a:pt x="2388" y="1052"/>
                </a:cubicBezTo>
                <a:cubicBezTo>
                  <a:pt x="2406" y="1047"/>
                  <a:pt x="2452" y="1041"/>
                  <a:pt x="2450" y="1041"/>
                </a:cubicBezTo>
                <a:lnTo>
                  <a:pt x="2450" y="1041"/>
                </a:lnTo>
                <a:cubicBezTo>
                  <a:pt x="2449" y="1041"/>
                  <a:pt x="2434" y="1042"/>
                  <a:pt x="2396" y="1047"/>
                </a:cubicBezTo>
                <a:cubicBezTo>
                  <a:pt x="2438" y="1041"/>
                  <a:pt x="2480" y="1037"/>
                  <a:pt x="2523" y="1035"/>
                </a:cubicBezTo>
                <a:cubicBezTo>
                  <a:pt x="2551" y="1033"/>
                  <a:pt x="2579" y="1028"/>
                  <a:pt x="2607" y="1022"/>
                </a:cubicBezTo>
                <a:lnTo>
                  <a:pt x="2607" y="1022"/>
                </a:lnTo>
                <a:cubicBezTo>
                  <a:pt x="2623" y="1021"/>
                  <a:pt x="2639" y="1018"/>
                  <a:pt x="2655" y="1016"/>
                </a:cubicBezTo>
                <a:cubicBezTo>
                  <a:pt x="2677" y="1012"/>
                  <a:pt x="2699" y="1009"/>
                  <a:pt x="2720" y="1006"/>
                </a:cubicBezTo>
                <a:lnTo>
                  <a:pt x="2720" y="1006"/>
                </a:lnTo>
                <a:cubicBezTo>
                  <a:pt x="2727" y="1005"/>
                  <a:pt x="2777" y="1000"/>
                  <a:pt x="2792" y="999"/>
                </a:cubicBezTo>
                <a:cubicBezTo>
                  <a:pt x="2853" y="995"/>
                  <a:pt x="2917" y="991"/>
                  <a:pt x="2978" y="988"/>
                </a:cubicBezTo>
                <a:cubicBezTo>
                  <a:pt x="2996" y="988"/>
                  <a:pt x="3014" y="988"/>
                  <a:pt x="3032" y="988"/>
                </a:cubicBezTo>
                <a:close/>
                <a:moveTo>
                  <a:pt x="3031" y="0"/>
                </a:moveTo>
                <a:cubicBezTo>
                  <a:pt x="2841" y="0"/>
                  <a:pt x="2651" y="16"/>
                  <a:pt x="2463" y="44"/>
                </a:cubicBezTo>
                <a:lnTo>
                  <a:pt x="2463" y="44"/>
                </a:lnTo>
                <a:cubicBezTo>
                  <a:pt x="1887" y="101"/>
                  <a:pt x="1345" y="305"/>
                  <a:pt x="921" y="715"/>
                </a:cubicBezTo>
                <a:cubicBezTo>
                  <a:pt x="551" y="1073"/>
                  <a:pt x="298" y="1566"/>
                  <a:pt x="199" y="2071"/>
                </a:cubicBezTo>
                <a:cubicBezTo>
                  <a:pt x="1" y="3089"/>
                  <a:pt x="296" y="4250"/>
                  <a:pt x="1128" y="4915"/>
                </a:cubicBezTo>
                <a:cubicBezTo>
                  <a:pt x="1602" y="5295"/>
                  <a:pt x="2207" y="5479"/>
                  <a:pt x="2815" y="5479"/>
                </a:cubicBezTo>
                <a:cubicBezTo>
                  <a:pt x="3435" y="5479"/>
                  <a:pt x="4059" y="5288"/>
                  <a:pt x="4551" y="4917"/>
                </a:cubicBezTo>
                <a:cubicBezTo>
                  <a:pt x="5478" y="4222"/>
                  <a:pt x="5845" y="2981"/>
                  <a:pt x="5529" y="1873"/>
                </a:cubicBezTo>
                <a:cubicBezTo>
                  <a:pt x="5356" y="1275"/>
                  <a:pt x="4989" y="750"/>
                  <a:pt x="4469" y="401"/>
                </a:cubicBezTo>
                <a:cubicBezTo>
                  <a:pt x="4037" y="112"/>
                  <a:pt x="3537" y="0"/>
                  <a:pt x="3031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76" name="Google Shape;5076;p15"/>
          <p:cNvSpPr/>
          <p:nvPr/>
        </p:nvSpPr>
        <p:spPr>
          <a:xfrm>
            <a:off x="6501613" y="3690938"/>
            <a:ext cx="117525" cy="110100"/>
          </a:xfrm>
          <a:custGeom>
            <a:rect b="b" l="l" r="r" t="t"/>
            <a:pathLst>
              <a:path extrusionOk="0" h="4404" w="4701">
                <a:moveTo>
                  <a:pt x="1951" y="1032"/>
                </a:moveTo>
                <a:cubicBezTo>
                  <a:pt x="1950" y="1033"/>
                  <a:pt x="1949" y="1033"/>
                  <a:pt x="1947" y="1033"/>
                </a:cubicBezTo>
                <a:cubicBezTo>
                  <a:pt x="1948" y="1033"/>
                  <a:pt x="1950" y="1033"/>
                  <a:pt x="1951" y="1032"/>
                </a:cubicBezTo>
                <a:close/>
                <a:moveTo>
                  <a:pt x="2857" y="1059"/>
                </a:moveTo>
                <a:cubicBezTo>
                  <a:pt x="2871" y="1059"/>
                  <a:pt x="2889" y="1066"/>
                  <a:pt x="2907" y="1075"/>
                </a:cubicBezTo>
                <a:lnTo>
                  <a:pt x="2907" y="1075"/>
                </a:lnTo>
                <a:cubicBezTo>
                  <a:pt x="2887" y="1068"/>
                  <a:pt x="2858" y="1059"/>
                  <a:pt x="2857" y="1059"/>
                </a:cubicBezTo>
                <a:close/>
                <a:moveTo>
                  <a:pt x="3091" y="1185"/>
                </a:moveTo>
                <a:cubicBezTo>
                  <a:pt x="3091" y="1185"/>
                  <a:pt x="3091" y="1185"/>
                  <a:pt x="3091" y="1185"/>
                </a:cubicBezTo>
                <a:lnTo>
                  <a:pt x="3091" y="1185"/>
                </a:lnTo>
                <a:cubicBezTo>
                  <a:pt x="3091" y="1185"/>
                  <a:pt x="3091" y="1185"/>
                  <a:pt x="3091" y="1185"/>
                </a:cubicBezTo>
                <a:close/>
                <a:moveTo>
                  <a:pt x="3104" y="1198"/>
                </a:moveTo>
                <a:cubicBezTo>
                  <a:pt x="3111" y="1203"/>
                  <a:pt x="3118" y="1208"/>
                  <a:pt x="3125" y="1213"/>
                </a:cubicBezTo>
                <a:cubicBezTo>
                  <a:pt x="3142" y="1224"/>
                  <a:pt x="3149" y="1229"/>
                  <a:pt x="3148" y="1229"/>
                </a:cubicBezTo>
                <a:cubicBezTo>
                  <a:pt x="3148" y="1229"/>
                  <a:pt x="3121" y="1211"/>
                  <a:pt x="3104" y="1198"/>
                </a:cubicBezTo>
                <a:close/>
                <a:moveTo>
                  <a:pt x="1747" y="3319"/>
                </a:moveTo>
                <a:cubicBezTo>
                  <a:pt x="1767" y="3326"/>
                  <a:pt x="1803" y="3338"/>
                  <a:pt x="1802" y="3338"/>
                </a:cubicBezTo>
                <a:cubicBezTo>
                  <a:pt x="1800" y="3339"/>
                  <a:pt x="1799" y="3339"/>
                  <a:pt x="1797" y="3339"/>
                </a:cubicBezTo>
                <a:cubicBezTo>
                  <a:pt x="1785" y="3339"/>
                  <a:pt x="1766" y="3330"/>
                  <a:pt x="1747" y="3319"/>
                </a:cubicBezTo>
                <a:close/>
                <a:moveTo>
                  <a:pt x="2463" y="3393"/>
                </a:moveTo>
                <a:cubicBezTo>
                  <a:pt x="2461" y="3393"/>
                  <a:pt x="2459" y="3393"/>
                  <a:pt x="2456" y="3393"/>
                </a:cubicBezTo>
                <a:lnTo>
                  <a:pt x="2456" y="3393"/>
                </a:lnTo>
                <a:cubicBezTo>
                  <a:pt x="2459" y="3393"/>
                  <a:pt x="2462" y="3393"/>
                  <a:pt x="2463" y="3393"/>
                </a:cubicBezTo>
                <a:close/>
                <a:moveTo>
                  <a:pt x="2387" y="989"/>
                </a:moveTo>
                <a:cubicBezTo>
                  <a:pt x="2440" y="989"/>
                  <a:pt x="2491" y="989"/>
                  <a:pt x="2541" y="993"/>
                </a:cubicBezTo>
                <a:cubicBezTo>
                  <a:pt x="2560" y="993"/>
                  <a:pt x="2582" y="997"/>
                  <a:pt x="2601" y="998"/>
                </a:cubicBezTo>
                <a:lnTo>
                  <a:pt x="2601" y="998"/>
                </a:lnTo>
                <a:cubicBezTo>
                  <a:pt x="2682" y="1018"/>
                  <a:pt x="2761" y="1029"/>
                  <a:pt x="2840" y="1057"/>
                </a:cubicBezTo>
                <a:cubicBezTo>
                  <a:pt x="2857" y="1061"/>
                  <a:pt x="2876" y="1069"/>
                  <a:pt x="2895" y="1076"/>
                </a:cubicBezTo>
                <a:cubicBezTo>
                  <a:pt x="2906" y="1079"/>
                  <a:pt x="2914" y="1081"/>
                  <a:pt x="2919" y="1082"/>
                </a:cubicBezTo>
                <a:lnTo>
                  <a:pt x="2919" y="1082"/>
                </a:lnTo>
                <a:cubicBezTo>
                  <a:pt x="2944" y="1096"/>
                  <a:pt x="2968" y="1113"/>
                  <a:pt x="2984" y="1122"/>
                </a:cubicBezTo>
                <a:cubicBezTo>
                  <a:pt x="3015" y="1139"/>
                  <a:pt x="3049" y="1160"/>
                  <a:pt x="3080" y="1181"/>
                </a:cubicBezTo>
                <a:cubicBezTo>
                  <a:pt x="3084" y="1184"/>
                  <a:pt x="3088" y="1186"/>
                  <a:pt x="3092" y="1189"/>
                </a:cubicBezTo>
                <a:lnTo>
                  <a:pt x="3092" y="1189"/>
                </a:lnTo>
                <a:cubicBezTo>
                  <a:pt x="3107" y="1217"/>
                  <a:pt x="3258" y="1347"/>
                  <a:pt x="3274" y="1366"/>
                </a:cubicBezTo>
                <a:cubicBezTo>
                  <a:pt x="3278" y="1370"/>
                  <a:pt x="3281" y="1374"/>
                  <a:pt x="3284" y="1378"/>
                </a:cubicBezTo>
                <a:lnTo>
                  <a:pt x="3284" y="1378"/>
                </a:lnTo>
                <a:cubicBezTo>
                  <a:pt x="3304" y="1410"/>
                  <a:pt x="3328" y="1440"/>
                  <a:pt x="3348" y="1474"/>
                </a:cubicBezTo>
                <a:cubicBezTo>
                  <a:pt x="3367" y="1503"/>
                  <a:pt x="3386" y="1535"/>
                  <a:pt x="3403" y="1569"/>
                </a:cubicBezTo>
                <a:cubicBezTo>
                  <a:pt x="3409" y="1579"/>
                  <a:pt x="3414" y="1591"/>
                  <a:pt x="3420" y="1604"/>
                </a:cubicBezTo>
                <a:lnTo>
                  <a:pt x="3420" y="1604"/>
                </a:lnTo>
                <a:cubicBezTo>
                  <a:pt x="3420" y="1602"/>
                  <a:pt x="3420" y="1600"/>
                  <a:pt x="3420" y="1598"/>
                </a:cubicBezTo>
                <a:lnTo>
                  <a:pt x="3420" y="1598"/>
                </a:lnTo>
                <a:cubicBezTo>
                  <a:pt x="3420" y="1600"/>
                  <a:pt x="3420" y="1602"/>
                  <a:pt x="3420" y="1604"/>
                </a:cubicBezTo>
                <a:lnTo>
                  <a:pt x="3420" y="1604"/>
                </a:lnTo>
                <a:cubicBezTo>
                  <a:pt x="3420" y="1604"/>
                  <a:pt x="3420" y="1604"/>
                  <a:pt x="3420" y="1604"/>
                </a:cubicBezTo>
                <a:lnTo>
                  <a:pt x="3420" y="1604"/>
                </a:lnTo>
                <a:cubicBezTo>
                  <a:pt x="3420" y="1621"/>
                  <a:pt x="3423" y="1634"/>
                  <a:pt x="3427" y="1644"/>
                </a:cubicBezTo>
                <a:lnTo>
                  <a:pt x="3427" y="1644"/>
                </a:lnTo>
                <a:cubicBezTo>
                  <a:pt x="3423" y="1630"/>
                  <a:pt x="3420" y="1616"/>
                  <a:pt x="3420" y="1604"/>
                </a:cubicBezTo>
                <a:lnTo>
                  <a:pt x="3420" y="1604"/>
                </a:lnTo>
                <a:cubicBezTo>
                  <a:pt x="3422" y="1608"/>
                  <a:pt x="3424" y="1613"/>
                  <a:pt x="3426" y="1617"/>
                </a:cubicBezTo>
                <a:cubicBezTo>
                  <a:pt x="3442" y="1646"/>
                  <a:pt x="3443" y="1659"/>
                  <a:pt x="3439" y="1659"/>
                </a:cubicBezTo>
                <a:cubicBezTo>
                  <a:pt x="3436" y="1659"/>
                  <a:pt x="3432" y="1654"/>
                  <a:pt x="3427" y="1644"/>
                </a:cubicBezTo>
                <a:lnTo>
                  <a:pt x="3427" y="1644"/>
                </a:lnTo>
                <a:cubicBezTo>
                  <a:pt x="3443" y="1697"/>
                  <a:pt x="3479" y="1760"/>
                  <a:pt x="3491" y="1802"/>
                </a:cubicBezTo>
                <a:cubicBezTo>
                  <a:pt x="3500" y="1838"/>
                  <a:pt x="3508" y="1874"/>
                  <a:pt x="3517" y="1910"/>
                </a:cubicBezTo>
                <a:cubicBezTo>
                  <a:pt x="3521" y="1933"/>
                  <a:pt x="3525" y="1954"/>
                  <a:pt x="3529" y="1977"/>
                </a:cubicBezTo>
                <a:cubicBezTo>
                  <a:pt x="3534" y="2005"/>
                  <a:pt x="3537" y="2015"/>
                  <a:pt x="3538" y="2015"/>
                </a:cubicBezTo>
                <a:cubicBezTo>
                  <a:pt x="3540" y="2015"/>
                  <a:pt x="3530" y="1942"/>
                  <a:pt x="3525" y="1939"/>
                </a:cubicBezTo>
                <a:lnTo>
                  <a:pt x="3525" y="1939"/>
                </a:lnTo>
                <a:cubicBezTo>
                  <a:pt x="3550" y="1954"/>
                  <a:pt x="3538" y="2142"/>
                  <a:pt x="3538" y="2173"/>
                </a:cubicBezTo>
                <a:cubicBezTo>
                  <a:pt x="3538" y="2215"/>
                  <a:pt x="3535" y="2257"/>
                  <a:pt x="3533" y="2297"/>
                </a:cubicBezTo>
                <a:cubicBezTo>
                  <a:pt x="3532" y="2312"/>
                  <a:pt x="3530" y="2326"/>
                  <a:pt x="3529" y="2339"/>
                </a:cubicBezTo>
                <a:lnTo>
                  <a:pt x="3529" y="2339"/>
                </a:lnTo>
                <a:cubicBezTo>
                  <a:pt x="3514" y="2409"/>
                  <a:pt x="3504" y="2477"/>
                  <a:pt x="3483" y="2546"/>
                </a:cubicBezTo>
                <a:cubicBezTo>
                  <a:pt x="3472" y="2582"/>
                  <a:pt x="3462" y="2618"/>
                  <a:pt x="3449" y="2651"/>
                </a:cubicBezTo>
                <a:cubicBezTo>
                  <a:pt x="3445" y="2663"/>
                  <a:pt x="3440" y="2676"/>
                  <a:pt x="3436" y="2688"/>
                </a:cubicBezTo>
                <a:lnTo>
                  <a:pt x="3436" y="2688"/>
                </a:lnTo>
                <a:cubicBezTo>
                  <a:pt x="3398" y="2751"/>
                  <a:pt x="3369" y="2818"/>
                  <a:pt x="3329" y="2881"/>
                </a:cubicBezTo>
                <a:cubicBezTo>
                  <a:pt x="3324" y="2889"/>
                  <a:pt x="3300" y="2922"/>
                  <a:pt x="3284" y="2945"/>
                </a:cubicBezTo>
                <a:lnTo>
                  <a:pt x="3284" y="2945"/>
                </a:lnTo>
                <a:cubicBezTo>
                  <a:pt x="3263" y="2968"/>
                  <a:pt x="3232" y="3005"/>
                  <a:pt x="3224" y="3014"/>
                </a:cubicBezTo>
                <a:cubicBezTo>
                  <a:pt x="3198" y="3041"/>
                  <a:pt x="3171" y="3069"/>
                  <a:pt x="3142" y="3094"/>
                </a:cubicBezTo>
                <a:cubicBezTo>
                  <a:pt x="3127" y="3106"/>
                  <a:pt x="3112" y="3119"/>
                  <a:pt x="3099" y="3132"/>
                </a:cubicBezTo>
                <a:cubicBezTo>
                  <a:pt x="3075" y="3154"/>
                  <a:pt x="3071" y="3163"/>
                  <a:pt x="3076" y="3163"/>
                </a:cubicBezTo>
                <a:cubicBezTo>
                  <a:pt x="3076" y="3163"/>
                  <a:pt x="3077" y="3163"/>
                  <a:pt x="3078" y="3162"/>
                </a:cubicBezTo>
                <a:lnTo>
                  <a:pt x="3078" y="3162"/>
                </a:lnTo>
                <a:cubicBezTo>
                  <a:pt x="3021" y="3203"/>
                  <a:pt x="2923" y="3245"/>
                  <a:pt x="2889" y="3262"/>
                </a:cubicBezTo>
                <a:cubicBezTo>
                  <a:pt x="2863" y="3275"/>
                  <a:pt x="2803" y="3296"/>
                  <a:pt x="2805" y="3296"/>
                </a:cubicBezTo>
                <a:cubicBezTo>
                  <a:pt x="2806" y="3296"/>
                  <a:pt x="2822" y="3291"/>
                  <a:pt x="2866" y="3277"/>
                </a:cubicBezTo>
                <a:lnTo>
                  <a:pt x="2866" y="3277"/>
                </a:lnTo>
                <a:cubicBezTo>
                  <a:pt x="2823" y="3292"/>
                  <a:pt x="2783" y="3309"/>
                  <a:pt x="2741" y="3323"/>
                </a:cubicBezTo>
                <a:cubicBezTo>
                  <a:pt x="2642" y="3355"/>
                  <a:pt x="2541" y="3376"/>
                  <a:pt x="2438" y="3395"/>
                </a:cubicBezTo>
                <a:cubicBezTo>
                  <a:pt x="2437" y="3395"/>
                  <a:pt x="2437" y="3395"/>
                  <a:pt x="2437" y="3395"/>
                </a:cubicBezTo>
                <a:lnTo>
                  <a:pt x="2437" y="3395"/>
                </a:lnTo>
                <a:cubicBezTo>
                  <a:pt x="2416" y="3397"/>
                  <a:pt x="2395" y="3400"/>
                  <a:pt x="2375" y="3401"/>
                </a:cubicBezTo>
                <a:cubicBezTo>
                  <a:pt x="2330" y="3403"/>
                  <a:pt x="2284" y="3406"/>
                  <a:pt x="2240" y="3406"/>
                </a:cubicBezTo>
                <a:cubicBezTo>
                  <a:pt x="2226" y="3406"/>
                  <a:pt x="2211" y="3406"/>
                  <a:pt x="2197" y="3406"/>
                </a:cubicBezTo>
                <a:cubicBezTo>
                  <a:pt x="2163" y="3406"/>
                  <a:pt x="2129" y="3405"/>
                  <a:pt x="2094" y="3403"/>
                </a:cubicBezTo>
                <a:cubicBezTo>
                  <a:pt x="2081" y="3402"/>
                  <a:pt x="2067" y="3400"/>
                  <a:pt x="2054" y="3398"/>
                </a:cubicBezTo>
                <a:lnTo>
                  <a:pt x="2054" y="3398"/>
                </a:lnTo>
                <a:cubicBezTo>
                  <a:pt x="1975" y="3376"/>
                  <a:pt x="1893" y="3365"/>
                  <a:pt x="1814" y="3340"/>
                </a:cubicBezTo>
                <a:cubicBezTo>
                  <a:pt x="1797" y="3334"/>
                  <a:pt x="1778" y="3326"/>
                  <a:pt x="1762" y="3321"/>
                </a:cubicBezTo>
                <a:cubicBezTo>
                  <a:pt x="1752" y="3318"/>
                  <a:pt x="1745" y="3316"/>
                  <a:pt x="1740" y="3315"/>
                </a:cubicBezTo>
                <a:lnTo>
                  <a:pt x="1740" y="3315"/>
                </a:lnTo>
                <a:cubicBezTo>
                  <a:pt x="1716" y="3301"/>
                  <a:pt x="1691" y="3283"/>
                  <a:pt x="1679" y="3277"/>
                </a:cubicBezTo>
                <a:cubicBezTo>
                  <a:pt x="1648" y="3258"/>
                  <a:pt x="1616" y="3241"/>
                  <a:pt x="1587" y="3220"/>
                </a:cubicBezTo>
                <a:cubicBezTo>
                  <a:pt x="1572" y="3210"/>
                  <a:pt x="1557" y="3199"/>
                  <a:pt x="1543" y="3191"/>
                </a:cubicBezTo>
                <a:cubicBezTo>
                  <a:pt x="1525" y="3180"/>
                  <a:pt x="1519" y="3175"/>
                  <a:pt x="1519" y="3175"/>
                </a:cubicBezTo>
                <a:lnTo>
                  <a:pt x="1519" y="3175"/>
                </a:lnTo>
                <a:cubicBezTo>
                  <a:pt x="1518" y="3175"/>
                  <a:pt x="1582" y="3218"/>
                  <a:pt x="1580" y="3218"/>
                </a:cubicBezTo>
                <a:cubicBezTo>
                  <a:pt x="1580" y="3218"/>
                  <a:pt x="1579" y="3218"/>
                  <a:pt x="1578" y="3218"/>
                </a:cubicBezTo>
                <a:cubicBezTo>
                  <a:pt x="1542" y="3218"/>
                  <a:pt x="1420" y="3070"/>
                  <a:pt x="1399" y="3045"/>
                </a:cubicBezTo>
                <a:cubicBezTo>
                  <a:pt x="1384" y="3030"/>
                  <a:pt x="1353" y="2977"/>
                  <a:pt x="1351" y="2977"/>
                </a:cubicBezTo>
                <a:lnTo>
                  <a:pt x="1351" y="2977"/>
                </a:lnTo>
                <a:cubicBezTo>
                  <a:pt x="1350" y="2977"/>
                  <a:pt x="1354" y="2985"/>
                  <a:pt x="1363" y="3005"/>
                </a:cubicBezTo>
                <a:cubicBezTo>
                  <a:pt x="1372" y="3025"/>
                  <a:pt x="1375" y="3032"/>
                  <a:pt x="1374" y="3032"/>
                </a:cubicBezTo>
                <a:cubicBezTo>
                  <a:pt x="1372" y="3032"/>
                  <a:pt x="1335" y="2962"/>
                  <a:pt x="1326" y="2946"/>
                </a:cubicBezTo>
                <a:cubicBezTo>
                  <a:pt x="1285" y="2881"/>
                  <a:pt x="1252" y="2814"/>
                  <a:pt x="1215" y="2746"/>
                </a:cubicBezTo>
                <a:lnTo>
                  <a:pt x="1215" y="2746"/>
                </a:lnTo>
                <a:cubicBezTo>
                  <a:pt x="1214" y="2743"/>
                  <a:pt x="1213" y="2740"/>
                  <a:pt x="1212" y="2736"/>
                </a:cubicBezTo>
                <a:cubicBezTo>
                  <a:pt x="1199" y="2702"/>
                  <a:pt x="1187" y="2668"/>
                  <a:pt x="1176" y="2635"/>
                </a:cubicBezTo>
                <a:cubicBezTo>
                  <a:pt x="1153" y="2559"/>
                  <a:pt x="1132" y="2481"/>
                  <a:pt x="1119" y="2403"/>
                </a:cubicBezTo>
                <a:cubicBezTo>
                  <a:pt x="1119" y="2401"/>
                  <a:pt x="1118" y="2399"/>
                  <a:pt x="1118" y="2397"/>
                </a:cubicBezTo>
                <a:lnTo>
                  <a:pt x="1118" y="2397"/>
                </a:lnTo>
                <a:cubicBezTo>
                  <a:pt x="1122" y="2365"/>
                  <a:pt x="1108" y="2315"/>
                  <a:pt x="1106" y="2283"/>
                </a:cubicBezTo>
                <a:cubicBezTo>
                  <a:pt x="1102" y="2203"/>
                  <a:pt x="1102" y="2123"/>
                  <a:pt x="1106" y="2043"/>
                </a:cubicBezTo>
                <a:cubicBezTo>
                  <a:pt x="1107" y="2033"/>
                  <a:pt x="1110" y="2004"/>
                  <a:pt x="1113" y="1978"/>
                </a:cubicBezTo>
                <a:lnTo>
                  <a:pt x="1113" y="1978"/>
                </a:lnTo>
                <a:cubicBezTo>
                  <a:pt x="1117" y="1953"/>
                  <a:pt x="1123" y="1911"/>
                  <a:pt x="1125" y="1899"/>
                </a:cubicBezTo>
                <a:cubicBezTo>
                  <a:pt x="1144" y="1813"/>
                  <a:pt x="1170" y="1731"/>
                  <a:pt x="1197" y="1647"/>
                </a:cubicBezTo>
                <a:cubicBezTo>
                  <a:pt x="1199" y="1642"/>
                  <a:pt x="1200" y="1637"/>
                  <a:pt x="1201" y="1634"/>
                </a:cubicBezTo>
                <a:lnTo>
                  <a:pt x="1201" y="1634"/>
                </a:lnTo>
                <a:cubicBezTo>
                  <a:pt x="1203" y="1630"/>
                  <a:pt x="1205" y="1626"/>
                  <a:pt x="1208" y="1621"/>
                </a:cubicBezTo>
                <a:cubicBezTo>
                  <a:pt x="1227" y="1583"/>
                  <a:pt x="1246" y="1543"/>
                  <a:pt x="1269" y="1507"/>
                </a:cubicBezTo>
                <a:cubicBezTo>
                  <a:pt x="1290" y="1470"/>
                  <a:pt x="1313" y="1434"/>
                  <a:pt x="1338" y="1398"/>
                </a:cubicBezTo>
                <a:cubicBezTo>
                  <a:pt x="1341" y="1394"/>
                  <a:pt x="1344" y="1390"/>
                  <a:pt x="1346" y="1386"/>
                </a:cubicBezTo>
                <a:lnTo>
                  <a:pt x="1346" y="1386"/>
                </a:lnTo>
                <a:cubicBezTo>
                  <a:pt x="1346" y="1386"/>
                  <a:pt x="1346" y="1386"/>
                  <a:pt x="1347" y="1385"/>
                </a:cubicBezTo>
                <a:cubicBezTo>
                  <a:pt x="1399" y="1329"/>
                  <a:pt x="1454" y="1275"/>
                  <a:pt x="1511" y="1223"/>
                </a:cubicBezTo>
                <a:lnTo>
                  <a:pt x="1511" y="1223"/>
                </a:lnTo>
                <a:cubicBezTo>
                  <a:pt x="1524" y="1213"/>
                  <a:pt x="1537" y="1203"/>
                  <a:pt x="1551" y="1194"/>
                </a:cubicBezTo>
                <a:cubicBezTo>
                  <a:pt x="1589" y="1170"/>
                  <a:pt x="1627" y="1147"/>
                  <a:pt x="1667" y="1126"/>
                </a:cubicBezTo>
                <a:cubicBezTo>
                  <a:pt x="1682" y="1119"/>
                  <a:pt x="1697" y="1111"/>
                  <a:pt x="1712" y="1103"/>
                </a:cubicBezTo>
                <a:lnTo>
                  <a:pt x="1712" y="1103"/>
                </a:lnTo>
                <a:cubicBezTo>
                  <a:pt x="1755" y="1090"/>
                  <a:pt x="1797" y="1075"/>
                  <a:pt x="1840" y="1063"/>
                </a:cubicBezTo>
                <a:cubicBezTo>
                  <a:pt x="1884" y="1050"/>
                  <a:pt x="1928" y="1042"/>
                  <a:pt x="1970" y="1031"/>
                </a:cubicBezTo>
                <a:cubicBezTo>
                  <a:pt x="1976" y="1030"/>
                  <a:pt x="1983" y="1028"/>
                  <a:pt x="1990" y="1026"/>
                </a:cubicBezTo>
                <a:lnTo>
                  <a:pt x="1990" y="1026"/>
                </a:lnTo>
                <a:cubicBezTo>
                  <a:pt x="2008" y="1025"/>
                  <a:pt x="2026" y="1024"/>
                  <a:pt x="2042" y="1023"/>
                </a:cubicBezTo>
                <a:cubicBezTo>
                  <a:pt x="2063" y="1021"/>
                  <a:pt x="2083" y="1018"/>
                  <a:pt x="2104" y="1015"/>
                </a:cubicBezTo>
                <a:lnTo>
                  <a:pt x="2104" y="1015"/>
                </a:lnTo>
                <a:cubicBezTo>
                  <a:pt x="2127" y="1013"/>
                  <a:pt x="2151" y="1010"/>
                  <a:pt x="2175" y="1006"/>
                </a:cubicBezTo>
                <a:cubicBezTo>
                  <a:pt x="2200" y="1002"/>
                  <a:pt x="2223" y="998"/>
                  <a:pt x="2248" y="996"/>
                </a:cubicBezTo>
                <a:lnTo>
                  <a:pt x="2248" y="996"/>
                </a:lnTo>
                <a:cubicBezTo>
                  <a:pt x="2202" y="1002"/>
                  <a:pt x="2186" y="1004"/>
                  <a:pt x="2186" y="1004"/>
                </a:cubicBezTo>
                <a:cubicBezTo>
                  <a:pt x="2187" y="1004"/>
                  <a:pt x="2227" y="999"/>
                  <a:pt x="2246" y="998"/>
                </a:cubicBezTo>
                <a:cubicBezTo>
                  <a:pt x="2293" y="996"/>
                  <a:pt x="2341" y="991"/>
                  <a:pt x="2387" y="989"/>
                </a:cubicBezTo>
                <a:close/>
                <a:moveTo>
                  <a:pt x="2431" y="0"/>
                </a:moveTo>
                <a:cubicBezTo>
                  <a:pt x="2283" y="0"/>
                  <a:pt x="2134" y="12"/>
                  <a:pt x="1987" y="33"/>
                </a:cubicBezTo>
                <a:lnTo>
                  <a:pt x="1987" y="33"/>
                </a:lnTo>
                <a:cubicBezTo>
                  <a:pt x="1519" y="79"/>
                  <a:pt x="1082" y="246"/>
                  <a:pt x="738" y="578"/>
                </a:cubicBezTo>
                <a:cubicBezTo>
                  <a:pt x="443" y="863"/>
                  <a:pt x="236" y="1259"/>
                  <a:pt x="158" y="1661"/>
                </a:cubicBezTo>
                <a:cubicBezTo>
                  <a:pt x="0" y="2477"/>
                  <a:pt x="228" y="3403"/>
                  <a:pt x="896" y="3941"/>
                </a:cubicBezTo>
                <a:cubicBezTo>
                  <a:pt x="1283" y="4251"/>
                  <a:pt x="1777" y="4404"/>
                  <a:pt x="2272" y="4404"/>
                </a:cubicBezTo>
                <a:cubicBezTo>
                  <a:pt x="2762" y="4404"/>
                  <a:pt x="3253" y="4255"/>
                  <a:pt x="3645" y="3962"/>
                </a:cubicBezTo>
                <a:cubicBezTo>
                  <a:pt x="4395" y="3401"/>
                  <a:pt x="4700" y="2409"/>
                  <a:pt x="4443" y="1512"/>
                </a:cubicBezTo>
                <a:cubicBezTo>
                  <a:pt x="4302" y="1025"/>
                  <a:pt x="4003" y="604"/>
                  <a:pt x="3582" y="321"/>
                </a:cubicBezTo>
                <a:cubicBezTo>
                  <a:pt x="3236" y="89"/>
                  <a:pt x="2836" y="0"/>
                  <a:pt x="2431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2">
  <p:cSld name="CUSTOM_2_1">
    <p:bg>
      <p:bgPr>
        <a:solidFill>
          <a:schemeClr val="lt1"/>
        </a:solidFill>
      </p:bgPr>
    </p:bg>
    <p:spTree>
      <p:nvGrpSpPr>
        <p:cNvPr id="5077" name="Shape 50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78" name="Google Shape;5078;p16"/>
          <p:cNvGrpSpPr/>
          <p:nvPr/>
        </p:nvGrpSpPr>
        <p:grpSpPr>
          <a:xfrm>
            <a:off x="0" y="0"/>
            <a:ext cx="9144125" cy="5143391"/>
            <a:chOff x="0" y="0"/>
            <a:chExt cx="9144125" cy="5143391"/>
          </a:xfrm>
        </p:grpSpPr>
        <p:sp>
          <p:nvSpPr>
            <p:cNvPr id="5079" name="Google Shape;5079;p16"/>
            <p:cNvSpPr/>
            <p:nvPr/>
          </p:nvSpPr>
          <p:spPr>
            <a:xfrm>
              <a:off x="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80" name="Google Shape;5080;p16"/>
            <p:cNvSpPr/>
            <p:nvPr/>
          </p:nvSpPr>
          <p:spPr>
            <a:xfrm>
              <a:off x="38100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81" name="Google Shape;5081;p16"/>
            <p:cNvSpPr/>
            <p:nvPr/>
          </p:nvSpPr>
          <p:spPr>
            <a:xfrm>
              <a:off x="76201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82" name="Google Shape;5082;p16"/>
            <p:cNvSpPr/>
            <p:nvPr/>
          </p:nvSpPr>
          <p:spPr>
            <a:xfrm>
              <a:off x="114301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83" name="Google Shape;5083;p16"/>
            <p:cNvSpPr/>
            <p:nvPr/>
          </p:nvSpPr>
          <p:spPr>
            <a:xfrm>
              <a:off x="152402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84" name="Google Shape;5084;p16"/>
            <p:cNvSpPr/>
            <p:nvPr/>
          </p:nvSpPr>
          <p:spPr>
            <a:xfrm>
              <a:off x="190502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85" name="Google Shape;5085;p16"/>
            <p:cNvSpPr/>
            <p:nvPr/>
          </p:nvSpPr>
          <p:spPr>
            <a:xfrm>
              <a:off x="228603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86" name="Google Shape;5086;p16"/>
            <p:cNvSpPr/>
            <p:nvPr/>
          </p:nvSpPr>
          <p:spPr>
            <a:xfrm>
              <a:off x="266703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87" name="Google Shape;5087;p16"/>
            <p:cNvSpPr/>
            <p:nvPr/>
          </p:nvSpPr>
          <p:spPr>
            <a:xfrm>
              <a:off x="304804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88" name="Google Shape;5088;p16"/>
            <p:cNvSpPr/>
            <p:nvPr/>
          </p:nvSpPr>
          <p:spPr>
            <a:xfrm>
              <a:off x="342904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89" name="Google Shape;5089;p16"/>
            <p:cNvSpPr/>
            <p:nvPr/>
          </p:nvSpPr>
          <p:spPr>
            <a:xfrm>
              <a:off x="381005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90" name="Google Shape;5090;p16"/>
            <p:cNvSpPr/>
            <p:nvPr/>
          </p:nvSpPr>
          <p:spPr>
            <a:xfrm>
              <a:off x="419105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91" name="Google Shape;5091;p16"/>
            <p:cNvSpPr/>
            <p:nvPr/>
          </p:nvSpPr>
          <p:spPr>
            <a:xfrm>
              <a:off x="457206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92" name="Google Shape;5092;p16"/>
            <p:cNvSpPr/>
            <p:nvPr/>
          </p:nvSpPr>
          <p:spPr>
            <a:xfrm>
              <a:off x="495306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93" name="Google Shape;5093;p16"/>
            <p:cNvSpPr/>
            <p:nvPr/>
          </p:nvSpPr>
          <p:spPr>
            <a:xfrm>
              <a:off x="533407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94" name="Google Shape;5094;p16"/>
            <p:cNvSpPr/>
            <p:nvPr/>
          </p:nvSpPr>
          <p:spPr>
            <a:xfrm>
              <a:off x="571507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95" name="Google Shape;5095;p16"/>
            <p:cNvSpPr/>
            <p:nvPr/>
          </p:nvSpPr>
          <p:spPr>
            <a:xfrm>
              <a:off x="609608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96" name="Google Shape;5096;p16"/>
            <p:cNvSpPr/>
            <p:nvPr/>
          </p:nvSpPr>
          <p:spPr>
            <a:xfrm>
              <a:off x="647708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97" name="Google Shape;5097;p16"/>
            <p:cNvSpPr/>
            <p:nvPr/>
          </p:nvSpPr>
          <p:spPr>
            <a:xfrm>
              <a:off x="685809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98" name="Google Shape;5098;p16"/>
            <p:cNvSpPr/>
            <p:nvPr/>
          </p:nvSpPr>
          <p:spPr>
            <a:xfrm>
              <a:off x="723909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99" name="Google Shape;5099;p16"/>
            <p:cNvSpPr/>
            <p:nvPr/>
          </p:nvSpPr>
          <p:spPr>
            <a:xfrm>
              <a:off x="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00" name="Google Shape;5100;p16"/>
            <p:cNvSpPr/>
            <p:nvPr/>
          </p:nvSpPr>
          <p:spPr>
            <a:xfrm>
              <a:off x="38100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01" name="Google Shape;5101;p16"/>
            <p:cNvSpPr/>
            <p:nvPr/>
          </p:nvSpPr>
          <p:spPr>
            <a:xfrm>
              <a:off x="76201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02" name="Google Shape;5102;p16"/>
            <p:cNvSpPr/>
            <p:nvPr/>
          </p:nvSpPr>
          <p:spPr>
            <a:xfrm>
              <a:off x="114301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03" name="Google Shape;5103;p16"/>
            <p:cNvSpPr/>
            <p:nvPr/>
          </p:nvSpPr>
          <p:spPr>
            <a:xfrm>
              <a:off x="152402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04" name="Google Shape;5104;p16"/>
            <p:cNvSpPr/>
            <p:nvPr/>
          </p:nvSpPr>
          <p:spPr>
            <a:xfrm>
              <a:off x="190502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05" name="Google Shape;5105;p16"/>
            <p:cNvSpPr/>
            <p:nvPr/>
          </p:nvSpPr>
          <p:spPr>
            <a:xfrm>
              <a:off x="228603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06" name="Google Shape;5106;p16"/>
            <p:cNvSpPr/>
            <p:nvPr/>
          </p:nvSpPr>
          <p:spPr>
            <a:xfrm>
              <a:off x="266703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07" name="Google Shape;5107;p16"/>
            <p:cNvSpPr/>
            <p:nvPr/>
          </p:nvSpPr>
          <p:spPr>
            <a:xfrm>
              <a:off x="304804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08" name="Google Shape;5108;p16"/>
            <p:cNvSpPr/>
            <p:nvPr/>
          </p:nvSpPr>
          <p:spPr>
            <a:xfrm>
              <a:off x="342904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09" name="Google Shape;5109;p16"/>
            <p:cNvSpPr/>
            <p:nvPr/>
          </p:nvSpPr>
          <p:spPr>
            <a:xfrm>
              <a:off x="381005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10" name="Google Shape;5110;p16"/>
            <p:cNvSpPr/>
            <p:nvPr/>
          </p:nvSpPr>
          <p:spPr>
            <a:xfrm>
              <a:off x="419105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11" name="Google Shape;5111;p16"/>
            <p:cNvSpPr/>
            <p:nvPr/>
          </p:nvSpPr>
          <p:spPr>
            <a:xfrm>
              <a:off x="457206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12" name="Google Shape;5112;p16"/>
            <p:cNvSpPr/>
            <p:nvPr/>
          </p:nvSpPr>
          <p:spPr>
            <a:xfrm>
              <a:off x="495306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13" name="Google Shape;5113;p16"/>
            <p:cNvSpPr/>
            <p:nvPr/>
          </p:nvSpPr>
          <p:spPr>
            <a:xfrm>
              <a:off x="533407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14" name="Google Shape;5114;p16"/>
            <p:cNvSpPr/>
            <p:nvPr/>
          </p:nvSpPr>
          <p:spPr>
            <a:xfrm>
              <a:off x="571507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15" name="Google Shape;5115;p16"/>
            <p:cNvSpPr/>
            <p:nvPr/>
          </p:nvSpPr>
          <p:spPr>
            <a:xfrm>
              <a:off x="609608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16" name="Google Shape;5116;p16"/>
            <p:cNvSpPr/>
            <p:nvPr/>
          </p:nvSpPr>
          <p:spPr>
            <a:xfrm>
              <a:off x="647708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17" name="Google Shape;5117;p16"/>
            <p:cNvSpPr/>
            <p:nvPr/>
          </p:nvSpPr>
          <p:spPr>
            <a:xfrm>
              <a:off x="685809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18" name="Google Shape;5118;p16"/>
            <p:cNvSpPr/>
            <p:nvPr/>
          </p:nvSpPr>
          <p:spPr>
            <a:xfrm>
              <a:off x="723909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19" name="Google Shape;5119;p16"/>
            <p:cNvSpPr/>
            <p:nvPr/>
          </p:nvSpPr>
          <p:spPr>
            <a:xfrm>
              <a:off x="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20" name="Google Shape;5120;p16"/>
            <p:cNvSpPr/>
            <p:nvPr/>
          </p:nvSpPr>
          <p:spPr>
            <a:xfrm>
              <a:off x="38100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21" name="Google Shape;5121;p16"/>
            <p:cNvSpPr/>
            <p:nvPr/>
          </p:nvSpPr>
          <p:spPr>
            <a:xfrm>
              <a:off x="76201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22" name="Google Shape;5122;p16"/>
            <p:cNvSpPr/>
            <p:nvPr/>
          </p:nvSpPr>
          <p:spPr>
            <a:xfrm>
              <a:off x="114301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23" name="Google Shape;5123;p16"/>
            <p:cNvSpPr/>
            <p:nvPr/>
          </p:nvSpPr>
          <p:spPr>
            <a:xfrm>
              <a:off x="152402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24" name="Google Shape;5124;p16"/>
            <p:cNvSpPr/>
            <p:nvPr/>
          </p:nvSpPr>
          <p:spPr>
            <a:xfrm>
              <a:off x="190502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25" name="Google Shape;5125;p16"/>
            <p:cNvSpPr/>
            <p:nvPr/>
          </p:nvSpPr>
          <p:spPr>
            <a:xfrm>
              <a:off x="228603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26" name="Google Shape;5126;p16"/>
            <p:cNvSpPr/>
            <p:nvPr/>
          </p:nvSpPr>
          <p:spPr>
            <a:xfrm>
              <a:off x="266703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27" name="Google Shape;5127;p16"/>
            <p:cNvSpPr/>
            <p:nvPr/>
          </p:nvSpPr>
          <p:spPr>
            <a:xfrm>
              <a:off x="304804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28" name="Google Shape;5128;p16"/>
            <p:cNvSpPr/>
            <p:nvPr/>
          </p:nvSpPr>
          <p:spPr>
            <a:xfrm>
              <a:off x="342904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29" name="Google Shape;5129;p16"/>
            <p:cNvSpPr/>
            <p:nvPr/>
          </p:nvSpPr>
          <p:spPr>
            <a:xfrm>
              <a:off x="381005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30" name="Google Shape;5130;p16"/>
            <p:cNvSpPr/>
            <p:nvPr/>
          </p:nvSpPr>
          <p:spPr>
            <a:xfrm>
              <a:off x="419105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31" name="Google Shape;5131;p16"/>
            <p:cNvSpPr/>
            <p:nvPr/>
          </p:nvSpPr>
          <p:spPr>
            <a:xfrm>
              <a:off x="457206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32" name="Google Shape;5132;p16"/>
            <p:cNvSpPr/>
            <p:nvPr/>
          </p:nvSpPr>
          <p:spPr>
            <a:xfrm>
              <a:off x="495306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33" name="Google Shape;5133;p16"/>
            <p:cNvSpPr/>
            <p:nvPr/>
          </p:nvSpPr>
          <p:spPr>
            <a:xfrm>
              <a:off x="533407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34" name="Google Shape;5134;p16"/>
            <p:cNvSpPr/>
            <p:nvPr/>
          </p:nvSpPr>
          <p:spPr>
            <a:xfrm>
              <a:off x="571507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35" name="Google Shape;5135;p16"/>
            <p:cNvSpPr/>
            <p:nvPr/>
          </p:nvSpPr>
          <p:spPr>
            <a:xfrm>
              <a:off x="609608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36" name="Google Shape;5136;p16"/>
            <p:cNvSpPr/>
            <p:nvPr/>
          </p:nvSpPr>
          <p:spPr>
            <a:xfrm>
              <a:off x="647708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37" name="Google Shape;5137;p16"/>
            <p:cNvSpPr/>
            <p:nvPr/>
          </p:nvSpPr>
          <p:spPr>
            <a:xfrm>
              <a:off x="685809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38" name="Google Shape;5138;p16"/>
            <p:cNvSpPr/>
            <p:nvPr/>
          </p:nvSpPr>
          <p:spPr>
            <a:xfrm>
              <a:off x="723909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39" name="Google Shape;5139;p16"/>
            <p:cNvSpPr/>
            <p:nvPr/>
          </p:nvSpPr>
          <p:spPr>
            <a:xfrm>
              <a:off x="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40" name="Google Shape;5140;p16"/>
            <p:cNvSpPr/>
            <p:nvPr/>
          </p:nvSpPr>
          <p:spPr>
            <a:xfrm>
              <a:off x="38100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41" name="Google Shape;5141;p16"/>
            <p:cNvSpPr/>
            <p:nvPr/>
          </p:nvSpPr>
          <p:spPr>
            <a:xfrm>
              <a:off x="76201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42" name="Google Shape;5142;p16"/>
            <p:cNvSpPr/>
            <p:nvPr/>
          </p:nvSpPr>
          <p:spPr>
            <a:xfrm>
              <a:off x="114301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43" name="Google Shape;5143;p16"/>
            <p:cNvSpPr/>
            <p:nvPr/>
          </p:nvSpPr>
          <p:spPr>
            <a:xfrm>
              <a:off x="152402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44" name="Google Shape;5144;p16"/>
            <p:cNvSpPr/>
            <p:nvPr/>
          </p:nvSpPr>
          <p:spPr>
            <a:xfrm>
              <a:off x="190502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45" name="Google Shape;5145;p16"/>
            <p:cNvSpPr/>
            <p:nvPr/>
          </p:nvSpPr>
          <p:spPr>
            <a:xfrm>
              <a:off x="228603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46" name="Google Shape;5146;p16"/>
            <p:cNvSpPr/>
            <p:nvPr/>
          </p:nvSpPr>
          <p:spPr>
            <a:xfrm>
              <a:off x="266703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47" name="Google Shape;5147;p16"/>
            <p:cNvSpPr/>
            <p:nvPr/>
          </p:nvSpPr>
          <p:spPr>
            <a:xfrm>
              <a:off x="304804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48" name="Google Shape;5148;p16"/>
            <p:cNvSpPr/>
            <p:nvPr/>
          </p:nvSpPr>
          <p:spPr>
            <a:xfrm>
              <a:off x="342904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49" name="Google Shape;5149;p16"/>
            <p:cNvSpPr/>
            <p:nvPr/>
          </p:nvSpPr>
          <p:spPr>
            <a:xfrm>
              <a:off x="381005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50" name="Google Shape;5150;p16"/>
            <p:cNvSpPr/>
            <p:nvPr/>
          </p:nvSpPr>
          <p:spPr>
            <a:xfrm>
              <a:off x="419105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51" name="Google Shape;5151;p16"/>
            <p:cNvSpPr/>
            <p:nvPr/>
          </p:nvSpPr>
          <p:spPr>
            <a:xfrm>
              <a:off x="457206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52" name="Google Shape;5152;p16"/>
            <p:cNvSpPr/>
            <p:nvPr/>
          </p:nvSpPr>
          <p:spPr>
            <a:xfrm>
              <a:off x="495306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53" name="Google Shape;5153;p16"/>
            <p:cNvSpPr/>
            <p:nvPr/>
          </p:nvSpPr>
          <p:spPr>
            <a:xfrm>
              <a:off x="533407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54" name="Google Shape;5154;p16"/>
            <p:cNvSpPr/>
            <p:nvPr/>
          </p:nvSpPr>
          <p:spPr>
            <a:xfrm>
              <a:off x="571507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55" name="Google Shape;5155;p16"/>
            <p:cNvSpPr/>
            <p:nvPr/>
          </p:nvSpPr>
          <p:spPr>
            <a:xfrm>
              <a:off x="609608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56" name="Google Shape;5156;p16"/>
            <p:cNvSpPr/>
            <p:nvPr/>
          </p:nvSpPr>
          <p:spPr>
            <a:xfrm>
              <a:off x="647708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57" name="Google Shape;5157;p16"/>
            <p:cNvSpPr/>
            <p:nvPr/>
          </p:nvSpPr>
          <p:spPr>
            <a:xfrm>
              <a:off x="685809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58" name="Google Shape;5158;p16"/>
            <p:cNvSpPr/>
            <p:nvPr/>
          </p:nvSpPr>
          <p:spPr>
            <a:xfrm>
              <a:off x="723909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59" name="Google Shape;5159;p16"/>
            <p:cNvSpPr/>
            <p:nvPr/>
          </p:nvSpPr>
          <p:spPr>
            <a:xfrm>
              <a:off x="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60" name="Google Shape;5160;p16"/>
            <p:cNvSpPr/>
            <p:nvPr/>
          </p:nvSpPr>
          <p:spPr>
            <a:xfrm>
              <a:off x="38100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61" name="Google Shape;5161;p16"/>
            <p:cNvSpPr/>
            <p:nvPr/>
          </p:nvSpPr>
          <p:spPr>
            <a:xfrm>
              <a:off x="76201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62" name="Google Shape;5162;p16"/>
            <p:cNvSpPr/>
            <p:nvPr/>
          </p:nvSpPr>
          <p:spPr>
            <a:xfrm>
              <a:off x="114301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63" name="Google Shape;5163;p16"/>
            <p:cNvSpPr/>
            <p:nvPr/>
          </p:nvSpPr>
          <p:spPr>
            <a:xfrm>
              <a:off x="152402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64" name="Google Shape;5164;p16"/>
            <p:cNvSpPr/>
            <p:nvPr/>
          </p:nvSpPr>
          <p:spPr>
            <a:xfrm>
              <a:off x="190502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65" name="Google Shape;5165;p16"/>
            <p:cNvSpPr/>
            <p:nvPr/>
          </p:nvSpPr>
          <p:spPr>
            <a:xfrm>
              <a:off x="228603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66" name="Google Shape;5166;p16"/>
            <p:cNvSpPr/>
            <p:nvPr/>
          </p:nvSpPr>
          <p:spPr>
            <a:xfrm>
              <a:off x="266703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67" name="Google Shape;5167;p16"/>
            <p:cNvSpPr/>
            <p:nvPr/>
          </p:nvSpPr>
          <p:spPr>
            <a:xfrm>
              <a:off x="304804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68" name="Google Shape;5168;p16"/>
            <p:cNvSpPr/>
            <p:nvPr/>
          </p:nvSpPr>
          <p:spPr>
            <a:xfrm>
              <a:off x="342904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69" name="Google Shape;5169;p16"/>
            <p:cNvSpPr/>
            <p:nvPr/>
          </p:nvSpPr>
          <p:spPr>
            <a:xfrm>
              <a:off x="381005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70" name="Google Shape;5170;p16"/>
            <p:cNvSpPr/>
            <p:nvPr/>
          </p:nvSpPr>
          <p:spPr>
            <a:xfrm>
              <a:off x="419105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71" name="Google Shape;5171;p16"/>
            <p:cNvSpPr/>
            <p:nvPr/>
          </p:nvSpPr>
          <p:spPr>
            <a:xfrm>
              <a:off x="457206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72" name="Google Shape;5172;p16"/>
            <p:cNvSpPr/>
            <p:nvPr/>
          </p:nvSpPr>
          <p:spPr>
            <a:xfrm>
              <a:off x="495306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73" name="Google Shape;5173;p16"/>
            <p:cNvSpPr/>
            <p:nvPr/>
          </p:nvSpPr>
          <p:spPr>
            <a:xfrm>
              <a:off x="533407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74" name="Google Shape;5174;p16"/>
            <p:cNvSpPr/>
            <p:nvPr/>
          </p:nvSpPr>
          <p:spPr>
            <a:xfrm>
              <a:off x="571507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75" name="Google Shape;5175;p16"/>
            <p:cNvSpPr/>
            <p:nvPr/>
          </p:nvSpPr>
          <p:spPr>
            <a:xfrm>
              <a:off x="609608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76" name="Google Shape;5176;p16"/>
            <p:cNvSpPr/>
            <p:nvPr/>
          </p:nvSpPr>
          <p:spPr>
            <a:xfrm>
              <a:off x="647708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77" name="Google Shape;5177;p16"/>
            <p:cNvSpPr/>
            <p:nvPr/>
          </p:nvSpPr>
          <p:spPr>
            <a:xfrm>
              <a:off x="685809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78" name="Google Shape;5178;p16"/>
            <p:cNvSpPr/>
            <p:nvPr/>
          </p:nvSpPr>
          <p:spPr>
            <a:xfrm>
              <a:off x="723909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79" name="Google Shape;5179;p16"/>
            <p:cNvSpPr/>
            <p:nvPr/>
          </p:nvSpPr>
          <p:spPr>
            <a:xfrm>
              <a:off x="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80" name="Google Shape;5180;p16"/>
            <p:cNvSpPr/>
            <p:nvPr/>
          </p:nvSpPr>
          <p:spPr>
            <a:xfrm>
              <a:off x="38100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81" name="Google Shape;5181;p16"/>
            <p:cNvSpPr/>
            <p:nvPr/>
          </p:nvSpPr>
          <p:spPr>
            <a:xfrm>
              <a:off x="76201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82" name="Google Shape;5182;p16"/>
            <p:cNvSpPr/>
            <p:nvPr/>
          </p:nvSpPr>
          <p:spPr>
            <a:xfrm>
              <a:off x="114301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83" name="Google Shape;5183;p16"/>
            <p:cNvSpPr/>
            <p:nvPr/>
          </p:nvSpPr>
          <p:spPr>
            <a:xfrm>
              <a:off x="152402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84" name="Google Shape;5184;p16"/>
            <p:cNvSpPr/>
            <p:nvPr/>
          </p:nvSpPr>
          <p:spPr>
            <a:xfrm>
              <a:off x="190502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85" name="Google Shape;5185;p16"/>
            <p:cNvSpPr/>
            <p:nvPr/>
          </p:nvSpPr>
          <p:spPr>
            <a:xfrm>
              <a:off x="228603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86" name="Google Shape;5186;p16"/>
            <p:cNvSpPr/>
            <p:nvPr/>
          </p:nvSpPr>
          <p:spPr>
            <a:xfrm>
              <a:off x="266703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87" name="Google Shape;5187;p16"/>
            <p:cNvSpPr/>
            <p:nvPr/>
          </p:nvSpPr>
          <p:spPr>
            <a:xfrm>
              <a:off x="304804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88" name="Google Shape;5188;p16"/>
            <p:cNvSpPr/>
            <p:nvPr/>
          </p:nvSpPr>
          <p:spPr>
            <a:xfrm>
              <a:off x="342904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89" name="Google Shape;5189;p16"/>
            <p:cNvSpPr/>
            <p:nvPr/>
          </p:nvSpPr>
          <p:spPr>
            <a:xfrm>
              <a:off x="381005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90" name="Google Shape;5190;p16"/>
            <p:cNvSpPr/>
            <p:nvPr/>
          </p:nvSpPr>
          <p:spPr>
            <a:xfrm>
              <a:off x="419105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91" name="Google Shape;5191;p16"/>
            <p:cNvSpPr/>
            <p:nvPr/>
          </p:nvSpPr>
          <p:spPr>
            <a:xfrm>
              <a:off x="457206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92" name="Google Shape;5192;p16"/>
            <p:cNvSpPr/>
            <p:nvPr/>
          </p:nvSpPr>
          <p:spPr>
            <a:xfrm>
              <a:off x="495306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93" name="Google Shape;5193;p16"/>
            <p:cNvSpPr/>
            <p:nvPr/>
          </p:nvSpPr>
          <p:spPr>
            <a:xfrm>
              <a:off x="533407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94" name="Google Shape;5194;p16"/>
            <p:cNvSpPr/>
            <p:nvPr/>
          </p:nvSpPr>
          <p:spPr>
            <a:xfrm>
              <a:off x="571507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95" name="Google Shape;5195;p16"/>
            <p:cNvSpPr/>
            <p:nvPr/>
          </p:nvSpPr>
          <p:spPr>
            <a:xfrm>
              <a:off x="609608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96" name="Google Shape;5196;p16"/>
            <p:cNvSpPr/>
            <p:nvPr/>
          </p:nvSpPr>
          <p:spPr>
            <a:xfrm>
              <a:off x="647708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97" name="Google Shape;5197;p16"/>
            <p:cNvSpPr/>
            <p:nvPr/>
          </p:nvSpPr>
          <p:spPr>
            <a:xfrm>
              <a:off x="685809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98" name="Google Shape;5198;p16"/>
            <p:cNvSpPr/>
            <p:nvPr/>
          </p:nvSpPr>
          <p:spPr>
            <a:xfrm>
              <a:off x="723909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99" name="Google Shape;5199;p16"/>
            <p:cNvSpPr/>
            <p:nvPr/>
          </p:nvSpPr>
          <p:spPr>
            <a:xfrm>
              <a:off x="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00" name="Google Shape;5200;p16"/>
            <p:cNvSpPr/>
            <p:nvPr/>
          </p:nvSpPr>
          <p:spPr>
            <a:xfrm>
              <a:off x="38100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01" name="Google Shape;5201;p16"/>
            <p:cNvSpPr/>
            <p:nvPr/>
          </p:nvSpPr>
          <p:spPr>
            <a:xfrm>
              <a:off x="76201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02" name="Google Shape;5202;p16"/>
            <p:cNvSpPr/>
            <p:nvPr/>
          </p:nvSpPr>
          <p:spPr>
            <a:xfrm>
              <a:off x="114301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03" name="Google Shape;5203;p16"/>
            <p:cNvSpPr/>
            <p:nvPr/>
          </p:nvSpPr>
          <p:spPr>
            <a:xfrm>
              <a:off x="152402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04" name="Google Shape;5204;p16"/>
            <p:cNvSpPr/>
            <p:nvPr/>
          </p:nvSpPr>
          <p:spPr>
            <a:xfrm>
              <a:off x="190502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05" name="Google Shape;5205;p16"/>
            <p:cNvSpPr/>
            <p:nvPr/>
          </p:nvSpPr>
          <p:spPr>
            <a:xfrm>
              <a:off x="228603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06" name="Google Shape;5206;p16"/>
            <p:cNvSpPr/>
            <p:nvPr/>
          </p:nvSpPr>
          <p:spPr>
            <a:xfrm>
              <a:off x="266703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07" name="Google Shape;5207;p16"/>
            <p:cNvSpPr/>
            <p:nvPr/>
          </p:nvSpPr>
          <p:spPr>
            <a:xfrm>
              <a:off x="304804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08" name="Google Shape;5208;p16"/>
            <p:cNvSpPr/>
            <p:nvPr/>
          </p:nvSpPr>
          <p:spPr>
            <a:xfrm>
              <a:off x="342904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09" name="Google Shape;5209;p16"/>
            <p:cNvSpPr/>
            <p:nvPr/>
          </p:nvSpPr>
          <p:spPr>
            <a:xfrm>
              <a:off x="381005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10" name="Google Shape;5210;p16"/>
            <p:cNvSpPr/>
            <p:nvPr/>
          </p:nvSpPr>
          <p:spPr>
            <a:xfrm>
              <a:off x="419105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11" name="Google Shape;5211;p16"/>
            <p:cNvSpPr/>
            <p:nvPr/>
          </p:nvSpPr>
          <p:spPr>
            <a:xfrm>
              <a:off x="457206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12" name="Google Shape;5212;p16"/>
            <p:cNvSpPr/>
            <p:nvPr/>
          </p:nvSpPr>
          <p:spPr>
            <a:xfrm>
              <a:off x="495306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13" name="Google Shape;5213;p16"/>
            <p:cNvSpPr/>
            <p:nvPr/>
          </p:nvSpPr>
          <p:spPr>
            <a:xfrm>
              <a:off x="533407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14" name="Google Shape;5214;p16"/>
            <p:cNvSpPr/>
            <p:nvPr/>
          </p:nvSpPr>
          <p:spPr>
            <a:xfrm>
              <a:off x="571507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15" name="Google Shape;5215;p16"/>
            <p:cNvSpPr/>
            <p:nvPr/>
          </p:nvSpPr>
          <p:spPr>
            <a:xfrm>
              <a:off x="609608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16" name="Google Shape;5216;p16"/>
            <p:cNvSpPr/>
            <p:nvPr/>
          </p:nvSpPr>
          <p:spPr>
            <a:xfrm>
              <a:off x="647708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17" name="Google Shape;5217;p16"/>
            <p:cNvSpPr/>
            <p:nvPr/>
          </p:nvSpPr>
          <p:spPr>
            <a:xfrm>
              <a:off x="685809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18" name="Google Shape;5218;p16"/>
            <p:cNvSpPr/>
            <p:nvPr/>
          </p:nvSpPr>
          <p:spPr>
            <a:xfrm>
              <a:off x="723909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19" name="Google Shape;5219;p16"/>
            <p:cNvSpPr/>
            <p:nvPr/>
          </p:nvSpPr>
          <p:spPr>
            <a:xfrm>
              <a:off x="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20" name="Google Shape;5220;p16"/>
            <p:cNvSpPr/>
            <p:nvPr/>
          </p:nvSpPr>
          <p:spPr>
            <a:xfrm>
              <a:off x="38100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21" name="Google Shape;5221;p16"/>
            <p:cNvSpPr/>
            <p:nvPr/>
          </p:nvSpPr>
          <p:spPr>
            <a:xfrm>
              <a:off x="76201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22" name="Google Shape;5222;p16"/>
            <p:cNvSpPr/>
            <p:nvPr/>
          </p:nvSpPr>
          <p:spPr>
            <a:xfrm>
              <a:off x="114301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23" name="Google Shape;5223;p16"/>
            <p:cNvSpPr/>
            <p:nvPr/>
          </p:nvSpPr>
          <p:spPr>
            <a:xfrm>
              <a:off x="152402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24" name="Google Shape;5224;p16"/>
            <p:cNvSpPr/>
            <p:nvPr/>
          </p:nvSpPr>
          <p:spPr>
            <a:xfrm>
              <a:off x="190502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25" name="Google Shape;5225;p16"/>
            <p:cNvSpPr/>
            <p:nvPr/>
          </p:nvSpPr>
          <p:spPr>
            <a:xfrm>
              <a:off x="228603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26" name="Google Shape;5226;p16"/>
            <p:cNvSpPr/>
            <p:nvPr/>
          </p:nvSpPr>
          <p:spPr>
            <a:xfrm>
              <a:off x="266703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27" name="Google Shape;5227;p16"/>
            <p:cNvSpPr/>
            <p:nvPr/>
          </p:nvSpPr>
          <p:spPr>
            <a:xfrm>
              <a:off x="304804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28" name="Google Shape;5228;p16"/>
            <p:cNvSpPr/>
            <p:nvPr/>
          </p:nvSpPr>
          <p:spPr>
            <a:xfrm>
              <a:off x="342904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29" name="Google Shape;5229;p16"/>
            <p:cNvSpPr/>
            <p:nvPr/>
          </p:nvSpPr>
          <p:spPr>
            <a:xfrm>
              <a:off x="381005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30" name="Google Shape;5230;p16"/>
            <p:cNvSpPr/>
            <p:nvPr/>
          </p:nvSpPr>
          <p:spPr>
            <a:xfrm>
              <a:off x="419105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31" name="Google Shape;5231;p16"/>
            <p:cNvSpPr/>
            <p:nvPr/>
          </p:nvSpPr>
          <p:spPr>
            <a:xfrm>
              <a:off x="457206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32" name="Google Shape;5232;p16"/>
            <p:cNvSpPr/>
            <p:nvPr/>
          </p:nvSpPr>
          <p:spPr>
            <a:xfrm>
              <a:off x="495306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33" name="Google Shape;5233;p16"/>
            <p:cNvSpPr/>
            <p:nvPr/>
          </p:nvSpPr>
          <p:spPr>
            <a:xfrm>
              <a:off x="533407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34" name="Google Shape;5234;p16"/>
            <p:cNvSpPr/>
            <p:nvPr/>
          </p:nvSpPr>
          <p:spPr>
            <a:xfrm>
              <a:off x="571507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35" name="Google Shape;5235;p16"/>
            <p:cNvSpPr/>
            <p:nvPr/>
          </p:nvSpPr>
          <p:spPr>
            <a:xfrm>
              <a:off x="609608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36" name="Google Shape;5236;p16"/>
            <p:cNvSpPr/>
            <p:nvPr/>
          </p:nvSpPr>
          <p:spPr>
            <a:xfrm>
              <a:off x="647708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37" name="Google Shape;5237;p16"/>
            <p:cNvSpPr/>
            <p:nvPr/>
          </p:nvSpPr>
          <p:spPr>
            <a:xfrm>
              <a:off x="685809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38" name="Google Shape;5238;p16"/>
            <p:cNvSpPr/>
            <p:nvPr/>
          </p:nvSpPr>
          <p:spPr>
            <a:xfrm>
              <a:off x="723909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39" name="Google Shape;5239;p16"/>
            <p:cNvSpPr/>
            <p:nvPr/>
          </p:nvSpPr>
          <p:spPr>
            <a:xfrm>
              <a:off x="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40" name="Google Shape;5240;p16"/>
            <p:cNvSpPr/>
            <p:nvPr/>
          </p:nvSpPr>
          <p:spPr>
            <a:xfrm>
              <a:off x="38100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41" name="Google Shape;5241;p16"/>
            <p:cNvSpPr/>
            <p:nvPr/>
          </p:nvSpPr>
          <p:spPr>
            <a:xfrm>
              <a:off x="76201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42" name="Google Shape;5242;p16"/>
            <p:cNvSpPr/>
            <p:nvPr/>
          </p:nvSpPr>
          <p:spPr>
            <a:xfrm>
              <a:off x="114301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43" name="Google Shape;5243;p16"/>
            <p:cNvSpPr/>
            <p:nvPr/>
          </p:nvSpPr>
          <p:spPr>
            <a:xfrm>
              <a:off x="152402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44" name="Google Shape;5244;p16"/>
            <p:cNvSpPr/>
            <p:nvPr/>
          </p:nvSpPr>
          <p:spPr>
            <a:xfrm>
              <a:off x="190502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45" name="Google Shape;5245;p16"/>
            <p:cNvSpPr/>
            <p:nvPr/>
          </p:nvSpPr>
          <p:spPr>
            <a:xfrm>
              <a:off x="228603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46" name="Google Shape;5246;p16"/>
            <p:cNvSpPr/>
            <p:nvPr/>
          </p:nvSpPr>
          <p:spPr>
            <a:xfrm>
              <a:off x="266703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47" name="Google Shape;5247;p16"/>
            <p:cNvSpPr/>
            <p:nvPr/>
          </p:nvSpPr>
          <p:spPr>
            <a:xfrm>
              <a:off x="304804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48" name="Google Shape;5248;p16"/>
            <p:cNvSpPr/>
            <p:nvPr/>
          </p:nvSpPr>
          <p:spPr>
            <a:xfrm>
              <a:off x="342904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49" name="Google Shape;5249;p16"/>
            <p:cNvSpPr/>
            <p:nvPr/>
          </p:nvSpPr>
          <p:spPr>
            <a:xfrm>
              <a:off x="381005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50" name="Google Shape;5250;p16"/>
            <p:cNvSpPr/>
            <p:nvPr/>
          </p:nvSpPr>
          <p:spPr>
            <a:xfrm>
              <a:off x="419105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51" name="Google Shape;5251;p16"/>
            <p:cNvSpPr/>
            <p:nvPr/>
          </p:nvSpPr>
          <p:spPr>
            <a:xfrm>
              <a:off x="457206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52" name="Google Shape;5252;p16"/>
            <p:cNvSpPr/>
            <p:nvPr/>
          </p:nvSpPr>
          <p:spPr>
            <a:xfrm>
              <a:off x="495306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53" name="Google Shape;5253;p16"/>
            <p:cNvSpPr/>
            <p:nvPr/>
          </p:nvSpPr>
          <p:spPr>
            <a:xfrm>
              <a:off x="533407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54" name="Google Shape;5254;p16"/>
            <p:cNvSpPr/>
            <p:nvPr/>
          </p:nvSpPr>
          <p:spPr>
            <a:xfrm>
              <a:off x="571507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55" name="Google Shape;5255;p16"/>
            <p:cNvSpPr/>
            <p:nvPr/>
          </p:nvSpPr>
          <p:spPr>
            <a:xfrm>
              <a:off x="609608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56" name="Google Shape;5256;p16"/>
            <p:cNvSpPr/>
            <p:nvPr/>
          </p:nvSpPr>
          <p:spPr>
            <a:xfrm>
              <a:off x="647708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57" name="Google Shape;5257;p16"/>
            <p:cNvSpPr/>
            <p:nvPr/>
          </p:nvSpPr>
          <p:spPr>
            <a:xfrm>
              <a:off x="685809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58" name="Google Shape;5258;p16"/>
            <p:cNvSpPr/>
            <p:nvPr/>
          </p:nvSpPr>
          <p:spPr>
            <a:xfrm>
              <a:off x="723909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59" name="Google Shape;5259;p16"/>
            <p:cNvSpPr/>
            <p:nvPr/>
          </p:nvSpPr>
          <p:spPr>
            <a:xfrm>
              <a:off x="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60" name="Google Shape;5260;p16"/>
            <p:cNvSpPr/>
            <p:nvPr/>
          </p:nvSpPr>
          <p:spPr>
            <a:xfrm>
              <a:off x="38100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61" name="Google Shape;5261;p16"/>
            <p:cNvSpPr/>
            <p:nvPr/>
          </p:nvSpPr>
          <p:spPr>
            <a:xfrm>
              <a:off x="76201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62" name="Google Shape;5262;p16"/>
            <p:cNvSpPr/>
            <p:nvPr/>
          </p:nvSpPr>
          <p:spPr>
            <a:xfrm>
              <a:off x="114301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63" name="Google Shape;5263;p16"/>
            <p:cNvSpPr/>
            <p:nvPr/>
          </p:nvSpPr>
          <p:spPr>
            <a:xfrm>
              <a:off x="152402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64" name="Google Shape;5264;p16"/>
            <p:cNvSpPr/>
            <p:nvPr/>
          </p:nvSpPr>
          <p:spPr>
            <a:xfrm>
              <a:off x="190502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65" name="Google Shape;5265;p16"/>
            <p:cNvSpPr/>
            <p:nvPr/>
          </p:nvSpPr>
          <p:spPr>
            <a:xfrm>
              <a:off x="228603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66" name="Google Shape;5266;p16"/>
            <p:cNvSpPr/>
            <p:nvPr/>
          </p:nvSpPr>
          <p:spPr>
            <a:xfrm>
              <a:off x="266703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67" name="Google Shape;5267;p16"/>
            <p:cNvSpPr/>
            <p:nvPr/>
          </p:nvSpPr>
          <p:spPr>
            <a:xfrm>
              <a:off x="304804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68" name="Google Shape;5268;p16"/>
            <p:cNvSpPr/>
            <p:nvPr/>
          </p:nvSpPr>
          <p:spPr>
            <a:xfrm>
              <a:off x="342904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69" name="Google Shape;5269;p16"/>
            <p:cNvSpPr/>
            <p:nvPr/>
          </p:nvSpPr>
          <p:spPr>
            <a:xfrm>
              <a:off x="381005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70" name="Google Shape;5270;p16"/>
            <p:cNvSpPr/>
            <p:nvPr/>
          </p:nvSpPr>
          <p:spPr>
            <a:xfrm>
              <a:off x="419105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71" name="Google Shape;5271;p16"/>
            <p:cNvSpPr/>
            <p:nvPr/>
          </p:nvSpPr>
          <p:spPr>
            <a:xfrm>
              <a:off x="457206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72" name="Google Shape;5272;p16"/>
            <p:cNvSpPr/>
            <p:nvPr/>
          </p:nvSpPr>
          <p:spPr>
            <a:xfrm>
              <a:off x="495306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73" name="Google Shape;5273;p16"/>
            <p:cNvSpPr/>
            <p:nvPr/>
          </p:nvSpPr>
          <p:spPr>
            <a:xfrm>
              <a:off x="533407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74" name="Google Shape;5274;p16"/>
            <p:cNvSpPr/>
            <p:nvPr/>
          </p:nvSpPr>
          <p:spPr>
            <a:xfrm>
              <a:off x="571507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75" name="Google Shape;5275;p16"/>
            <p:cNvSpPr/>
            <p:nvPr/>
          </p:nvSpPr>
          <p:spPr>
            <a:xfrm>
              <a:off x="609608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76" name="Google Shape;5276;p16"/>
            <p:cNvSpPr/>
            <p:nvPr/>
          </p:nvSpPr>
          <p:spPr>
            <a:xfrm>
              <a:off x="647708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77" name="Google Shape;5277;p16"/>
            <p:cNvSpPr/>
            <p:nvPr/>
          </p:nvSpPr>
          <p:spPr>
            <a:xfrm>
              <a:off x="685809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78" name="Google Shape;5278;p16"/>
            <p:cNvSpPr/>
            <p:nvPr/>
          </p:nvSpPr>
          <p:spPr>
            <a:xfrm>
              <a:off x="723909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79" name="Google Shape;5279;p16"/>
            <p:cNvSpPr/>
            <p:nvPr/>
          </p:nvSpPr>
          <p:spPr>
            <a:xfrm>
              <a:off x="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80" name="Google Shape;5280;p16"/>
            <p:cNvSpPr/>
            <p:nvPr/>
          </p:nvSpPr>
          <p:spPr>
            <a:xfrm>
              <a:off x="38100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81" name="Google Shape;5281;p16"/>
            <p:cNvSpPr/>
            <p:nvPr/>
          </p:nvSpPr>
          <p:spPr>
            <a:xfrm>
              <a:off x="76201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82" name="Google Shape;5282;p16"/>
            <p:cNvSpPr/>
            <p:nvPr/>
          </p:nvSpPr>
          <p:spPr>
            <a:xfrm>
              <a:off x="114301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83" name="Google Shape;5283;p16"/>
            <p:cNvSpPr/>
            <p:nvPr/>
          </p:nvSpPr>
          <p:spPr>
            <a:xfrm>
              <a:off x="152402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84" name="Google Shape;5284;p16"/>
            <p:cNvSpPr/>
            <p:nvPr/>
          </p:nvSpPr>
          <p:spPr>
            <a:xfrm>
              <a:off x="190502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85" name="Google Shape;5285;p16"/>
            <p:cNvSpPr/>
            <p:nvPr/>
          </p:nvSpPr>
          <p:spPr>
            <a:xfrm>
              <a:off x="228603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86" name="Google Shape;5286;p16"/>
            <p:cNvSpPr/>
            <p:nvPr/>
          </p:nvSpPr>
          <p:spPr>
            <a:xfrm>
              <a:off x="266703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87" name="Google Shape;5287;p16"/>
            <p:cNvSpPr/>
            <p:nvPr/>
          </p:nvSpPr>
          <p:spPr>
            <a:xfrm>
              <a:off x="304804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88" name="Google Shape;5288;p16"/>
            <p:cNvSpPr/>
            <p:nvPr/>
          </p:nvSpPr>
          <p:spPr>
            <a:xfrm>
              <a:off x="342904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89" name="Google Shape;5289;p16"/>
            <p:cNvSpPr/>
            <p:nvPr/>
          </p:nvSpPr>
          <p:spPr>
            <a:xfrm>
              <a:off x="381005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90" name="Google Shape;5290;p16"/>
            <p:cNvSpPr/>
            <p:nvPr/>
          </p:nvSpPr>
          <p:spPr>
            <a:xfrm>
              <a:off x="419105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91" name="Google Shape;5291;p16"/>
            <p:cNvSpPr/>
            <p:nvPr/>
          </p:nvSpPr>
          <p:spPr>
            <a:xfrm>
              <a:off x="457206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92" name="Google Shape;5292;p16"/>
            <p:cNvSpPr/>
            <p:nvPr/>
          </p:nvSpPr>
          <p:spPr>
            <a:xfrm>
              <a:off x="495306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93" name="Google Shape;5293;p16"/>
            <p:cNvSpPr/>
            <p:nvPr/>
          </p:nvSpPr>
          <p:spPr>
            <a:xfrm>
              <a:off x="533407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94" name="Google Shape;5294;p16"/>
            <p:cNvSpPr/>
            <p:nvPr/>
          </p:nvSpPr>
          <p:spPr>
            <a:xfrm>
              <a:off x="571507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95" name="Google Shape;5295;p16"/>
            <p:cNvSpPr/>
            <p:nvPr/>
          </p:nvSpPr>
          <p:spPr>
            <a:xfrm>
              <a:off x="609608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96" name="Google Shape;5296;p16"/>
            <p:cNvSpPr/>
            <p:nvPr/>
          </p:nvSpPr>
          <p:spPr>
            <a:xfrm>
              <a:off x="647708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97" name="Google Shape;5297;p16"/>
            <p:cNvSpPr/>
            <p:nvPr/>
          </p:nvSpPr>
          <p:spPr>
            <a:xfrm>
              <a:off x="685809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98" name="Google Shape;5298;p16"/>
            <p:cNvSpPr/>
            <p:nvPr/>
          </p:nvSpPr>
          <p:spPr>
            <a:xfrm>
              <a:off x="723909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99" name="Google Shape;5299;p16"/>
            <p:cNvSpPr/>
            <p:nvPr/>
          </p:nvSpPr>
          <p:spPr>
            <a:xfrm>
              <a:off x="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00" name="Google Shape;5300;p16"/>
            <p:cNvSpPr/>
            <p:nvPr/>
          </p:nvSpPr>
          <p:spPr>
            <a:xfrm>
              <a:off x="38100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01" name="Google Shape;5301;p16"/>
            <p:cNvSpPr/>
            <p:nvPr/>
          </p:nvSpPr>
          <p:spPr>
            <a:xfrm>
              <a:off x="76201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02" name="Google Shape;5302;p16"/>
            <p:cNvSpPr/>
            <p:nvPr/>
          </p:nvSpPr>
          <p:spPr>
            <a:xfrm>
              <a:off x="114301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03" name="Google Shape;5303;p16"/>
            <p:cNvSpPr/>
            <p:nvPr/>
          </p:nvSpPr>
          <p:spPr>
            <a:xfrm>
              <a:off x="152402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04" name="Google Shape;5304;p16"/>
            <p:cNvSpPr/>
            <p:nvPr/>
          </p:nvSpPr>
          <p:spPr>
            <a:xfrm>
              <a:off x="190502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05" name="Google Shape;5305;p16"/>
            <p:cNvSpPr/>
            <p:nvPr/>
          </p:nvSpPr>
          <p:spPr>
            <a:xfrm>
              <a:off x="228603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06" name="Google Shape;5306;p16"/>
            <p:cNvSpPr/>
            <p:nvPr/>
          </p:nvSpPr>
          <p:spPr>
            <a:xfrm>
              <a:off x="266703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07" name="Google Shape;5307;p16"/>
            <p:cNvSpPr/>
            <p:nvPr/>
          </p:nvSpPr>
          <p:spPr>
            <a:xfrm>
              <a:off x="304804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08" name="Google Shape;5308;p16"/>
            <p:cNvSpPr/>
            <p:nvPr/>
          </p:nvSpPr>
          <p:spPr>
            <a:xfrm>
              <a:off x="342904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09" name="Google Shape;5309;p16"/>
            <p:cNvSpPr/>
            <p:nvPr/>
          </p:nvSpPr>
          <p:spPr>
            <a:xfrm>
              <a:off x="381005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10" name="Google Shape;5310;p16"/>
            <p:cNvSpPr/>
            <p:nvPr/>
          </p:nvSpPr>
          <p:spPr>
            <a:xfrm>
              <a:off x="419105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11" name="Google Shape;5311;p16"/>
            <p:cNvSpPr/>
            <p:nvPr/>
          </p:nvSpPr>
          <p:spPr>
            <a:xfrm>
              <a:off x="457206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12" name="Google Shape;5312;p16"/>
            <p:cNvSpPr/>
            <p:nvPr/>
          </p:nvSpPr>
          <p:spPr>
            <a:xfrm>
              <a:off x="495306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13" name="Google Shape;5313;p16"/>
            <p:cNvSpPr/>
            <p:nvPr/>
          </p:nvSpPr>
          <p:spPr>
            <a:xfrm>
              <a:off x="533407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14" name="Google Shape;5314;p16"/>
            <p:cNvSpPr/>
            <p:nvPr/>
          </p:nvSpPr>
          <p:spPr>
            <a:xfrm>
              <a:off x="571507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15" name="Google Shape;5315;p16"/>
            <p:cNvSpPr/>
            <p:nvPr/>
          </p:nvSpPr>
          <p:spPr>
            <a:xfrm>
              <a:off x="609608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16" name="Google Shape;5316;p16"/>
            <p:cNvSpPr/>
            <p:nvPr/>
          </p:nvSpPr>
          <p:spPr>
            <a:xfrm>
              <a:off x="647708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17" name="Google Shape;5317;p16"/>
            <p:cNvSpPr/>
            <p:nvPr/>
          </p:nvSpPr>
          <p:spPr>
            <a:xfrm>
              <a:off x="685809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18" name="Google Shape;5318;p16"/>
            <p:cNvSpPr/>
            <p:nvPr/>
          </p:nvSpPr>
          <p:spPr>
            <a:xfrm>
              <a:off x="723909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19" name="Google Shape;5319;p16"/>
            <p:cNvSpPr/>
            <p:nvPr/>
          </p:nvSpPr>
          <p:spPr>
            <a:xfrm>
              <a:off x="7620110" y="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20" name="Google Shape;5320;p16"/>
            <p:cNvSpPr/>
            <p:nvPr/>
          </p:nvSpPr>
          <p:spPr>
            <a:xfrm>
              <a:off x="8001115" y="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21" name="Google Shape;5321;p16"/>
            <p:cNvSpPr/>
            <p:nvPr/>
          </p:nvSpPr>
          <p:spPr>
            <a:xfrm>
              <a:off x="8382120" y="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22" name="Google Shape;5322;p16"/>
            <p:cNvSpPr/>
            <p:nvPr/>
          </p:nvSpPr>
          <p:spPr>
            <a:xfrm>
              <a:off x="8763125" y="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23" name="Google Shape;5323;p16"/>
            <p:cNvSpPr/>
            <p:nvPr/>
          </p:nvSpPr>
          <p:spPr>
            <a:xfrm>
              <a:off x="7620110" y="342894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24" name="Google Shape;5324;p16"/>
            <p:cNvSpPr/>
            <p:nvPr/>
          </p:nvSpPr>
          <p:spPr>
            <a:xfrm>
              <a:off x="8001115" y="342894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25" name="Google Shape;5325;p16"/>
            <p:cNvSpPr/>
            <p:nvPr/>
          </p:nvSpPr>
          <p:spPr>
            <a:xfrm>
              <a:off x="8382120" y="342894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26" name="Google Shape;5326;p16"/>
            <p:cNvSpPr/>
            <p:nvPr/>
          </p:nvSpPr>
          <p:spPr>
            <a:xfrm>
              <a:off x="8763125" y="342894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27" name="Google Shape;5327;p16"/>
            <p:cNvSpPr/>
            <p:nvPr/>
          </p:nvSpPr>
          <p:spPr>
            <a:xfrm>
              <a:off x="7620110" y="685788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28" name="Google Shape;5328;p16"/>
            <p:cNvSpPr/>
            <p:nvPr/>
          </p:nvSpPr>
          <p:spPr>
            <a:xfrm>
              <a:off x="8001115" y="685788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29" name="Google Shape;5329;p16"/>
            <p:cNvSpPr/>
            <p:nvPr/>
          </p:nvSpPr>
          <p:spPr>
            <a:xfrm>
              <a:off x="8382120" y="685788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30" name="Google Shape;5330;p16"/>
            <p:cNvSpPr/>
            <p:nvPr/>
          </p:nvSpPr>
          <p:spPr>
            <a:xfrm>
              <a:off x="8763125" y="685788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31" name="Google Shape;5331;p16"/>
            <p:cNvSpPr/>
            <p:nvPr/>
          </p:nvSpPr>
          <p:spPr>
            <a:xfrm>
              <a:off x="7620110" y="1028682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32" name="Google Shape;5332;p16"/>
            <p:cNvSpPr/>
            <p:nvPr/>
          </p:nvSpPr>
          <p:spPr>
            <a:xfrm>
              <a:off x="8001115" y="1028682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33" name="Google Shape;5333;p16"/>
            <p:cNvSpPr/>
            <p:nvPr/>
          </p:nvSpPr>
          <p:spPr>
            <a:xfrm>
              <a:off x="8382120" y="1028682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34" name="Google Shape;5334;p16"/>
            <p:cNvSpPr/>
            <p:nvPr/>
          </p:nvSpPr>
          <p:spPr>
            <a:xfrm>
              <a:off x="8763125" y="1028682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35" name="Google Shape;5335;p16"/>
            <p:cNvSpPr/>
            <p:nvPr/>
          </p:nvSpPr>
          <p:spPr>
            <a:xfrm>
              <a:off x="7620110" y="1371576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36" name="Google Shape;5336;p16"/>
            <p:cNvSpPr/>
            <p:nvPr/>
          </p:nvSpPr>
          <p:spPr>
            <a:xfrm>
              <a:off x="8001115" y="1371576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37" name="Google Shape;5337;p16"/>
            <p:cNvSpPr/>
            <p:nvPr/>
          </p:nvSpPr>
          <p:spPr>
            <a:xfrm>
              <a:off x="8382120" y="1371576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38" name="Google Shape;5338;p16"/>
            <p:cNvSpPr/>
            <p:nvPr/>
          </p:nvSpPr>
          <p:spPr>
            <a:xfrm>
              <a:off x="8763125" y="1371576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39" name="Google Shape;5339;p16"/>
            <p:cNvSpPr/>
            <p:nvPr/>
          </p:nvSpPr>
          <p:spPr>
            <a:xfrm>
              <a:off x="7620110" y="171447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40" name="Google Shape;5340;p16"/>
            <p:cNvSpPr/>
            <p:nvPr/>
          </p:nvSpPr>
          <p:spPr>
            <a:xfrm>
              <a:off x="8001115" y="171447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41" name="Google Shape;5341;p16"/>
            <p:cNvSpPr/>
            <p:nvPr/>
          </p:nvSpPr>
          <p:spPr>
            <a:xfrm>
              <a:off x="8382120" y="171447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42" name="Google Shape;5342;p16"/>
            <p:cNvSpPr/>
            <p:nvPr/>
          </p:nvSpPr>
          <p:spPr>
            <a:xfrm>
              <a:off x="8763125" y="171447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43" name="Google Shape;5343;p16"/>
            <p:cNvSpPr/>
            <p:nvPr/>
          </p:nvSpPr>
          <p:spPr>
            <a:xfrm>
              <a:off x="7620110" y="205736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44" name="Google Shape;5344;p16"/>
            <p:cNvSpPr/>
            <p:nvPr/>
          </p:nvSpPr>
          <p:spPr>
            <a:xfrm>
              <a:off x="8001115" y="205736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45" name="Google Shape;5345;p16"/>
            <p:cNvSpPr/>
            <p:nvPr/>
          </p:nvSpPr>
          <p:spPr>
            <a:xfrm>
              <a:off x="8382120" y="205736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46" name="Google Shape;5346;p16"/>
            <p:cNvSpPr/>
            <p:nvPr/>
          </p:nvSpPr>
          <p:spPr>
            <a:xfrm>
              <a:off x="8763125" y="205736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47" name="Google Shape;5347;p16"/>
            <p:cNvSpPr/>
            <p:nvPr/>
          </p:nvSpPr>
          <p:spPr>
            <a:xfrm>
              <a:off x="7620110" y="2400259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48" name="Google Shape;5348;p16"/>
            <p:cNvSpPr/>
            <p:nvPr/>
          </p:nvSpPr>
          <p:spPr>
            <a:xfrm>
              <a:off x="8001115" y="2400259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49" name="Google Shape;5349;p16"/>
            <p:cNvSpPr/>
            <p:nvPr/>
          </p:nvSpPr>
          <p:spPr>
            <a:xfrm>
              <a:off x="8382120" y="2400259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50" name="Google Shape;5350;p16"/>
            <p:cNvSpPr/>
            <p:nvPr/>
          </p:nvSpPr>
          <p:spPr>
            <a:xfrm>
              <a:off x="8763125" y="2400259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51" name="Google Shape;5351;p16"/>
            <p:cNvSpPr/>
            <p:nvPr/>
          </p:nvSpPr>
          <p:spPr>
            <a:xfrm>
              <a:off x="7620110" y="274315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52" name="Google Shape;5352;p16"/>
            <p:cNvSpPr/>
            <p:nvPr/>
          </p:nvSpPr>
          <p:spPr>
            <a:xfrm>
              <a:off x="8001115" y="274315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53" name="Google Shape;5353;p16"/>
            <p:cNvSpPr/>
            <p:nvPr/>
          </p:nvSpPr>
          <p:spPr>
            <a:xfrm>
              <a:off x="8382120" y="274315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54" name="Google Shape;5354;p16"/>
            <p:cNvSpPr/>
            <p:nvPr/>
          </p:nvSpPr>
          <p:spPr>
            <a:xfrm>
              <a:off x="8763125" y="274315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55" name="Google Shape;5355;p16"/>
            <p:cNvSpPr/>
            <p:nvPr/>
          </p:nvSpPr>
          <p:spPr>
            <a:xfrm>
              <a:off x="7620110" y="308604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56" name="Google Shape;5356;p16"/>
            <p:cNvSpPr/>
            <p:nvPr/>
          </p:nvSpPr>
          <p:spPr>
            <a:xfrm>
              <a:off x="8001115" y="308604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57" name="Google Shape;5357;p16"/>
            <p:cNvSpPr/>
            <p:nvPr/>
          </p:nvSpPr>
          <p:spPr>
            <a:xfrm>
              <a:off x="8382120" y="308604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58" name="Google Shape;5358;p16"/>
            <p:cNvSpPr/>
            <p:nvPr/>
          </p:nvSpPr>
          <p:spPr>
            <a:xfrm>
              <a:off x="8763125" y="308604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59" name="Google Shape;5359;p16"/>
            <p:cNvSpPr/>
            <p:nvPr/>
          </p:nvSpPr>
          <p:spPr>
            <a:xfrm>
              <a:off x="7620110" y="342894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60" name="Google Shape;5360;p16"/>
            <p:cNvSpPr/>
            <p:nvPr/>
          </p:nvSpPr>
          <p:spPr>
            <a:xfrm>
              <a:off x="8001115" y="342894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61" name="Google Shape;5361;p16"/>
            <p:cNvSpPr/>
            <p:nvPr/>
          </p:nvSpPr>
          <p:spPr>
            <a:xfrm>
              <a:off x="8382120" y="342894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62" name="Google Shape;5362;p16"/>
            <p:cNvSpPr/>
            <p:nvPr/>
          </p:nvSpPr>
          <p:spPr>
            <a:xfrm>
              <a:off x="8763125" y="342894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63" name="Google Shape;5363;p16"/>
            <p:cNvSpPr/>
            <p:nvPr/>
          </p:nvSpPr>
          <p:spPr>
            <a:xfrm>
              <a:off x="7620110" y="377182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64" name="Google Shape;5364;p16"/>
            <p:cNvSpPr/>
            <p:nvPr/>
          </p:nvSpPr>
          <p:spPr>
            <a:xfrm>
              <a:off x="8001115" y="377182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65" name="Google Shape;5365;p16"/>
            <p:cNvSpPr/>
            <p:nvPr/>
          </p:nvSpPr>
          <p:spPr>
            <a:xfrm>
              <a:off x="8382120" y="377182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66" name="Google Shape;5366;p16"/>
            <p:cNvSpPr/>
            <p:nvPr/>
          </p:nvSpPr>
          <p:spPr>
            <a:xfrm>
              <a:off x="8763125" y="377182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67" name="Google Shape;5367;p16"/>
            <p:cNvSpPr/>
            <p:nvPr/>
          </p:nvSpPr>
          <p:spPr>
            <a:xfrm>
              <a:off x="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68" name="Google Shape;5368;p16"/>
            <p:cNvSpPr/>
            <p:nvPr/>
          </p:nvSpPr>
          <p:spPr>
            <a:xfrm>
              <a:off x="38100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69" name="Google Shape;5369;p16"/>
            <p:cNvSpPr/>
            <p:nvPr/>
          </p:nvSpPr>
          <p:spPr>
            <a:xfrm>
              <a:off x="76201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70" name="Google Shape;5370;p16"/>
            <p:cNvSpPr/>
            <p:nvPr/>
          </p:nvSpPr>
          <p:spPr>
            <a:xfrm>
              <a:off x="114301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71" name="Google Shape;5371;p16"/>
            <p:cNvSpPr/>
            <p:nvPr/>
          </p:nvSpPr>
          <p:spPr>
            <a:xfrm>
              <a:off x="152402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72" name="Google Shape;5372;p16"/>
            <p:cNvSpPr/>
            <p:nvPr/>
          </p:nvSpPr>
          <p:spPr>
            <a:xfrm>
              <a:off x="190502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73" name="Google Shape;5373;p16"/>
            <p:cNvSpPr/>
            <p:nvPr/>
          </p:nvSpPr>
          <p:spPr>
            <a:xfrm>
              <a:off x="228603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74" name="Google Shape;5374;p16"/>
            <p:cNvSpPr/>
            <p:nvPr/>
          </p:nvSpPr>
          <p:spPr>
            <a:xfrm>
              <a:off x="266703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75" name="Google Shape;5375;p16"/>
            <p:cNvSpPr/>
            <p:nvPr/>
          </p:nvSpPr>
          <p:spPr>
            <a:xfrm>
              <a:off x="304804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76" name="Google Shape;5376;p16"/>
            <p:cNvSpPr/>
            <p:nvPr/>
          </p:nvSpPr>
          <p:spPr>
            <a:xfrm>
              <a:off x="342904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77" name="Google Shape;5377;p16"/>
            <p:cNvSpPr/>
            <p:nvPr/>
          </p:nvSpPr>
          <p:spPr>
            <a:xfrm>
              <a:off x="381005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78" name="Google Shape;5378;p16"/>
            <p:cNvSpPr/>
            <p:nvPr/>
          </p:nvSpPr>
          <p:spPr>
            <a:xfrm>
              <a:off x="419105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79" name="Google Shape;5379;p16"/>
            <p:cNvSpPr/>
            <p:nvPr/>
          </p:nvSpPr>
          <p:spPr>
            <a:xfrm>
              <a:off x="457206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80" name="Google Shape;5380;p16"/>
            <p:cNvSpPr/>
            <p:nvPr/>
          </p:nvSpPr>
          <p:spPr>
            <a:xfrm>
              <a:off x="495306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81" name="Google Shape;5381;p16"/>
            <p:cNvSpPr/>
            <p:nvPr/>
          </p:nvSpPr>
          <p:spPr>
            <a:xfrm>
              <a:off x="533407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82" name="Google Shape;5382;p16"/>
            <p:cNvSpPr/>
            <p:nvPr/>
          </p:nvSpPr>
          <p:spPr>
            <a:xfrm>
              <a:off x="571507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83" name="Google Shape;5383;p16"/>
            <p:cNvSpPr/>
            <p:nvPr/>
          </p:nvSpPr>
          <p:spPr>
            <a:xfrm>
              <a:off x="609608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84" name="Google Shape;5384;p16"/>
            <p:cNvSpPr/>
            <p:nvPr/>
          </p:nvSpPr>
          <p:spPr>
            <a:xfrm>
              <a:off x="647708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85" name="Google Shape;5385;p16"/>
            <p:cNvSpPr/>
            <p:nvPr/>
          </p:nvSpPr>
          <p:spPr>
            <a:xfrm>
              <a:off x="685809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86" name="Google Shape;5386;p16"/>
            <p:cNvSpPr/>
            <p:nvPr/>
          </p:nvSpPr>
          <p:spPr>
            <a:xfrm>
              <a:off x="723909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87" name="Google Shape;5387;p16"/>
            <p:cNvSpPr/>
            <p:nvPr/>
          </p:nvSpPr>
          <p:spPr>
            <a:xfrm>
              <a:off x="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88" name="Google Shape;5388;p16"/>
            <p:cNvSpPr/>
            <p:nvPr/>
          </p:nvSpPr>
          <p:spPr>
            <a:xfrm>
              <a:off x="38100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89" name="Google Shape;5389;p16"/>
            <p:cNvSpPr/>
            <p:nvPr/>
          </p:nvSpPr>
          <p:spPr>
            <a:xfrm>
              <a:off x="76201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90" name="Google Shape;5390;p16"/>
            <p:cNvSpPr/>
            <p:nvPr/>
          </p:nvSpPr>
          <p:spPr>
            <a:xfrm>
              <a:off x="114301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91" name="Google Shape;5391;p16"/>
            <p:cNvSpPr/>
            <p:nvPr/>
          </p:nvSpPr>
          <p:spPr>
            <a:xfrm>
              <a:off x="152402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92" name="Google Shape;5392;p16"/>
            <p:cNvSpPr/>
            <p:nvPr/>
          </p:nvSpPr>
          <p:spPr>
            <a:xfrm>
              <a:off x="190502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93" name="Google Shape;5393;p16"/>
            <p:cNvSpPr/>
            <p:nvPr/>
          </p:nvSpPr>
          <p:spPr>
            <a:xfrm>
              <a:off x="228603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94" name="Google Shape;5394;p16"/>
            <p:cNvSpPr/>
            <p:nvPr/>
          </p:nvSpPr>
          <p:spPr>
            <a:xfrm>
              <a:off x="266703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95" name="Google Shape;5395;p16"/>
            <p:cNvSpPr/>
            <p:nvPr/>
          </p:nvSpPr>
          <p:spPr>
            <a:xfrm>
              <a:off x="304804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96" name="Google Shape;5396;p16"/>
            <p:cNvSpPr/>
            <p:nvPr/>
          </p:nvSpPr>
          <p:spPr>
            <a:xfrm>
              <a:off x="342904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97" name="Google Shape;5397;p16"/>
            <p:cNvSpPr/>
            <p:nvPr/>
          </p:nvSpPr>
          <p:spPr>
            <a:xfrm>
              <a:off x="381005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98" name="Google Shape;5398;p16"/>
            <p:cNvSpPr/>
            <p:nvPr/>
          </p:nvSpPr>
          <p:spPr>
            <a:xfrm>
              <a:off x="419105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99" name="Google Shape;5399;p16"/>
            <p:cNvSpPr/>
            <p:nvPr/>
          </p:nvSpPr>
          <p:spPr>
            <a:xfrm>
              <a:off x="457206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00" name="Google Shape;5400;p16"/>
            <p:cNvSpPr/>
            <p:nvPr/>
          </p:nvSpPr>
          <p:spPr>
            <a:xfrm>
              <a:off x="495306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01" name="Google Shape;5401;p16"/>
            <p:cNvSpPr/>
            <p:nvPr/>
          </p:nvSpPr>
          <p:spPr>
            <a:xfrm>
              <a:off x="533407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02" name="Google Shape;5402;p16"/>
            <p:cNvSpPr/>
            <p:nvPr/>
          </p:nvSpPr>
          <p:spPr>
            <a:xfrm>
              <a:off x="571507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03" name="Google Shape;5403;p16"/>
            <p:cNvSpPr/>
            <p:nvPr/>
          </p:nvSpPr>
          <p:spPr>
            <a:xfrm>
              <a:off x="609608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04" name="Google Shape;5404;p16"/>
            <p:cNvSpPr/>
            <p:nvPr/>
          </p:nvSpPr>
          <p:spPr>
            <a:xfrm>
              <a:off x="647708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05" name="Google Shape;5405;p16"/>
            <p:cNvSpPr/>
            <p:nvPr/>
          </p:nvSpPr>
          <p:spPr>
            <a:xfrm>
              <a:off x="685809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06" name="Google Shape;5406;p16"/>
            <p:cNvSpPr/>
            <p:nvPr/>
          </p:nvSpPr>
          <p:spPr>
            <a:xfrm>
              <a:off x="723909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07" name="Google Shape;5407;p16"/>
            <p:cNvSpPr/>
            <p:nvPr/>
          </p:nvSpPr>
          <p:spPr>
            <a:xfrm>
              <a:off x="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08" name="Google Shape;5408;p16"/>
            <p:cNvSpPr/>
            <p:nvPr/>
          </p:nvSpPr>
          <p:spPr>
            <a:xfrm>
              <a:off x="38100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09" name="Google Shape;5409;p16"/>
            <p:cNvSpPr/>
            <p:nvPr/>
          </p:nvSpPr>
          <p:spPr>
            <a:xfrm>
              <a:off x="76201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10" name="Google Shape;5410;p16"/>
            <p:cNvSpPr/>
            <p:nvPr/>
          </p:nvSpPr>
          <p:spPr>
            <a:xfrm>
              <a:off x="114301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11" name="Google Shape;5411;p16"/>
            <p:cNvSpPr/>
            <p:nvPr/>
          </p:nvSpPr>
          <p:spPr>
            <a:xfrm>
              <a:off x="152402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12" name="Google Shape;5412;p16"/>
            <p:cNvSpPr/>
            <p:nvPr/>
          </p:nvSpPr>
          <p:spPr>
            <a:xfrm>
              <a:off x="190502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13" name="Google Shape;5413;p16"/>
            <p:cNvSpPr/>
            <p:nvPr/>
          </p:nvSpPr>
          <p:spPr>
            <a:xfrm>
              <a:off x="228603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14" name="Google Shape;5414;p16"/>
            <p:cNvSpPr/>
            <p:nvPr/>
          </p:nvSpPr>
          <p:spPr>
            <a:xfrm>
              <a:off x="266703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15" name="Google Shape;5415;p16"/>
            <p:cNvSpPr/>
            <p:nvPr/>
          </p:nvSpPr>
          <p:spPr>
            <a:xfrm>
              <a:off x="304804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16" name="Google Shape;5416;p16"/>
            <p:cNvSpPr/>
            <p:nvPr/>
          </p:nvSpPr>
          <p:spPr>
            <a:xfrm>
              <a:off x="342904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17" name="Google Shape;5417;p16"/>
            <p:cNvSpPr/>
            <p:nvPr/>
          </p:nvSpPr>
          <p:spPr>
            <a:xfrm>
              <a:off x="381005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18" name="Google Shape;5418;p16"/>
            <p:cNvSpPr/>
            <p:nvPr/>
          </p:nvSpPr>
          <p:spPr>
            <a:xfrm>
              <a:off x="419105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19" name="Google Shape;5419;p16"/>
            <p:cNvSpPr/>
            <p:nvPr/>
          </p:nvSpPr>
          <p:spPr>
            <a:xfrm>
              <a:off x="457206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20" name="Google Shape;5420;p16"/>
            <p:cNvSpPr/>
            <p:nvPr/>
          </p:nvSpPr>
          <p:spPr>
            <a:xfrm>
              <a:off x="495306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21" name="Google Shape;5421;p16"/>
            <p:cNvSpPr/>
            <p:nvPr/>
          </p:nvSpPr>
          <p:spPr>
            <a:xfrm>
              <a:off x="533407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22" name="Google Shape;5422;p16"/>
            <p:cNvSpPr/>
            <p:nvPr/>
          </p:nvSpPr>
          <p:spPr>
            <a:xfrm>
              <a:off x="571507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23" name="Google Shape;5423;p16"/>
            <p:cNvSpPr/>
            <p:nvPr/>
          </p:nvSpPr>
          <p:spPr>
            <a:xfrm>
              <a:off x="609608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24" name="Google Shape;5424;p16"/>
            <p:cNvSpPr/>
            <p:nvPr/>
          </p:nvSpPr>
          <p:spPr>
            <a:xfrm>
              <a:off x="647708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25" name="Google Shape;5425;p16"/>
            <p:cNvSpPr/>
            <p:nvPr/>
          </p:nvSpPr>
          <p:spPr>
            <a:xfrm>
              <a:off x="685809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26" name="Google Shape;5426;p16"/>
            <p:cNvSpPr/>
            <p:nvPr/>
          </p:nvSpPr>
          <p:spPr>
            <a:xfrm>
              <a:off x="723909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27" name="Google Shape;5427;p16"/>
            <p:cNvSpPr/>
            <p:nvPr/>
          </p:nvSpPr>
          <p:spPr>
            <a:xfrm>
              <a:off x="7620110" y="411471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28" name="Google Shape;5428;p16"/>
            <p:cNvSpPr/>
            <p:nvPr/>
          </p:nvSpPr>
          <p:spPr>
            <a:xfrm>
              <a:off x="8001115" y="411471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29" name="Google Shape;5429;p16"/>
            <p:cNvSpPr/>
            <p:nvPr/>
          </p:nvSpPr>
          <p:spPr>
            <a:xfrm>
              <a:off x="8382120" y="411471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30" name="Google Shape;5430;p16"/>
            <p:cNvSpPr/>
            <p:nvPr/>
          </p:nvSpPr>
          <p:spPr>
            <a:xfrm>
              <a:off x="8763125" y="411471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31" name="Google Shape;5431;p16"/>
            <p:cNvSpPr/>
            <p:nvPr/>
          </p:nvSpPr>
          <p:spPr>
            <a:xfrm>
              <a:off x="7620110" y="445760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32" name="Google Shape;5432;p16"/>
            <p:cNvSpPr/>
            <p:nvPr/>
          </p:nvSpPr>
          <p:spPr>
            <a:xfrm>
              <a:off x="8001115" y="445760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33" name="Google Shape;5433;p16"/>
            <p:cNvSpPr/>
            <p:nvPr/>
          </p:nvSpPr>
          <p:spPr>
            <a:xfrm>
              <a:off x="8382120" y="445760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34" name="Google Shape;5434;p16"/>
            <p:cNvSpPr/>
            <p:nvPr/>
          </p:nvSpPr>
          <p:spPr>
            <a:xfrm>
              <a:off x="8763125" y="445760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35" name="Google Shape;5435;p16"/>
            <p:cNvSpPr/>
            <p:nvPr/>
          </p:nvSpPr>
          <p:spPr>
            <a:xfrm>
              <a:off x="7620110" y="480049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36" name="Google Shape;5436;p16"/>
            <p:cNvSpPr/>
            <p:nvPr/>
          </p:nvSpPr>
          <p:spPr>
            <a:xfrm>
              <a:off x="8001115" y="480049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37" name="Google Shape;5437;p16"/>
            <p:cNvSpPr/>
            <p:nvPr/>
          </p:nvSpPr>
          <p:spPr>
            <a:xfrm>
              <a:off x="8382120" y="480049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38" name="Google Shape;5438;p16"/>
            <p:cNvSpPr/>
            <p:nvPr/>
          </p:nvSpPr>
          <p:spPr>
            <a:xfrm>
              <a:off x="8763125" y="480049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439" name="Google Shape;5439;p16"/>
          <p:cNvSpPr/>
          <p:nvPr/>
        </p:nvSpPr>
        <p:spPr>
          <a:xfrm flipH="1">
            <a:off x="0" y="0"/>
            <a:ext cx="9144000" cy="5143500"/>
          </a:xfrm>
          <a:prstGeom prst="rtTriangle">
            <a:avLst/>
          </a:prstGeom>
          <a:solidFill>
            <a:srgbClr val="005051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440" name="Google Shape;5440;p16"/>
          <p:cNvGrpSpPr/>
          <p:nvPr/>
        </p:nvGrpSpPr>
        <p:grpSpPr>
          <a:xfrm>
            <a:off x="553048" y="535000"/>
            <a:ext cx="8105852" cy="4302000"/>
            <a:chOff x="553048" y="535000"/>
            <a:chExt cx="8105852" cy="4302000"/>
          </a:xfrm>
        </p:grpSpPr>
        <p:sp>
          <p:nvSpPr>
            <p:cNvPr id="5441" name="Google Shape;5441;p16"/>
            <p:cNvSpPr/>
            <p:nvPr/>
          </p:nvSpPr>
          <p:spPr>
            <a:xfrm>
              <a:off x="942300" y="763600"/>
              <a:ext cx="7716600" cy="4073400"/>
            </a:xfrm>
            <a:prstGeom prst="roundRect">
              <a:avLst>
                <a:gd fmla="val 2480" name="adj"/>
              </a:avLst>
            </a:prstGeom>
            <a:solidFill>
              <a:srgbClr val="222828">
                <a:alpha val="2039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42" name="Google Shape;5442;p16"/>
            <p:cNvSpPr/>
            <p:nvPr/>
          </p:nvSpPr>
          <p:spPr>
            <a:xfrm>
              <a:off x="712275" y="535000"/>
              <a:ext cx="7716600" cy="4073400"/>
            </a:xfrm>
            <a:prstGeom prst="roundRect">
              <a:avLst>
                <a:gd fmla="val 2480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43" name="Google Shape;5443;p16"/>
            <p:cNvSpPr/>
            <p:nvPr/>
          </p:nvSpPr>
          <p:spPr>
            <a:xfrm>
              <a:off x="848698" y="898261"/>
              <a:ext cx="317374" cy="317436"/>
            </a:xfrm>
            <a:custGeom>
              <a:rect b="b" l="l" r="r" t="t"/>
              <a:pathLst>
                <a:path extrusionOk="0" h="15212" w="15209">
                  <a:moveTo>
                    <a:pt x="7604" y="0"/>
                  </a:moveTo>
                  <a:cubicBezTo>
                    <a:pt x="3404" y="0"/>
                    <a:pt x="0" y="3405"/>
                    <a:pt x="0" y="7605"/>
                  </a:cubicBezTo>
                  <a:cubicBezTo>
                    <a:pt x="0" y="11805"/>
                    <a:pt x="3404" y="15212"/>
                    <a:pt x="7604" y="15212"/>
                  </a:cubicBezTo>
                  <a:cubicBezTo>
                    <a:pt x="11804" y="15212"/>
                    <a:pt x="15209" y="11805"/>
                    <a:pt x="15209" y="7605"/>
                  </a:cubicBezTo>
                  <a:cubicBezTo>
                    <a:pt x="15209" y="3405"/>
                    <a:pt x="11804" y="0"/>
                    <a:pt x="760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44" name="Google Shape;5444;p16"/>
            <p:cNvSpPr/>
            <p:nvPr/>
          </p:nvSpPr>
          <p:spPr>
            <a:xfrm>
              <a:off x="553048" y="931482"/>
              <a:ext cx="549400" cy="250994"/>
            </a:xfrm>
            <a:custGeom>
              <a:rect b="b" l="l" r="r" t="t"/>
              <a:pathLst>
                <a:path extrusionOk="0" h="12028" w="26328">
                  <a:moveTo>
                    <a:pt x="1493" y="0"/>
                  </a:moveTo>
                  <a:cubicBezTo>
                    <a:pt x="671" y="0"/>
                    <a:pt x="0" y="668"/>
                    <a:pt x="0" y="1494"/>
                  </a:cubicBezTo>
                  <a:cubicBezTo>
                    <a:pt x="0" y="2319"/>
                    <a:pt x="671" y="2990"/>
                    <a:pt x="1493" y="2990"/>
                  </a:cubicBezTo>
                  <a:lnTo>
                    <a:pt x="19596" y="2990"/>
                  </a:lnTo>
                  <a:cubicBezTo>
                    <a:pt x="21591" y="2990"/>
                    <a:pt x="23340" y="4081"/>
                    <a:pt x="23340" y="5330"/>
                  </a:cubicBezTo>
                  <a:lnTo>
                    <a:pt x="23340" y="6698"/>
                  </a:lnTo>
                  <a:cubicBezTo>
                    <a:pt x="23340" y="7944"/>
                    <a:pt x="21591" y="9038"/>
                    <a:pt x="19596" y="9038"/>
                  </a:cubicBezTo>
                  <a:lnTo>
                    <a:pt x="1493" y="9038"/>
                  </a:lnTo>
                  <a:cubicBezTo>
                    <a:pt x="671" y="9038"/>
                    <a:pt x="0" y="9706"/>
                    <a:pt x="0" y="10532"/>
                  </a:cubicBezTo>
                  <a:cubicBezTo>
                    <a:pt x="0" y="11357"/>
                    <a:pt x="671" y="12028"/>
                    <a:pt x="1493" y="12028"/>
                  </a:cubicBezTo>
                  <a:lnTo>
                    <a:pt x="19596" y="12028"/>
                  </a:lnTo>
                  <a:lnTo>
                    <a:pt x="19596" y="12025"/>
                  </a:lnTo>
                  <a:cubicBezTo>
                    <a:pt x="23370" y="12025"/>
                    <a:pt x="26327" y="9685"/>
                    <a:pt x="26327" y="6695"/>
                  </a:cubicBezTo>
                  <a:lnTo>
                    <a:pt x="26327" y="5327"/>
                  </a:lnTo>
                  <a:cubicBezTo>
                    <a:pt x="26327" y="2340"/>
                    <a:pt x="23370" y="0"/>
                    <a:pt x="19596" y="0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45" name="Google Shape;5445;p16"/>
            <p:cNvSpPr/>
            <p:nvPr/>
          </p:nvSpPr>
          <p:spPr>
            <a:xfrm>
              <a:off x="848698" y="1332681"/>
              <a:ext cx="317374" cy="317457"/>
            </a:xfrm>
            <a:custGeom>
              <a:rect b="b" l="l" r="r" t="t"/>
              <a:pathLst>
                <a:path extrusionOk="0" h="15213" w="15209">
                  <a:moveTo>
                    <a:pt x="7604" y="1"/>
                  </a:moveTo>
                  <a:cubicBezTo>
                    <a:pt x="3404" y="1"/>
                    <a:pt x="0" y="3408"/>
                    <a:pt x="0" y="7608"/>
                  </a:cubicBezTo>
                  <a:cubicBezTo>
                    <a:pt x="0" y="11808"/>
                    <a:pt x="3404" y="15212"/>
                    <a:pt x="7604" y="15212"/>
                  </a:cubicBezTo>
                  <a:cubicBezTo>
                    <a:pt x="11804" y="15212"/>
                    <a:pt x="15209" y="11808"/>
                    <a:pt x="15209" y="7608"/>
                  </a:cubicBezTo>
                  <a:cubicBezTo>
                    <a:pt x="15209" y="3408"/>
                    <a:pt x="11804" y="1"/>
                    <a:pt x="760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46" name="Google Shape;5446;p16"/>
            <p:cNvSpPr/>
            <p:nvPr/>
          </p:nvSpPr>
          <p:spPr>
            <a:xfrm>
              <a:off x="553048" y="1365902"/>
              <a:ext cx="549400" cy="251015"/>
            </a:xfrm>
            <a:custGeom>
              <a:rect b="b" l="l" r="r" t="t"/>
              <a:pathLst>
                <a:path extrusionOk="0" h="12029" w="26328">
                  <a:moveTo>
                    <a:pt x="1493" y="1"/>
                  </a:moveTo>
                  <a:cubicBezTo>
                    <a:pt x="671" y="1"/>
                    <a:pt x="0" y="671"/>
                    <a:pt x="0" y="1497"/>
                  </a:cubicBezTo>
                  <a:cubicBezTo>
                    <a:pt x="0" y="2320"/>
                    <a:pt x="671" y="2990"/>
                    <a:pt x="1493" y="2990"/>
                  </a:cubicBezTo>
                  <a:lnTo>
                    <a:pt x="19596" y="2990"/>
                  </a:lnTo>
                  <a:cubicBezTo>
                    <a:pt x="21591" y="2990"/>
                    <a:pt x="23340" y="4084"/>
                    <a:pt x="23340" y="5330"/>
                  </a:cubicBezTo>
                  <a:lnTo>
                    <a:pt x="23340" y="6699"/>
                  </a:lnTo>
                  <a:cubicBezTo>
                    <a:pt x="23340" y="7948"/>
                    <a:pt x="21591" y="9042"/>
                    <a:pt x="19596" y="9042"/>
                  </a:cubicBezTo>
                  <a:lnTo>
                    <a:pt x="1493" y="9042"/>
                  </a:lnTo>
                  <a:cubicBezTo>
                    <a:pt x="671" y="9042"/>
                    <a:pt x="0" y="9709"/>
                    <a:pt x="0" y="10535"/>
                  </a:cubicBezTo>
                  <a:cubicBezTo>
                    <a:pt x="0" y="11361"/>
                    <a:pt x="671" y="12028"/>
                    <a:pt x="1493" y="12028"/>
                  </a:cubicBezTo>
                  <a:lnTo>
                    <a:pt x="19596" y="12028"/>
                  </a:lnTo>
                  <a:cubicBezTo>
                    <a:pt x="23370" y="12028"/>
                    <a:pt x="26327" y="9688"/>
                    <a:pt x="26327" y="6699"/>
                  </a:cubicBezTo>
                  <a:lnTo>
                    <a:pt x="26327" y="5330"/>
                  </a:lnTo>
                  <a:cubicBezTo>
                    <a:pt x="26327" y="2344"/>
                    <a:pt x="23370" y="1"/>
                    <a:pt x="19596" y="1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47" name="Google Shape;5447;p16"/>
            <p:cNvSpPr/>
            <p:nvPr/>
          </p:nvSpPr>
          <p:spPr>
            <a:xfrm>
              <a:off x="848698" y="1767184"/>
              <a:ext cx="317374" cy="317436"/>
            </a:xfrm>
            <a:custGeom>
              <a:rect b="b" l="l" r="r" t="t"/>
              <a:pathLst>
                <a:path extrusionOk="0" h="15212" w="15209">
                  <a:moveTo>
                    <a:pt x="7604" y="0"/>
                  </a:moveTo>
                  <a:cubicBezTo>
                    <a:pt x="3404" y="0"/>
                    <a:pt x="0" y="3404"/>
                    <a:pt x="0" y="7605"/>
                  </a:cubicBezTo>
                  <a:cubicBezTo>
                    <a:pt x="0" y="11805"/>
                    <a:pt x="3404" y="15212"/>
                    <a:pt x="7604" y="15212"/>
                  </a:cubicBezTo>
                  <a:cubicBezTo>
                    <a:pt x="11804" y="15212"/>
                    <a:pt x="15209" y="11805"/>
                    <a:pt x="15209" y="7605"/>
                  </a:cubicBezTo>
                  <a:cubicBezTo>
                    <a:pt x="15209" y="3404"/>
                    <a:pt x="11804" y="0"/>
                    <a:pt x="760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48" name="Google Shape;5448;p16"/>
            <p:cNvSpPr/>
            <p:nvPr/>
          </p:nvSpPr>
          <p:spPr>
            <a:xfrm>
              <a:off x="553048" y="1800405"/>
              <a:ext cx="549400" cy="250994"/>
            </a:xfrm>
            <a:custGeom>
              <a:rect b="b" l="l" r="r" t="t"/>
              <a:pathLst>
                <a:path extrusionOk="0" h="12028" w="26328">
                  <a:moveTo>
                    <a:pt x="1493" y="0"/>
                  </a:moveTo>
                  <a:cubicBezTo>
                    <a:pt x="671" y="0"/>
                    <a:pt x="0" y="668"/>
                    <a:pt x="0" y="1493"/>
                  </a:cubicBezTo>
                  <a:cubicBezTo>
                    <a:pt x="0" y="2319"/>
                    <a:pt x="671" y="2990"/>
                    <a:pt x="1493" y="2990"/>
                  </a:cubicBezTo>
                  <a:lnTo>
                    <a:pt x="19596" y="2990"/>
                  </a:lnTo>
                  <a:cubicBezTo>
                    <a:pt x="21591" y="2990"/>
                    <a:pt x="23340" y="4081"/>
                    <a:pt x="23340" y="5330"/>
                  </a:cubicBezTo>
                  <a:lnTo>
                    <a:pt x="23340" y="6695"/>
                  </a:lnTo>
                  <a:cubicBezTo>
                    <a:pt x="23340" y="7944"/>
                    <a:pt x="21591" y="9038"/>
                    <a:pt x="19596" y="9038"/>
                  </a:cubicBezTo>
                  <a:lnTo>
                    <a:pt x="1493" y="9038"/>
                  </a:lnTo>
                  <a:cubicBezTo>
                    <a:pt x="671" y="9038"/>
                    <a:pt x="0" y="9706"/>
                    <a:pt x="0" y="10532"/>
                  </a:cubicBezTo>
                  <a:cubicBezTo>
                    <a:pt x="0" y="11357"/>
                    <a:pt x="671" y="12028"/>
                    <a:pt x="1493" y="12028"/>
                  </a:cubicBezTo>
                  <a:lnTo>
                    <a:pt x="19596" y="12028"/>
                  </a:lnTo>
                  <a:lnTo>
                    <a:pt x="19596" y="12025"/>
                  </a:lnTo>
                  <a:cubicBezTo>
                    <a:pt x="23370" y="12025"/>
                    <a:pt x="26327" y="9685"/>
                    <a:pt x="26327" y="6695"/>
                  </a:cubicBezTo>
                  <a:lnTo>
                    <a:pt x="26327" y="5327"/>
                  </a:lnTo>
                  <a:cubicBezTo>
                    <a:pt x="26327" y="2340"/>
                    <a:pt x="23370" y="0"/>
                    <a:pt x="19596" y="0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49" name="Google Shape;5449;p16"/>
            <p:cNvSpPr/>
            <p:nvPr/>
          </p:nvSpPr>
          <p:spPr>
            <a:xfrm>
              <a:off x="848698" y="2201603"/>
              <a:ext cx="317374" cy="317457"/>
            </a:xfrm>
            <a:custGeom>
              <a:rect b="b" l="l" r="r" t="t"/>
              <a:pathLst>
                <a:path extrusionOk="0" h="15213" w="15209">
                  <a:moveTo>
                    <a:pt x="7604" y="1"/>
                  </a:moveTo>
                  <a:cubicBezTo>
                    <a:pt x="3404" y="1"/>
                    <a:pt x="0" y="3405"/>
                    <a:pt x="0" y="7608"/>
                  </a:cubicBezTo>
                  <a:cubicBezTo>
                    <a:pt x="0" y="11808"/>
                    <a:pt x="3404" y="15212"/>
                    <a:pt x="7604" y="15212"/>
                  </a:cubicBezTo>
                  <a:cubicBezTo>
                    <a:pt x="11804" y="15212"/>
                    <a:pt x="15209" y="11808"/>
                    <a:pt x="15209" y="7608"/>
                  </a:cubicBezTo>
                  <a:cubicBezTo>
                    <a:pt x="15209" y="3405"/>
                    <a:pt x="11804" y="1"/>
                    <a:pt x="760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50" name="Google Shape;5450;p16"/>
            <p:cNvSpPr/>
            <p:nvPr/>
          </p:nvSpPr>
          <p:spPr>
            <a:xfrm>
              <a:off x="553048" y="2234824"/>
              <a:ext cx="549400" cy="251015"/>
            </a:xfrm>
            <a:custGeom>
              <a:rect b="b" l="l" r="r" t="t"/>
              <a:pathLst>
                <a:path extrusionOk="0" h="12029" w="26328">
                  <a:moveTo>
                    <a:pt x="1493" y="1"/>
                  </a:moveTo>
                  <a:cubicBezTo>
                    <a:pt x="671" y="1"/>
                    <a:pt x="0" y="668"/>
                    <a:pt x="0" y="1494"/>
                  </a:cubicBezTo>
                  <a:cubicBezTo>
                    <a:pt x="0" y="2320"/>
                    <a:pt x="671" y="2990"/>
                    <a:pt x="1493" y="2990"/>
                  </a:cubicBezTo>
                  <a:lnTo>
                    <a:pt x="19596" y="2990"/>
                  </a:lnTo>
                  <a:cubicBezTo>
                    <a:pt x="21591" y="2990"/>
                    <a:pt x="23340" y="4084"/>
                    <a:pt x="23340" y="5330"/>
                  </a:cubicBezTo>
                  <a:lnTo>
                    <a:pt x="23340" y="6699"/>
                  </a:lnTo>
                  <a:cubicBezTo>
                    <a:pt x="23340" y="7945"/>
                    <a:pt x="21591" y="9039"/>
                    <a:pt x="19596" y="9039"/>
                  </a:cubicBezTo>
                  <a:lnTo>
                    <a:pt x="1493" y="9039"/>
                  </a:lnTo>
                  <a:cubicBezTo>
                    <a:pt x="671" y="9039"/>
                    <a:pt x="0" y="9706"/>
                    <a:pt x="0" y="10532"/>
                  </a:cubicBezTo>
                  <a:cubicBezTo>
                    <a:pt x="0" y="11358"/>
                    <a:pt x="671" y="12028"/>
                    <a:pt x="1493" y="12028"/>
                  </a:cubicBezTo>
                  <a:lnTo>
                    <a:pt x="19596" y="12028"/>
                  </a:lnTo>
                  <a:lnTo>
                    <a:pt x="19596" y="12025"/>
                  </a:lnTo>
                  <a:cubicBezTo>
                    <a:pt x="23370" y="12025"/>
                    <a:pt x="26327" y="9685"/>
                    <a:pt x="26327" y="6699"/>
                  </a:cubicBezTo>
                  <a:lnTo>
                    <a:pt x="26327" y="5330"/>
                  </a:lnTo>
                  <a:cubicBezTo>
                    <a:pt x="26327" y="2341"/>
                    <a:pt x="23370" y="1"/>
                    <a:pt x="19596" y="1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51" name="Google Shape;5451;p16"/>
            <p:cNvSpPr/>
            <p:nvPr/>
          </p:nvSpPr>
          <p:spPr>
            <a:xfrm>
              <a:off x="848698" y="2636106"/>
              <a:ext cx="317374" cy="317374"/>
            </a:xfrm>
            <a:custGeom>
              <a:rect b="b" l="l" r="r" t="t"/>
              <a:pathLst>
                <a:path extrusionOk="0" h="15209" w="15209">
                  <a:moveTo>
                    <a:pt x="7604" y="0"/>
                  </a:moveTo>
                  <a:cubicBezTo>
                    <a:pt x="3404" y="0"/>
                    <a:pt x="0" y="3404"/>
                    <a:pt x="0" y="7604"/>
                  </a:cubicBezTo>
                  <a:cubicBezTo>
                    <a:pt x="0" y="11805"/>
                    <a:pt x="3404" y="15209"/>
                    <a:pt x="7604" y="15209"/>
                  </a:cubicBezTo>
                  <a:cubicBezTo>
                    <a:pt x="11804" y="15209"/>
                    <a:pt x="15209" y="11805"/>
                    <a:pt x="15209" y="7604"/>
                  </a:cubicBezTo>
                  <a:cubicBezTo>
                    <a:pt x="15209" y="3404"/>
                    <a:pt x="11804" y="0"/>
                    <a:pt x="760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52" name="Google Shape;5452;p16"/>
            <p:cNvSpPr/>
            <p:nvPr/>
          </p:nvSpPr>
          <p:spPr>
            <a:xfrm>
              <a:off x="553048" y="2669265"/>
              <a:ext cx="549400" cy="250994"/>
            </a:xfrm>
            <a:custGeom>
              <a:rect b="b" l="l" r="r" t="t"/>
              <a:pathLst>
                <a:path extrusionOk="0" h="12028" w="26328">
                  <a:moveTo>
                    <a:pt x="1493" y="0"/>
                  </a:moveTo>
                  <a:cubicBezTo>
                    <a:pt x="671" y="0"/>
                    <a:pt x="0" y="671"/>
                    <a:pt x="0" y="1496"/>
                  </a:cubicBezTo>
                  <a:cubicBezTo>
                    <a:pt x="0" y="2322"/>
                    <a:pt x="671" y="2990"/>
                    <a:pt x="1493" y="2990"/>
                  </a:cubicBezTo>
                  <a:lnTo>
                    <a:pt x="19596" y="2990"/>
                  </a:lnTo>
                  <a:cubicBezTo>
                    <a:pt x="21591" y="2990"/>
                    <a:pt x="23340" y="4084"/>
                    <a:pt x="23340" y="5330"/>
                  </a:cubicBezTo>
                  <a:lnTo>
                    <a:pt x="23340" y="6698"/>
                  </a:lnTo>
                  <a:cubicBezTo>
                    <a:pt x="23340" y="7947"/>
                    <a:pt x="21591" y="9041"/>
                    <a:pt x="19596" y="9041"/>
                  </a:cubicBezTo>
                  <a:lnTo>
                    <a:pt x="1493" y="9041"/>
                  </a:lnTo>
                  <a:cubicBezTo>
                    <a:pt x="671" y="9041"/>
                    <a:pt x="0" y="9709"/>
                    <a:pt x="0" y="10534"/>
                  </a:cubicBezTo>
                  <a:cubicBezTo>
                    <a:pt x="0" y="11360"/>
                    <a:pt x="671" y="12028"/>
                    <a:pt x="1493" y="12028"/>
                  </a:cubicBezTo>
                  <a:lnTo>
                    <a:pt x="19596" y="12028"/>
                  </a:lnTo>
                  <a:cubicBezTo>
                    <a:pt x="23370" y="12028"/>
                    <a:pt x="26327" y="9688"/>
                    <a:pt x="26327" y="6698"/>
                  </a:cubicBezTo>
                  <a:lnTo>
                    <a:pt x="26327" y="5330"/>
                  </a:lnTo>
                  <a:cubicBezTo>
                    <a:pt x="26327" y="2343"/>
                    <a:pt x="23370" y="0"/>
                    <a:pt x="19596" y="0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53" name="Google Shape;5453;p16"/>
            <p:cNvSpPr/>
            <p:nvPr/>
          </p:nvSpPr>
          <p:spPr>
            <a:xfrm>
              <a:off x="848698" y="3070526"/>
              <a:ext cx="317374" cy="317457"/>
            </a:xfrm>
            <a:custGeom>
              <a:rect b="b" l="l" r="r" t="t"/>
              <a:pathLst>
                <a:path extrusionOk="0" h="15213" w="15209">
                  <a:moveTo>
                    <a:pt x="7604" y="1"/>
                  </a:moveTo>
                  <a:cubicBezTo>
                    <a:pt x="3404" y="1"/>
                    <a:pt x="0" y="3405"/>
                    <a:pt x="0" y="7605"/>
                  </a:cubicBezTo>
                  <a:cubicBezTo>
                    <a:pt x="0" y="11805"/>
                    <a:pt x="3404" y="15212"/>
                    <a:pt x="7604" y="15212"/>
                  </a:cubicBezTo>
                  <a:cubicBezTo>
                    <a:pt x="11804" y="15212"/>
                    <a:pt x="15209" y="11805"/>
                    <a:pt x="15209" y="7605"/>
                  </a:cubicBezTo>
                  <a:cubicBezTo>
                    <a:pt x="15209" y="3405"/>
                    <a:pt x="11804" y="1"/>
                    <a:pt x="760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54" name="Google Shape;5454;p16"/>
            <p:cNvSpPr/>
            <p:nvPr/>
          </p:nvSpPr>
          <p:spPr>
            <a:xfrm>
              <a:off x="553048" y="3103747"/>
              <a:ext cx="549400" cy="251015"/>
            </a:xfrm>
            <a:custGeom>
              <a:rect b="b" l="l" r="r" t="t"/>
              <a:pathLst>
                <a:path extrusionOk="0" h="12029" w="26328">
                  <a:moveTo>
                    <a:pt x="1493" y="0"/>
                  </a:moveTo>
                  <a:cubicBezTo>
                    <a:pt x="671" y="0"/>
                    <a:pt x="0" y="668"/>
                    <a:pt x="0" y="1494"/>
                  </a:cubicBezTo>
                  <a:cubicBezTo>
                    <a:pt x="0" y="2320"/>
                    <a:pt x="671" y="2987"/>
                    <a:pt x="1493" y="2987"/>
                  </a:cubicBezTo>
                  <a:lnTo>
                    <a:pt x="19596" y="2987"/>
                  </a:lnTo>
                  <a:cubicBezTo>
                    <a:pt x="21591" y="2987"/>
                    <a:pt x="23340" y="4081"/>
                    <a:pt x="23340" y="5330"/>
                  </a:cubicBezTo>
                  <a:lnTo>
                    <a:pt x="23340" y="6696"/>
                  </a:lnTo>
                  <a:cubicBezTo>
                    <a:pt x="23340" y="7945"/>
                    <a:pt x="21591" y="9039"/>
                    <a:pt x="19596" y="9039"/>
                  </a:cubicBezTo>
                  <a:lnTo>
                    <a:pt x="1493" y="9039"/>
                  </a:lnTo>
                  <a:cubicBezTo>
                    <a:pt x="671" y="9039"/>
                    <a:pt x="0" y="9706"/>
                    <a:pt x="0" y="10532"/>
                  </a:cubicBezTo>
                  <a:cubicBezTo>
                    <a:pt x="0" y="11358"/>
                    <a:pt x="671" y="12028"/>
                    <a:pt x="1493" y="12028"/>
                  </a:cubicBezTo>
                  <a:lnTo>
                    <a:pt x="19596" y="12028"/>
                  </a:lnTo>
                  <a:lnTo>
                    <a:pt x="19596" y="12025"/>
                  </a:lnTo>
                  <a:cubicBezTo>
                    <a:pt x="23370" y="12025"/>
                    <a:pt x="26327" y="9685"/>
                    <a:pt x="26327" y="6696"/>
                  </a:cubicBezTo>
                  <a:lnTo>
                    <a:pt x="26327" y="5330"/>
                  </a:lnTo>
                  <a:cubicBezTo>
                    <a:pt x="26327" y="2340"/>
                    <a:pt x="23370" y="0"/>
                    <a:pt x="19596" y="0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55" name="Google Shape;5455;p16"/>
            <p:cNvSpPr/>
            <p:nvPr/>
          </p:nvSpPr>
          <p:spPr>
            <a:xfrm>
              <a:off x="848698" y="3504966"/>
              <a:ext cx="317374" cy="317436"/>
            </a:xfrm>
            <a:custGeom>
              <a:rect b="b" l="l" r="r" t="t"/>
              <a:pathLst>
                <a:path extrusionOk="0" h="15212" w="15209">
                  <a:moveTo>
                    <a:pt x="7604" y="0"/>
                  </a:moveTo>
                  <a:cubicBezTo>
                    <a:pt x="3404" y="0"/>
                    <a:pt x="0" y="3407"/>
                    <a:pt x="0" y="7607"/>
                  </a:cubicBezTo>
                  <a:cubicBezTo>
                    <a:pt x="0" y="11807"/>
                    <a:pt x="3404" y="15212"/>
                    <a:pt x="7604" y="15212"/>
                  </a:cubicBezTo>
                  <a:cubicBezTo>
                    <a:pt x="11804" y="15212"/>
                    <a:pt x="15209" y="11807"/>
                    <a:pt x="15209" y="7607"/>
                  </a:cubicBezTo>
                  <a:cubicBezTo>
                    <a:pt x="15209" y="3407"/>
                    <a:pt x="11804" y="0"/>
                    <a:pt x="760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56" name="Google Shape;5456;p16"/>
            <p:cNvSpPr/>
            <p:nvPr/>
          </p:nvSpPr>
          <p:spPr>
            <a:xfrm>
              <a:off x="553048" y="3538167"/>
              <a:ext cx="549400" cy="251015"/>
            </a:xfrm>
            <a:custGeom>
              <a:rect b="b" l="l" r="r" t="t"/>
              <a:pathLst>
                <a:path extrusionOk="0" h="12029" w="26328">
                  <a:moveTo>
                    <a:pt x="1493" y="1"/>
                  </a:moveTo>
                  <a:cubicBezTo>
                    <a:pt x="671" y="1"/>
                    <a:pt x="0" y="672"/>
                    <a:pt x="0" y="1497"/>
                  </a:cubicBezTo>
                  <a:cubicBezTo>
                    <a:pt x="0" y="2320"/>
                    <a:pt x="671" y="2991"/>
                    <a:pt x="1493" y="2991"/>
                  </a:cubicBezTo>
                  <a:lnTo>
                    <a:pt x="19596" y="2991"/>
                  </a:lnTo>
                  <a:cubicBezTo>
                    <a:pt x="21591" y="2991"/>
                    <a:pt x="23340" y="4085"/>
                    <a:pt x="23340" y="5331"/>
                  </a:cubicBezTo>
                  <a:lnTo>
                    <a:pt x="23340" y="6699"/>
                  </a:lnTo>
                  <a:cubicBezTo>
                    <a:pt x="23340" y="7948"/>
                    <a:pt x="21591" y="9042"/>
                    <a:pt x="19596" y="9042"/>
                  </a:cubicBezTo>
                  <a:lnTo>
                    <a:pt x="1493" y="9042"/>
                  </a:lnTo>
                  <a:cubicBezTo>
                    <a:pt x="671" y="9042"/>
                    <a:pt x="0" y="9710"/>
                    <a:pt x="0" y="10535"/>
                  </a:cubicBezTo>
                  <a:cubicBezTo>
                    <a:pt x="0" y="11361"/>
                    <a:pt x="671" y="12029"/>
                    <a:pt x="1493" y="12029"/>
                  </a:cubicBezTo>
                  <a:lnTo>
                    <a:pt x="19596" y="12029"/>
                  </a:lnTo>
                  <a:cubicBezTo>
                    <a:pt x="23370" y="12029"/>
                    <a:pt x="26327" y="9689"/>
                    <a:pt x="26327" y="6699"/>
                  </a:cubicBezTo>
                  <a:lnTo>
                    <a:pt x="26327" y="5331"/>
                  </a:lnTo>
                  <a:cubicBezTo>
                    <a:pt x="26327" y="2344"/>
                    <a:pt x="23370" y="1"/>
                    <a:pt x="19596" y="1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57" name="Google Shape;5457;p16"/>
            <p:cNvSpPr/>
            <p:nvPr/>
          </p:nvSpPr>
          <p:spPr>
            <a:xfrm>
              <a:off x="848698" y="3939449"/>
              <a:ext cx="317374" cy="317395"/>
            </a:xfrm>
            <a:custGeom>
              <a:rect b="b" l="l" r="r" t="t"/>
              <a:pathLst>
                <a:path extrusionOk="0" h="15210" w="15209">
                  <a:moveTo>
                    <a:pt x="7604" y="1"/>
                  </a:moveTo>
                  <a:cubicBezTo>
                    <a:pt x="3404" y="1"/>
                    <a:pt x="0" y="3405"/>
                    <a:pt x="0" y="7605"/>
                  </a:cubicBezTo>
                  <a:cubicBezTo>
                    <a:pt x="0" y="11805"/>
                    <a:pt x="3404" y="15209"/>
                    <a:pt x="7604" y="15209"/>
                  </a:cubicBezTo>
                  <a:cubicBezTo>
                    <a:pt x="11804" y="15209"/>
                    <a:pt x="15209" y="11805"/>
                    <a:pt x="15209" y="7605"/>
                  </a:cubicBezTo>
                  <a:cubicBezTo>
                    <a:pt x="15209" y="3405"/>
                    <a:pt x="11804" y="1"/>
                    <a:pt x="760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58" name="Google Shape;5458;p16"/>
            <p:cNvSpPr/>
            <p:nvPr/>
          </p:nvSpPr>
          <p:spPr>
            <a:xfrm>
              <a:off x="553048" y="3972670"/>
              <a:ext cx="549400" cy="251015"/>
            </a:xfrm>
            <a:custGeom>
              <a:rect b="b" l="l" r="r" t="t"/>
              <a:pathLst>
                <a:path extrusionOk="0" h="12029" w="26328">
                  <a:moveTo>
                    <a:pt x="1493" y="0"/>
                  </a:moveTo>
                  <a:cubicBezTo>
                    <a:pt x="671" y="0"/>
                    <a:pt x="0" y="668"/>
                    <a:pt x="0" y="1494"/>
                  </a:cubicBezTo>
                  <a:cubicBezTo>
                    <a:pt x="0" y="2320"/>
                    <a:pt x="671" y="2990"/>
                    <a:pt x="1493" y="2990"/>
                  </a:cubicBezTo>
                  <a:lnTo>
                    <a:pt x="19596" y="2990"/>
                  </a:lnTo>
                  <a:cubicBezTo>
                    <a:pt x="21591" y="2990"/>
                    <a:pt x="23340" y="4081"/>
                    <a:pt x="23340" y="5330"/>
                  </a:cubicBezTo>
                  <a:lnTo>
                    <a:pt x="23340" y="6695"/>
                  </a:lnTo>
                  <a:cubicBezTo>
                    <a:pt x="23340" y="7944"/>
                    <a:pt x="21591" y="9038"/>
                    <a:pt x="19596" y="9038"/>
                  </a:cubicBezTo>
                  <a:lnTo>
                    <a:pt x="1493" y="9038"/>
                  </a:lnTo>
                  <a:cubicBezTo>
                    <a:pt x="671" y="9038"/>
                    <a:pt x="0" y="9706"/>
                    <a:pt x="0" y="10532"/>
                  </a:cubicBezTo>
                  <a:cubicBezTo>
                    <a:pt x="0" y="11358"/>
                    <a:pt x="671" y="12028"/>
                    <a:pt x="1493" y="12028"/>
                  </a:cubicBezTo>
                  <a:lnTo>
                    <a:pt x="19596" y="12028"/>
                  </a:lnTo>
                  <a:lnTo>
                    <a:pt x="19596" y="12025"/>
                  </a:lnTo>
                  <a:cubicBezTo>
                    <a:pt x="23370" y="12025"/>
                    <a:pt x="26327" y="9685"/>
                    <a:pt x="26327" y="6695"/>
                  </a:cubicBezTo>
                  <a:lnTo>
                    <a:pt x="26327" y="5327"/>
                  </a:lnTo>
                  <a:cubicBezTo>
                    <a:pt x="26327" y="2340"/>
                    <a:pt x="23370" y="0"/>
                    <a:pt x="19596" y="0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459" name="Google Shape;5459;p16"/>
          <p:cNvSpPr/>
          <p:nvPr/>
        </p:nvSpPr>
        <p:spPr>
          <a:xfrm>
            <a:off x="8428900" y="1041975"/>
            <a:ext cx="143750" cy="647425"/>
          </a:xfrm>
          <a:custGeom>
            <a:rect b="b" l="l" r="r" t="t"/>
            <a:pathLst>
              <a:path extrusionOk="0" h="25897" w="5750">
                <a:moveTo>
                  <a:pt x="0" y="0"/>
                </a:moveTo>
                <a:lnTo>
                  <a:pt x="0" y="25897"/>
                </a:lnTo>
                <a:cubicBezTo>
                  <a:pt x="3176" y="25897"/>
                  <a:pt x="5749" y="23323"/>
                  <a:pt x="5749" y="20147"/>
                </a:cubicBezTo>
                <a:lnTo>
                  <a:pt x="5749" y="5752"/>
                </a:lnTo>
                <a:cubicBezTo>
                  <a:pt x="5749" y="2576"/>
                  <a:pt x="3176" y="0"/>
                  <a:pt x="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60" name="Google Shape;5460;p16"/>
          <p:cNvSpPr/>
          <p:nvPr/>
        </p:nvSpPr>
        <p:spPr>
          <a:xfrm>
            <a:off x="8428900" y="2620900"/>
            <a:ext cx="143750" cy="647425"/>
          </a:xfrm>
          <a:custGeom>
            <a:rect b="b" l="l" r="r" t="t"/>
            <a:pathLst>
              <a:path extrusionOk="0" h="25897" w="5750">
                <a:moveTo>
                  <a:pt x="0" y="0"/>
                </a:moveTo>
                <a:lnTo>
                  <a:pt x="0" y="25897"/>
                </a:lnTo>
                <a:cubicBezTo>
                  <a:pt x="3176" y="25897"/>
                  <a:pt x="5749" y="23323"/>
                  <a:pt x="5749" y="20148"/>
                </a:cubicBezTo>
                <a:lnTo>
                  <a:pt x="5749" y="5752"/>
                </a:lnTo>
                <a:cubicBezTo>
                  <a:pt x="5749" y="2577"/>
                  <a:pt x="3176" y="0"/>
                  <a:pt x="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61" name="Google Shape;5461;p16"/>
          <p:cNvSpPr/>
          <p:nvPr/>
        </p:nvSpPr>
        <p:spPr>
          <a:xfrm>
            <a:off x="8428900" y="1811900"/>
            <a:ext cx="143750" cy="647425"/>
          </a:xfrm>
          <a:custGeom>
            <a:rect b="b" l="l" r="r" t="t"/>
            <a:pathLst>
              <a:path extrusionOk="0" h="25897" w="5750">
                <a:moveTo>
                  <a:pt x="0" y="0"/>
                </a:moveTo>
                <a:lnTo>
                  <a:pt x="0" y="25897"/>
                </a:lnTo>
                <a:cubicBezTo>
                  <a:pt x="3176" y="25897"/>
                  <a:pt x="5749" y="23320"/>
                  <a:pt x="5749" y="20147"/>
                </a:cubicBezTo>
                <a:lnTo>
                  <a:pt x="5749" y="5749"/>
                </a:lnTo>
                <a:cubicBezTo>
                  <a:pt x="5749" y="2574"/>
                  <a:pt x="3176" y="0"/>
                  <a:pt x="0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62" name="Google Shape;5462;p16"/>
          <p:cNvSpPr/>
          <p:nvPr/>
        </p:nvSpPr>
        <p:spPr>
          <a:xfrm>
            <a:off x="8428900" y="3454000"/>
            <a:ext cx="143750" cy="647425"/>
          </a:xfrm>
          <a:custGeom>
            <a:rect b="b" l="l" r="r" t="t"/>
            <a:pathLst>
              <a:path extrusionOk="0" h="25897" w="5750">
                <a:moveTo>
                  <a:pt x="0" y="1"/>
                </a:moveTo>
                <a:lnTo>
                  <a:pt x="0" y="25897"/>
                </a:lnTo>
                <a:cubicBezTo>
                  <a:pt x="3176" y="25897"/>
                  <a:pt x="5749" y="23323"/>
                  <a:pt x="5749" y="20148"/>
                </a:cubicBezTo>
                <a:lnTo>
                  <a:pt x="5749" y="5752"/>
                </a:lnTo>
                <a:cubicBezTo>
                  <a:pt x="5749" y="2577"/>
                  <a:pt x="3176" y="1"/>
                  <a:pt x="0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63" name="Google Shape;5463;p16"/>
          <p:cNvSpPr/>
          <p:nvPr/>
        </p:nvSpPr>
        <p:spPr>
          <a:xfrm rot="-4076016">
            <a:off x="1754650" y="4153749"/>
            <a:ext cx="585765" cy="623409"/>
          </a:xfrm>
          <a:custGeom>
            <a:rect b="b" l="l" r="r" t="t"/>
            <a:pathLst>
              <a:path extrusionOk="0" h="29017" w="27269">
                <a:moveTo>
                  <a:pt x="22507" y="0"/>
                </a:moveTo>
                <a:cubicBezTo>
                  <a:pt x="21719" y="0"/>
                  <a:pt x="20932" y="201"/>
                  <a:pt x="20248" y="603"/>
                </a:cubicBezTo>
                <a:cubicBezTo>
                  <a:pt x="20101" y="684"/>
                  <a:pt x="19960" y="774"/>
                  <a:pt x="19827" y="877"/>
                </a:cubicBezTo>
                <a:cubicBezTo>
                  <a:pt x="19689" y="973"/>
                  <a:pt x="19562" y="1080"/>
                  <a:pt x="19439" y="1195"/>
                </a:cubicBezTo>
                <a:cubicBezTo>
                  <a:pt x="19306" y="1313"/>
                  <a:pt x="19214" y="1408"/>
                  <a:pt x="19117" y="1505"/>
                </a:cubicBezTo>
                <a:lnTo>
                  <a:pt x="18821" y="1800"/>
                </a:lnTo>
                <a:lnTo>
                  <a:pt x="17642" y="2975"/>
                </a:lnTo>
                <a:lnTo>
                  <a:pt x="8210" y="12373"/>
                </a:lnTo>
                <a:lnTo>
                  <a:pt x="3494" y="17071"/>
                </a:lnTo>
                <a:lnTo>
                  <a:pt x="2315" y="18246"/>
                </a:lnTo>
                <a:lnTo>
                  <a:pt x="1721" y="18842"/>
                </a:lnTo>
                <a:cubicBezTo>
                  <a:pt x="1504" y="19073"/>
                  <a:pt x="1291" y="19311"/>
                  <a:pt x="1110" y="19576"/>
                </a:cubicBezTo>
                <a:cubicBezTo>
                  <a:pt x="744" y="20099"/>
                  <a:pt x="454" y="20675"/>
                  <a:pt x="267" y="21287"/>
                </a:cubicBezTo>
                <a:cubicBezTo>
                  <a:pt x="86" y="21900"/>
                  <a:pt x="1" y="22538"/>
                  <a:pt x="13" y="23174"/>
                </a:cubicBezTo>
                <a:cubicBezTo>
                  <a:pt x="35" y="24451"/>
                  <a:pt x="496" y="25713"/>
                  <a:pt x="1281" y="26719"/>
                </a:cubicBezTo>
                <a:cubicBezTo>
                  <a:pt x="1679" y="27216"/>
                  <a:pt x="2146" y="27657"/>
                  <a:pt x="2675" y="28015"/>
                </a:cubicBezTo>
                <a:cubicBezTo>
                  <a:pt x="3210" y="28365"/>
                  <a:pt x="3798" y="28634"/>
                  <a:pt x="4413" y="28805"/>
                </a:cubicBezTo>
                <a:cubicBezTo>
                  <a:pt x="4924" y="28947"/>
                  <a:pt x="5453" y="29016"/>
                  <a:pt x="5983" y="29016"/>
                </a:cubicBezTo>
                <a:cubicBezTo>
                  <a:pt x="6728" y="29016"/>
                  <a:pt x="7474" y="28878"/>
                  <a:pt x="8170" y="28610"/>
                </a:cubicBezTo>
                <a:cubicBezTo>
                  <a:pt x="8765" y="28375"/>
                  <a:pt x="9319" y="28045"/>
                  <a:pt x="9814" y="27642"/>
                </a:cubicBezTo>
                <a:lnTo>
                  <a:pt x="10170" y="27323"/>
                </a:lnTo>
                <a:cubicBezTo>
                  <a:pt x="10285" y="27216"/>
                  <a:pt x="10371" y="27125"/>
                  <a:pt x="10472" y="27025"/>
                </a:cubicBezTo>
                <a:lnTo>
                  <a:pt x="11063" y="26437"/>
                </a:lnTo>
                <a:lnTo>
                  <a:pt x="20495" y="17039"/>
                </a:lnTo>
                <a:cubicBezTo>
                  <a:pt x="21385" y="16152"/>
                  <a:pt x="21860" y="15184"/>
                  <a:pt x="21554" y="14878"/>
                </a:cubicBezTo>
                <a:cubicBezTo>
                  <a:pt x="21491" y="14814"/>
                  <a:pt x="21400" y="14784"/>
                  <a:pt x="21287" y="14784"/>
                </a:cubicBezTo>
                <a:cubicBezTo>
                  <a:pt x="20852" y="14784"/>
                  <a:pt x="20096" y="15227"/>
                  <a:pt x="19389" y="15931"/>
                </a:cubicBezTo>
                <a:lnTo>
                  <a:pt x="9957" y="25329"/>
                </a:lnTo>
                <a:lnTo>
                  <a:pt x="9369" y="25916"/>
                </a:lnTo>
                <a:cubicBezTo>
                  <a:pt x="9272" y="26009"/>
                  <a:pt x="9166" y="26121"/>
                  <a:pt x="9079" y="26200"/>
                </a:cubicBezTo>
                <a:lnTo>
                  <a:pt x="8814" y="26439"/>
                </a:lnTo>
                <a:cubicBezTo>
                  <a:pt x="8448" y="26735"/>
                  <a:pt x="8041" y="26978"/>
                  <a:pt x="7603" y="27152"/>
                </a:cubicBezTo>
                <a:cubicBezTo>
                  <a:pt x="7090" y="27349"/>
                  <a:pt x="6538" y="27451"/>
                  <a:pt x="5987" y="27451"/>
                </a:cubicBezTo>
                <a:cubicBezTo>
                  <a:pt x="5595" y="27451"/>
                  <a:pt x="5204" y="27399"/>
                  <a:pt x="4826" y="27294"/>
                </a:cubicBezTo>
                <a:cubicBezTo>
                  <a:pt x="4373" y="27166"/>
                  <a:pt x="3939" y="26970"/>
                  <a:pt x="3544" y="26715"/>
                </a:cubicBezTo>
                <a:cubicBezTo>
                  <a:pt x="3154" y="26449"/>
                  <a:pt x="2808" y="26121"/>
                  <a:pt x="2512" y="25753"/>
                </a:cubicBezTo>
                <a:cubicBezTo>
                  <a:pt x="1935" y="25011"/>
                  <a:pt x="1591" y="24083"/>
                  <a:pt x="1577" y="23138"/>
                </a:cubicBezTo>
                <a:cubicBezTo>
                  <a:pt x="1570" y="22667"/>
                  <a:pt x="1633" y="22194"/>
                  <a:pt x="1764" y="21743"/>
                </a:cubicBezTo>
                <a:cubicBezTo>
                  <a:pt x="1902" y="21291"/>
                  <a:pt x="2118" y="20866"/>
                  <a:pt x="2387" y="20480"/>
                </a:cubicBezTo>
                <a:cubicBezTo>
                  <a:pt x="2520" y="20285"/>
                  <a:pt x="2677" y="20110"/>
                  <a:pt x="2838" y="19937"/>
                </a:cubicBezTo>
                <a:lnTo>
                  <a:pt x="3418" y="19355"/>
                </a:lnTo>
                <a:lnTo>
                  <a:pt x="4597" y="18180"/>
                </a:lnTo>
                <a:lnTo>
                  <a:pt x="9313" y="13480"/>
                </a:lnTo>
                <a:lnTo>
                  <a:pt x="18747" y="4082"/>
                </a:lnTo>
                <a:lnTo>
                  <a:pt x="19926" y="2907"/>
                </a:lnTo>
                <a:lnTo>
                  <a:pt x="20220" y="2615"/>
                </a:lnTo>
                <a:cubicBezTo>
                  <a:pt x="20318" y="2515"/>
                  <a:pt x="20421" y="2412"/>
                  <a:pt x="20497" y="2348"/>
                </a:cubicBezTo>
                <a:cubicBezTo>
                  <a:pt x="20576" y="2273"/>
                  <a:pt x="20660" y="2201"/>
                  <a:pt x="20751" y="2140"/>
                </a:cubicBezTo>
                <a:cubicBezTo>
                  <a:pt x="20836" y="2070"/>
                  <a:pt x="20930" y="2014"/>
                  <a:pt x="21027" y="1961"/>
                </a:cubicBezTo>
                <a:cubicBezTo>
                  <a:pt x="21473" y="1696"/>
                  <a:pt x="21990" y="1565"/>
                  <a:pt x="22507" y="1565"/>
                </a:cubicBezTo>
                <a:cubicBezTo>
                  <a:pt x="22870" y="1565"/>
                  <a:pt x="23232" y="1629"/>
                  <a:pt x="23570" y="1758"/>
                </a:cubicBezTo>
                <a:cubicBezTo>
                  <a:pt x="24397" y="2056"/>
                  <a:pt x="25065" y="2764"/>
                  <a:pt x="25342" y="3593"/>
                </a:cubicBezTo>
                <a:cubicBezTo>
                  <a:pt x="25634" y="4424"/>
                  <a:pt x="25517" y="5384"/>
                  <a:pt x="25051" y="6128"/>
                </a:cubicBezTo>
                <a:cubicBezTo>
                  <a:pt x="24938" y="6315"/>
                  <a:pt x="24797" y="6486"/>
                  <a:pt x="24646" y="6647"/>
                </a:cubicBezTo>
                <a:lnTo>
                  <a:pt x="24063" y="7229"/>
                </a:lnTo>
                <a:lnTo>
                  <a:pt x="22884" y="8404"/>
                </a:lnTo>
                <a:lnTo>
                  <a:pt x="20526" y="10752"/>
                </a:lnTo>
                <a:lnTo>
                  <a:pt x="15811" y="15452"/>
                </a:lnTo>
                <a:lnTo>
                  <a:pt x="11095" y="20150"/>
                </a:lnTo>
                <a:lnTo>
                  <a:pt x="10506" y="20739"/>
                </a:lnTo>
                <a:cubicBezTo>
                  <a:pt x="10283" y="20961"/>
                  <a:pt x="10170" y="21073"/>
                  <a:pt x="10011" y="21174"/>
                </a:cubicBezTo>
                <a:cubicBezTo>
                  <a:pt x="9754" y="21340"/>
                  <a:pt x="9447" y="21423"/>
                  <a:pt x="9141" y="21423"/>
                </a:cubicBezTo>
                <a:cubicBezTo>
                  <a:pt x="9072" y="21423"/>
                  <a:pt x="9004" y="21419"/>
                  <a:pt x="8936" y="21411"/>
                </a:cubicBezTo>
                <a:cubicBezTo>
                  <a:pt x="8184" y="21331"/>
                  <a:pt x="7552" y="20653"/>
                  <a:pt x="7524" y="19898"/>
                </a:cubicBezTo>
                <a:cubicBezTo>
                  <a:pt x="7500" y="19524"/>
                  <a:pt x="7607" y="19142"/>
                  <a:pt x="7834" y="18846"/>
                </a:cubicBezTo>
                <a:cubicBezTo>
                  <a:pt x="7858" y="18806"/>
                  <a:pt x="7890" y="18770"/>
                  <a:pt x="7922" y="18737"/>
                </a:cubicBezTo>
                <a:cubicBezTo>
                  <a:pt x="7951" y="18701"/>
                  <a:pt x="7979" y="18667"/>
                  <a:pt x="8035" y="18611"/>
                </a:cubicBezTo>
                <a:lnTo>
                  <a:pt x="8325" y="18313"/>
                </a:lnTo>
                <a:lnTo>
                  <a:pt x="8906" y="17717"/>
                </a:lnTo>
                <a:lnTo>
                  <a:pt x="11224" y="15333"/>
                </a:lnTo>
                <a:lnTo>
                  <a:pt x="15864" y="10561"/>
                </a:lnTo>
                <a:cubicBezTo>
                  <a:pt x="16739" y="9661"/>
                  <a:pt x="17200" y="8685"/>
                  <a:pt x="16894" y="8380"/>
                </a:cubicBezTo>
                <a:cubicBezTo>
                  <a:pt x="16832" y="8319"/>
                  <a:pt x="16743" y="8290"/>
                  <a:pt x="16633" y="8290"/>
                </a:cubicBezTo>
                <a:cubicBezTo>
                  <a:pt x="16201" y="8290"/>
                  <a:pt x="15448" y="8744"/>
                  <a:pt x="14749" y="9464"/>
                </a:cubicBezTo>
                <a:lnTo>
                  <a:pt x="10105" y="14239"/>
                </a:lnTo>
                <a:lnTo>
                  <a:pt x="7784" y="16627"/>
                </a:lnTo>
                <a:lnTo>
                  <a:pt x="7204" y="17224"/>
                </a:lnTo>
                <a:lnTo>
                  <a:pt x="6914" y="17522"/>
                </a:lnTo>
                <a:cubicBezTo>
                  <a:pt x="6870" y="17566"/>
                  <a:pt x="6806" y="17635"/>
                  <a:pt x="6745" y="17705"/>
                </a:cubicBezTo>
                <a:cubicBezTo>
                  <a:pt x="6685" y="17774"/>
                  <a:pt x="6625" y="17844"/>
                  <a:pt x="6574" y="17920"/>
                </a:cubicBezTo>
                <a:cubicBezTo>
                  <a:pt x="6130" y="18510"/>
                  <a:pt x="5916" y="19262"/>
                  <a:pt x="5963" y="19993"/>
                </a:cubicBezTo>
                <a:cubicBezTo>
                  <a:pt x="6005" y="20725"/>
                  <a:pt x="6307" y="21448"/>
                  <a:pt x="6816" y="21979"/>
                </a:cubicBezTo>
                <a:cubicBezTo>
                  <a:pt x="7313" y="22514"/>
                  <a:pt x="8009" y="22878"/>
                  <a:pt x="8739" y="22963"/>
                </a:cubicBezTo>
                <a:cubicBezTo>
                  <a:pt x="8873" y="22981"/>
                  <a:pt x="9009" y="22989"/>
                  <a:pt x="9144" y="22989"/>
                </a:cubicBezTo>
                <a:cubicBezTo>
                  <a:pt x="9743" y="22989"/>
                  <a:pt x="10342" y="22822"/>
                  <a:pt x="10848" y="22496"/>
                </a:cubicBezTo>
                <a:cubicBezTo>
                  <a:pt x="11003" y="22395"/>
                  <a:pt x="11152" y="22287"/>
                  <a:pt x="11286" y="22162"/>
                </a:cubicBezTo>
                <a:cubicBezTo>
                  <a:pt x="11439" y="22025"/>
                  <a:pt x="11502" y="21951"/>
                  <a:pt x="11612" y="21848"/>
                </a:cubicBezTo>
                <a:lnTo>
                  <a:pt x="12200" y="21260"/>
                </a:lnTo>
                <a:lnTo>
                  <a:pt x="16916" y="16562"/>
                </a:lnTo>
                <a:lnTo>
                  <a:pt x="21632" y="11862"/>
                </a:lnTo>
                <a:lnTo>
                  <a:pt x="23990" y="9514"/>
                </a:lnTo>
                <a:lnTo>
                  <a:pt x="25169" y="8339"/>
                </a:lnTo>
                <a:lnTo>
                  <a:pt x="25763" y="7742"/>
                </a:lnTo>
                <a:cubicBezTo>
                  <a:pt x="25994" y="7502"/>
                  <a:pt x="26206" y="7241"/>
                  <a:pt x="26381" y="6955"/>
                </a:cubicBezTo>
                <a:cubicBezTo>
                  <a:pt x="27093" y="5816"/>
                  <a:pt x="27268" y="4360"/>
                  <a:pt x="26825" y="3092"/>
                </a:cubicBezTo>
                <a:cubicBezTo>
                  <a:pt x="26397" y="1820"/>
                  <a:pt x="25389" y="758"/>
                  <a:pt x="24125" y="295"/>
                </a:cubicBezTo>
                <a:cubicBezTo>
                  <a:pt x="23609" y="98"/>
                  <a:pt x="23058" y="0"/>
                  <a:pt x="22507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64" name="Google Shape;5464;p16"/>
          <p:cNvSpPr/>
          <p:nvPr/>
        </p:nvSpPr>
        <p:spPr>
          <a:xfrm>
            <a:off x="1553150" y="3671325"/>
            <a:ext cx="117525" cy="110100"/>
          </a:xfrm>
          <a:custGeom>
            <a:rect b="b" l="l" r="r" t="t"/>
            <a:pathLst>
              <a:path extrusionOk="0" h="4404" w="4701">
                <a:moveTo>
                  <a:pt x="1951" y="1032"/>
                </a:moveTo>
                <a:cubicBezTo>
                  <a:pt x="1950" y="1033"/>
                  <a:pt x="1949" y="1033"/>
                  <a:pt x="1947" y="1033"/>
                </a:cubicBezTo>
                <a:cubicBezTo>
                  <a:pt x="1948" y="1033"/>
                  <a:pt x="1950" y="1033"/>
                  <a:pt x="1951" y="1032"/>
                </a:cubicBezTo>
                <a:close/>
                <a:moveTo>
                  <a:pt x="2857" y="1059"/>
                </a:moveTo>
                <a:cubicBezTo>
                  <a:pt x="2871" y="1059"/>
                  <a:pt x="2889" y="1066"/>
                  <a:pt x="2907" y="1075"/>
                </a:cubicBezTo>
                <a:lnTo>
                  <a:pt x="2907" y="1075"/>
                </a:lnTo>
                <a:cubicBezTo>
                  <a:pt x="2887" y="1068"/>
                  <a:pt x="2858" y="1059"/>
                  <a:pt x="2857" y="1059"/>
                </a:cubicBezTo>
                <a:close/>
                <a:moveTo>
                  <a:pt x="3091" y="1185"/>
                </a:moveTo>
                <a:cubicBezTo>
                  <a:pt x="3091" y="1185"/>
                  <a:pt x="3091" y="1185"/>
                  <a:pt x="3091" y="1185"/>
                </a:cubicBezTo>
                <a:lnTo>
                  <a:pt x="3091" y="1185"/>
                </a:lnTo>
                <a:cubicBezTo>
                  <a:pt x="3091" y="1185"/>
                  <a:pt x="3091" y="1185"/>
                  <a:pt x="3091" y="1185"/>
                </a:cubicBezTo>
                <a:close/>
                <a:moveTo>
                  <a:pt x="3104" y="1198"/>
                </a:moveTo>
                <a:cubicBezTo>
                  <a:pt x="3111" y="1203"/>
                  <a:pt x="3118" y="1208"/>
                  <a:pt x="3125" y="1213"/>
                </a:cubicBezTo>
                <a:cubicBezTo>
                  <a:pt x="3142" y="1224"/>
                  <a:pt x="3149" y="1229"/>
                  <a:pt x="3148" y="1229"/>
                </a:cubicBezTo>
                <a:cubicBezTo>
                  <a:pt x="3148" y="1229"/>
                  <a:pt x="3121" y="1211"/>
                  <a:pt x="3104" y="1198"/>
                </a:cubicBezTo>
                <a:close/>
                <a:moveTo>
                  <a:pt x="1747" y="3319"/>
                </a:moveTo>
                <a:cubicBezTo>
                  <a:pt x="1767" y="3326"/>
                  <a:pt x="1803" y="3338"/>
                  <a:pt x="1802" y="3338"/>
                </a:cubicBezTo>
                <a:cubicBezTo>
                  <a:pt x="1800" y="3339"/>
                  <a:pt x="1799" y="3339"/>
                  <a:pt x="1797" y="3339"/>
                </a:cubicBezTo>
                <a:cubicBezTo>
                  <a:pt x="1785" y="3339"/>
                  <a:pt x="1766" y="3330"/>
                  <a:pt x="1747" y="3319"/>
                </a:cubicBezTo>
                <a:close/>
                <a:moveTo>
                  <a:pt x="2463" y="3393"/>
                </a:moveTo>
                <a:cubicBezTo>
                  <a:pt x="2461" y="3393"/>
                  <a:pt x="2459" y="3393"/>
                  <a:pt x="2456" y="3393"/>
                </a:cubicBezTo>
                <a:lnTo>
                  <a:pt x="2456" y="3393"/>
                </a:lnTo>
                <a:cubicBezTo>
                  <a:pt x="2459" y="3393"/>
                  <a:pt x="2462" y="3393"/>
                  <a:pt x="2463" y="3393"/>
                </a:cubicBezTo>
                <a:close/>
                <a:moveTo>
                  <a:pt x="2387" y="989"/>
                </a:moveTo>
                <a:cubicBezTo>
                  <a:pt x="2440" y="989"/>
                  <a:pt x="2491" y="989"/>
                  <a:pt x="2541" y="993"/>
                </a:cubicBezTo>
                <a:cubicBezTo>
                  <a:pt x="2560" y="993"/>
                  <a:pt x="2582" y="997"/>
                  <a:pt x="2601" y="998"/>
                </a:cubicBezTo>
                <a:lnTo>
                  <a:pt x="2601" y="998"/>
                </a:lnTo>
                <a:cubicBezTo>
                  <a:pt x="2682" y="1018"/>
                  <a:pt x="2761" y="1029"/>
                  <a:pt x="2840" y="1057"/>
                </a:cubicBezTo>
                <a:cubicBezTo>
                  <a:pt x="2857" y="1061"/>
                  <a:pt x="2876" y="1069"/>
                  <a:pt x="2895" y="1076"/>
                </a:cubicBezTo>
                <a:cubicBezTo>
                  <a:pt x="2906" y="1079"/>
                  <a:pt x="2914" y="1081"/>
                  <a:pt x="2919" y="1082"/>
                </a:cubicBezTo>
                <a:lnTo>
                  <a:pt x="2919" y="1082"/>
                </a:lnTo>
                <a:cubicBezTo>
                  <a:pt x="2944" y="1096"/>
                  <a:pt x="2968" y="1113"/>
                  <a:pt x="2984" y="1122"/>
                </a:cubicBezTo>
                <a:cubicBezTo>
                  <a:pt x="3015" y="1139"/>
                  <a:pt x="3049" y="1160"/>
                  <a:pt x="3080" y="1181"/>
                </a:cubicBezTo>
                <a:cubicBezTo>
                  <a:pt x="3084" y="1184"/>
                  <a:pt x="3088" y="1186"/>
                  <a:pt x="3092" y="1189"/>
                </a:cubicBezTo>
                <a:lnTo>
                  <a:pt x="3092" y="1189"/>
                </a:lnTo>
                <a:cubicBezTo>
                  <a:pt x="3107" y="1217"/>
                  <a:pt x="3258" y="1347"/>
                  <a:pt x="3274" y="1366"/>
                </a:cubicBezTo>
                <a:cubicBezTo>
                  <a:pt x="3278" y="1370"/>
                  <a:pt x="3281" y="1374"/>
                  <a:pt x="3284" y="1378"/>
                </a:cubicBezTo>
                <a:lnTo>
                  <a:pt x="3284" y="1378"/>
                </a:lnTo>
                <a:cubicBezTo>
                  <a:pt x="3304" y="1410"/>
                  <a:pt x="3328" y="1440"/>
                  <a:pt x="3348" y="1474"/>
                </a:cubicBezTo>
                <a:cubicBezTo>
                  <a:pt x="3367" y="1503"/>
                  <a:pt x="3386" y="1535"/>
                  <a:pt x="3403" y="1569"/>
                </a:cubicBezTo>
                <a:cubicBezTo>
                  <a:pt x="3409" y="1579"/>
                  <a:pt x="3414" y="1591"/>
                  <a:pt x="3420" y="1604"/>
                </a:cubicBezTo>
                <a:lnTo>
                  <a:pt x="3420" y="1604"/>
                </a:lnTo>
                <a:cubicBezTo>
                  <a:pt x="3420" y="1602"/>
                  <a:pt x="3420" y="1600"/>
                  <a:pt x="3420" y="1598"/>
                </a:cubicBezTo>
                <a:lnTo>
                  <a:pt x="3420" y="1598"/>
                </a:lnTo>
                <a:cubicBezTo>
                  <a:pt x="3420" y="1600"/>
                  <a:pt x="3420" y="1602"/>
                  <a:pt x="3420" y="1604"/>
                </a:cubicBezTo>
                <a:lnTo>
                  <a:pt x="3420" y="1604"/>
                </a:lnTo>
                <a:cubicBezTo>
                  <a:pt x="3420" y="1604"/>
                  <a:pt x="3420" y="1604"/>
                  <a:pt x="3420" y="1604"/>
                </a:cubicBezTo>
                <a:lnTo>
                  <a:pt x="3420" y="1604"/>
                </a:lnTo>
                <a:cubicBezTo>
                  <a:pt x="3420" y="1621"/>
                  <a:pt x="3423" y="1634"/>
                  <a:pt x="3427" y="1644"/>
                </a:cubicBezTo>
                <a:lnTo>
                  <a:pt x="3427" y="1644"/>
                </a:lnTo>
                <a:cubicBezTo>
                  <a:pt x="3423" y="1630"/>
                  <a:pt x="3420" y="1616"/>
                  <a:pt x="3420" y="1604"/>
                </a:cubicBezTo>
                <a:lnTo>
                  <a:pt x="3420" y="1604"/>
                </a:lnTo>
                <a:cubicBezTo>
                  <a:pt x="3422" y="1608"/>
                  <a:pt x="3424" y="1613"/>
                  <a:pt x="3426" y="1617"/>
                </a:cubicBezTo>
                <a:cubicBezTo>
                  <a:pt x="3442" y="1646"/>
                  <a:pt x="3443" y="1659"/>
                  <a:pt x="3439" y="1659"/>
                </a:cubicBezTo>
                <a:cubicBezTo>
                  <a:pt x="3436" y="1659"/>
                  <a:pt x="3432" y="1654"/>
                  <a:pt x="3427" y="1644"/>
                </a:cubicBezTo>
                <a:lnTo>
                  <a:pt x="3427" y="1644"/>
                </a:lnTo>
                <a:cubicBezTo>
                  <a:pt x="3443" y="1697"/>
                  <a:pt x="3479" y="1760"/>
                  <a:pt x="3491" y="1802"/>
                </a:cubicBezTo>
                <a:cubicBezTo>
                  <a:pt x="3500" y="1838"/>
                  <a:pt x="3508" y="1874"/>
                  <a:pt x="3517" y="1910"/>
                </a:cubicBezTo>
                <a:cubicBezTo>
                  <a:pt x="3521" y="1933"/>
                  <a:pt x="3525" y="1954"/>
                  <a:pt x="3529" y="1977"/>
                </a:cubicBezTo>
                <a:cubicBezTo>
                  <a:pt x="3534" y="2005"/>
                  <a:pt x="3537" y="2015"/>
                  <a:pt x="3538" y="2015"/>
                </a:cubicBezTo>
                <a:cubicBezTo>
                  <a:pt x="3540" y="2015"/>
                  <a:pt x="3530" y="1942"/>
                  <a:pt x="3525" y="1939"/>
                </a:cubicBezTo>
                <a:lnTo>
                  <a:pt x="3525" y="1939"/>
                </a:lnTo>
                <a:cubicBezTo>
                  <a:pt x="3550" y="1954"/>
                  <a:pt x="3538" y="2142"/>
                  <a:pt x="3538" y="2173"/>
                </a:cubicBezTo>
                <a:cubicBezTo>
                  <a:pt x="3538" y="2215"/>
                  <a:pt x="3535" y="2257"/>
                  <a:pt x="3533" y="2297"/>
                </a:cubicBezTo>
                <a:cubicBezTo>
                  <a:pt x="3532" y="2312"/>
                  <a:pt x="3530" y="2326"/>
                  <a:pt x="3529" y="2339"/>
                </a:cubicBezTo>
                <a:lnTo>
                  <a:pt x="3529" y="2339"/>
                </a:lnTo>
                <a:cubicBezTo>
                  <a:pt x="3514" y="2409"/>
                  <a:pt x="3504" y="2477"/>
                  <a:pt x="3483" y="2546"/>
                </a:cubicBezTo>
                <a:cubicBezTo>
                  <a:pt x="3472" y="2582"/>
                  <a:pt x="3462" y="2618"/>
                  <a:pt x="3449" y="2651"/>
                </a:cubicBezTo>
                <a:cubicBezTo>
                  <a:pt x="3445" y="2663"/>
                  <a:pt x="3440" y="2676"/>
                  <a:pt x="3436" y="2688"/>
                </a:cubicBezTo>
                <a:lnTo>
                  <a:pt x="3436" y="2688"/>
                </a:lnTo>
                <a:cubicBezTo>
                  <a:pt x="3398" y="2751"/>
                  <a:pt x="3369" y="2818"/>
                  <a:pt x="3329" y="2881"/>
                </a:cubicBezTo>
                <a:cubicBezTo>
                  <a:pt x="3324" y="2889"/>
                  <a:pt x="3300" y="2922"/>
                  <a:pt x="3284" y="2945"/>
                </a:cubicBezTo>
                <a:lnTo>
                  <a:pt x="3284" y="2945"/>
                </a:lnTo>
                <a:cubicBezTo>
                  <a:pt x="3263" y="2968"/>
                  <a:pt x="3232" y="3005"/>
                  <a:pt x="3224" y="3014"/>
                </a:cubicBezTo>
                <a:cubicBezTo>
                  <a:pt x="3198" y="3041"/>
                  <a:pt x="3171" y="3069"/>
                  <a:pt x="3142" y="3094"/>
                </a:cubicBezTo>
                <a:cubicBezTo>
                  <a:pt x="3127" y="3106"/>
                  <a:pt x="3112" y="3119"/>
                  <a:pt x="3099" y="3132"/>
                </a:cubicBezTo>
                <a:cubicBezTo>
                  <a:pt x="3075" y="3154"/>
                  <a:pt x="3071" y="3163"/>
                  <a:pt x="3076" y="3163"/>
                </a:cubicBezTo>
                <a:cubicBezTo>
                  <a:pt x="3076" y="3163"/>
                  <a:pt x="3077" y="3163"/>
                  <a:pt x="3078" y="3162"/>
                </a:cubicBezTo>
                <a:lnTo>
                  <a:pt x="3078" y="3162"/>
                </a:lnTo>
                <a:cubicBezTo>
                  <a:pt x="3021" y="3203"/>
                  <a:pt x="2923" y="3245"/>
                  <a:pt x="2889" y="3262"/>
                </a:cubicBezTo>
                <a:cubicBezTo>
                  <a:pt x="2863" y="3275"/>
                  <a:pt x="2803" y="3296"/>
                  <a:pt x="2805" y="3296"/>
                </a:cubicBezTo>
                <a:cubicBezTo>
                  <a:pt x="2806" y="3296"/>
                  <a:pt x="2822" y="3291"/>
                  <a:pt x="2866" y="3277"/>
                </a:cubicBezTo>
                <a:lnTo>
                  <a:pt x="2866" y="3277"/>
                </a:lnTo>
                <a:cubicBezTo>
                  <a:pt x="2823" y="3292"/>
                  <a:pt x="2783" y="3309"/>
                  <a:pt x="2741" y="3323"/>
                </a:cubicBezTo>
                <a:cubicBezTo>
                  <a:pt x="2642" y="3355"/>
                  <a:pt x="2541" y="3376"/>
                  <a:pt x="2438" y="3395"/>
                </a:cubicBezTo>
                <a:cubicBezTo>
                  <a:pt x="2437" y="3395"/>
                  <a:pt x="2437" y="3395"/>
                  <a:pt x="2437" y="3395"/>
                </a:cubicBezTo>
                <a:lnTo>
                  <a:pt x="2437" y="3395"/>
                </a:lnTo>
                <a:cubicBezTo>
                  <a:pt x="2416" y="3397"/>
                  <a:pt x="2395" y="3400"/>
                  <a:pt x="2375" y="3401"/>
                </a:cubicBezTo>
                <a:cubicBezTo>
                  <a:pt x="2330" y="3403"/>
                  <a:pt x="2284" y="3406"/>
                  <a:pt x="2240" y="3406"/>
                </a:cubicBezTo>
                <a:cubicBezTo>
                  <a:pt x="2226" y="3406"/>
                  <a:pt x="2211" y="3406"/>
                  <a:pt x="2197" y="3406"/>
                </a:cubicBezTo>
                <a:cubicBezTo>
                  <a:pt x="2163" y="3406"/>
                  <a:pt x="2129" y="3405"/>
                  <a:pt x="2094" y="3403"/>
                </a:cubicBezTo>
                <a:cubicBezTo>
                  <a:pt x="2081" y="3402"/>
                  <a:pt x="2067" y="3400"/>
                  <a:pt x="2054" y="3398"/>
                </a:cubicBezTo>
                <a:lnTo>
                  <a:pt x="2054" y="3398"/>
                </a:lnTo>
                <a:cubicBezTo>
                  <a:pt x="1975" y="3376"/>
                  <a:pt x="1893" y="3365"/>
                  <a:pt x="1814" y="3340"/>
                </a:cubicBezTo>
                <a:cubicBezTo>
                  <a:pt x="1797" y="3334"/>
                  <a:pt x="1778" y="3326"/>
                  <a:pt x="1762" y="3321"/>
                </a:cubicBezTo>
                <a:cubicBezTo>
                  <a:pt x="1752" y="3318"/>
                  <a:pt x="1745" y="3316"/>
                  <a:pt x="1740" y="3315"/>
                </a:cubicBezTo>
                <a:lnTo>
                  <a:pt x="1740" y="3315"/>
                </a:lnTo>
                <a:cubicBezTo>
                  <a:pt x="1716" y="3301"/>
                  <a:pt x="1691" y="3283"/>
                  <a:pt x="1679" y="3277"/>
                </a:cubicBezTo>
                <a:cubicBezTo>
                  <a:pt x="1648" y="3258"/>
                  <a:pt x="1616" y="3241"/>
                  <a:pt x="1587" y="3220"/>
                </a:cubicBezTo>
                <a:cubicBezTo>
                  <a:pt x="1572" y="3210"/>
                  <a:pt x="1557" y="3199"/>
                  <a:pt x="1543" y="3191"/>
                </a:cubicBezTo>
                <a:cubicBezTo>
                  <a:pt x="1525" y="3180"/>
                  <a:pt x="1519" y="3175"/>
                  <a:pt x="1519" y="3175"/>
                </a:cubicBezTo>
                <a:lnTo>
                  <a:pt x="1519" y="3175"/>
                </a:lnTo>
                <a:cubicBezTo>
                  <a:pt x="1518" y="3175"/>
                  <a:pt x="1582" y="3218"/>
                  <a:pt x="1580" y="3218"/>
                </a:cubicBezTo>
                <a:cubicBezTo>
                  <a:pt x="1580" y="3218"/>
                  <a:pt x="1579" y="3218"/>
                  <a:pt x="1578" y="3218"/>
                </a:cubicBezTo>
                <a:cubicBezTo>
                  <a:pt x="1542" y="3218"/>
                  <a:pt x="1420" y="3070"/>
                  <a:pt x="1399" y="3045"/>
                </a:cubicBezTo>
                <a:cubicBezTo>
                  <a:pt x="1384" y="3030"/>
                  <a:pt x="1353" y="2977"/>
                  <a:pt x="1351" y="2977"/>
                </a:cubicBezTo>
                <a:lnTo>
                  <a:pt x="1351" y="2977"/>
                </a:lnTo>
                <a:cubicBezTo>
                  <a:pt x="1350" y="2977"/>
                  <a:pt x="1354" y="2985"/>
                  <a:pt x="1363" y="3005"/>
                </a:cubicBezTo>
                <a:cubicBezTo>
                  <a:pt x="1372" y="3025"/>
                  <a:pt x="1375" y="3032"/>
                  <a:pt x="1374" y="3032"/>
                </a:cubicBezTo>
                <a:cubicBezTo>
                  <a:pt x="1372" y="3032"/>
                  <a:pt x="1335" y="2962"/>
                  <a:pt x="1326" y="2946"/>
                </a:cubicBezTo>
                <a:cubicBezTo>
                  <a:pt x="1285" y="2881"/>
                  <a:pt x="1252" y="2814"/>
                  <a:pt x="1215" y="2746"/>
                </a:cubicBezTo>
                <a:lnTo>
                  <a:pt x="1215" y="2746"/>
                </a:lnTo>
                <a:cubicBezTo>
                  <a:pt x="1214" y="2743"/>
                  <a:pt x="1213" y="2740"/>
                  <a:pt x="1212" y="2736"/>
                </a:cubicBezTo>
                <a:cubicBezTo>
                  <a:pt x="1199" y="2702"/>
                  <a:pt x="1187" y="2668"/>
                  <a:pt x="1176" y="2635"/>
                </a:cubicBezTo>
                <a:cubicBezTo>
                  <a:pt x="1153" y="2559"/>
                  <a:pt x="1132" y="2481"/>
                  <a:pt x="1119" y="2403"/>
                </a:cubicBezTo>
                <a:cubicBezTo>
                  <a:pt x="1119" y="2401"/>
                  <a:pt x="1118" y="2399"/>
                  <a:pt x="1118" y="2397"/>
                </a:cubicBezTo>
                <a:lnTo>
                  <a:pt x="1118" y="2397"/>
                </a:lnTo>
                <a:cubicBezTo>
                  <a:pt x="1122" y="2365"/>
                  <a:pt x="1108" y="2315"/>
                  <a:pt x="1106" y="2283"/>
                </a:cubicBezTo>
                <a:cubicBezTo>
                  <a:pt x="1102" y="2203"/>
                  <a:pt x="1102" y="2123"/>
                  <a:pt x="1106" y="2043"/>
                </a:cubicBezTo>
                <a:cubicBezTo>
                  <a:pt x="1107" y="2033"/>
                  <a:pt x="1110" y="2004"/>
                  <a:pt x="1113" y="1978"/>
                </a:cubicBezTo>
                <a:lnTo>
                  <a:pt x="1113" y="1978"/>
                </a:lnTo>
                <a:cubicBezTo>
                  <a:pt x="1117" y="1953"/>
                  <a:pt x="1123" y="1911"/>
                  <a:pt x="1125" y="1899"/>
                </a:cubicBezTo>
                <a:cubicBezTo>
                  <a:pt x="1144" y="1813"/>
                  <a:pt x="1170" y="1731"/>
                  <a:pt x="1197" y="1647"/>
                </a:cubicBezTo>
                <a:cubicBezTo>
                  <a:pt x="1199" y="1642"/>
                  <a:pt x="1200" y="1637"/>
                  <a:pt x="1201" y="1634"/>
                </a:cubicBezTo>
                <a:lnTo>
                  <a:pt x="1201" y="1634"/>
                </a:lnTo>
                <a:cubicBezTo>
                  <a:pt x="1203" y="1630"/>
                  <a:pt x="1205" y="1626"/>
                  <a:pt x="1208" y="1621"/>
                </a:cubicBezTo>
                <a:cubicBezTo>
                  <a:pt x="1227" y="1583"/>
                  <a:pt x="1246" y="1543"/>
                  <a:pt x="1269" y="1507"/>
                </a:cubicBezTo>
                <a:cubicBezTo>
                  <a:pt x="1290" y="1470"/>
                  <a:pt x="1313" y="1434"/>
                  <a:pt x="1338" y="1398"/>
                </a:cubicBezTo>
                <a:cubicBezTo>
                  <a:pt x="1341" y="1394"/>
                  <a:pt x="1344" y="1390"/>
                  <a:pt x="1346" y="1386"/>
                </a:cubicBezTo>
                <a:lnTo>
                  <a:pt x="1346" y="1386"/>
                </a:lnTo>
                <a:cubicBezTo>
                  <a:pt x="1346" y="1386"/>
                  <a:pt x="1346" y="1386"/>
                  <a:pt x="1347" y="1385"/>
                </a:cubicBezTo>
                <a:cubicBezTo>
                  <a:pt x="1399" y="1329"/>
                  <a:pt x="1454" y="1275"/>
                  <a:pt x="1511" y="1223"/>
                </a:cubicBezTo>
                <a:lnTo>
                  <a:pt x="1511" y="1223"/>
                </a:lnTo>
                <a:cubicBezTo>
                  <a:pt x="1524" y="1213"/>
                  <a:pt x="1537" y="1203"/>
                  <a:pt x="1551" y="1194"/>
                </a:cubicBezTo>
                <a:cubicBezTo>
                  <a:pt x="1589" y="1170"/>
                  <a:pt x="1627" y="1147"/>
                  <a:pt x="1667" y="1126"/>
                </a:cubicBezTo>
                <a:cubicBezTo>
                  <a:pt x="1682" y="1119"/>
                  <a:pt x="1697" y="1111"/>
                  <a:pt x="1712" y="1103"/>
                </a:cubicBezTo>
                <a:lnTo>
                  <a:pt x="1712" y="1103"/>
                </a:lnTo>
                <a:cubicBezTo>
                  <a:pt x="1755" y="1090"/>
                  <a:pt x="1797" y="1075"/>
                  <a:pt x="1840" y="1063"/>
                </a:cubicBezTo>
                <a:cubicBezTo>
                  <a:pt x="1884" y="1050"/>
                  <a:pt x="1928" y="1042"/>
                  <a:pt x="1970" y="1031"/>
                </a:cubicBezTo>
                <a:cubicBezTo>
                  <a:pt x="1976" y="1030"/>
                  <a:pt x="1983" y="1028"/>
                  <a:pt x="1990" y="1026"/>
                </a:cubicBezTo>
                <a:lnTo>
                  <a:pt x="1990" y="1026"/>
                </a:lnTo>
                <a:cubicBezTo>
                  <a:pt x="2008" y="1025"/>
                  <a:pt x="2026" y="1024"/>
                  <a:pt x="2042" y="1023"/>
                </a:cubicBezTo>
                <a:cubicBezTo>
                  <a:pt x="2063" y="1021"/>
                  <a:pt x="2083" y="1018"/>
                  <a:pt x="2104" y="1015"/>
                </a:cubicBezTo>
                <a:lnTo>
                  <a:pt x="2104" y="1015"/>
                </a:lnTo>
                <a:cubicBezTo>
                  <a:pt x="2127" y="1013"/>
                  <a:pt x="2151" y="1010"/>
                  <a:pt x="2175" y="1006"/>
                </a:cubicBezTo>
                <a:cubicBezTo>
                  <a:pt x="2200" y="1002"/>
                  <a:pt x="2223" y="998"/>
                  <a:pt x="2248" y="996"/>
                </a:cubicBezTo>
                <a:lnTo>
                  <a:pt x="2248" y="996"/>
                </a:lnTo>
                <a:cubicBezTo>
                  <a:pt x="2202" y="1002"/>
                  <a:pt x="2186" y="1004"/>
                  <a:pt x="2186" y="1004"/>
                </a:cubicBezTo>
                <a:cubicBezTo>
                  <a:pt x="2187" y="1004"/>
                  <a:pt x="2227" y="999"/>
                  <a:pt x="2246" y="998"/>
                </a:cubicBezTo>
                <a:cubicBezTo>
                  <a:pt x="2293" y="996"/>
                  <a:pt x="2341" y="991"/>
                  <a:pt x="2387" y="989"/>
                </a:cubicBezTo>
                <a:close/>
                <a:moveTo>
                  <a:pt x="2431" y="0"/>
                </a:moveTo>
                <a:cubicBezTo>
                  <a:pt x="2283" y="0"/>
                  <a:pt x="2134" y="12"/>
                  <a:pt x="1987" y="33"/>
                </a:cubicBezTo>
                <a:lnTo>
                  <a:pt x="1987" y="33"/>
                </a:lnTo>
                <a:cubicBezTo>
                  <a:pt x="1519" y="79"/>
                  <a:pt x="1082" y="246"/>
                  <a:pt x="738" y="578"/>
                </a:cubicBezTo>
                <a:cubicBezTo>
                  <a:pt x="443" y="863"/>
                  <a:pt x="236" y="1259"/>
                  <a:pt x="158" y="1661"/>
                </a:cubicBezTo>
                <a:cubicBezTo>
                  <a:pt x="0" y="2477"/>
                  <a:pt x="228" y="3403"/>
                  <a:pt x="896" y="3941"/>
                </a:cubicBezTo>
                <a:cubicBezTo>
                  <a:pt x="1283" y="4251"/>
                  <a:pt x="1777" y="4404"/>
                  <a:pt x="2272" y="4404"/>
                </a:cubicBezTo>
                <a:cubicBezTo>
                  <a:pt x="2762" y="4404"/>
                  <a:pt x="3253" y="4255"/>
                  <a:pt x="3645" y="3962"/>
                </a:cubicBezTo>
                <a:cubicBezTo>
                  <a:pt x="4395" y="3401"/>
                  <a:pt x="4700" y="2409"/>
                  <a:pt x="4443" y="1512"/>
                </a:cubicBezTo>
                <a:cubicBezTo>
                  <a:pt x="4302" y="1025"/>
                  <a:pt x="4003" y="604"/>
                  <a:pt x="3582" y="321"/>
                </a:cubicBezTo>
                <a:cubicBezTo>
                  <a:pt x="3236" y="89"/>
                  <a:pt x="2836" y="0"/>
                  <a:pt x="2431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65" name="Google Shape;5465;p16"/>
          <p:cNvSpPr/>
          <p:nvPr/>
        </p:nvSpPr>
        <p:spPr>
          <a:xfrm>
            <a:off x="2754375" y="4088550"/>
            <a:ext cx="176025" cy="165050"/>
          </a:xfrm>
          <a:custGeom>
            <a:rect b="b" l="l" r="r" t="t"/>
            <a:pathLst>
              <a:path extrusionOk="0" h="6602" w="7041">
                <a:moveTo>
                  <a:pt x="4935" y="1378"/>
                </a:moveTo>
                <a:cubicBezTo>
                  <a:pt x="4939" y="1380"/>
                  <a:pt x="4948" y="1387"/>
                  <a:pt x="4965" y="1400"/>
                </a:cubicBezTo>
                <a:cubicBezTo>
                  <a:pt x="4955" y="1392"/>
                  <a:pt x="4945" y="1385"/>
                  <a:pt x="4935" y="1378"/>
                </a:cubicBezTo>
                <a:close/>
                <a:moveTo>
                  <a:pt x="1630" y="1762"/>
                </a:moveTo>
                <a:lnTo>
                  <a:pt x="1630" y="1762"/>
                </a:lnTo>
                <a:cubicBezTo>
                  <a:pt x="1621" y="1773"/>
                  <a:pt x="1618" y="1778"/>
                  <a:pt x="1618" y="1778"/>
                </a:cubicBezTo>
                <a:cubicBezTo>
                  <a:pt x="1618" y="1778"/>
                  <a:pt x="1623" y="1771"/>
                  <a:pt x="1630" y="1762"/>
                </a:cubicBezTo>
                <a:close/>
                <a:moveTo>
                  <a:pt x="3639" y="986"/>
                </a:moveTo>
                <a:cubicBezTo>
                  <a:pt x="4036" y="986"/>
                  <a:pt x="4418" y="1072"/>
                  <a:pt x="4734" y="1250"/>
                </a:cubicBezTo>
                <a:cubicBezTo>
                  <a:pt x="4786" y="1280"/>
                  <a:pt x="4839" y="1313"/>
                  <a:pt x="4890" y="1347"/>
                </a:cubicBezTo>
                <a:cubicBezTo>
                  <a:pt x="4906" y="1357"/>
                  <a:pt x="4921" y="1367"/>
                  <a:pt x="4935" y="1378"/>
                </a:cubicBezTo>
                <a:lnTo>
                  <a:pt x="4935" y="1378"/>
                </a:lnTo>
                <a:cubicBezTo>
                  <a:pt x="4934" y="1377"/>
                  <a:pt x="4933" y="1376"/>
                  <a:pt x="4933" y="1376"/>
                </a:cubicBezTo>
                <a:lnTo>
                  <a:pt x="4933" y="1376"/>
                </a:lnTo>
                <a:cubicBezTo>
                  <a:pt x="4934" y="1376"/>
                  <a:pt x="4964" y="1397"/>
                  <a:pt x="4972" y="1404"/>
                </a:cubicBezTo>
                <a:cubicBezTo>
                  <a:pt x="5081" y="1495"/>
                  <a:pt x="5182" y="1594"/>
                  <a:pt x="5275" y="1701"/>
                </a:cubicBezTo>
                <a:cubicBezTo>
                  <a:pt x="5296" y="1724"/>
                  <a:pt x="5315" y="1747"/>
                  <a:pt x="5332" y="1771"/>
                </a:cubicBezTo>
                <a:cubicBezTo>
                  <a:pt x="5336" y="1776"/>
                  <a:pt x="5339" y="1780"/>
                  <a:pt x="5342" y="1782"/>
                </a:cubicBezTo>
                <a:lnTo>
                  <a:pt x="5342" y="1782"/>
                </a:lnTo>
                <a:cubicBezTo>
                  <a:pt x="5378" y="1835"/>
                  <a:pt x="5414" y="1889"/>
                  <a:pt x="5446" y="1943"/>
                </a:cubicBezTo>
                <a:cubicBezTo>
                  <a:pt x="5477" y="1994"/>
                  <a:pt x="5507" y="2045"/>
                  <a:pt x="5534" y="2097"/>
                </a:cubicBezTo>
                <a:cubicBezTo>
                  <a:pt x="5548" y="2126"/>
                  <a:pt x="5603" y="2244"/>
                  <a:pt x="5604" y="2244"/>
                </a:cubicBezTo>
                <a:cubicBezTo>
                  <a:pt x="5605" y="2244"/>
                  <a:pt x="5604" y="2244"/>
                  <a:pt x="5604" y="2242"/>
                </a:cubicBezTo>
                <a:lnTo>
                  <a:pt x="5604" y="2242"/>
                </a:lnTo>
                <a:cubicBezTo>
                  <a:pt x="5646" y="2347"/>
                  <a:pt x="5682" y="2454"/>
                  <a:pt x="5711" y="2561"/>
                </a:cubicBezTo>
                <a:cubicBezTo>
                  <a:pt x="5726" y="2620"/>
                  <a:pt x="5741" y="2679"/>
                  <a:pt x="5751" y="2738"/>
                </a:cubicBezTo>
                <a:cubicBezTo>
                  <a:pt x="5756" y="2758"/>
                  <a:pt x="5778" y="2901"/>
                  <a:pt x="5781" y="2901"/>
                </a:cubicBezTo>
                <a:cubicBezTo>
                  <a:pt x="5781" y="2901"/>
                  <a:pt x="5781" y="2892"/>
                  <a:pt x="5779" y="2872"/>
                </a:cubicBezTo>
                <a:lnTo>
                  <a:pt x="5779" y="2872"/>
                </a:lnTo>
                <a:cubicBezTo>
                  <a:pt x="5793" y="2999"/>
                  <a:pt x="5800" y="3127"/>
                  <a:pt x="5800" y="3256"/>
                </a:cubicBezTo>
                <a:cubicBezTo>
                  <a:pt x="5798" y="3323"/>
                  <a:pt x="5796" y="3393"/>
                  <a:pt x="5791" y="3460"/>
                </a:cubicBezTo>
                <a:cubicBezTo>
                  <a:pt x="5787" y="3518"/>
                  <a:pt x="5781" y="3572"/>
                  <a:pt x="5780" y="3582"/>
                </a:cubicBezTo>
                <a:lnTo>
                  <a:pt x="5780" y="3582"/>
                </a:lnTo>
                <a:cubicBezTo>
                  <a:pt x="5759" y="3706"/>
                  <a:pt x="5734" y="3831"/>
                  <a:pt x="5699" y="3953"/>
                </a:cubicBezTo>
                <a:cubicBezTo>
                  <a:pt x="5682" y="4012"/>
                  <a:pt x="5663" y="4069"/>
                  <a:pt x="5642" y="4126"/>
                </a:cubicBezTo>
                <a:cubicBezTo>
                  <a:pt x="5631" y="4155"/>
                  <a:pt x="5621" y="4183"/>
                  <a:pt x="5610" y="4212"/>
                </a:cubicBezTo>
                <a:cubicBezTo>
                  <a:pt x="5606" y="4223"/>
                  <a:pt x="5602" y="4232"/>
                  <a:pt x="5600" y="4238"/>
                </a:cubicBezTo>
                <a:lnTo>
                  <a:pt x="5600" y="4238"/>
                </a:lnTo>
                <a:cubicBezTo>
                  <a:pt x="5597" y="4244"/>
                  <a:pt x="5593" y="4252"/>
                  <a:pt x="5589" y="4261"/>
                </a:cubicBezTo>
                <a:cubicBezTo>
                  <a:pt x="5534" y="4370"/>
                  <a:pt x="5477" y="4478"/>
                  <a:pt x="5412" y="4581"/>
                </a:cubicBezTo>
                <a:cubicBezTo>
                  <a:pt x="5311" y="4737"/>
                  <a:pt x="5324" y="4720"/>
                  <a:pt x="5189" y="4863"/>
                </a:cubicBezTo>
                <a:cubicBezTo>
                  <a:pt x="4814" y="5261"/>
                  <a:pt x="4355" y="5476"/>
                  <a:pt x="3756" y="5573"/>
                </a:cubicBezTo>
                <a:cubicBezTo>
                  <a:pt x="3620" y="5595"/>
                  <a:pt x="3482" y="5605"/>
                  <a:pt x="3344" y="5605"/>
                </a:cubicBezTo>
                <a:cubicBezTo>
                  <a:pt x="2954" y="5605"/>
                  <a:pt x="2572" y="5519"/>
                  <a:pt x="2265" y="5346"/>
                </a:cubicBezTo>
                <a:cubicBezTo>
                  <a:pt x="2214" y="5316"/>
                  <a:pt x="2164" y="5285"/>
                  <a:pt x="2113" y="5253"/>
                </a:cubicBezTo>
                <a:cubicBezTo>
                  <a:pt x="2098" y="5243"/>
                  <a:pt x="2015" y="5180"/>
                  <a:pt x="2013" y="5180"/>
                </a:cubicBezTo>
                <a:lnTo>
                  <a:pt x="2013" y="5180"/>
                </a:lnTo>
                <a:cubicBezTo>
                  <a:pt x="2013" y="5180"/>
                  <a:pt x="2019" y="5186"/>
                  <a:pt x="2037" y="5200"/>
                </a:cubicBezTo>
                <a:cubicBezTo>
                  <a:pt x="1930" y="5114"/>
                  <a:pt x="1831" y="5019"/>
                  <a:pt x="1740" y="4916"/>
                </a:cubicBezTo>
                <a:cubicBezTo>
                  <a:pt x="1728" y="4902"/>
                  <a:pt x="1675" y="4837"/>
                  <a:pt x="1657" y="4816"/>
                </a:cubicBezTo>
                <a:lnTo>
                  <a:pt x="1657" y="4816"/>
                </a:lnTo>
                <a:cubicBezTo>
                  <a:pt x="1647" y="4801"/>
                  <a:pt x="1584" y="4711"/>
                  <a:pt x="1570" y="4688"/>
                </a:cubicBezTo>
                <a:cubicBezTo>
                  <a:pt x="1500" y="4579"/>
                  <a:pt x="1439" y="4465"/>
                  <a:pt x="1382" y="4347"/>
                </a:cubicBezTo>
                <a:cubicBezTo>
                  <a:pt x="1372" y="4327"/>
                  <a:pt x="1369" y="4322"/>
                  <a:pt x="1368" y="4322"/>
                </a:cubicBezTo>
                <a:lnTo>
                  <a:pt x="1368" y="4322"/>
                </a:lnTo>
                <a:cubicBezTo>
                  <a:pt x="1368" y="4322"/>
                  <a:pt x="1368" y="4322"/>
                  <a:pt x="1368" y="4322"/>
                </a:cubicBezTo>
                <a:lnTo>
                  <a:pt x="1368" y="4322"/>
                </a:lnTo>
                <a:cubicBezTo>
                  <a:pt x="1366" y="4315"/>
                  <a:pt x="1360" y="4299"/>
                  <a:pt x="1348" y="4265"/>
                </a:cubicBezTo>
                <a:cubicBezTo>
                  <a:pt x="1329" y="4210"/>
                  <a:pt x="1308" y="4155"/>
                  <a:pt x="1291" y="4101"/>
                </a:cubicBezTo>
                <a:cubicBezTo>
                  <a:pt x="1251" y="3974"/>
                  <a:pt x="1220" y="3848"/>
                  <a:pt x="1197" y="3717"/>
                </a:cubicBezTo>
                <a:cubicBezTo>
                  <a:pt x="1192" y="3696"/>
                  <a:pt x="1179" y="3596"/>
                  <a:pt x="1178" y="3596"/>
                </a:cubicBezTo>
                <a:lnTo>
                  <a:pt x="1178" y="3596"/>
                </a:lnTo>
                <a:cubicBezTo>
                  <a:pt x="1178" y="3596"/>
                  <a:pt x="1179" y="3606"/>
                  <a:pt x="1182" y="3633"/>
                </a:cubicBezTo>
                <a:cubicBezTo>
                  <a:pt x="1173" y="3568"/>
                  <a:pt x="1167" y="3502"/>
                  <a:pt x="1165" y="3437"/>
                </a:cubicBezTo>
                <a:cubicBezTo>
                  <a:pt x="1157" y="3304"/>
                  <a:pt x="1157" y="3174"/>
                  <a:pt x="1165" y="3041"/>
                </a:cubicBezTo>
                <a:cubicBezTo>
                  <a:pt x="1167" y="3011"/>
                  <a:pt x="1179" y="2898"/>
                  <a:pt x="1181" y="2870"/>
                </a:cubicBezTo>
                <a:lnTo>
                  <a:pt x="1181" y="2870"/>
                </a:lnTo>
                <a:cubicBezTo>
                  <a:pt x="1186" y="2847"/>
                  <a:pt x="1203" y="2750"/>
                  <a:pt x="1209" y="2721"/>
                </a:cubicBezTo>
                <a:cubicBezTo>
                  <a:pt x="1239" y="2580"/>
                  <a:pt x="1281" y="2443"/>
                  <a:pt x="1327" y="2306"/>
                </a:cubicBezTo>
                <a:cubicBezTo>
                  <a:pt x="1342" y="2262"/>
                  <a:pt x="1345" y="2248"/>
                  <a:pt x="1346" y="2244"/>
                </a:cubicBezTo>
                <a:lnTo>
                  <a:pt x="1346" y="2244"/>
                </a:lnTo>
                <a:cubicBezTo>
                  <a:pt x="1348" y="2241"/>
                  <a:pt x="1355" y="2229"/>
                  <a:pt x="1376" y="2188"/>
                </a:cubicBezTo>
                <a:cubicBezTo>
                  <a:pt x="1407" y="2125"/>
                  <a:pt x="1439" y="2059"/>
                  <a:pt x="1475" y="1998"/>
                </a:cubicBezTo>
                <a:cubicBezTo>
                  <a:pt x="1511" y="1937"/>
                  <a:pt x="1551" y="1878"/>
                  <a:pt x="1588" y="1819"/>
                </a:cubicBezTo>
                <a:cubicBezTo>
                  <a:pt x="1603" y="1799"/>
                  <a:pt x="1618" y="1779"/>
                  <a:pt x="1632" y="1759"/>
                </a:cubicBezTo>
                <a:lnTo>
                  <a:pt x="1632" y="1759"/>
                </a:lnTo>
                <a:cubicBezTo>
                  <a:pt x="1639" y="1751"/>
                  <a:pt x="1646" y="1741"/>
                  <a:pt x="1654" y="1733"/>
                </a:cubicBezTo>
                <a:cubicBezTo>
                  <a:pt x="1744" y="1632"/>
                  <a:pt x="1839" y="1535"/>
                  <a:pt x="1945" y="1446"/>
                </a:cubicBezTo>
                <a:cubicBezTo>
                  <a:pt x="1949" y="1443"/>
                  <a:pt x="1952" y="1440"/>
                  <a:pt x="1955" y="1437"/>
                </a:cubicBezTo>
                <a:lnTo>
                  <a:pt x="1955" y="1437"/>
                </a:lnTo>
                <a:cubicBezTo>
                  <a:pt x="1958" y="1435"/>
                  <a:pt x="1960" y="1434"/>
                  <a:pt x="1963" y="1431"/>
                </a:cubicBezTo>
                <a:cubicBezTo>
                  <a:pt x="1993" y="1410"/>
                  <a:pt x="2022" y="1389"/>
                  <a:pt x="2054" y="1370"/>
                </a:cubicBezTo>
                <a:cubicBezTo>
                  <a:pt x="2115" y="1328"/>
                  <a:pt x="2180" y="1292"/>
                  <a:pt x="2246" y="1257"/>
                </a:cubicBezTo>
                <a:cubicBezTo>
                  <a:pt x="2372" y="1191"/>
                  <a:pt x="2412" y="1174"/>
                  <a:pt x="2604" y="1120"/>
                </a:cubicBezTo>
                <a:cubicBezTo>
                  <a:pt x="2802" y="1065"/>
                  <a:pt x="2859" y="1059"/>
                  <a:pt x="3023" y="1044"/>
                </a:cubicBezTo>
                <a:cubicBezTo>
                  <a:pt x="3046" y="1042"/>
                  <a:pt x="3069" y="1039"/>
                  <a:pt x="3092" y="1035"/>
                </a:cubicBezTo>
                <a:lnTo>
                  <a:pt x="3092" y="1035"/>
                </a:lnTo>
                <a:cubicBezTo>
                  <a:pt x="3113" y="1033"/>
                  <a:pt x="3134" y="1031"/>
                  <a:pt x="3156" y="1027"/>
                </a:cubicBezTo>
                <a:cubicBezTo>
                  <a:pt x="3317" y="1000"/>
                  <a:pt x="3479" y="986"/>
                  <a:pt x="3639" y="986"/>
                </a:cubicBezTo>
                <a:close/>
                <a:moveTo>
                  <a:pt x="3656" y="0"/>
                </a:moveTo>
                <a:cubicBezTo>
                  <a:pt x="3424" y="0"/>
                  <a:pt x="3191" y="20"/>
                  <a:pt x="2962" y="55"/>
                </a:cubicBezTo>
                <a:lnTo>
                  <a:pt x="2962" y="55"/>
                </a:lnTo>
                <a:cubicBezTo>
                  <a:pt x="1592" y="189"/>
                  <a:pt x="506" y="1128"/>
                  <a:pt x="238" y="2500"/>
                </a:cubicBezTo>
                <a:cubicBezTo>
                  <a:pt x="0" y="3730"/>
                  <a:pt x="360" y="5131"/>
                  <a:pt x="1367" y="5933"/>
                </a:cubicBezTo>
                <a:cubicBezTo>
                  <a:pt x="1934" y="6385"/>
                  <a:pt x="2656" y="6602"/>
                  <a:pt x="3382" y="6602"/>
                </a:cubicBezTo>
                <a:cubicBezTo>
                  <a:pt x="4138" y="6602"/>
                  <a:pt x="4898" y="6367"/>
                  <a:pt x="5494" y="5917"/>
                </a:cubicBezTo>
                <a:cubicBezTo>
                  <a:pt x="6607" y="5078"/>
                  <a:pt x="7041" y="3580"/>
                  <a:pt x="6659" y="2253"/>
                </a:cubicBezTo>
                <a:cubicBezTo>
                  <a:pt x="6453" y="1537"/>
                  <a:pt x="6015" y="905"/>
                  <a:pt x="5393" y="488"/>
                </a:cubicBezTo>
                <a:cubicBezTo>
                  <a:pt x="4872" y="137"/>
                  <a:pt x="4267" y="0"/>
                  <a:pt x="3656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66" name="Google Shape;5466;p16"/>
          <p:cNvSpPr/>
          <p:nvPr/>
        </p:nvSpPr>
        <p:spPr>
          <a:xfrm>
            <a:off x="5982663" y="944325"/>
            <a:ext cx="117525" cy="110100"/>
          </a:xfrm>
          <a:custGeom>
            <a:rect b="b" l="l" r="r" t="t"/>
            <a:pathLst>
              <a:path extrusionOk="0" h="4404" w="4701">
                <a:moveTo>
                  <a:pt x="1951" y="1032"/>
                </a:moveTo>
                <a:cubicBezTo>
                  <a:pt x="1950" y="1033"/>
                  <a:pt x="1949" y="1033"/>
                  <a:pt x="1947" y="1033"/>
                </a:cubicBezTo>
                <a:cubicBezTo>
                  <a:pt x="1948" y="1033"/>
                  <a:pt x="1950" y="1033"/>
                  <a:pt x="1951" y="1032"/>
                </a:cubicBezTo>
                <a:close/>
                <a:moveTo>
                  <a:pt x="2857" y="1059"/>
                </a:moveTo>
                <a:cubicBezTo>
                  <a:pt x="2871" y="1059"/>
                  <a:pt x="2889" y="1066"/>
                  <a:pt x="2907" y="1075"/>
                </a:cubicBezTo>
                <a:lnTo>
                  <a:pt x="2907" y="1075"/>
                </a:lnTo>
                <a:cubicBezTo>
                  <a:pt x="2887" y="1068"/>
                  <a:pt x="2858" y="1059"/>
                  <a:pt x="2857" y="1059"/>
                </a:cubicBezTo>
                <a:close/>
                <a:moveTo>
                  <a:pt x="3091" y="1185"/>
                </a:moveTo>
                <a:cubicBezTo>
                  <a:pt x="3091" y="1185"/>
                  <a:pt x="3091" y="1185"/>
                  <a:pt x="3091" y="1185"/>
                </a:cubicBezTo>
                <a:lnTo>
                  <a:pt x="3091" y="1185"/>
                </a:lnTo>
                <a:cubicBezTo>
                  <a:pt x="3091" y="1185"/>
                  <a:pt x="3091" y="1185"/>
                  <a:pt x="3091" y="1185"/>
                </a:cubicBezTo>
                <a:close/>
                <a:moveTo>
                  <a:pt x="3104" y="1198"/>
                </a:moveTo>
                <a:cubicBezTo>
                  <a:pt x="3111" y="1203"/>
                  <a:pt x="3118" y="1208"/>
                  <a:pt x="3125" y="1213"/>
                </a:cubicBezTo>
                <a:cubicBezTo>
                  <a:pt x="3142" y="1224"/>
                  <a:pt x="3149" y="1229"/>
                  <a:pt x="3148" y="1229"/>
                </a:cubicBezTo>
                <a:cubicBezTo>
                  <a:pt x="3148" y="1229"/>
                  <a:pt x="3121" y="1211"/>
                  <a:pt x="3104" y="1198"/>
                </a:cubicBezTo>
                <a:close/>
                <a:moveTo>
                  <a:pt x="1747" y="3319"/>
                </a:moveTo>
                <a:cubicBezTo>
                  <a:pt x="1767" y="3326"/>
                  <a:pt x="1803" y="3338"/>
                  <a:pt x="1802" y="3338"/>
                </a:cubicBezTo>
                <a:cubicBezTo>
                  <a:pt x="1800" y="3339"/>
                  <a:pt x="1799" y="3339"/>
                  <a:pt x="1797" y="3339"/>
                </a:cubicBezTo>
                <a:cubicBezTo>
                  <a:pt x="1785" y="3339"/>
                  <a:pt x="1766" y="3330"/>
                  <a:pt x="1747" y="3319"/>
                </a:cubicBezTo>
                <a:close/>
                <a:moveTo>
                  <a:pt x="2463" y="3393"/>
                </a:moveTo>
                <a:cubicBezTo>
                  <a:pt x="2461" y="3393"/>
                  <a:pt x="2459" y="3393"/>
                  <a:pt x="2456" y="3393"/>
                </a:cubicBezTo>
                <a:lnTo>
                  <a:pt x="2456" y="3393"/>
                </a:lnTo>
                <a:cubicBezTo>
                  <a:pt x="2459" y="3393"/>
                  <a:pt x="2462" y="3393"/>
                  <a:pt x="2463" y="3393"/>
                </a:cubicBezTo>
                <a:close/>
                <a:moveTo>
                  <a:pt x="2387" y="989"/>
                </a:moveTo>
                <a:cubicBezTo>
                  <a:pt x="2440" y="989"/>
                  <a:pt x="2491" y="989"/>
                  <a:pt x="2541" y="993"/>
                </a:cubicBezTo>
                <a:cubicBezTo>
                  <a:pt x="2560" y="993"/>
                  <a:pt x="2582" y="997"/>
                  <a:pt x="2601" y="998"/>
                </a:cubicBezTo>
                <a:lnTo>
                  <a:pt x="2601" y="998"/>
                </a:lnTo>
                <a:cubicBezTo>
                  <a:pt x="2682" y="1018"/>
                  <a:pt x="2761" y="1029"/>
                  <a:pt x="2840" y="1057"/>
                </a:cubicBezTo>
                <a:cubicBezTo>
                  <a:pt x="2857" y="1061"/>
                  <a:pt x="2876" y="1069"/>
                  <a:pt x="2895" y="1076"/>
                </a:cubicBezTo>
                <a:cubicBezTo>
                  <a:pt x="2906" y="1079"/>
                  <a:pt x="2914" y="1081"/>
                  <a:pt x="2919" y="1082"/>
                </a:cubicBezTo>
                <a:lnTo>
                  <a:pt x="2919" y="1082"/>
                </a:lnTo>
                <a:cubicBezTo>
                  <a:pt x="2944" y="1096"/>
                  <a:pt x="2968" y="1113"/>
                  <a:pt x="2984" y="1122"/>
                </a:cubicBezTo>
                <a:cubicBezTo>
                  <a:pt x="3015" y="1139"/>
                  <a:pt x="3049" y="1160"/>
                  <a:pt x="3080" y="1181"/>
                </a:cubicBezTo>
                <a:cubicBezTo>
                  <a:pt x="3084" y="1184"/>
                  <a:pt x="3088" y="1186"/>
                  <a:pt x="3092" y="1189"/>
                </a:cubicBezTo>
                <a:lnTo>
                  <a:pt x="3092" y="1189"/>
                </a:lnTo>
                <a:cubicBezTo>
                  <a:pt x="3107" y="1217"/>
                  <a:pt x="3258" y="1347"/>
                  <a:pt x="3274" y="1366"/>
                </a:cubicBezTo>
                <a:cubicBezTo>
                  <a:pt x="3278" y="1370"/>
                  <a:pt x="3281" y="1374"/>
                  <a:pt x="3284" y="1378"/>
                </a:cubicBezTo>
                <a:lnTo>
                  <a:pt x="3284" y="1378"/>
                </a:lnTo>
                <a:cubicBezTo>
                  <a:pt x="3304" y="1410"/>
                  <a:pt x="3328" y="1440"/>
                  <a:pt x="3348" y="1474"/>
                </a:cubicBezTo>
                <a:cubicBezTo>
                  <a:pt x="3367" y="1503"/>
                  <a:pt x="3386" y="1535"/>
                  <a:pt x="3403" y="1569"/>
                </a:cubicBezTo>
                <a:cubicBezTo>
                  <a:pt x="3409" y="1579"/>
                  <a:pt x="3414" y="1591"/>
                  <a:pt x="3420" y="1604"/>
                </a:cubicBezTo>
                <a:lnTo>
                  <a:pt x="3420" y="1604"/>
                </a:lnTo>
                <a:cubicBezTo>
                  <a:pt x="3420" y="1602"/>
                  <a:pt x="3420" y="1600"/>
                  <a:pt x="3420" y="1598"/>
                </a:cubicBezTo>
                <a:lnTo>
                  <a:pt x="3420" y="1598"/>
                </a:lnTo>
                <a:cubicBezTo>
                  <a:pt x="3420" y="1600"/>
                  <a:pt x="3420" y="1602"/>
                  <a:pt x="3420" y="1604"/>
                </a:cubicBezTo>
                <a:lnTo>
                  <a:pt x="3420" y="1604"/>
                </a:lnTo>
                <a:cubicBezTo>
                  <a:pt x="3420" y="1604"/>
                  <a:pt x="3420" y="1604"/>
                  <a:pt x="3420" y="1604"/>
                </a:cubicBezTo>
                <a:lnTo>
                  <a:pt x="3420" y="1604"/>
                </a:lnTo>
                <a:cubicBezTo>
                  <a:pt x="3420" y="1621"/>
                  <a:pt x="3423" y="1634"/>
                  <a:pt x="3427" y="1644"/>
                </a:cubicBezTo>
                <a:lnTo>
                  <a:pt x="3427" y="1644"/>
                </a:lnTo>
                <a:cubicBezTo>
                  <a:pt x="3423" y="1630"/>
                  <a:pt x="3420" y="1616"/>
                  <a:pt x="3420" y="1604"/>
                </a:cubicBezTo>
                <a:lnTo>
                  <a:pt x="3420" y="1604"/>
                </a:lnTo>
                <a:cubicBezTo>
                  <a:pt x="3422" y="1608"/>
                  <a:pt x="3424" y="1613"/>
                  <a:pt x="3426" y="1617"/>
                </a:cubicBezTo>
                <a:cubicBezTo>
                  <a:pt x="3442" y="1646"/>
                  <a:pt x="3443" y="1659"/>
                  <a:pt x="3439" y="1659"/>
                </a:cubicBezTo>
                <a:cubicBezTo>
                  <a:pt x="3436" y="1659"/>
                  <a:pt x="3432" y="1654"/>
                  <a:pt x="3427" y="1644"/>
                </a:cubicBezTo>
                <a:lnTo>
                  <a:pt x="3427" y="1644"/>
                </a:lnTo>
                <a:cubicBezTo>
                  <a:pt x="3443" y="1697"/>
                  <a:pt x="3479" y="1760"/>
                  <a:pt x="3491" y="1802"/>
                </a:cubicBezTo>
                <a:cubicBezTo>
                  <a:pt x="3500" y="1838"/>
                  <a:pt x="3508" y="1874"/>
                  <a:pt x="3517" y="1910"/>
                </a:cubicBezTo>
                <a:cubicBezTo>
                  <a:pt x="3521" y="1933"/>
                  <a:pt x="3525" y="1954"/>
                  <a:pt x="3529" y="1977"/>
                </a:cubicBezTo>
                <a:cubicBezTo>
                  <a:pt x="3534" y="2005"/>
                  <a:pt x="3537" y="2015"/>
                  <a:pt x="3538" y="2015"/>
                </a:cubicBezTo>
                <a:cubicBezTo>
                  <a:pt x="3540" y="2015"/>
                  <a:pt x="3530" y="1942"/>
                  <a:pt x="3525" y="1939"/>
                </a:cubicBezTo>
                <a:lnTo>
                  <a:pt x="3525" y="1939"/>
                </a:lnTo>
                <a:cubicBezTo>
                  <a:pt x="3550" y="1954"/>
                  <a:pt x="3538" y="2142"/>
                  <a:pt x="3538" y="2173"/>
                </a:cubicBezTo>
                <a:cubicBezTo>
                  <a:pt x="3538" y="2215"/>
                  <a:pt x="3535" y="2257"/>
                  <a:pt x="3533" y="2297"/>
                </a:cubicBezTo>
                <a:cubicBezTo>
                  <a:pt x="3532" y="2312"/>
                  <a:pt x="3530" y="2326"/>
                  <a:pt x="3529" y="2339"/>
                </a:cubicBezTo>
                <a:lnTo>
                  <a:pt x="3529" y="2339"/>
                </a:lnTo>
                <a:cubicBezTo>
                  <a:pt x="3514" y="2409"/>
                  <a:pt x="3504" y="2477"/>
                  <a:pt x="3483" y="2546"/>
                </a:cubicBezTo>
                <a:cubicBezTo>
                  <a:pt x="3472" y="2582"/>
                  <a:pt x="3462" y="2618"/>
                  <a:pt x="3449" y="2651"/>
                </a:cubicBezTo>
                <a:cubicBezTo>
                  <a:pt x="3445" y="2663"/>
                  <a:pt x="3440" y="2676"/>
                  <a:pt x="3436" y="2688"/>
                </a:cubicBezTo>
                <a:lnTo>
                  <a:pt x="3436" y="2688"/>
                </a:lnTo>
                <a:cubicBezTo>
                  <a:pt x="3398" y="2751"/>
                  <a:pt x="3369" y="2818"/>
                  <a:pt x="3329" y="2881"/>
                </a:cubicBezTo>
                <a:cubicBezTo>
                  <a:pt x="3324" y="2889"/>
                  <a:pt x="3300" y="2922"/>
                  <a:pt x="3284" y="2945"/>
                </a:cubicBezTo>
                <a:lnTo>
                  <a:pt x="3284" y="2945"/>
                </a:lnTo>
                <a:cubicBezTo>
                  <a:pt x="3263" y="2968"/>
                  <a:pt x="3232" y="3005"/>
                  <a:pt x="3224" y="3014"/>
                </a:cubicBezTo>
                <a:cubicBezTo>
                  <a:pt x="3198" y="3041"/>
                  <a:pt x="3171" y="3069"/>
                  <a:pt x="3142" y="3094"/>
                </a:cubicBezTo>
                <a:cubicBezTo>
                  <a:pt x="3127" y="3106"/>
                  <a:pt x="3112" y="3119"/>
                  <a:pt x="3099" y="3132"/>
                </a:cubicBezTo>
                <a:cubicBezTo>
                  <a:pt x="3075" y="3154"/>
                  <a:pt x="3071" y="3163"/>
                  <a:pt x="3076" y="3163"/>
                </a:cubicBezTo>
                <a:cubicBezTo>
                  <a:pt x="3076" y="3163"/>
                  <a:pt x="3077" y="3163"/>
                  <a:pt x="3078" y="3162"/>
                </a:cubicBezTo>
                <a:lnTo>
                  <a:pt x="3078" y="3162"/>
                </a:lnTo>
                <a:cubicBezTo>
                  <a:pt x="3021" y="3203"/>
                  <a:pt x="2923" y="3245"/>
                  <a:pt x="2889" y="3262"/>
                </a:cubicBezTo>
                <a:cubicBezTo>
                  <a:pt x="2863" y="3275"/>
                  <a:pt x="2803" y="3296"/>
                  <a:pt x="2805" y="3296"/>
                </a:cubicBezTo>
                <a:cubicBezTo>
                  <a:pt x="2806" y="3296"/>
                  <a:pt x="2822" y="3291"/>
                  <a:pt x="2866" y="3277"/>
                </a:cubicBezTo>
                <a:lnTo>
                  <a:pt x="2866" y="3277"/>
                </a:lnTo>
                <a:cubicBezTo>
                  <a:pt x="2823" y="3292"/>
                  <a:pt x="2783" y="3309"/>
                  <a:pt x="2741" y="3323"/>
                </a:cubicBezTo>
                <a:cubicBezTo>
                  <a:pt x="2642" y="3355"/>
                  <a:pt x="2541" y="3376"/>
                  <a:pt x="2438" y="3395"/>
                </a:cubicBezTo>
                <a:cubicBezTo>
                  <a:pt x="2437" y="3395"/>
                  <a:pt x="2437" y="3395"/>
                  <a:pt x="2437" y="3395"/>
                </a:cubicBezTo>
                <a:lnTo>
                  <a:pt x="2437" y="3395"/>
                </a:lnTo>
                <a:cubicBezTo>
                  <a:pt x="2416" y="3397"/>
                  <a:pt x="2395" y="3400"/>
                  <a:pt x="2375" y="3401"/>
                </a:cubicBezTo>
                <a:cubicBezTo>
                  <a:pt x="2330" y="3403"/>
                  <a:pt x="2284" y="3406"/>
                  <a:pt x="2240" y="3406"/>
                </a:cubicBezTo>
                <a:cubicBezTo>
                  <a:pt x="2226" y="3406"/>
                  <a:pt x="2211" y="3406"/>
                  <a:pt x="2197" y="3406"/>
                </a:cubicBezTo>
                <a:cubicBezTo>
                  <a:pt x="2163" y="3406"/>
                  <a:pt x="2129" y="3405"/>
                  <a:pt x="2094" y="3403"/>
                </a:cubicBezTo>
                <a:cubicBezTo>
                  <a:pt x="2081" y="3402"/>
                  <a:pt x="2067" y="3400"/>
                  <a:pt x="2054" y="3398"/>
                </a:cubicBezTo>
                <a:lnTo>
                  <a:pt x="2054" y="3398"/>
                </a:lnTo>
                <a:cubicBezTo>
                  <a:pt x="1975" y="3376"/>
                  <a:pt x="1893" y="3365"/>
                  <a:pt x="1814" y="3340"/>
                </a:cubicBezTo>
                <a:cubicBezTo>
                  <a:pt x="1797" y="3334"/>
                  <a:pt x="1778" y="3326"/>
                  <a:pt x="1762" y="3321"/>
                </a:cubicBezTo>
                <a:cubicBezTo>
                  <a:pt x="1752" y="3318"/>
                  <a:pt x="1745" y="3316"/>
                  <a:pt x="1740" y="3315"/>
                </a:cubicBezTo>
                <a:lnTo>
                  <a:pt x="1740" y="3315"/>
                </a:lnTo>
                <a:cubicBezTo>
                  <a:pt x="1716" y="3301"/>
                  <a:pt x="1691" y="3283"/>
                  <a:pt x="1679" y="3277"/>
                </a:cubicBezTo>
                <a:cubicBezTo>
                  <a:pt x="1648" y="3258"/>
                  <a:pt x="1616" y="3241"/>
                  <a:pt x="1587" y="3220"/>
                </a:cubicBezTo>
                <a:cubicBezTo>
                  <a:pt x="1572" y="3210"/>
                  <a:pt x="1557" y="3199"/>
                  <a:pt x="1543" y="3191"/>
                </a:cubicBezTo>
                <a:cubicBezTo>
                  <a:pt x="1525" y="3180"/>
                  <a:pt x="1519" y="3175"/>
                  <a:pt x="1519" y="3175"/>
                </a:cubicBezTo>
                <a:lnTo>
                  <a:pt x="1519" y="3175"/>
                </a:lnTo>
                <a:cubicBezTo>
                  <a:pt x="1518" y="3175"/>
                  <a:pt x="1582" y="3218"/>
                  <a:pt x="1580" y="3218"/>
                </a:cubicBezTo>
                <a:cubicBezTo>
                  <a:pt x="1580" y="3218"/>
                  <a:pt x="1579" y="3218"/>
                  <a:pt x="1578" y="3218"/>
                </a:cubicBezTo>
                <a:cubicBezTo>
                  <a:pt x="1542" y="3218"/>
                  <a:pt x="1420" y="3070"/>
                  <a:pt x="1399" y="3045"/>
                </a:cubicBezTo>
                <a:cubicBezTo>
                  <a:pt x="1384" y="3030"/>
                  <a:pt x="1353" y="2977"/>
                  <a:pt x="1351" y="2977"/>
                </a:cubicBezTo>
                <a:lnTo>
                  <a:pt x="1351" y="2977"/>
                </a:lnTo>
                <a:cubicBezTo>
                  <a:pt x="1350" y="2977"/>
                  <a:pt x="1354" y="2985"/>
                  <a:pt x="1363" y="3005"/>
                </a:cubicBezTo>
                <a:cubicBezTo>
                  <a:pt x="1372" y="3025"/>
                  <a:pt x="1375" y="3032"/>
                  <a:pt x="1374" y="3032"/>
                </a:cubicBezTo>
                <a:cubicBezTo>
                  <a:pt x="1372" y="3032"/>
                  <a:pt x="1335" y="2962"/>
                  <a:pt x="1326" y="2946"/>
                </a:cubicBezTo>
                <a:cubicBezTo>
                  <a:pt x="1285" y="2881"/>
                  <a:pt x="1252" y="2814"/>
                  <a:pt x="1215" y="2746"/>
                </a:cubicBezTo>
                <a:lnTo>
                  <a:pt x="1215" y="2746"/>
                </a:lnTo>
                <a:cubicBezTo>
                  <a:pt x="1214" y="2743"/>
                  <a:pt x="1213" y="2740"/>
                  <a:pt x="1212" y="2736"/>
                </a:cubicBezTo>
                <a:cubicBezTo>
                  <a:pt x="1199" y="2702"/>
                  <a:pt x="1187" y="2668"/>
                  <a:pt x="1176" y="2635"/>
                </a:cubicBezTo>
                <a:cubicBezTo>
                  <a:pt x="1153" y="2559"/>
                  <a:pt x="1132" y="2481"/>
                  <a:pt x="1119" y="2403"/>
                </a:cubicBezTo>
                <a:cubicBezTo>
                  <a:pt x="1119" y="2401"/>
                  <a:pt x="1118" y="2399"/>
                  <a:pt x="1118" y="2397"/>
                </a:cubicBezTo>
                <a:lnTo>
                  <a:pt x="1118" y="2397"/>
                </a:lnTo>
                <a:cubicBezTo>
                  <a:pt x="1122" y="2365"/>
                  <a:pt x="1108" y="2315"/>
                  <a:pt x="1106" y="2283"/>
                </a:cubicBezTo>
                <a:cubicBezTo>
                  <a:pt x="1102" y="2203"/>
                  <a:pt x="1102" y="2123"/>
                  <a:pt x="1106" y="2043"/>
                </a:cubicBezTo>
                <a:cubicBezTo>
                  <a:pt x="1107" y="2033"/>
                  <a:pt x="1110" y="2004"/>
                  <a:pt x="1113" y="1978"/>
                </a:cubicBezTo>
                <a:lnTo>
                  <a:pt x="1113" y="1978"/>
                </a:lnTo>
                <a:cubicBezTo>
                  <a:pt x="1117" y="1953"/>
                  <a:pt x="1123" y="1911"/>
                  <a:pt x="1125" y="1899"/>
                </a:cubicBezTo>
                <a:cubicBezTo>
                  <a:pt x="1144" y="1813"/>
                  <a:pt x="1170" y="1731"/>
                  <a:pt x="1197" y="1647"/>
                </a:cubicBezTo>
                <a:cubicBezTo>
                  <a:pt x="1199" y="1642"/>
                  <a:pt x="1200" y="1637"/>
                  <a:pt x="1201" y="1634"/>
                </a:cubicBezTo>
                <a:lnTo>
                  <a:pt x="1201" y="1634"/>
                </a:lnTo>
                <a:cubicBezTo>
                  <a:pt x="1203" y="1630"/>
                  <a:pt x="1205" y="1626"/>
                  <a:pt x="1208" y="1621"/>
                </a:cubicBezTo>
                <a:cubicBezTo>
                  <a:pt x="1227" y="1583"/>
                  <a:pt x="1246" y="1543"/>
                  <a:pt x="1269" y="1507"/>
                </a:cubicBezTo>
                <a:cubicBezTo>
                  <a:pt x="1290" y="1470"/>
                  <a:pt x="1313" y="1434"/>
                  <a:pt x="1338" y="1398"/>
                </a:cubicBezTo>
                <a:cubicBezTo>
                  <a:pt x="1341" y="1394"/>
                  <a:pt x="1344" y="1390"/>
                  <a:pt x="1346" y="1386"/>
                </a:cubicBezTo>
                <a:lnTo>
                  <a:pt x="1346" y="1386"/>
                </a:lnTo>
                <a:cubicBezTo>
                  <a:pt x="1346" y="1386"/>
                  <a:pt x="1346" y="1386"/>
                  <a:pt x="1347" y="1385"/>
                </a:cubicBezTo>
                <a:cubicBezTo>
                  <a:pt x="1399" y="1329"/>
                  <a:pt x="1454" y="1275"/>
                  <a:pt x="1511" y="1223"/>
                </a:cubicBezTo>
                <a:lnTo>
                  <a:pt x="1511" y="1223"/>
                </a:lnTo>
                <a:cubicBezTo>
                  <a:pt x="1524" y="1213"/>
                  <a:pt x="1537" y="1203"/>
                  <a:pt x="1551" y="1194"/>
                </a:cubicBezTo>
                <a:cubicBezTo>
                  <a:pt x="1589" y="1170"/>
                  <a:pt x="1627" y="1147"/>
                  <a:pt x="1667" y="1126"/>
                </a:cubicBezTo>
                <a:cubicBezTo>
                  <a:pt x="1682" y="1119"/>
                  <a:pt x="1697" y="1111"/>
                  <a:pt x="1712" y="1103"/>
                </a:cubicBezTo>
                <a:lnTo>
                  <a:pt x="1712" y="1103"/>
                </a:lnTo>
                <a:cubicBezTo>
                  <a:pt x="1755" y="1090"/>
                  <a:pt x="1797" y="1075"/>
                  <a:pt x="1840" y="1063"/>
                </a:cubicBezTo>
                <a:cubicBezTo>
                  <a:pt x="1884" y="1050"/>
                  <a:pt x="1928" y="1042"/>
                  <a:pt x="1970" y="1031"/>
                </a:cubicBezTo>
                <a:cubicBezTo>
                  <a:pt x="1976" y="1030"/>
                  <a:pt x="1983" y="1028"/>
                  <a:pt x="1990" y="1026"/>
                </a:cubicBezTo>
                <a:lnTo>
                  <a:pt x="1990" y="1026"/>
                </a:lnTo>
                <a:cubicBezTo>
                  <a:pt x="2008" y="1025"/>
                  <a:pt x="2026" y="1024"/>
                  <a:pt x="2042" y="1023"/>
                </a:cubicBezTo>
                <a:cubicBezTo>
                  <a:pt x="2063" y="1021"/>
                  <a:pt x="2083" y="1018"/>
                  <a:pt x="2104" y="1015"/>
                </a:cubicBezTo>
                <a:lnTo>
                  <a:pt x="2104" y="1015"/>
                </a:lnTo>
                <a:cubicBezTo>
                  <a:pt x="2127" y="1013"/>
                  <a:pt x="2151" y="1010"/>
                  <a:pt x="2175" y="1006"/>
                </a:cubicBezTo>
                <a:cubicBezTo>
                  <a:pt x="2200" y="1002"/>
                  <a:pt x="2223" y="998"/>
                  <a:pt x="2248" y="996"/>
                </a:cubicBezTo>
                <a:lnTo>
                  <a:pt x="2248" y="996"/>
                </a:lnTo>
                <a:cubicBezTo>
                  <a:pt x="2202" y="1002"/>
                  <a:pt x="2186" y="1004"/>
                  <a:pt x="2186" y="1004"/>
                </a:cubicBezTo>
                <a:cubicBezTo>
                  <a:pt x="2187" y="1004"/>
                  <a:pt x="2227" y="999"/>
                  <a:pt x="2246" y="998"/>
                </a:cubicBezTo>
                <a:cubicBezTo>
                  <a:pt x="2293" y="996"/>
                  <a:pt x="2341" y="991"/>
                  <a:pt x="2387" y="989"/>
                </a:cubicBezTo>
                <a:close/>
                <a:moveTo>
                  <a:pt x="2431" y="0"/>
                </a:moveTo>
                <a:cubicBezTo>
                  <a:pt x="2283" y="0"/>
                  <a:pt x="2134" y="12"/>
                  <a:pt x="1987" y="33"/>
                </a:cubicBezTo>
                <a:lnTo>
                  <a:pt x="1987" y="33"/>
                </a:lnTo>
                <a:cubicBezTo>
                  <a:pt x="1519" y="79"/>
                  <a:pt x="1082" y="246"/>
                  <a:pt x="738" y="578"/>
                </a:cubicBezTo>
                <a:cubicBezTo>
                  <a:pt x="443" y="863"/>
                  <a:pt x="236" y="1259"/>
                  <a:pt x="158" y="1661"/>
                </a:cubicBezTo>
                <a:cubicBezTo>
                  <a:pt x="0" y="2477"/>
                  <a:pt x="228" y="3403"/>
                  <a:pt x="896" y="3941"/>
                </a:cubicBezTo>
                <a:cubicBezTo>
                  <a:pt x="1283" y="4251"/>
                  <a:pt x="1777" y="4404"/>
                  <a:pt x="2272" y="4404"/>
                </a:cubicBezTo>
                <a:cubicBezTo>
                  <a:pt x="2762" y="4404"/>
                  <a:pt x="3253" y="4255"/>
                  <a:pt x="3645" y="3962"/>
                </a:cubicBezTo>
                <a:cubicBezTo>
                  <a:pt x="4395" y="3401"/>
                  <a:pt x="4700" y="2409"/>
                  <a:pt x="4443" y="1512"/>
                </a:cubicBezTo>
                <a:cubicBezTo>
                  <a:pt x="4302" y="1025"/>
                  <a:pt x="4003" y="604"/>
                  <a:pt x="3582" y="321"/>
                </a:cubicBezTo>
                <a:cubicBezTo>
                  <a:pt x="3236" y="89"/>
                  <a:pt x="2836" y="0"/>
                  <a:pt x="2431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467" name="Google Shape;5467;p16"/>
          <p:cNvGrpSpPr/>
          <p:nvPr/>
        </p:nvGrpSpPr>
        <p:grpSpPr>
          <a:xfrm>
            <a:off x="6340450" y="4088531"/>
            <a:ext cx="1055760" cy="753780"/>
            <a:chOff x="3308425" y="649500"/>
            <a:chExt cx="947975" cy="676825"/>
          </a:xfrm>
        </p:grpSpPr>
        <p:sp>
          <p:nvSpPr>
            <p:cNvPr id="5468" name="Google Shape;5468;p16"/>
            <p:cNvSpPr/>
            <p:nvPr/>
          </p:nvSpPr>
          <p:spPr>
            <a:xfrm>
              <a:off x="3308425" y="649500"/>
              <a:ext cx="947975" cy="676275"/>
            </a:xfrm>
            <a:custGeom>
              <a:rect b="b" l="l" r="r" t="t"/>
              <a:pathLst>
                <a:path extrusionOk="0" h="27051" w="37919">
                  <a:moveTo>
                    <a:pt x="12816" y="19976"/>
                  </a:moveTo>
                  <a:cubicBezTo>
                    <a:pt x="12818" y="19976"/>
                    <a:pt x="12821" y="19976"/>
                    <a:pt x="12824" y="19976"/>
                  </a:cubicBezTo>
                  <a:lnTo>
                    <a:pt x="12824" y="19976"/>
                  </a:lnTo>
                  <a:cubicBezTo>
                    <a:pt x="12815" y="19979"/>
                    <a:pt x="12808" y="19979"/>
                    <a:pt x="12804" y="19979"/>
                  </a:cubicBezTo>
                  <a:cubicBezTo>
                    <a:pt x="12796" y="19979"/>
                    <a:pt x="12800" y="19976"/>
                    <a:pt x="12816" y="19976"/>
                  </a:cubicBezTo>
                  <a:close/>
                  <a:moveTo>
                    <a:pt x="23205" y="24113"/>
                  </a:moveTo>
                  <a:cubicBezTo>
                    <a:pt x="23209" y="24113"/>
                    <a:pt x="23211" y="24115"/>
                    <a:pt x="23210" y="24120"/>
                  </a:cubicBezTo>
                  <a:cubicBezTo>
                    <a:pt x="23210" y="24121"/>
                    <a:pt x="23207" y="24122"/>
                    <a:pt x="23199" y="24122"/>
                  </a:cubicBezTo>
                  <a:cubicBezTo>
                    <a:pt x="23195" y="24122"/>
                    <a:pt x="23190" y="24121"/>
                    <a:pt x="23183" y="24121"/>
                  </a:cubicBezTo>
                  <a:lnTo>
                    <a:pt x="23183" y="24121"/>
                  </a:lnTo>
                  <a:cubicBezTo>
                    <a:pt x="23192" y="24116"/>
                    <a:pt x="23200" y="24113"/>
                    <a:pt x="23205" y="24113"/>
                  </a:cubicBezTo>
                  <a:close/>
                  <a:moveTo>
                    <a:pt x="36242" y="1377"/>
                  </a:moveTo>
                  <a:cubicBezTo>
                    <a:pt x="35424" y="2822"/>
                    <a:pt x="34606" y="4266"/>
                    <a:pt x="33786" y="5709"/>
                  </a:cubicBezTo>
                  <a:cubicBezTo>
                    <a:pt x="31759" y="9274"/>
                    <a:pt x="29728" y="12836"/>
                    <a:pt x="27681" y="16390"/>
                  </a:cubicBezTo>
                  <a:cubicBezTo>
                    <a:pt x="26227" y="18914"/>
                    <a:pt x="24824" y="21495"/>
                    <a:pt x="23229" y="23934"/>
                  </a:cubicBezTo>
                  <a:cubicBezTo>
                    <a:pt x="23191" y="23992"/>
                    <a:pt x="23148" y="24050"/>
                    <a:pt x="23106" y="24108"/>
                  </a:cubicBezTo>
                  <a:lnTo>
                    <a:pt x="23106" y="24108"/>
                  </a:lnTo>
                  <a:cubicBezTo>
                    <a:pt x="23088" y="24104"/>
                    <a:pt x="23067" y="24099"/>
                    <a:pt x="23044" y="24092"/>
                  </a:cubicBezTo>
                  <a:cubicBezTo>
                    <a:pt x="22905" y="24054"/>
                    <a:pt x="22768" y="24012"/>
                    <a:pt x="22633" y="23962"/>
                  </a:cubicBezTo>
                  <a:cubicBezTo>
                    <a:pt x="22302" y="23842"/>
                    <a:pt x="21982" y="23692"/>
                    <a:pt x="21664" y="23540"/>
                  </a:cubicBezTo>
                  <a:cubicBezTo>
                    <a:pt x="19793" y="22645"/>
                    <a:pt x="18001" y="21587"/>
                    <a:pt x="16189" y="20578"/>
                  </a:cubicBezTo>
                  <a:cubicBezTo>
                    <a:pt x="15443" y="20163"/>
                    <a:pt x="14697" y="19740"/>
                    <a:pt x="13928" y="19365"/>
                  </a:cubicBezTo>
                  <a:cubicBezTo>
                    <a:pt x="13607" y="19207"/>
                    <a:pt x="13229" y="18985"/>
                    <a:pt x="12857" y="18985"/>
                  </a:cubicBezTo>
                  <a:cubicBezTo>
                    <a:pt x="12737" y="18985"/>
                    <a:pt x="12617" y="19009"/>
                    <a:pt x="12500" y="19066"/>
                  </a:cubicBezTo>
                  <a:cubicBezTo>
                    <a:pt x="12209" y="19207"/>
                    <a:pt x="11959" y="19472"/>
                    <a:pt x="11729" y="19693"/>
                  </a:cubicBezTo>
                  <a:cubicBezTo>
                    <a:pt x="11318" y="20094"/>
                    <a:pt x="10928" y="20513"/>
                    <a:pt x="10534" y="20928"/>
                  </a:cubicBezTo>
                  <a:cubicBezTo>
                    <a:pt x="9428" y="22101"/>
                    <a:pt x="8325" y="23277"/>
                    <a:pt x="7166" y="24400"/>
                  </a:cubicBezTo>
                  <a:cubicBezTo>
                    <a:pt x="6929" y="24629"/>
                    <a:pt x="6690" y="24856"/>
                    <a:pt x="6448" y="25080"/>
                  </a:cubicBezTo>
                  <a:lnTo>
                    <a:pt x="6448" y="25080"/>
                  </a:lnTo>
                  <a:cubicBezTo>
                    <a:pt x="7055" y="22855"/>
                    <a:pt x="7613" y="20617"/>
                    <a:pt x="8177" y="18381"/>
                  </a:cubicBezTo>
                  <a:cubicBezTo>
                    <a:pt x="8331" y="17766"/>
                    <a:pt x="8727" y="16974"/>
                    <a:pt x="8278" y="16415"/>
                  </a:cubicBezTo>
                  <a:cubicBezTo>
                    <a:pt x="7575" y="15537"/>
                    <a:pt x="6292" y="15010"/>
                    <a:pt x="5320" y="14501"/>
                  </a:cubicBezTo>
                  <a:cubicBezTo>
                    <a:pt x="4122" y="13870"/>
                    <a:pt x="2890" y="13287"/>
                    <a:pt x="1708" y="12620"/>
                  </a:cubicBezTo>
                  <a:lnTo>
                    <a:pt x="1708" y="12620"/>
                  </a:lnTo>
                  <a:cubicBezTo>
                    <a:pt x="6998" y="10932"/>
                    <a:pt x="12278" y="9210"/>
                    <a:pt x="17556" y="7490"/>
                  </a:cubicBezTo>
                  <a:cubicBezTo>
                    <a:pt x="23048" y="5699"/>
                    <a:pt x="28536" y="3904"/>
                    <a:pt x="34026" y="2105"/>
                  </a:cubicBezTo>
                  <a:cubicBezTo>
                    <a:pt x="34765" y="1863"/>
                    <a:pt x="35503" y="1620"/>
                    <a:pt x="36242" y="1377"/>
                  </a:cubicBezTo>
                  <a:close/>
                  <a:moveTo>
                    <a:pt x="37319" y="0"/>
                  </a:moveTo>
                  <a:cubicBezTo>
                    <a:pt x="37273" y="0"/>
                    <a:pt x="37225" y="7"/>
                    <a:pt x="37176" y="23"/>
                  </a:cubicBezTo>
                  <a:cubicBezTo>
                    <a:pt x="33967" y="1077"/>
                    <a:pt x="30757" y="2128"/>
                    <a:pt x="27546" y="3179"/>
                  </a:cubicBezTo>
                  <a:cubicBezTo>
                    <a:pt x="21382" y="5195"/>
                    <a:pt x="15218" y="7209"/>
                    <a:pt x="9047" y="9209"/>
                  </a:cubicBezTo>
                  <a:cubicBezTo>
                    <a:pt x="6184" y="10137"/>
                    <a:pt x="3319" y="11064"/>
                    <a:pt x="452" y="11976"/>
                  </a:cubicBezTo>
                  <a:lnTo>
                    <a:pt x="452" y="11976"/>
                  </a:lnTo>
                  <a:cubicBezTo>
                    <a:pt x="371" y="11985"/>
                    <a:pt x="297" y="12018"/>
                    <a:pt x="233" y="12067"/>
                  </a:cubicBezTo>
                  <a:lnTo>
                    <a:pt x="233" y="12067"/>
                  </a:lnTo>
                  <a:cubicBezTo>
                    <a:pt x="111" y="12148"/>
                    <a:pt x="46" y="12272"/>
                    <a:pt x="28" y="12402"/>
                  </a:cubicBezTo>
                  <a:lnTo>
                    <a:pt x="28" y="12402"/>
                  </a:lnTo>
                  <a:cubicBezTo>
                    <a:pt x="0" y="12540"/>
                    <a:pt x="26" y="12688"/>
                    <a:pt x="128" y="12807"/>
                  </a:cubicBezTo>
                  <a:lnTo>
                    <a:pt x="128" y="12807"/>
                  </a:lnTo>
                  <a:cubicBezTo>
                    <a:pt x="180" y="12878"/>
                    <a:pt x="249" y="12934"/>
                    <a:pt x="332" y="12964"/>
                  </a:cubicBezTo>
                  <a:lnTo>
                    <a:pt x="332" y="12964"/>
                  </a:lnTo>
                  <a:cubicBezTo>
                    <a:pt x="1532" y="13711"/>
                    <a:pt x="2813" y="14326"/>
                    <a:pt x="4069" y="14970"/>
                  </a:cubicBezTo>
                  <a:cubicBezTo>
                    <a:pt x="5152" y="15529"/>
                    <a:pt x="6416" y="16055"/>
                    <a:pt x="7339" y="16873"/>
                  </a:cubicBezTo>
                  <a:cubicBezTo>
                    <a:pt x="7383" y="16913"/>
                    <a:pt x="7435" y="16989"/>
                    <a:pt x="7487" y="17027"/>
                  </a:cubicBezTo>
                  <a:lnTo>
                    <a:pt x="7487" y="17027"/>
                  </a:lnTo>
                  <a:cubicBezTo>
                    <a:pt x="7393" y="17359"/>
                    <a:pt x="7319" y="17699"/>
                    <a:pt x="7235" y="18033"/>
                  </a:cubicBezTo>
                  <a:cubicBezTo>
                    <a:pt x="6913" y="19321"/>
                    <a:pt x="6584" y="20606"/>
                    <a:pt x="6254" y="21891"/>
                  </a:cubicBezTo>
                  <a:cubicBezTo>
                    <a:pt x="5860" y="23410"/>
                    <a:pt x="5464" y="24931"/>
                    <a:pt x="5034" y="26439"/>
                  </a:cubicBezTo>
                  <a:cubicBezTo>
                    <a:pt x="4930" y="26803"/>
                    <a:pt x="5214" y="27050"/>
                    <a:pt x="5517" y="27050"/>
                  </a:cubicBezTo>
                  <a:cubicBezTo>
                    <a:pt x="5639" y="27050"/>
                    <a:pt x="5763" y="27011"/>
                    <a:pt x="5866" y="26924"/>
                  </a:cubicBezTo>
                  <a:cubicBezTo>
                    <a:pt x="8247" y="24910"/>
                    <a:pt x="10227" y="22525"/>
                    <a:pt x="12464" y="20370"/>
                  </a:cubicBezTo>
                  <a:cubicBezTo>
                    <a:pt x="12589" y="20250"/>
                    <a:pt x="12713" y="20123"/>
                    <a:pt x="12852" y="20018"/>
                  </a:cubicBezTo>
                  <a:cubicBezTo>
                    <a:pt x="12863" y="20009"/>
                    <a:pt x="12877" y="19999"/>
                    <a:pt x="12890" y="19990"/>
                  </a:cubicBezTo>
                  <a:lnTo>
                    <a:pt x="12890" y="19990"/>
                  </a:lnTo>
                  <a:cubicBezTo>
                    <a:pt x="12900" y="19993"/>
                    <a:pt x="12910" y="19997"/>
                    <a:pt x="12921" y="20001"/>
                  </a:cubicBezTo>
                  <a:cubicBezTo>
                    <a:pt x="13088" y="20068"/>
                    <a:pt x="13031" y="20039"/>
                    <a:pt x="13176" y="20106"/>
                  </a:cubicBezTo>
                  <a:cubicBezTo>
                    <a:pt x="13893" y="20437"/>
                    <a:pt x="14584" y="20827"/>
                    <a:pt x="15275" y="21210"/>
                  </a:cubicBezTo>
                  <a:cubicBezTo>
                    <a:pt x="17105" y="22224"/>
                    <a:pt x="18913" y="23285"/>
                    <a:pt x="20786" y="24217"/>
                  </a:cubicBezTo>
                  <a:cubicBezTo>
                    <a:pt x="21424" y="24535"/>
                    <a:pt x="22098" y="24897"/>
                    <a:pt x="22800" y="25057"/>
                  </a:cubicBezTo>
                  <a:cubicBezTo>
                    <a:pt x="22930" y="25087"/>
                    <a:pt x="23053" y="25105"/>
                    <a:pt x="23169" y="25105"/>
                  </a:cubicBezTo>
                  <a:cubicBezTo>
                    <a:pt x="23448" y="25105"/>
                    <a:pt x="23685" y="25004"/>
                    <a:pt x="23880" y="24741"/>
                  </a:cubicBezTo>
                  <a:cubicBezTo>
                    <a:pt x="24388" y="24059"/>
                    <a:pt x="24801" y="23292"/>
                    <a:pt x="25237" y="22563"/>
                  </a:cubicBezTo>
                  <a:cubicBezTo>
                    <a:pt x="26092" y="21124"/>
                    <a:pt x="26933" y="19677"/>
                    <a:pt x="27771" y="18227"/>
                  </a:cubicBezTo>
                  <a:cubicBezTo>
                    <a:pt x="29844" y="14642"/>
                    <a:pt x="31898" y="11043"/>
                    <a:pt x="33946" y="7443"/>
                  </a:cubicBezTo>
                  <a:cubicBezTo>
                    <a:pt x="35191" y="5254"/>
                    <a:pt x="36493" y="3084"/>
                    <a:pt x="37679" y="860"/>
                  </a:cubicBezTo>
                  <a:cubicBezTo>
                    <a:pt x="37698" y="826"/>
                    <a:pt x="37717" y="790"/>
                    <a:pt x="37738" y="754"/>
                  </a:cubicBezTo>
                  <a:cubicBezTo>
                    <a:pt x="37919" y="436"/>
                    <a:pt x="37673" y="0"/>
                    <a:pt x="3731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69" name="Google Shape;5469;p16"/>
            <p:cNvSpPr/>
            <p:nvPr/>
          </p:nvSpPr>
          <p:spPr>
            <a:xfrm>
              <a:off x="3492300" y="863350"/>
              <a:ext cx="474450" cy="278325"/>
            </a:xfrm>
            <a:custGeom>
              <a:rect b="b" l="l" r="r" t="t"/>
              <a:pathLst>
                <a:path extrusionOk="0" h="11133" w="18978">
                  <a:moveTo>
                    <a:pt x="18335" y="1"/>
                  </a:moveTo>
                  <a:cubicBezTo>
                    <a:pt x="18285" y="1"/>
                    <a:pt x="18233" y="10"/>
                    <a:pt x="18179" y="31"/>
                  </a:cubicBezTo>
                  <a:cubicBezTo>
                    <a:pt x="15036" y="1249"/>
                    <a:pt x="11985" y="2675"/>
                    <a:pt x="8954" y="4143"/>
                  </a:cubicBezTo>
                  <a:cubicBezTo>
                    <a:pt x="6184" y="5485"/>
                    <a:pt x="3415" y="6829"/>
                    <a:pt x="534" y="7916"/>
                  </a:cubicBezTo>
                  <a:cubicBezTo>
                    <a:pt x="1" y="8116"/>
                    <a:pt x="152" y="8911"/>
                    <a:pt x="623" y="8911"/>
                  </a:cubicBezTo>
                  <a:cubicBezTo>
                    <a:pt x="678" y="8911"/>
                    <a:pt x="737" y="8900"/>
                    <a:pt x="799" y="8877"/>
                  </a:cubicBezTo>
                  <a:cubicBezTo>
                    <a:pt x="5885" y="6960"/>
                    <a:pt x="10658" y="4331"/>
                    <a:pt x="15633" y="2155"/>
                  </a:cubicBezTo>
                  <a:lnTo>
                    <a:pt x="15633" y="2155"/>
                  </a:lnTo>
                  <a:cubicBezTo>
                    <a:pt x="12206" y="4952"/>
                    <a:pt x="8533" y="7433"/>
                    <a:pt x="5160" y="10303"/>
                  </a:cubicBezTo>
                  <a:cubicBezTo>
                    <a:pt x="4776" y="10629"/>
                    <a:pt x="5131" y="11132"/>
                    <a:pt x="5535" y="11132"/>
                  </a:cubicBezTo>
                  <a:cubicBezTo>
                    <a:pt x="5646" y="11132"/>
                    <a:pt x="5760" y="11095"/>
                    <a:pt x="5863" y="11007"/>
                  </a:cubicBezTo>
                  <a:cubicBezTo>
                    <a:pt x="10016" y="7474"/>
                    <a:pt x="14621" y="4533"/>
                    <a:pt x="18664" y="863"/>
                  </a:cubicBezTo>
                  <a:cubicBezTo>
                    <a:pt x="18977" y="577"/>
                    <a:pt x="18723" y="1"/>
                    <a:pt x="1833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70" name="Google Shape;5470;p16"/>
            <p:cNvSpPr/>
            <p:nvPr/>
          </p:nvSpPr>
          <p:spPr>
            <a:xfrm>
              <a:off x="3428775" y="1197550"/>
              <a:ext cx="352850" cy="128775"/>
            </a:xfrm>
            <a:custGeom>
              <a:rect b="b" l="l" r="r" t="t"/>
              <a:pathLst>
                <a:path extrusionOk="0" h="5151" w="14114">
                  <a:moveTo>
                    <a:pt x="13430" y="0"/>
                  </a:moveTo>
                  <a:cubicBezTo>
                    <a:pt x="13384" y="0"/>
                    <a:pt x="13335" y="7"/>
                    <a:pt x="13283" y="21"/>
                  </a:cubicBezTo>
                  <a:cubicBezTo>
                    <a:pt x="8994" y="1241"/>
                    <a:pt x="4865" y="2969"/>
                    <a:pt x="568" y="4169"/>
                  </a:cubicBezTo>
                  <a:cubicBezTo>
                    <a:pt x="1" y="4328"/>
                    <a:pt x="175" y="5151"/>
                    <a:pt x="688" y="5151"/>
                  </a:cubicBezTo>
                  <a:cubicBezTo>
                    <a:pt x="734" y="5151"/>
                    <a:pt x="782" y="5144"/>
                    <a:pt x="833" y="5130"/>
                  </a:cubicBezTo>
                  <a:cubicBezTo>
                    <a:pt x="5131" y="3929"/>
                    <a:pt x="9260" y="2202"/>
                    <a:pt x="13549" y="982"/>
                  </a:cubicBezTo>
                  <a:cubicBezTo>
                    <a:pt x="14113" y="822"/>
                    <a:pt x="13940" y="0"/>
                    <a:pt x="1343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471" name="Google Shape;5471;p16"/>
          <p:cNvSpPr/>
          <p:nvPr/>
        </p:nvSpPr>
        <p:spPr>
          <a:xfrm>
            <a:off x="7894025" y="4116025"/>
            <a:ext cx="117525" cy="110100"/>
          </a:xfrm>
          <a:custGeom>
            <a:rect b="b" l="l" r="r" t="t"/>
            <a:pathLst>
              <a:path extrusionOk="0" h="4404" w="4701">
                <a:moveTo>
                  <a:pt x="1951" y="1032"/>
                </a:moveTo>
                <a:cubicBezTo>
                  <a:pt x="1950" y="1033"/>
                  <a:pt x="1949" y="1033"/>
                  <a:pt x="1947" y="1033"/>
                </a:cubicBezTo>
                <a:cubicBezTo>
                  <a:pt x="1948" y="1033"/>
                  <a:pt x="1950" y="1033"/>
                  <a:pt x="1951" y="1032"/>
                </a:cubicBezTo>
                <a:close/>
                <a:moveTo>
                  <a:pt x="2857" y="1059"/>
                </a:moveTo>
                <a:cubicBezTo>
                  <a:pt x="2871" y="1059"/>
                  <a:pt x="2889" y="1066"/>
                  <a:pt x="2907" y="1075"/>
                </a:cubicBezTo>
                <a:lnTo>
                  <a:pt x="2907" y="1075"/>
                </a:lnTo>
                <a:cubicBezTo>
                  <a:pt x="2887" y="1068"/>
                  <a:pt x="2858" y="1059"/>
                  <a:pt x="2857" y="1059"/>
                </a:cubicBezTo>
                <a:close/>
                <a:moveTo>
                  <a:pt x="3091" y="1185"/>
                </a:moveTo>
                <a:cubicBezTo>
                  <a:pt x="3091" y="1185"/>
                  <a:pt x="3091" y="1185"/>
                  <a:pt x="3091" y="1185"/>
                </a:cubicBezTo>
                <a:lnTo>
                  <a:pt x="3091" y="1185"/>
                </a:lnTo>
                <a:cubicBezTo>
                  <a:pt x="3091" y="1185"/>
                  <a:pt x="3091" y="1185"/>
                  <a:pt x="3091" y="1185"/>
                </a:cubicBezTo>
                <a:close/>
                <a:moveTo>
                  <a:pt x="3104" y="1198"/>
                </a:moveTo>
                <a:cubicBezTo>
                  <a:pt x="3111" y="1203"/>
                  <a:pt x="3118" y="1208"/>
                  <a:pt x="3125" y="1213"/>
                </a:cubicBezTo>
                <a:cubicBezTo>
                  <a:pt x="3142" y="1224"/>
                  <a:pt x="3149" y="1229"/>
                  <a:pt x="3148" y="1229"/>
                </a:cubicBezTo>
                <a:cubicBezTo>
                  <a:pt x="3148" y="1229"/>
                  <a:pt x="3121" y="1211"/>
                  <a:pt x="3104" y="1198"/>
                </a:cubicBezTo>
                <a:close/>
                <a:moveTo>
                  <a:pt x="1747" y="3319"/>
                </a:moveTo>
                <a:cubicBezTo>
                  <a:pt x="1767" y="3326"/>
                  <a:pt x="1803" y="3338"/>
                  <a:pt x="1802" y="3338"/>
                </a:cubicBezTo>
                <a:cubicBezTo>
                  <a:pt x="1800" y="3339"/>
                  <a:pt x="1799" y="3339"/>
                  <a:pt x="1797" y="3339"/>
                </a:cubicBezTo>
                <a:cubicBezTo>
                  <a:pt x="1785" y="3339"/>
                  <a:pt x="1766" y="3330"/>
                  <a:pt x="1747" y="3319"/>
                </a:cubicBezTo>
                <a:close/>
                <a:moveTo>
                  <a:pt x="2463" y="3393"/>
                </a:moveTo>
                <a:cubicBezTo>
                  <a:pt x="2461" y="3393"/>
                  <a:pt x="2459" y="3393"/>
                  <a:pt x="2456" y="3393"/>
                </a:cubicBezTo>
                <a:lnTo>
                  <a:pt x="2456" y="3393"/>
                </a:lnTo>
                <a:cubicBezTo>
                  <a:pt x="2459" y="3393"/>
                  <a:pt x="2462" y="3393"/>
                  <a:pt x="2463" y="3393"/>
                </a:cubicBezTo>
                <a:close/>
                <a:moveTo>
                  <a:pt x="2387" y="989"/>
                </a:moveTo>
                <a:cubicBezTo>
                  <a:pt x="2440" y="989"/>
                  <a:pt x="2491" y="989"/>
                  <a:pt x="2541" y="993"/>
                </a:cubicBezTo>
                <a:cubicBezTo>
                  <a:pt x="2560" y="993"/>
                  <a:pt x="2582" y="997"/>
                  <a:pt x="2601" y="998"/>
                </a:cubicBezTo>
                <a:lnTo>
                  <a:pt x="2601" y="998"/>
                </a:lnTo>
                <a:cubicBezTo>
                  <a:pt x="2682" y="1018"/>
                  <a:pt x="2761" y="1029"/>
                  <a:pt x="2840" y="1057"/>
                </a:cubicBezTo>
                <a:cubicBezTo>
                  <a:pt x="2857" y="1061"/>
                  <a:pt x="2876" y="1069"/>
                  <a:pt x="2895" y="1076"/>
                </a:cubicBezTo>
                <a:cubicBezTo>
                  <a:pt x="2906" y="1079"/>
                  <a:pt x="2914" y="1081"/>
                  <a:pt x="2919" y="1082"/>
                </a:cubicBezTo>
                <a:lnTo>
                  <a:pt x="2919" y="1082"/>
                </a:lnTo>
                <a:cubicBezTo>
                  <a:pt x="2944" y="1096"/>
                  <a:pt x="2968" y="1113"/>
                  <a:pt x="2984" y="1122"/>
                </a:cubicBezTo>
                <a:cubicBezTo>
                  <a:pt x="3015" y="1139"/>
                  <a:pt x="3049" y="1160"/>
                  <a:pt x="3080" y="1181"/>
                </a:cubicBezTo>
                <a:cubicBezTo>
                  <a:pt x="3084" y="1184"/>
                  <a:pt x="3088" y="1186"/>
                  <a:pt x="3092" y="1189"/>
                </a:cubicBezTo>
                <a:lnTo>
                  <a:pt x="3092" y="1189"/>
                </a:lnTo>
                <a:cubicBezTo>
                  <a:pt x="3107" y="1217"/>
                  <a:pt x="3258" y="1347"/>
                  <a:pt x="3274" y="1366"/>
                </a:cubicBezTo>
                <a:cubicBezTo>
                  <a:pt x="3278" y="1370"/>
                  <a:pt x="3281" y="1374"/>
                  <a:pt x="3284" y="1378"/>
                </a:cubicBezTo>
                <a:lnTo>
                  <a:pt x="3284" y="1378"/>
                </a:lnTo>
                <a:cubicBezTo>
                  <a:pt x="3304" y="1410"/>
                  <a:pt x="3328" y="1440"/>
                  <a:pt x="3348" y="1474"/>
                </a:cubicBezTo>
                <a:cubicBezTo>
                  <a:pt x="3367" y="1503"/>
                  <a:pt x="3386" y="1535"/>
                  <a:pt x="3403" y="1569"/>
                </a:cubicBezTo>
                <a:cubicBezTo>
                  <a:pt x="3409" y="1579"/>
                  <a:pt x="3414" y="1591"/>
                  <a:pt x="3420" y="1604"/>
                </a:cubicBezTo>
                <a:lnTo>
                  <a:pt x="3420" y="1604"/>
                </a:lnTo>
                <a:cubicBezTo>
                  <a:pt x="3420" y="1602"/>
                  <a:pt x="3420" y="1600"/>
                  <a:pt x="3420" y="1598"/>
                </a:cubicBezTo>
                <a:lnTo>
                  <a:pt x="3420" y="1598"/>
                </a:lnTo>
                <a:cubicBezTo>
                  <a:pt x="3420" y="1600"/>
                  <a:pt x="3420" y="1602"/>
                  <a:pt x="3420" y="1604"/>
                </a:cubicBezTo>
                <a:lnTo>
                  <a:pt x="3420" y="1604"/>
                </a:lnTo>
                <a:cubicBezTo>
                  <a:pt x="3420" y="1604"/>
                  <a:pt x="3420" y="1604"/>
                  <a:pt x="3420" y="1604"/>
                </a:cubicBezTo>
                <a:lnTo>
                  <a:pt x="3420" y="1604"/>
                </a:lnTo>
                <a:cubicBezTo>
                  <a:pt x="3420" y="1621"/>
                  <a:pt x="3423" y="1634"/>
                  <a:pt x="3427" y="1644"/>
                </a:cubicBezTo>
                <a:lnTo>
                  <a:pt x="3427" y="1644"/>
                </a:lnTo>
                <a:cubicBezTo>
                  <a:pt x="3423" y="1630"/>
                  <a:pt x="3420" y="1616"/>
                  <a:pt x="3420" y="1604"/>
                </a:cubicBezTo>
                <a:lnTo>
                  <a:pt x="3420" y="1604"/>
                </a:lnTo>
                <a:cubicBezTo>
                  <a:pt x="3422" y="1608"/>
                  <a:pt x="3424" y="1613"/>
                  <a:pt x="3426" y="1617"/>
                </a:cubicBezTo>
                <a:cubicBezTo>
                  <a:pt x="3442" y="1646"/>
                  <a:pt x="3443" y="1659"/>
                  <a:pt x="3439" y="1659"/>
                </a:cubicBezTo>
                <a:cubicBezTo>
                  <a:pt x="3436" y="1659"/>
                  <a:pt x="3432" y="1654"/>
                  <a:pt x="3427" y="1644"/>
                </a:cubicBezTo>
                <a:lnTo>
                  <a:pt x="3427" y="1644"/>
                </a:lnTo>
                <a:cubicBezTo>
                  <a:pt x="3443" y="1697"/>
                  <a:pt x="3479" y="1760"/>
                  <a:pt x="3491" y="1802"/>
                </a:cubicBezTo>
                <a:cubicBezTo>
                  <a:pt x="3500" y="1838"/>
                  <a:pt x="3508" y="1874"/>
                  <a:pt x="3517" y="1910"/>
                </a:cubicBezTo>
                <a:cubicBezTo>
                  <a:pt x="3521" y="1933"/>
                  <a:pt x="3525" y="1954"/>
                  <a:pt x="3529" y="1977"/>
                </a:cubicBezTo>
                <a:cubicBezTo>
                  <a:pt x="3534" y="2005"/>
                  <a:pt x="3537" y="2015"/>
                  <a:pt x="3538" y="2015"/>
                </a:cubicBezTo>
                <a:cubicBezTo>
                  <a:pt x="3540" y="2015"/>
                  <a:pt x="3530" y="1942"/>
                  <a:pt x="3525" y="1939"/>
                </a:cubicBezTo>
                <a:lnTo>
                  <a:pt x="3525" y="1939"/>
                </a:lnTo>
                <a:cubicBezTo>
                  <a:pt x="3550" y="1954"/>
                  <a:pt x="3538" y="2142"/>
                  <a:pt x="3538" y="2173"/>
                </a:cubicBezTo>
                <a:cubicBezTo>
                  <a:pt x="3538" y="2215"/>
                  <a:pt x="3535" y="2257"/>
                  <a:pt x="3533" y="2297"/>
                </a:cubicBezTo>
                <a:cubicBezTo>
                  <a:pt x="3532" y="2312"/>
                  <a:pt x="3530" y="2326"/>
                  <a:pt x="3529" y="2339"/>
                </a:cubicBezTo>
                <a:lnTo>
                  <a:pt x="3529" y="2339"/>
                </a:lnTo>
                <a:cubicBezTo>
                  <a:pt x="3514" y="2409"/>
                  <a:pt x="3504" y="2477"/>
                  <a:pt x="3483" y="2546"/>
                </a:cubicBezTo>
                <a:cubicBezTo>
                  <a:pt x="3472" y="2582"/>
                  <a:pt x="3462" y="2618"/>
                  <a:pt x="3449" y="2651"/>
                </a:cubicBezTo>
                <a:cubicBezTo>
                  <a:pt x="3445" y="2663"/>
                  <a:pt x="3440" y="2676"/>
                  <a:pt x="3436" y="2688"/>
                </a:cubicBezTo>
                <a:lnTo>
                  <a:pt x="3436" y="2688"/>
                </a:lnTo>
                <a:cubicBezTo>
                  <a:pt x="3398" y="2751"/>
                  <a:pt x="3369" y="2818"/>
                  <a:pt x="3329" y="2881"/>
                </a:cubicBezTo>
                <a:cubicBezTo>
                  <a:pt x="3324" y="2889"/>
                  <a:pt x="3300" y="2922"/>
                  <a:pt x="3284" y="2945"/>
                </a:cubicBezTo>
                <a:lnTo>
                  <a:pt x="3284" y="2945"/>
                </a:lnTo>
                <a:cubicBezTo>
                  <a:pt x="3263" y="2968"/>
                  <a:pt x="3232" y="3005"/>
                  <a:pt x="3224" y="3014"/>
                </a:cubicBezTo>
                <a:cubicBezTo>
                  <a:pt x="3198" y="3041"/>
                  <a:pt x="3171" y="3069"/>
                  <a:pt x="3142" y="3094"/>
                </a:cubicBezTo>
                <a:cubicBezTo>
                  <a:pt x="3127" y="3106"/>
                  <a:pt x="3112" y="3119"/>
                  <a:pt x="3099" y="3132"/>
                </a:cubicBezTo>
                <a:cubicBezTo>
                  <a:pt x="3075" y="3154"/>
                  <a:pt x="3071" y="3163"/>
                  <a:pt x="3076" y="3163"/>
                </a:cubicBezTo>
                <a:cubicBezTo>
                  <a:pt x="3076" y="3163"/>
                  <a:pt x="3077" y="3163"/>
                  <a:pt x="3078" y="3162"/>
                </a:cubicBezTo>
                <a:lnTo>
                  <a:pt x="3078" y="3162"/>
                </a:lnTo>
                <a:cubicBezTo>
                  <a:pt x="3021" y="3203"/>
                  <a:pt x="2923" y="3245"/>
                  <a:pt x="2889" y="3262"/>
                </a:cubicBezTo>
                <a:cubicBezTo>
                  <a:pt x="2863" y="3275"/>
                  <a:pt x="2803" y="3296"/>
                  <a:pt x="2805" y="3296"/>
                </a:cubicBezTo>
                <a:cubicBezTo>
                  <a:pt x="2806" y="3296"/>
                  <a:pt x="2822" y="3291"/>
                  <a:pt x="2866" y="3277"/>
                </a:cubicBezTo>
                <a:lnTo>
                  <a:pt x="2866" y="3277"/>
                </a:lnTo>
                <a:cubicBezTo>
                  <a:pt x="2823" y="3292"/>
                  <a:pt x="2783" y="3309"/>
                  <a:pt x="2741" y="3323"/>
                </a:cubicBezTo>
                <a:cubicBezTo>
                  <a:pt x="2642" y="3355"/>
                  <a:pt x="2541" y="3376"/>
                  <a:pt x="2438" y="3395"/>
                </a:cubicBezTo>
                <a:cubicBezTo>
                  <a:pt x="2437" y="3395"/>
                  <a:pt x="2437" y="3395"/>
                  <a:pt x="2437" y="3395"/>
                </a:cubicBezTo>
                <a:lnTo>
                  <a:pt x="2437" y="3395"/>
                </a:lnTo>
                <a:cubicBezTo>
                  <a:pt x="2416" y="3397"/>
                  <a:pt x="2395" y="3400"/>
                  <a:pt x="2375" y="3401"/>
                </a:cubicBezTo>
                <a:cubicBezTo>
                  <a:pt x="2330" y="3403"/>
                  <a:pt x="2284" y="3406"/>
                  <a:pt x="2240" y="3406"/>
                </a:cubicBezTo>
                <a:cubicBezTo>
                  <a:pt x="2226" y="3406"/>
                  <a:pt x="2211" y="3406"/>
                  <a:pt x="2197" y="3406"/>
                </a:cubicBezTo>
                <a:cubicBezTo>
                  <a:pt x="2163" y="3406"/>
                  <a:pt x="2129" y="3405"/>
                  <a:pt x="2094" y="3403"/>
                </a:cubicBezTo>
                <a:cubicBezTo>
                  <a:pt x="2081" y="3402"/>
                  <a:pt x="2067" y="3400"/>
                  <a:pt x="2054" y="3398"/>
                </a:cubicBezTo>
                <a:lnTo>
                  <a:pt x="2054" y="3398"/>
                </a:lnTo>
                <a:cubicBezTo>
                  <a:pt x="1975" y="3376"/>
                  <a:pt x="1893" y="3365"/>
                  <a:pt x="1814" y="3340"/>
                </a:cubicBezTo>
                <a:cubicBezTo>
                  <a:pt x="1797" y="3334"/>
                  <a:pt x="1778" y="3326"/>
                  <a:pt x="1762" y="3321"/>
                </a:cubicBezTo>
                <a:cubicBezTo>
                  <a:pt x="1752" y="3318"/>
                  <a:pt x="1745" y="3316"/>
                  <a:pt x="1740" y="3315"/>
                </a:cubicBezTo>
                <a:lnTo>
                  <a:pt x="1740" y="3315"/>
                </a:lnTo>
                <a:cubicBezTo>
                  <a:pt x="1716" y="3301"/>
                  <a:pt x="1691" y="3283"/>
                  <a:pt x="1679" y="3277"/>
                </a:cubicBezTo>
                <a:cubicBezTo>
                  <a:pt x="1648" y="3258"/>
                  <a:pt x="1616" y="3241"/>
                  <a:pt x="1587" y="3220"/>
                </a:cubicBezTo>
                <a:cubicBezTo>
                  <a:pt x="1572" y="3210"/>
                  <a:pt x="1557" y="3199"/>
                  <a:pt x="1543" y="3191"/>
                </a:cubicBezTo>
                <a:cubicBezTo>
                  <a:pt x="1525" y="3180"/>
                  <a:pt x="1519" y="3175"/>
                  <a:pt x="1519" y="3175"/>
                </a:cubicBezTo>
                <a:lnTo>
                  <a:pt x="1519" y="3175"/>
                </a:lnTo>
                <a:cubicBezTo>
                  <a:pt x="1518" y="3175"/>
                  <a:pt x="1582" y="3218"/>
                  <a:pt x="1580" y="3218"/>
                </a:cubicBezTo>
                <a:cubicBezTo>
                  <a:pt x="1580" y="3218"/>
                  <a:pt x="1579" y="3218"/>
                  <a:pt x="1578" y="3218"/>
                </a:cubicBezTo>
                <a:cubicBezTo>
                  <a:pt x="1542" y="3218"/>
                  <a:pt x="1420" y="3070"/>
                  <a:pt x="1399" y="3045"/>
                </a:cubicBezTo>
                <a:cubicBezTo>
                  <a:pt x="1384" y="3030"/>
                  <a:pt x="1353" y="2977"/>
                  <a:pt x="1351" y="2977"/>
                </a:cubicBezTo>
                <a:lnTo>
                  <a:pt x="1351" y="2977"/>
                </a:lnTo>
                <a:cubicBezTo>
                  <a:pt x="1350" y="2977"/>
                  <a:pt x="1354" y="2985"/>
                  <a:pt x="1363" y="3005"/>
                </a:cubicBezTo>
                <a:cubicBezTo>
                  <a:pt x="1372" y="3025"/>
                  <a:pt x="1375" y="3032"/>
                  <a:pt x="1374" y="3032"/>
                </a:cubicBezTo>
                <a:cubicBezTo>
                  <a:pt x="1372" y="3032"/>
                  <a:pt x="1335" y="2962"/>
                  <a:pt x="1326" y="2946"/>
                </a:cubicBezTo>
                <a:cubicBezTo>
                  <a:pt x="1285" y="2881"/>
                  <a:pt x="1252" y="2814"/>
                  <a:pt x="1215" y="2746"/>
                </a:cubicBezTo>
                <a:lnTo>
                  <a:pt x="1215" y="2746"/>
                </a:lnTo>
                <a:cubicBezTo>
                  <a:pt x="1214" y="2743"/>
                  <a:pt x="1213" y="2740"/>
                  <a:pt x="1212" y="2736"/>
                </a:cubicBezTo>
                <a:cubicBezTo>
                  <a:pt x="1199" y="2702"/>
                  <a:pt x="1187" y="2668"/>
                  <a:pt x="1176" y="2635"/>
                </a:cubicBezTo>
                <a:cubicBezTo>
                  <a:pt x="1153" y="2559"/>
                  <a:pt x="1132" y="2481"/>
                  <a:pt x="1119" y="2403"/>
                </a:cubicBezTo>
                <a:cubicBezTo>
                  <a:pt x="1119" y="2401"/>
                  <a:pt x="1118" y="2399"/>
                  <a:pt x="1118" y="2397"/>
                </a:cubicBezTo>
                <a:lnTo>
                  <a:pt x="1118" y="2397"/>
                </a:lnTo>
                <a:cubicBezTo>
                  <a:pt x="1122" y="2365"/>
                  <a:pt x="1108" y="2315"/>
                  <a:pt x="1106" y="2283"/>
                </a:cubicBezTo>
                <a:cubicBezTo>
                  <a:pt x="1102" y="2203"/>
                  <a:pt x="1102" y="2123"/>
                  <a:pt x="1106" y="2043"/>
                </a:cubicBezTo>
                <a:cubicBezTo>
                  <a:pt x="1107" y="2033"/>
                  <a:pt x="1110" y="2004"/>
                  <a:pt x="1113" y="1978"/>
                </a:cubicBezTo>
                <a:lnTo>
                  <a:pt x="1113" y="1978"/>
                </a:lnTo>
                <a:cubicBezTo>
                  <a:pt x="1117" y="1953"/>
                  <a:pt x="1123" y="1911"/>
                  <a:pt x="1125" y="1899"/>
                </a:cubicBezTo>
                <a:cubicBezTo>
                  <a:pt x="1144" y="1813"/>
                  <a:pt x="1170" y="1731"/>
                  <a:pt x="1197" y="1647"/>
                </a:cubicBezTo>
                <a:cubicBezTo>
                  <a:pt x="1199" y="1642"/>
                  <a:pt x="1200" y="1637"/>
                  <a:pt x="1201" y="1634"/>
                </a:cubicBezTo>
                <a:lnTo>
                  <a:pt x="1201" y="1634"/>
                </a:lnTo>
                <a:cubicBezTo>
                  <a:pt x="1203" y="1630"/>
                  <a:pt x="1205" y="1626"/>
                  <a:pt x="1208" y="1621"/>
                </a:cubicBezTo>
                <a:cubicBezTo>
                  <a:pt x="1227" y="1583"/>
                  <a:pt x="1246" y="1543"/>
                  <a:pt x="1269" y="1507"/>
                </a:cubicBezTo>
                <a:cubicBezTo>
                  <a:pt x="1290" y="1470"/>
                  <a:pt x="1313" y="1434"/>
                  <a:pt x="1338" y="1398"/>
                </a:cubicBezTo>
                <a:cubicBezTo>
                  <a:pt x="1341" y="1394"/>
                  <a:pt x="1344" y="1390"/>
                  <a:pt x="1346" y="1386"/>
                </a:cubicBezTo>
                <a:lnTo>
                  <a:pt x="1346" y="1386"/>
                </a:lnTo>
                <a:cubicBezTo>
                  <a:pt x="1346" y="1386"/>
                  <a:pt x="1346" y="1386"/>
                  <a:pt x="1347" y="1385"/>
                </a:cubicBezTo>
                <a:cubicBezTo>
                  <a:pt x="1399" y="1329"/>
                  <a:pt x="1454" y="1275"/>
                  <a:pt x="1511" y="1223"/>
                </a:cubicBezTo>
                <a:lnTo>
                  <a:pt x="1511" y="1223"/>
                </a:lnTo>
                <a:cubicBezTo>
                  <a:pt x="1524" y="1213"/>
                  <a:pt x="1537" y="1203"/>
                  <a:pt x="1551" y="1194"/>
                </a:cubicBezTo>
                <a:cubicBezTo>
                  <a:pt x="1589" y="1170"/>
                  <a:pt x="1627" y="1147"/>
                  <a:pt x="1667" y="1126"/>
                </a:cubicBezTo>
                <a:cubicBezTo>
                  <a:pt x="1682" y="1119"/>
                  <a:pt x="1697" y="1111"/>
                  <a:pt x="1712" y="1103"/>
                </a:cubicBezTo>
                <a:lnTo>
                  <a:pt x="1712" y="1103"/>
                </a:lnTo>
                <a:cubicBezTo>
                  <a:pt x="1755" y="1090"/>
                  <a:pt x="1797" y="1075"/>
                  <a:pt x="1840" y="1063"/>
                </a:cubicBezTo>
                <a:cubicBezTo>
                  <a:pt x="1884" y="1050"/>
                  <a:pt x="1928" y="1042"/>
                  <a:pt x="1970" y="1031"/>
                </a:cubicBezTo>
                <a:cubicBezTo>
                  <a:pt x="1976" y="1030"/>
                  <a:pt x="1983" y="1028"/>
                  <a:pt x="1990" y="1026"/>
                </a:cubicBezTo>
                <a:lnTo>
                  <a:pt x="1990" y="1026"/>
                </a:lnTo>
                <a:cubicBezTo>
                  <a:pt x="2008" y="1025"/>
                  <a:pt x="2026" y="1024"/>
                  <a:pt x="2042" y="1023"/>
                </a:cubicBezTo>
                <a:cubicBezTo>
                  <a:pt x="2063" y="1021"/>
                  <a:pt x="2083" y="1018"/>
                  <a:pt x="2104" y="1015"/>
                </a:cubicBezTo>
                <a:lnTo>
                  <a:pt x="2104" y="1015"/>
                </a:lnTo>
                <a:cubicBezTo>
                  <a:pt x="2127" y="1013"/>
                  <a:pt x="2151" y="1010"/>
                  <a:pt x="2175" y="1006"/>
                </a:cubicBezTo>
                <a:cubicBezTo>
                  <a:pt x="2200" y="1002"/>
                  <a:pt x="2223" y="998"/>
                  <a:pt x="2248" y="996"/>
                </a:cubicBezTo>
                <a:lnTo>
                  <a:pt x="2248" y="996"/>
                </a:lnTo>
                <a:cubicBezTo>
                  <a:pt x="2202" y="1002"/>
                  <a:pt x="2186" y="1004"/>
                  <a:pt x="2186" y="1004"/>
                </a:cubicBezTo>
                <a:cubicBezTo>
                  <a:pt x="2187" y="1004"/>
                  <a:pt x="2227" y="999"/>
                  <a:pt x="2246" y="998"/>
                </a:cubicBezTo>
                <a:cubicBezTo>
                  <a:pt x="2293" y="996"/>
                  <a:pt x="2341" y="991"/>
                  <a:pt x="2387" y="989"/>
                </a:cubicBezTo>
                <a:close/>
                <a:moveTo>
                  <a:pt x="2431" y="0"/>
                </a:moveTo>
                <a:cubicBezTo>
                  <a:pt x="2283" y="0"/>
                  <a:pt x="2134" y="12"/>
                  <a:pt x="1987" y="33"/>
                </a:cubicBezTo>
                <a:lnTo>
                  <a:pt x="1987" y="33"/>
                </a:lnTo>
                <a:cubicBezTo>
                  <a:pt x="1519" y="79"/>
                  <a:pt x="1082" y="246"/>
                  <a:pt x="738" y="578"/>
                </a:cubicBezTo>
                <a:cubicBezTo>
                  <a:pt x="443" y="863"/>
                  <a:pt x="236" y="1259"/>
                  <a:pt x="158" y="1661"/>
                </a:cubicBezTo>
                <a:cubicBezTo>
                  <a:pt x="0" y="2477"/>
                  <a:pt x="228" y="3403"/>
                  <a:pt x="896" y="3941"/>
                </a:cubicBezTo>
                <a:cubicBezTo>
                  <a:pt x="1283" y="4251"/>
                  <a:pt x="1777" y="4404"/>
                  <a:pt x="2272" y="4404"/>
                </a:cubicBezTo>
                <a:cubicBezTo>
                  <a:pt x="2762" y="4404"/>
                  <a:pt x="3253" y="4255"/>
                  <a:pt x="3645" y="3962"/>
                </a:cubicBezTo>
                <a:cubicBezTo>
                  <a:pt x="4395" y="3401"/>
                  <a:pt x="4700" y="2409"/>
                  <a:pt x="4443" y="1512"/>
                </a:cubicBezTo>
                <a:cubicBezTo>
                  <a:pt x="4302" y="1025"/>
                  <a:pt x="4003" y="604"/>
                  <a:pt x="3582" y="321"/>
                </a:cubicBezTo>
                <a:cubicBezTo>
                  <a:pt x="3236" y="89"/>
                  <a:pt x="2836" y="0"/>
                  <a:pt x="2431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472" name="Google Shape;5472;p16"/>
          <p:cNvGrpSpPr/>
          <p:nvPr/>
        </p:nvGrpSpPr>
        <p:grpSpPr>
          <a:xfrm flipH="1" rot="-6299880">
            <a:off x="1406840" y="476245"/>
            <a:ext cx="708049" cy="444266"/>
            <a:chOff x="1445125" y="3867675"/>
            <a:chExt cx="803300" cy="502950"/>
          </a:xfrm>
        </p:grpSpPr>
        <p:sp>
          <p:nvSpPr>
            <p:cNvPr id="5473" name="Google Shape;5473;p16"/>
            <p:cNvSpPr/>
            <p:nvPr/>
          </p:nvSpPr>
          <p:spPr>
            <a:xfrm>
              <a:off x="1445125" y="3867675"/>
              <a:ext cx="535450" cy="502950"/>
            </a:xfrm>
            <a:custGeom>
              <a:rect b="b" l="l" r="r" t="t"/>
              <a:pathLst>
                <a:path extrusionOk="0" h="20118" w="21418">
                  <a:moveTo>
                    <a:pt x="5846" y="993"/>
                  </a:moveTo>
                  <a:cubicBezTo>
                    <a:pt x="6726" y="993"/>
                    <a:pt x="7300" y="1814"/>
                    <a:pt x="7545" y="2688"/>
                  </a:cubicBezTo>
                  <a:cubicBezTo>
                    <a:pt x="7686" y="3200"/>
                    <a:pt x="7749" y="3726"/>
                    <a:pt x="7770" y="4255"/>
                  </a:cubicBezTo>
                  <a:cubicBezTo>
                    <a:pt x="7787" y="4700"/>
                    <a:pt x="7676" y="5216"/>
                    <a:pt x="7812" y="5641"/>
                  </a:cubicBezTo>
                  <a:cubicBezTo>
                    <a:pt x="8017" y="6280"/>
                    <a:pt x="8790" y="6621"/>
                    <a:pt x="9352" y="6861"/>
                  </a:cubicBezTo>
                  <a:cubicBezTo>
                    <a:pt x="10899" y="7523"/>
                    <a:pt x="12588" y="7895"/>
                    <a:pt x="14238" y="8195"/>
                  </a:cubicBezTo>
                  <a:cubicBezTo>
                    <a:pt x="14279" y="8202"/>
                    <a:pt x="14320" y="8206"/>
                    <a:pt x="14360" y="8206"/>
                  </a:cubicBezTo>
                  <a:cubicBezTo>
                    <a:pt x="14538" y="8206"/>
                    <a:pt x="14697" y="8128"/>
                    <a:pt x="14800" y="7965"/>
                  </a:cubicBezTo>
                  <a:cubicBezTo>
                    <a:pt x="15658" y="6602"/>
                    <a:pt x="16673" y="5266"/>
                    <a:pt x="17868" y="4181"/>
                  </a:cubicBezTo>
                  <a:cubicBezTo>
                    <a:pt x="18246" y="3837"/>
                    <a:pt x="19055" y="3130"/>
                    <a:pt x="19662" y="3130"/>
                  </a:cubicBezTo>
                  <a:cubicBezTo>
                    <a:pt x="19761" y="3130"/>
                    <a:pt x="19855" y="3149"/>
                    <a:pt x="19941" y="3191"/>
                  </a:cubicBezTo>
                  <a:cubicBezTo>
                    <a:pt x="19972" y="3206"/>
                    <a:pt x="20042" y="3282"/>
                    <a:pt x="20078" y="3334"/>
                  </a:cubicBezTo>
                  <a:cubicBezTo>
                    <a:pt x="20170" y="3474"/>
                    <a:pt x="20200" y="3554"/>
                    <a:pt x="20244" y="3703"/>
                  </a:cubicBezTo>
                  <a:cubicBezTo>
                    <a:pt x="20356" y="4074"/>
                    <a:pt x="20385" y="4459"/>
                    <a:pt x="20391" y="4845"/>
                  </a:cubicBezTo>
                  <a:cubicBezTo>
                    <a:pt x="20434" y="7253"/>
                    <a:pt x="19715" y="9724"/>
                    <a:pt x="18959" y="11987"/>
                  </a:cubicBezTo>
                  <a:cubicBezTo>
                    <a:pt x="18546" y="13223"/>
                    <a:pt x="18074" y="14443"/>
                    <a:pt x="17505" y="15619"/>
                  </a:cubicBezTo>
                  <a:cubicBezTo>
                    <a:pt x="16974" y="16720"/>
                    <a:pt x="16385" y="17795"/>
                    <a:pt x="15472" y="18631"/>
                  </a:cubicBezTo>
                  <a:cubicBezTo>
                    <a:pt x="15279" y="18808"/>
                    <a:pt x="15055" y="19008"/>
                    <a:pt x="14800" y="19090"/>
                  </a:cubicBezTo>
                  <a:cubicBezTo>
                    <a:pt x="14731" y="19114"/>
                    <a:pt x="14679" y="19127"/>
                    <a:pt x="14633" y="19127"/>
                  </a:cubicBezTo>
                  <a:cubicBezTo>
                    <a:pt x="14584" y="19127"/>
                    <a:pt x="14541" y="19112"/>
                    <a:pt x="14491" y="19078"/>
                  </a:cubicBezTo>
                  <a:cubicBezTo>
                    <a:pt x="14179" y="18859"/>
                    <a:pt x="14040" y="18279"/>
                    <a:pt x="13943" y="17913"/>
                  </a:cubicBezTo>
                  <a:cubicBezTo>
                    <a:pt x="13496" y="16204"/>
                    <a:pt x="13420" y="14392"/>
                    <a:pt x="13231" y="12644"/>
                  </a:cubicBezTo>
                  <a:cubicBezTo>
                    <a:pt x="13231" y="12642"/>
                    <a:pt x="13231" y="12641"/>
                    <a:pt x="13230" y="12640"/>
                  </a:cubicBezTo>
                  <a:lnTo>
                    <a:pt x="13230" y="12640"/>
                  </a:lnTo>
                  <a:cubicBezTo>
                    <a:pt x="13241" y="12479"/>
                    <a:pt x="13172" y="12316"/>
                    <a:pt x="12984" y="12214"/>
                  </a:cubicBezTo>
                  <a:cubicBezTo>
                    <a:pt x="12340" y="11860"/>
                    <a:pt x="11598" y="11675"/>
                    <a:pt x="10890" y="11496"/>
                  </a:cubicBezTo>
                  <a:cubicBezTo>
                    <a:pt x="10069" y="11291"/>
                    <a:pt x="9239" y="11119"/>
                    <a:pt x="8404" y="10971"/>
                  </a:cubicBezTo>
                  <a:cubicBezTo>
                    <a:pt x="7943" y="10890"/>
                    <a:pt x="7439" y="10757"/>
                    <a:pt x="6964" y="10757"/>
                  </a:cubicBezTo>
                  <a:cubicBezTo>
                    <a:pt x="6933" y="10757"/>
                    <a:pt x="6903" y="10757"/>
                    <a:pt x="6873" y="10758"/>
                  </a:cubicBezTo>
                  <a:cubicBezTo>
                    <a:pt x="6281" y="10782"/>
                    <a:pt x="5857" y="11237"/>
                    <a:pt x="5518" y="11671"/>
                  </a:cubicBezTo>
                  <a:cubicBezTo>
                    <a:pt x="4848" y="12532"/>
                    <a:pt x="4110" y="13945"/>
                    <a:pt x="2900" y="13945"/>
                  </a:cubicBezTo>
                  <a:cubicBezTo>
                    <a:pt x="2748" y="13945"/>
                    <a:pt x="2589" y="13923"/>
                    <a:pt x="2421" y="13874"/>
                  </a:cubicBezTo>
                  <a:cubicBezTo>
                    <a:pt x="1265" y="13539"/>
                    <a:pt x="1147" y="12161"/>
                    <a:pt x="1191" y="11150"/>
                  </a:cubicBezTo>
                  <a:cubicBezTo>
                    <a:pt x="1259" y="9547"/>
                    <a:pt x="1735" y="7959"/>
                    <a:pt x="2242" y="6446"/>
                  </a:cubicBezTo>
                  <a:cubicBezTo>
                    <a:pt x="2666" y="5186"/>
                    <a:pt x="3155" y="3943"/>
                    <a:pt x="3669" y="2717"/>
                  </a:cubicBezTo>
                  <a:cubicBezTo>
                    <a:pt x="4014" y="1894"/>
                    <a:pt x="4701" y="1150"/>
                    <a:pt x="5619" y="1011"/>
                  </a:cubicBezTo>
                  <a:cubicBezTo>
                    <a:pt x="5697" y="999"/>
                    <a:pt x="5772" y="993"/>
                    <a:pt x="5846" y="993"/>
                  </a:cubicBezTo>
                  <a:close/>
                  <a:moveTo>
                    <a:pt x="5851" y="1"/>
                  </a:moveTo>
                  <a:cubicBezTo>
                    <a:pt x="4753" y="1"/>
                    <a:pt x="3750" y="699"/>
                    <a:pt x="3144" y="1580"/>
                  </a:cubicBezTo>
                  <a:cubicBezTo>
                    <a:pt x="2849" y="2009"/>
                    <a:pt x="2683" y="2515"/>
                    <a:pt x="2487" y="2993"/>
                  </a:cubicBezTo>
                  <a:cubicBezTo>
                    <a:pt x="2217" y="3653"/>
                    <a:pt x="1954" y="4314"/>
                    <a:pt x="1705" y="4982"/>
                  </a:cubicBezTo>
                  <a:cubicBezTo>
                    <a:pt x="1113" y="6581"/>
                    <a:pt x="576" y="8224"/>
                    <a:pt x="323" y="9914"/>
                  </a:cubicBezTo>
                  <a:cubicBezTo>
                    <a:pt x="121" y="11253"/>
                    <a:pt x="1" y="12901"/>
                    <a:pt x="913" y="14026"/>
                  </a:cubicBezTo>
                  <a:cubicBezTo>
                    <a:pt x="1411" y="14639"/>
                    <a:pt x="2111" y="14918"/>
                    <a:pt x="2824" y="14918"/>
                  </a:cubicBezTo>
                  <a:cubicBezTo>
                    <a:pt x="3509" y="14918"/>
                    <a:pt x="4207" y="14660"/>
                    <a:pt x="4751" y="14192"/>
                  </a:cubicBezTo>
                  <a:cubicBezTo>
                    <a:pt x="5371" y="13659"/>
                    <a:pt x="5777" y="12949"/>
                    <a:pt x="6272" y="12311"/>
                  </a:cubicBezTo>
                  <a:cubicBezTo>
                    <a:pt x="6566" y="11931"/>
                    <a:pt x="6732" y="11776"/>
                    <a:pt x="7065" y="11776"/>
                  </a:cubicBezTo>
                  <a:cubicBezTo>
                    <a:pt x="7129" y="11776"/>
                    <a:pt x="7199" y="11782"/>
                    <a:pt x="7277" y="11793"/>
                  </a:cubicBezTo>
                  <a:cubicBezTo>
                    <a:pt x="8166" y="11915"/>
                    <a:pt x="9053" y="12094"/>
                    <a:pt x="9930" y="12292"/>
                  </a:cubicBezTo>
                  <a:cubicBezTo>
                    <a:pt x="10726" y="12472"/>
                    <a:pt x="11550" y="12626"/>
                    <a:pt x="12268" y="12966"/>
                  </a:cubicBezTo>
                  <a:lnTo>
                    <a:pt x="12268" y="12966"/>
                  </a:lnTo>
                  <a:cubicBezTo>
                    <a:pt x="12439" y="14633"/>
                    <a:pt x="12548" y="16332"/>
                    <a:pt x="12930" y="17963"/>
                  </a:cubicBezTo>
                  <a:cubicBezTo>
                    <a:pt x="13136" y="18845"/>
                    <a:pt x="13555" y="20118"/>
                    <a:pt x="14640" y="20118"/>
                  </a:cubicBezTo>
                  <a:cubicBezTo>
                    <a:pt x="14672" y="20118"/>
                    <a:pt x="14706" y="20116"/>
                    <a:pt x="14739" y="20114"/>
                  </a:cubicBezTo>
                  <a:cubicBezTo>
                    <a:pt x="15314" y="20074"/>
                    <a:pt x="15818" y="19674"/>
                    <a:pt x="16220" y="19295"/>
                  </a:cubicBezTo>
                  <a:cubicBezTo>
                    <a:pt x="16778" y="18770"/>
                    <a:pt x="17242" y="18165"/>
                    <a:pt x="17630" y="17506"/>
                  </a:cubicBezTo>
                  <a:cubicBezTo>
                    <a:pt x="18329" y="16326"/>
                    <a:pt x="18879" y="15058"/>
                    <a:pt x="19372" y="13779"/>
                  </a:cubicBezTo>
                  <a:cubicBezTo>
                    <a:pt x="20387" y="11140"/>
                    <a:pt x="21255" y="8266"/>
                    <a:pt x="21379" y="5422"/>
                  </a:cubicBezTo>
                  <a:cubicBezTo>
                    <a:pt x="21417" y="4558"/>
                    <a:pt x="21409" y="3509"/>
                    <a:pt x="20893" y="2768"/>
                  </a:cubicBezTo>
                  <a:cubicBezTo>
                    <a:pt x="20591" y="2334"/>
                    <a:pt x="20167" y="2169"/>
                    <a:pt x="19717" y="2169"/>
                  </a:cubicBezTo>
                  <a:cubicBezTo>
                    <a:pt x="19269" y="2169"/>
                    <a:pt x="18796" y="2332"/>
                    <a:pt x="18392" y="2557"/>
                  </a:cubicBezTo>
                  <a:cubicBezTo>
                    <a:pt x="17206" y="3219"/>
                    <a:pt x="16258" y="4331"/>
                    <a:pt x="15430" y="5382"/>
                  </a:cubicBezTo>
                  <a:cubicBezTo>
                    <a:pt x="14975" y="5959"/>
                    <a:pt x="14535" y="6551"/>
                    <a:pt x="14131" y="7165"/>
                  </a:cubicBezTo>
                  <a:lnTo>
                    <a:pt x="14131" y="7165"/>
                  </a:lnTo>
                  <a:cubicBezTo>
                    <a:pt x="12741" y="6903"/>
                    <a:pt x="11340" y="6572"/>
                    <a:pt x="10022" y="6067"/>
                  </a:cubicBezTo>
                  <a:cubicBezTo>
                    <a:pt x="9692" y="5938"/>
                    <a:pt x="9355" y="5795"/>
                    <a:pt x="9057" y="5599"/>
                  </a:cubicBezTo>
                  <a:cubicBezTo>
                    <a:pt x="8975" y="5544"/>
                    <a:pt x="8902" y="5490"/>
                    <a:pt x="8830" y="5420"/>
                  </a:cubicBezTo>
                  <a:cubicBezTo>
                    <a:pt x="8801" y="5393"/>
                    <a:pt x="8791" y="5386"/>
                    <a:pt x="8788" y="5385"/>
                  </a:cubicBezTo>
                  <a:lnTo>
                    <a:pt x="8788" y="5385"/>
                  </a:lnTo>
                  <a:cubicBezTo>
                    <a:pt x="8787" y="5381"/>
                    <a:pt x="8781" y="5370"/>
                    <a:pt x="8767" y="5346"/>
                  </a:cubicBezTo>
                  <a:cubicBezTo>
                    <a:pt x="8764" y="5342"/>
                    <a:pt x="8761" y="5338"/>
                    <a:pt x="8759" y="5334"/>
                  </a:cubicBezTo>
                  <a:lnTo>
                    <a:pt x="8759" y="5334"/>
                  </a:lnTo>
                  <a:cubicBezTo>
                    <a:pt x="8759" y="5333"/>
                    <a:pt x="8759" y="5331"/>
                    <a:pt x="8758" y="5329"/>
                  </a:cubicBezTo>
                  <a:cubicBezTo>
                    <a:pt x="8680" y="4813"/>
                    <a:pt x="8779" y="4238"/>
                    <a:pt x="8729" y="3712"/>
                  </a:cubicBezTo>
                  <a:cubicBezTo>
                    <a:pt x="8683" y="3244"/>
                    <a:pt x="8611" y="2774"/>
                    <a:pt x="8476" y="2325"/>
                  </a:cubicBezTo>
                  <a:cubicBezTo>
                    <a:pt x="8116" y="1129"/>
                    <a:pt x="7256" y="33"/>
                    <a:pt x="5914" y="2"/>
                  </a:cubicBezTo>
                  <a:cubicBezTo>
                    <a:pt x="5893" y="1"/>
                    <a:pt x="5872" y="1"/>
                    <a:pt x="585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74" name="Google Shape;5474;p16"/>
            <p:cNvSpPr/>
            <p:nvPr/>
          </p:nvSpPr>
          <p:spPr>
            <a:xfrm>
              <a:off x="1903525" y="4088100"/>
              <a:ext cx="344900" cy="185850"/>
            </a:xfrm>
            <a:custGeom>
              <a:rect b="b" l="l" r="r" t="t"/>
              <a:pathLst>
                <a:path extrusionOk="0" h="7434" w="13796">
                  <a:moveTo>
                    <a:pt x="2035" y="1"/>
                  </a:moveTo>
                  <a:cubicBezTo>
                    <a:pt x="1593" y="1"/>
                    <a:pt x="1301" y="661"/>
                    <a:pt x="1777" y="928"/>
                  </a:cubicBezTo>
                  <a:cubicBezTo>
                    <a:pt x="5023" y="2748"/>
                    <a:pt x="8420" y="4238"/>
                    <a:pt x="11476" y="6352"/>
                  </a:cubicBezTo>
                  <a:lnTo>
                    <a:pt x="11476" y="6352"/>
                  </a:lnTo>
                  <a:cubicBezTo>
                    <a:pt x="7847" y="6103"/>
                    <a:pt x="4252" y="5482"/>
                    <a:pt x="636" y="5110"/>
                  </a:cubicBezTo>
                  <a:cubicBezTo>
                    <a:pt x="615" y="5108"/>
                    <a:pt x="596" y="5107"/>
                    <a:pt x="577" y="5107"/>
                  </a:cubicBezTo>
                  <a:cubicBezTo>
                    <a:pt x="0" y="5107"/>
                    <a:pt x="24" y="6045"/>
                    <a:pt x="636" y="6106"/>
                  </a:cubicBezTo>
                  <a:cubicBezTo>
                    <a:pt x="4792" y="6534"/>
                    <a:pt x="8919" y="7290"/>
                    <a:pt x="13101" y="7434"/>
                  </a:cubicBezTo>
                  <a:cubicBezTo>
                    <a:pt x="13106" y="7434"/>
                    <a:pt x="13111" y="7434"/>
                    <a:pt x="13115" y="7434"/>
                  </a:cubicBezTo>
                  <a:cubicBezTo>
                    <a:pt x="13508" y="7434"/>
                    <a:pt x="13796" y="6851"/>
                    <a:pt x="13455" y="6582"/>
                  </a:cubicBezTo>
                  <a:cubicBezTo>
                    <a:pt x="11767" y="5262"/>
                    <a:pt x="9981" y="4109"/>
                    <a:pt x="8087" y="3106"/>
                  </a:cubicBezTo>
                  <a:cubicBezTo>
                    <a:pt x="6157" y="2083"/>
                    <a:pt x="4187" y="1139"/>
                    <a:pt x="2281" y="69"/>
                  </a:cubicBezTo>
                  <a:cubicBezTo>
                    <a:pt x="2197" y="21"/>
                    <a:pt x="2114" y="1"/>
                    <a:pt x="203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75" name="Google Shape;5475;p16"/>
            <p:cNvSpPr/>
            <p:nvPr/>
          </p:nvSpPr>
          <p:spPr>
            <a:xfrm>
              <a:off x="1462675" y="3884050"/>
              <a:ext cx="125100" cy="332450"/>
            </a:xfrm>
            <a:custGeom>
              <a:rect b="b" l="l" r="r" t="t"/>
              <a:pathLst>
                <a:path extrusionOk="0" h="13298" w="5004">
                  <a:moveTo>
                    <a:pt x="4226" y="0"/>
                  </a:moveTo>
                  <a:cubicBezTo>
                    <a:pt x="3978" y="0"/>
                    <a:pt x="3745" y="159"/>
                    <a:pt x="3776" y="478"/>
                  </a:cubicBezTo>
                  <a:cubicBezTo>
                    <a:pt x="3995" y="2762"/>
                    <a:pt x="3470" y="4910"/>
                    <a:pt x="2764" y="7066"/>
                  </a:cubicBezTo>
                  <a:cubicBezTo>
                    <a:pt x="2160" y="8913"/>
                    <a:pt x="1574" y="10906"/>
                    <a:pt x="310" y="12425"/>
                  </a:cubicBezTo>
                  <a:cubicBezTo>
                    <a:pt x="1" y="12799"/>
                    <a:pt x="333" y="13298"/>
                    <a:pt x="690" y="13298"/>
                  </a:cubicBezTo>
                  <a:cubicBezTo>
                    <a:pt x="802" y="13298"/>
                    <a:pt x="916" y="13249"/>
                    <a:pt x="1014" y="13131"/>
                  </a:cubicBezTo>
                  <a:cubicBezTo>
                    <a:pt x="2366" y="11506"/>
                    <a:pt x="3030" y="9452"/>
                    <a:pt x="3679" y="7474"/>
                  </a:cubicBezTo>
                  <a:cubicBezTo>
                    <a:pt x="4424" y="5193"/>
                    <a:pt x="5004" y="2899"/>
                    <a:pt x="4772" y="478"/>
                  </a:cubicBezTo>
                  <a:cubicBezTo>
                    <a:pt x="4741" y="160"/>
                    <a:pt x="4476" y="0"/>
                    <a:pt x="422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476" name="Google Shape;5476;p16"/>
          <p:cNvSpPr/>
          <p:nvPr/>
        </p:nvSpPr>
        <p:spPr>
          <a:xfrm>
            <a:off x="2859550" y="831275"/>
            <a:ext cx="176025" cy="165050"/>
          </a:xfrm>
          <a:custGeom>
            <a:rect b="b" l="l" r="r" t="t"/>
            <a:pathLst>
              <a:path extrusionOk="0" h="6602" w="7041">
                <a:moveTo>
                  <a:pt x="4935" y="1378"/>
                </a:moveTo>
                <a:cubicBezTo>
                  <a:pt x="4939" y="1380"/>
                  <a:pt x="4948" y="1387"/>
                  <a:pt x="4965" y="1400"/>
                </a:cubicBezTo>
                <a:cubicBezTo>
                  <a:pt x="4955" y="1392"/>
                  <a:pt x="4945" y="1385"/>
                  <a:pt x="4935" y="1378"/>
                </a:cubicBezTo>
                <a:close/>
                <a:moveTo>
                  <a:pt x="1630" y="1762"/>
                </a:moveTo>
                <a:lnTo>
                  <a:pt x="1630" y="1762"/>
                </a:lnTo>
                <a:cubicBezTo>
                  <a:pt x="1621" y="1773"/>
                  <a:pt x="1618" y="1778"/>
                  <a:pt x="1618" y="1778"/>
                </a:cubicBezTo>
                <a:cubicBezTo>
                  <a:pt x="1618" y="1778"/>
                  <a:pt x="1623" y="1771"/>
                  <a:pt x="1630" y="1762"/>
                </a:cubicBezTo>
                <a:close/>
                <a:moveTo>
                  <a:pt x="3639" y="986"/>
                </a:moveTo>
                <a:cubicBezTo>
                  <a:pt x="4036" y="986"/>
                  <a:pt x="4418" y="1072"/>
                  <a:pt x="4734" y="1250"/>
                </a:cubicBezTo>
                <a:cubicBezTo>
                  <a:pt x="4786" y="1280"/>
                  <a:pt x="4839" y="1313"/>
                  <a:pt x="4890" y="1347"/>
                </a:cubicBezTo>
                <a:cubicBezTo>
                  <a:pt x="4906" y="1357"/>
                  <a:pt x="4921" y="1367"/>
                  <a:pt x="4935" y="1378"/>
                </a:cubicBezTo>
                <a:lnTo>
                  <a:pt x="4935" y="1378"/>
                </a:lnTo>
                <a:cubicBezTo>
                  <a:pt x="4934" y="1377"/>
                  <a:pt x="4933" y="1376"/>
                  <a:pt x="4933" y="1376"/>
                </a:cubicBezTo>
                <a:lnTo>
                  <a:pt x="4933" y="1376"/>
                </a:lnTo>
                <a:cubicBezTo>
                  <a:pt x="4934" y="1376"/>
                  <a:pt x="4964" y="1397"/>
                  <a:pt x="4972" y="1404"/>
                </a:cubicBezTo>
                <a:cubicBezTo>
                  <a:pt x="5081" y="1495"/>
                  <a:pt x="5182" y="1594"/>
                  <a:pt x="5275" y="1701"/>
                </a:cubicBezTo>
                <a:cubicBezTo>
                  <a:pt x="5296" y="1724"/>
                  <a:pt x="5315" y="1747"/>
                  <a:pt x="5332" y="1771"/>
                </a:cubicBezTo>
                <a:cubicBezTo>
                  <a:pt x="5336" y="1776"/>
                  <a:pt x="5339" y="1780"/>
                  <a:pt x="5342" y="1782"/>
                </a:cubicBezTo>
                <a:lnTo>
                  <a:pt x="5342" y="1782"/>
                </a:lnTo>
                <a:cubicBezTo>
                  <a:pt x="5378" y="1835"/>
                  <a:pt x="5414" y="1889"/>
                  <a:pt x="5446" y="1943"/>
                </a:cubicBezTo>
                <a:cubicBezTo>
                  <a:pt x="5477" y="1994"/>
                  <a:pt x="5507" y="2045"/>
                  <a:pt x="5534" y="2097"/>
                </a:cubicBezTo>
                <a:cubicBezTo>
                  <a:pt x="5548" y="2126"/>
                  <a:pt x="5603" y="2244"/>
                  <a:pt x="5604" y="2244"/>
                </a:cubicBezTo>
                <a:cubicBezTo>
                  <a:pt x="5605" y="2244"/>
                  <a:pt x="5604" y="2244"/>
                  <a:pt x="5604" y="2242"/>
                </a:cubicBezTo>
                <a:lnTo>
                  <a:pt x="5604" y="2242"/>
                </a:lnTo>
                <a:cubicBezTo>
                  <a:pt x="5646" y="2347"/>
                  <a:pt x="5682" y="2454"/>
                  <a:pt x="5711" y="2561"/>
                </a:cubicBezTo>
                <a:cubicBezTo>
                  <a:pt x="5726" y="2620"/>
                  <a:pt x="5741" y="2679"/>
                  <a:pt x="5751" y="2738"/>
                </a:cubicBezTo>
                <a:cubicBezTo>
                  <a:pt x="5756" y="2758"/>
                  <a:pt x="5778" y="2901"/>
                  <a:pt x="5781" y="2901"/>
                </a:cubicBezTo>
                <a:cubicBezTo>
                  <a:pt x="5781" y="2901"/>
                  <a:pt x="5781" y="2892"/>
                  <a:pt x="5779" y="2872"/>
                </a:cubicBezTo>
                <a:lnTo>
                  <a:pt x="5779" y="2872"/>
                </a:lnTo>
                <a:cubicBezTo>
                  <a:pt x="5793" y="2999"/>
                  <a:pt x="5800" y="3127"/>
                  <a:pt x="5800" y="3256"/>
                </a:cubicBezTo>
                <a:cubicBezTo>
                  <a:pt x="5798" y="3323"/>
                  <a:pt x="5796" y="3393"/>
                  <a:pt x="5791" y="3460"/>
                </a:cubicBezTo>
                <a:cubicBezTo>
                  <a:pt x="5787" y="3518"/>
                  <a:pt x="5781" y="3572"/>
                  <a:pt x="5780" y="3582"/>
                </a:cubicBezTo>
                <a:lnTo>
                  <a:pt x="5780" y="3582"/>
                </a:lnTo>
                <a:cubicBezTo>
                  <a:pt x="5759" y="3706"/>
                  <a:pt x="5734" y="3831"/>
                  <a:pt x="5699" y="3953"/>
                </a:cubicBezTo>
                <a:cubicBezTo>
                  <a:pt x="5682" y="4012"/>
                  <a:pt x="5663" y="4069"/>
                  <a:pt x="5642" y="4126"/>
                </a:cubicBezTo>
                <a:cubicBezTo>
                  <a:pt x="5631" y="4155"/>
                  <a:pt x="5621" y="4183"/>
                  <a:pt x="5610" y="4212"/>
                </a:cubicBezTo>
                <a:cubicBezTo>
                  <a:pt x="5606" y="4223"/>
                  <a:pt x="5602" y="4232"/>
                  <a:pt x="5600" y="4238"/>
                </a:cubicBezTo>
                <a:lnTo>
                  <a:pt x="5600" y="4238"/>
                </a:lnTo>
                <a:cubicBezTo>
                  <a:pt x="5597" y="4244"/>
                  <a:pt x="5593" y="4252"/>
                  <a:pt x="5589" y="4261"/>
                </a:cubicBezTo>
                <a:cubicBezTo>
                  <a:pt x="5534" y="4370"/>
                  <a:pt x="5477" y="4478"/>
                  <a:pt x="5412" y="4581"/>
                </a:cubicBezTo>
                <a:cubicBezTo>
                  <a:pt x="5311" y="4737"/>
                  <a:pt x="5324" y="4720"/>
                  <a:pt x="5189" y="4863"/>
                </a:cubicBezTo>
                <a:cubicBezTo>
                  <a:pt x="4814" y="5261"/>
                  <a:pt x="4355" y="5476"/>
                  <a:pt x="3756" y="5573"/>
                </a:cubicBezTo>
                <a:cubicBezTo>
                  <a:pt x="3620" y="5595"/>
                  <a:pt x="3482" y="5605"/>
                  <a:pt x="3344" y="5605"/>
                </a:cubicBezTo>
                <a:cubicBezTo>
                  <a:pt x="2954" y="5605"/>
                  <a:pt x="2572" y="5519"/>
                  <a:pt x="2265" y="5346"/>
                </a:cubicBezTo>
                <a:cubicBezTo>
                  <a:pt x="2214" y="5316"/>
                  <a:pt x="2164" y="5285"/>
                  <a:pt x="2113" y="5253"/>
                </a:cubicBezTo>
                <a:cubicBezTo>
                  <a:pt x="2098" y="5243"/>
                  <a:pt x="2015" y="5180"/>
                  <a:pt x="2013" y="5180"/>
                </a:cubicBezTo>
                <a:lnTo>
                  <a:pt x="2013" y="5180"/>
                </a:lnTo>
                <a:cubicBezTo>
                  <a:pt x="2013" y="5180"/>
                  <a:pt x="2019" y="5186"/>
                  <a:pt x="2037" y="5200"/>
                </a:cubicBezTo>
                <a:cubicBezTo>
                  <a:pt x="1930" y="5114"/>
                  <a:pt x="1831" y="5019"/>
                  <a:pt x="1740" y="4916"/>
                </a:cubicBezTo>
                <a:cubicBezTo>
                  <a:pt x="1728" y="4902"/>
                  <a:pt x="1675" y="4837"/>
                  <a:pt x="1657" y="4816"/>
                </a:cubicBezTo>
                <a:lnTo>
                  <a:pt x="1657" y="4816"/>
                </a:lnTo>
                <a:cubicBezTo>
                  <a:pt x="1647" y="4801"/>
                  <a:pt x="1584" y="4711"/>
                  <a:pt x="1570" y="4688"/>
                </a:cubicBezTo>
                <a:cubicBezTo>
                  <a:pt x="1500" y="4579"/>
                  <a:pt x="1439" y="4465"/>
                  <a:pt x="1382" y="4347"/>
                </a:cubicBezTo>
                <a:cubicBezTo>
                  <a:pt x="1372" y="4327"/>
                  <a:pt x="1369" y="4322"/>
                  <a:pt x="1368" y="4322"/>
                </a:cubicBezTo>
                <a:lnTo>
                  <a:pt x="1368" y="4322"/>
                </a:lnTo>
                <a:cubicBezTo>
                  <a:pt x="1368" y="4322"/>
                  <a:pt x="1368" y="4322"/>
                  <a:pt x="1368" y="4322"/>
                </a:cubicBezTo>
                <a:lnTo>
                  <a:pt x="1368" y="4322"/>
                </a:lnTo>
                <a:cubicBezTo>
                  <a:pt x="1366" y="4315"/>
                  <a:pt x="1360" y="4299"/>
                  <a:pt x="1348" y="4265"/>
                </a:cubicBezTo>
                <a:cubicBezTo>
                  <a:pt x="1329" y="4210"/>
                  <a:pt x="1308" y="4155"/>
                  <a:pt x="1291" y="4101"/>
                </a:cubicBezTo>
                <a:cubicBezTo>
                  <a:pt x="1251" y="3974"/>
                  <a:pt x="1220" y="3848"/>
                  <a:pt x="1197" y="3717"/>
                </a:cubicBezTo>
                <a:cubicBezTo>
                  <a:pt x="1192" y="3696"/>
                  <a:pt x="1179" y="3596"/>
                  <a:pt x="1178" y="3596"/>
                </a:cubicBezTo>
                <a:lnTo>
                  <a:pt x="1178" y="3596"/>
                </a:lnTo>
                <a:cubicBezTo>
                  <a:pt x="1178" y="3596"/>
                  <a:pt x="1179" y="3606"/>
                  <a:pt x="1182" y="3633"/>
                </a:cubicBezTo>
                <a:cubicBezTo>
                  <a:pt x="1173" y="3568"/>
                  <a:pt x="1167" y="3502"/>
                  <a:pt x="1165" y="3437"/>
                </a:cubicBezTo>
                <a:cubicBezTo>
                  <a:pt x="1157" y="3304"/>
                  <a:pt x="1157" y="3174"/>
                  <a:pt x="1165" y="3041"/>
                </a:cubicBezTo>
                <a:cubicBezTo>
                  <a:pt x="1167" y="3011"/>
                  <a:pt x="1179" y="2898"/>
                  <a:pt x="1181" y="2870"/>
                </a:cubicBezTo>
                <a:lnTo>
                  <a:pt x="1181" y="2870"/>
                </a:lnTo>
                <a:cubicBezTo>
                  <a:pt x="1186" y="2847"/>
                  <a:pt x="1203" y="2750"/>
                  <a:pt x="1209" y="2721"/>
                </a:cubicBezTo>
                <a:cubicBezTo>
                  <a:pt x="1239" y="2580"/>
                  <a:pt x="1281" y="2443"/>
                  <a:pt x="1327" y="2306"/>
                </a:cubicBezTo>
                <a:cubicBezTo>
                  <a:pt x="1342" y="2262"/>
                  <a:pt x="1345" y="2248"/>
                  <a:pt x="1346" y="2244"/>
                </a:cubicBezTo>
                <a:lnTo>
                  <a:pt x="1346" y="2244"/>
                </a:lnTo>
                <a:cubicBezTo>
                  <a:pt x="1348" y="2241"/>
                  <a:pt x="1355" y="2229"/>
                  <a:pt x="1376" y="2188"/>
                </a:cubicBezTo>
                <a:cubicBezTo>
                  <a:pt x="1407" y="2125"/>
                  <a:pt x="1439" y="2059"/>
                  <a:pt x="1475" y="1998"/>
                </a:cubicBezTo>
                <a:cubicBezTo>
                  <a:pt x="1511" y="1937"/>
                  <a:pt x="1551" y="1878"/>
                  <a:pt x="1588" y="1819"/>
                </a:cubicBezTo>
                <a:cubicBezTo>
                  <a:pt x="1603" y="1799"/>
                  <a:pt x="1618" y="1779"/>
                  <a:pt x="1632" y="1759"/>
                </a:cubicBezTo>
                <a:lnTo>
                  <a:pt x="1632" y="1759"/>
                </a:lnTo>
                <a:cubicBezTo>
                  <a:pt x="1639" y="1751"/>
                  <a:pt x="1646" y="1741"/>
                  <a:pt x="1654" y="1733"/>
                </a:cubicBezTo>
                <a:cubicBezTo>
                  <a:pt x="1744" y="1632"/>
                  <a:pt x="1839" y="1535"/>
                  <a:pt x="1945" y="1446"/>
                </a:cubicBezTo>
                <a:cubicBezTo>
                  <a:pt x="1949" y="1443"/>
                  <a:pt x="1952" y="1440"/>
                  <a:pt x="1955" y="1437"/>
                </a:cubicBezTo>
                <a:lnTo>
                  <a:pt x="1955" y="1437"/>
                </a:lnTo>
                <a:cubicBezTo>
                  <a:pt x="1958" y="1435"/>
                  <a:pt x="1960" y="1434"/>
                  <a:pt x="1963" y="1431"/>
                </a:cubicBezTo>
                <a:cubicBezTo>
                  <a:pt x="1993" y="1410"/>
                  <a:pt x="2022" y="1389"/>
                  <a:pt x="2054" y="1370"/>
                </a:cubicBezTo>
                <a:cubicBezTo>
                  <a:pt x="2115" y="1328"/>
                  <a:pt x="2180" y="1292"/>
                  <a:pt x="2246" y="1257"/>
                </a:cubicBezTo>
                <a:cubicBezTo>
                  <a:pt x="2372" y="1191"/>
                  <a:pt x="2412" y="1174"/>
                  <a:pt x="2604" y="1120"/>
                </a:cubicBezTo>
                <a:cubicBezTo>
                  <a:pt x="2802" y="1065"/>
                  <a:pt x="2859" y="1059"/>
                  <a:pt x="3023" y="1044"/>
                </a:cubicBezTo>
                <a:cubicBezTo>
                  <a:pt x="3046" y="1042"/>
                  <a:pt x="3069" y="1039"/>
                  <a:pt x="3092" y="1035"/>
                </a:cubicBezTo>
                <a:lnTo>
                  <a:pt x="3092" y="1035"/>
                </a:lnTo>
                <a:cubicBezTo>
                  <a:pt x="3113" y="1033"/>
                  <a:pt x="3134" y="1031"/>
                  <a:pt x="3156" y="1027"/>
                </a:cubicBezTo>
                <a:cubicBezTo>
                  <a:pt x="3317" y="1000"/>
                  <a:pt x="3479" y="986"/>
                  <a:pt x="3639" y="986"/>
                </a:cubicBezTo>
                <a:close/>
                <a:moveTo>
                  <a:pt x="3656" y="0"/>
                </a:moveTo>
                <a:cubicBezTo>
                  <a:pt x="3424" y="0"/>
                  <a:pt x="3191" y="20"/>
                  <a:pt x="2962" y="55"/>
                </a:cubicBezTo>
                <a:lnTo>
                  <a:pt x="2962" y="55"/>
                </a:lnTo>
                <a:cubicBezTo>
                  <a:pt x="1592" y="189"/>
                  <a:pt x="506" y="1128"/>
                  <a:pt x="238" y="2500"/>
                </a:cubicBezTo>
                <a:cubicBezTo>
                  <a:pt x="0" y="3730"/>
                  <a:pt x="360" y="5131"/>
                  <a:pt x="1367" y="5933"/>
                </a:cubicBezTo>
                <a:cubicBezTo>
                  <a:pt x="1934" y="6385"/>
                  <a:pt x="2656" y="6602"/>
                  <a:pt x="3382" y="6602"/>
                </a:cubicBezTo>
                <a:cubicBezTo>
                  <a:pt x="4138" y="6602"/>
                  <a:pt x="4898" y="6367"/>
                  <a:pt x="5494" y="5917"/>
                </a:cubicBezTo>
                <a:cubicBezTo>
                  <a:pt x="6607" y="5078"/>
                  <a:pt x="7041" y="3580"/>
                  <a:pt x="6659" y="2253"/>
                </a:cubicBezTo>
                <a:cubicBezTo>
                  <a:pt x="6453" y="1537"/>
                  <a:pt x="6015" y="905"/>
                  <a:pt x="5393" y="488"/>
                </a:cubicBezTo>
                <a:cubicBezTo>
                  <a:pt x="4872" y="137"/>
                  <a:pt x="4267" y="0"/>
                  <a:pt x="3656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77" name="Google Shape;5477;p16"/>
          <p:cNvSpPr/>
          <p:nvPr/>
        </p:nvSpPr>
        <p:spPr>
          <a:xfrm>
            <a:off x="1601025" y="1372425"/>
            <a:ext cx="117525" cy="110100"/>
          </a:xfrm>
          <a:custGeom>
            <a:rect b="b" l="l" r="r" t="t"/>
            <a:pathLst>
              <a:path extrusionOk="0" h="4404" w="4701">
                <a:moveTo>
                  <a:pt x="1951" y="1032"/>
                </a:moveTo>
                <a:cubicBezTo>
                  <a:pt x="1950" y="1033"/>
                  <a:pt x="1949" y="1033"/>
                  <a:pt x="1947" y="1033"/>
                </a:cubicBezTo>
                <a:cubicBezTo>
                  <a:pt x="1948" y="1033"/>
                  <a:pt x="1950" y="1033"/>
                  <a:pt x="1951" y="1032"/>
                </a:cubicBezTo>
                <a:close/>
                <a:moveTo>
                  <a:pt x="2857" y="1059"/>
                </a:moveTo>
                <a:cubicBezTo>
                  <a:pt x="2871" y="1059"/>
                  <a:pt x="2889" y="1066"/>
                  <a:pt x="2907" y="1075"/>
                </a:cubicBezTo>
                <a:lnTo>
                  <a:pt x="2907" y="1075"/>
                </a:lnTo>
                <a:cubicBezTo>
                  <a:pt x="2887" y="1068"/>
                  <a:pt x="2858" y="1059"/>
                  <a:pt x="2857" y="1059"/>
                </a:cubicBezTo>
                <a:close/>
                <a:moveTo>
                  <a:pt x="3091" y="1185"/>
                </a:moveTo>
                <a:cubicBezTo>
                  <a:pt x="3091" y="1185"/>
                  <a:pt x="3091" y="1185"/>
                  <a:pt x="3091" y="1185"/>
                </a:cubicBezTo>
                <a:lnTo>
                  <a:pt x="3091" y="1185"/>
                </a:lnTo>
                <a:cubicBezTo>
                  <a:pt x="3091" y="1185"/>
                  <a:pt x="3091" y="1185"/>
                  <a:pt x="3091" y="1185"/>
                </a:cubicBezTo>
                <a:close/>
                <a:moveTo>
                  <a:pt x="3104" y="1198"/>
                </a:moveTo>
                <a:cubicBezTo>
                  <a:pt x="3111" y="1203"/>
                  <a:pt x="3118" y="1208"/>
                  <a:pt x="3125" y="1213"/>
                </a:cubicBezTo>
                <a:cubicBezTo>
                  <a:pt x="3142" y="1224"/>
                  <a:pt x="3149" y="1229"/>
                  <a:pt x="3148" y="1229"/>
                </a:cubicBezTo>
                <a:cubicBezTo>
                  <a:pt x="3148" y="1229"/>
                  <a:pt x="3121" y="1211"/>
                  <a:pt x="3104" y="1198"/>
                </a:cubicBezTo>
                <a:close/>
                <a:moveTo>
                  <a:pt x="1747" y="3319"/>
                </a:moveTo>
                <a:cubicBezTo>
                  <a:pt x="1767" y="3326"/>
                  <a:pt x="1803" y="3338"/>
                  <a:pt x="1802" y="3338"/>
                </a:cubicBezTo>
                <a:cubicBezTo>
                  <a:pt x="1800" y="3339"/>
                  <a:pt x="1799" y="3339"/>
                  <a:pt x="1797" y="3339"/>
                </a:cubicBezTo>
                <a:cubicBezTo>
                  <a:pt x="1785" y="3339"/>
                  <a:pt x="1766" y="3330"/>
                  <a:pt x="1747" y="3319"/>
                </a:cubicBezTo>
                <a:close/>
                <a:moveTo>
                  <a:pt x="2463" y="3393"/>
                </a:moveTo>
                <a:cubicBezTo>
                  <a:pt x="2461" y="3393"/>
                  <a:pt x="2459" y="3393"/>
                  <a:pt x="2456" y="3393"/>
                </a:cubicBezTo>
                <a:lnTo>
                  <a:pt x="2456" y="3393"/>
                </a:lnTo>
                <a:cubicBezTo>
                  <a:pt x="2459" y="3393"/>
                  <a:pt x="2462" y="3393"/>
                  <a:pt x="2463" y="3393"/>
                </a:cubicBezTo>
                <a:close/>
                <a:moveTo>
                  <a:pt x="2387" y="989"/>
                </a:moveTo>
                <a:cubicBezTo>
                  <a:pt x="2440" y="989"/>
                  <a:pt x="2491" y="989"/>
                  <a:pt x="2541" y="993"/>
                </a:cubicBezTo>
                <a:cubicBezTo>
                  <a:pt x="2560" y="993"/>
                  <a:pt x="2582" y="997"/>
                  <a:pt x="2601" y="998"/>
                </a:cubicBezTo>
                <a:lnTo>
                  <a:pt x="2601" y="998"/>
                </a:lnTo>
                <a:cubicBezTo>
                  <a:pt x="2682" y="1018"/>
                  <a:pt x="2761" y="1029"/>
                  <a:pt x="2840" y="1057"/>
                </a:cubicBezTo>
                <a:cubicBezTo>
                  <a:pt x="2857" y="1061"/>
                  <a:pt x="2876" y="1069"/>
                  <a:pt x="2895" y="1076"/>
                </a:cubicBezTo>
                <a:cubicBezTo>
                  <a:pt x="2906" y="1079"/>
                  <a:pt x="2914" y="1081"/>
                  <a:pt x="2919" y="1082"/>
                </a:cubicBezTo>
                <a:lnTo>
                  <a:pt x="2919" y="1082"/>
                </a:lnTo>
                <a:cubicBezTo>
                  <a:pt x="2944" y="1096"/>
                  <a:pt x="2968" y="1113"/>
                  <a:pt x="2984" y="1122"/>
                </a:cubicBezTo>
                <a:cubicBezTo>
                  <a:pt x="3015" y="1139"/>
                  <a:pt x="3049" y="1160"/>
                  <a:pt x="3080" y="1181"/>
                </a:cubicBezTo>
                <a:cubicBezTo>
                  <a:pt x="3084" y="1184"/>
                  <a:pt x="3088" y="1186"/>
                  <a:pt x="3092" y="1189"/>
                </a:cubicBezTo>
                <a:lnTo>
                  <a:pt x="3092" y="1189"/>
                </a:lnTo>
                <a:cubicBezTo>
                  <a:pt x="3107" y="1217"/>
                  <a:pt x="3258" y="1347"/>
                  <a:pt x="3274" y="1366"/>
                </a:cubicBezTo>
                <a:cubicBezTo>
                  <a:pt x="3278" y="1370"/>
                  <a:pt x="3281" y="1374"/>
                  <a:pt x="3284" y="1378"/>
                </a:cubicBezTo>
                <a:lnTo>
                  <a:pt x="3284" y="1378"/>
                </a:lnTo>
                <a:cubicBezTo>
                  <a:pt x="3304" y="1410"/>
                  <a:pt x="3328" y="1440"/>
                  <a:pt x="3348" y="1474"/>
                </a:cubicBezTo>
                <a:cubicBezTo>
                  <a:pt x="3367" y="1503"/>
                  <a:pt x="3386" y="1535"/>
                  <a:pt x="3403" y="1569"/>
                </a:cubicBezTo>
                <a:cubicBezTo>
                  <a:pt x="3409" y="1579"/>
                  <a:pt x="3414" y="1591"/>
                  <a:pt x="3420" y="1604"/>
                </a:cubicBezTo>
                <a:lnTo>
                  <a:pt x="3420" y="1604"/>
                </a:lnTo>
                <a:cubicBezTo>
                  <a:pt x="3420" y="1602"/>
                  <a:pt x="3420" y="1600"/>
                  <a:pt x="3420" y="1598"/>
                </a:cubicBezTo>
                <a:lnTo>
                  <a:pt x="3420" y="1598"/>
                </a:lnTo>
                <a:cubicBezTo>
                  <a:pt x="3420" y="1600"/>
                  <a:pt x="3420" y="1602"/>
                  <a:pt x="3420" y="1604"/>
                </a:cubicBezTo>
                <a:lnTo>
                  <a:pt x="3420" y="1604"/>
                </a:lnTo>
                <a:cubicBezTo>
                  <a:pt x="3420" y="1604"/>
                  <a:pt x="3420" y="1604"/>
                  <a:pt x="3420" y="1604"/>
                </a:cubicBezTo>
                <a:lnTo>
                  <a:pt x="3420" y="1604"/>
                </a:lnTo>
                <a:cubicBezTo>
                  <a:pt x="3420" y="1621"/>
                  <a:pt x="3423" y="1634"/>
                  <a:pt x="3427" y="1644"/>
                </a:cubicBezTo>
                <a:lnTo>
                  <a:pt x="3427" y="1644"/>
                </a:lnTo>
                <a:cubicBezTo>
                  <a:pt x="3423" y="1630"/>
                  <a:pt x="3420" y="1616"/>
                  <a:pt x="3420" y="1604"/>
                </a:cubicBezTo>
                <a:lnTo>
                  <a:pt x="3420" y="1604"/>
                </a:lnTo>
                <a:cubicBezTo>
                  <a:pt x="3422" y="1608"/>
                  <a:pt x="3424" y="1613"/>
                  <a:pt x="3426" y="1617"/>
                </a:cubicBezTo>
                <a:cubicBezTo>
                  <a:pt x="3442" y="1646"/>
                  <a:pt x="3443" y="1659"/>
                  <a:pt x="3439" y="1659"/>
                </a:cubicBezTo>
                <a:cubicBezTo>
                  <a:pt x="3436" y="1659"/>
                  <a:pt x="3432" y="1654"/>
                  <a:pt x="3427" y="1644"/>
                </a:cubicBezTo>
                <a:lnTo>
                  <a:pt x="3427" y="1644"/>
                </a:lnTo>
                <a:cubicBezTo>
                  <a:pt x="3443" y="1697"/>
                  <a:pt x="3479" y="1760"/>
                  <a:pt x="3491" y="1802"/>
                </a:cubicBezTo>
                <a:cubicBezTo>
                  <a:pt x="3500" y="1838"/>
                  <a:pt x="3508" y="1874"/>
                  <a:pt x="3517" y="1910"/>
                </a:cubicBezTo>
                <a:cubicBezTo>
                  <a:pt x="3521" y="1933"/>
                  <a:pt x="3525" y="1954"/>
                  <a:pt x="3529" y="1977"/>
                </a:cubicBezTo>
                <a:cubicBezTo>
                  <a:pt x="3534" y="2005"/>
                  <a:pt x="3537" y="2015"/>
                  <a:pt x="3538" y="2015"/>
                </a:cubicBezTo>
                <a:cubicBezTo>
                  <a:pt x="3540" y="2015"/>
                  <a:pt x="3530" y="1942"/>
                  <a:pt x="3525" y="1939"/>
                </a:cubicBezTo>
                <a:lnTo>
                  <a:pt x="3525" y="1939"/>
                </a:lnTo>
                <a:cubicBezTo>
                  <a:pt x="3550" y="1954"/>
                  <a:pt x="3538" y="2142"/>
                  <a:pt x="3538" y="2173"/>
                </a:cubicBezTo>
                <a:cubicBezTo>
                  <a:pt x="3538" y="2215"/>
                  <a:pt x="3535" y="2257"/>
                  <a:pt x="3533" y="2297"/>
                </a:cubicBezTo>
                <a:cubicBezTo>
                  <a:pt x="3532" y="2312"/>
                  <a:pt x="3530" y="2326"/>
                  <a:pt x="3529" y="2339"/>
                </a:cubicBezTo>
                <a:lnTo>
                  <a:pt x="3529" y="2339"/>
                </a:lnTo>
                <a:cubicBezTo>
                  <a:pt x="3514" y="2409"/>
                  <a:pt x="3504" y="2477"/>
                  <a:pt x="3483" y="2546"/>
                </a:cubicBezTo>
                <a:cubicBezTo>
                  <a:pt x="3472" y="2582"/>
                  <a:pt x="3462" y="2618"/>
                  <a:pt x="3449" y="2651"/>
                </a:cubicBezTo>
                <a:cubicBezTo>
                  <a:pt x="3445" y="2663"/>
                  <a:pt x="3440" y="2676"/>
                  <a:pt x="3436" y="2688"/>
                </a:cubicBezTo>
                <a:lnTo>
                  <a:pt x="3436" y="2688"/>
                </a:lnTo>
                <a:cubicBezTo>
                  <a:pt x="3398" y="2751"/>
                  <a:pt x="3369" y="2818"/>
                  <a:pt x="3329" y="2881"/>
                </a:cubicBezTo>
                <a:cubicBezTo>
                  <a:pt x="3324" y="2889"/>
                  <a:pt x="3300" y="2922"/>
                  <a:pt x="3284" y="2945"/>
                </a:cubicBezTo>
                <a:lnTo>
                  <a:pt x="3284" y="2945"/>
                </a:lnTo>
                <a:cubicBezTo>
                  <a:pt x="3263" y="2968"/>
                  <a:pt x="3232" y="3005"/>
                  <a:pt x="3224" y="3014"/>
                </a:cubicBezTo>
                <a:cubicBezTo>
                  <a:pt x="3198" y="3041"/>
                  <a:pt x="3171" y="3069"/>
                  <a:pt x="3142" y="3094"/>
                </a:cubicBezTo>
                <a:cubicBezTo>
                  <a:pt x="3127" y="3106"/>
                  <a:pt x="3112" y="3119"/>
                  <a:pt x="3099" y="3132"/>
                </a:cubicBezTo>
                <a:cubicBezTo>
                  <a:pt x="3075" y="3154"/>
                  <a:pt x="3071" y="3163"/>
                  <a:pt x="3076" y="3163"/>
                </a:cubicBezTo>
                <a:cubicBezTo>
                  <a:pt x="3076" y="3163"/>
                  <a:pt x="3077" y="3163"/>
                  <a:pt x="3078" y="3162"/>
                </a:cubicBezTo>
                <a:lnTo>
                  <a:pt x="3078" y="3162"/>
                </a:lnTo>
                <a:cubicBezTo>
                  <a:pt x="3021" y="3203"/>
                  <a:pt x="2923" y="3245"/>
                  <a:pt x="2889" y="3262"/>
                </a:cubicBezTo>
                <a:cubicBezTo>
                  <a:pt x="2863" y="3275"/>
                  <a:pt x="2803" y="3296"/>
                  <a:pt x="2805" y="3296"/>
                </a:cubicBezTo>
                <a:cubicBezTo>
                  <a:pt x="2806" y="3296"/>
                  <a:pt x="2822" y="3291"/>
                  <a:pt x="2866" y="3277"/>
                </a:cubicBezTo>
                <a:lnTo>
                  <a:pt x="2866" y="3277"/>
                </a:lnTo>
                <a:cubicBezTo>
                  <a:pt x="2823" y="3292"/>
                  <a:pt x="2783" y="3309"/>
                  <a:pt x="2741" y="3323"/>
                </a:cubicBezTo>
                <a:cubicBezTo>
                  <a:pt x="2642" y="3355"/>
                  <a:pt x="2541" y="3376"/>
                  <a:pt x="2438" y="3395"/>
                </a:cubicBezTo>
                <a:cubicBezTo>
                  <a:pt x="2437" y="3395"/>
                  <a:pt x="2437" y="3395"/>
                  <a:pt x="2437" y="3395"/>
                </a:cubicBezTo>
                <a:lnTo>
                  <a:pt x="2437" y="3395"/>
                </a:lnTo>
                <a:cubicBezTo>
                  <a:pt x="2416" y="3397"/>
                  <a:pt x="2395" y="3400"/>
                  <a:pt x="2375" y="3401"/>
                </a:cubicBezTo>
                <a:cubicBezTo>
                  <a:pt x="2330" y="3403"/>
                  <a:pt x="2284" y="3406"/>
                  <a:pt x="2240" y="3406"/>
                </a:cubicBezTo>
                <a:cubicBezTo>
                  <a:pt x="2226" y="3406"/>
                  <a:pt x="2211" y="3406"/>
                  <a:pt x="2197" y="3406"/>
                </a:cubicBezTo>
                <a:cubicBezTo>
                  <a:pt x="2163" y="3406"/>
                  <a:pt x="2129" y="3405"/>
                  <a:pt x="2094" y="3403"/>
                </a:cubicBezTo>
                <a:cubicBezTo>
                  <a:pt x="2081" y="3402"/>
                  <a:pt x="2067" y="3400"/>
                  <a:pt x="2054" y="3398"/>
                </a:cubicBezTo>
                <a:lnTo>
                  <a:pt x="2054" y="3398"/>
                </a:lnTo>
                <a:cubicBezTo>
                  <a:pt x="1975" y="3376"/>
                  <a:pt x="1893" y="3365"/>
                  <a:pt x="1814" y="3340"/>
                </a:cubicBezTo>
                <a:cubicBezTo>
                  <a:pt x="1797" y="3334"/>
                  <a:pt x="1778" y="3326"/>
                  <a:pt x="1762" y="3321"/>
                </a:cubicBezTo>
                <a:cubicBezTo>
                  <a:pt x="1752" y="3318"/>
                  <a:pt x="1745" y="3316"/>
                  <a:pt x="1740" y="3315"/>
                </a:cubicBezTo>
                <a:lnTo>
                  <a:pt x="1740" y="3315"/>
                </a:lnTo>
                <a:cubicBezTo>
                  <a:pt x="1716" y="3301"/>
                  <a:pt x="1691" y="3283"/>
                  <a:pt x="1679" y="3277"/>
                </a:cubicBezTo>
                <a:cubicBezTo>
                  <a:pt x="1648" y="3258"/>
                  <a:pt x="1616" y="3241"/>
                  <a:pt x="1587" y="3220"/>
                </a:cubicBezTo>
                <a:cubicBezTo>
                  <a:pt x="1572" y="3210"/>
                  <a:pt x="1557" y="3199"/>
                  <a:pt x="1543" y="3191"/>
                </a:cubicBezTo>
                <a:cubicBezTo>
                  <a:pt x="1525" y="3180"/>
                  <a:pt x="1519" y="3175"/>
                  <a:pt x="1519" y="3175"/>
                </a:cubicBezTo>
                <a:lnTo>
                  <a:pt x="1519" y="3175"/>
                </a:lnTo>
                <a:cubicBezTo>
                  <a:pt x="1518" y="3175"/>
                  <a:pt x="1582" y="3218"/>
                  <a:pt x="1580" y="3218"/>
                </a:cubicBezTo>
                <a:cubicBezTo>
                  <a:pt x="1580" y="3218"/>
                  <a:pt x="1579" y="3218"/>
                  <a:pt x="1578" y="3218"/>
                </a:cubicBezTo>
                <a:cubicBezTo>
                  <a:pt x="1542" y="3218"/>
                  <a:pt x="1420" y="3070"/>
                  <a:pt x="1399" y="3045"/>
                </a:cubicBezTo>
                <a:cubicBezTo>
                  <a:pt x="1384" y="3030"/>
                  <a:pt x="1353" y="2977"/>
                  <a:pt x="1351" y="2977"/>
                </a:cubicBezTo>
                <a:lnTo>
                  <a:pt x="1351" y="2977"/>
                </a:lnTo>
                <a:cubicBezTo>
                  <a:pt x="1350" y="2977"/>
                  <a:pt x="1354" y="2985"/>
                  <a:pt x="1363" y="3005"/>
                </a:cubicBezTo>
                <a:cubicBezTo>
                  <a:pt x="1372" y="3025"/>
                  <a:pt x="1375" y="3032"/>
                  <a:pt x="1374" y="3032"/>
                </a:cubicBezTo>
                <a:cubicBezTo>
                  <a:pt x="1372" y="3032"/>
                  <a:pt x="1335" y="2962"/>
                  <a:pt x="1326" y="2946"/>
                </a:cubicBezTo>
                <a:cubicBezTo>
                  <a:pt x="1285" y="2881"/>
                  <a:pt x="1252" y="2814"/>
                  <a:pt x="1215" y="2746"/>
                </a:cubicBezTo>
                <a:lnTo>
                  <a:pt x="1215" y="2746"/>
                </a:lnTo>
                <a:cubicBezTo>
                  <a:pt x="1214" y="2743"/>
                  <a:pt x="1213" y="2740"/>
                  <a:pt x="1212" y="2736"/>
                </a:cubicBezTo>
                <a:cubicBezTo>
                  <a:pt x="1199" y="2702"/>
                  <a:pt x="1187" y="2668"/>
                  <a:pt x="1176" y="2635"/>
                </a:cubicBezTo>
                <a:cubicBezTo>
                  <a:pt x="1153" y="2559"/>
                  <a:pt x="1132" y="2481"/>
                  <a:pt x="1119" y="2403"/>
                </a:cubicBezTo>
                <a:cubicBezTo>
                  <a:pt x="1119" y="2401"/>
                  <a:pt x="1118" y="2399"/>
                  <a:pt x="1118" y="2397"/>
                </a:cubicBezTo>
                <a:lnTo>
                  <a:pt x="1118" y="2397"/>
                </a:lnTo>
                <a:cubicBezTo>
                  <a:pt x="1122" y="2365"/>
                  <a:pt x="1108" y="2315"/>
                  <a:pt x="1106" y="2283"/>
                </a:cubicBezTo>
                <a:cubicBezTo>
                  <a:pt x="1102" y="2203"/>
                  <a:pt x="1102" y="2123"/>
                  <a:pt x="1106" y="2043"/>
                </a:cubicBezTo>
                <a:cubicBezTo>
                  <a:pt x="1107" y="2033"/>
                  <a:pt x="1110" y="2004"/>
                  <a:pt x="1113" y="1978"/>
                </a:cubicBezTo>
                <a:lnTo>
                  <a:pt x="1113" y="1978"/>
                </a:lnTo>
                <a:cubicBezTo>
                  <a:pt x="1117" y="1953"/>
                  <a:pt x="1123" y="1911"/>
                  <a:pt x="1125" y="1899"/>
                </a:cubicBezTo>
                <a:cubicBezTo>
                  <a:pt x="1144" y="1813"/>
                  <a:pt x="1170" y="1731"/>
                  <a:pt x="1197" y="1647"/>
                </a:cubicBezTo>
                <a:cubicBezTo>
                  <a:pt x="1199" y="1642"/>
                  <a:pt x="1200" y="1637"/>
                  <a:pt x="1201" y="1634"/>
                </a:cubicBezTo>
                <a:lnTo>
                  <a:pt x="1201" y="1634"/>
                </a:lnTo>
                <a:cubicBezTo>
                  <a:pt x="1203" y="1630"/>
                  <a:pt x="1205" y="1626"/>
                  <a:pt x="1208" y="1621"/>
                </a:cubicBezTo>
                <a:cubicBezTo>
                  <a:pt x="1227" y="1583"/>
                  <a:pt x="1246" y="1543"/>
                  <a:pt x="1269" y="1507"/>
                </a:cubicBezTo>
                <a:cubicBezTo>
                  <a:pt x="1290" y="1470"/>
                  <a:pt x="1313" y="1434"/>
                  <a:pt x="1338" y="1398"/>
                </a:cubicBezTo>
                <a:cubicBezTo>
                  <a:pt x="1341" y="1394"/>
                  <a:pt x="1344" y="1390"/>
                  <a:pt x="1346" y="1386"/>
                </a:cubicBezTo>
                <a:lnTo>
                  <a:pt x="1346" y="1386"/>
                </a:lnTo>
                <a:cubicBezTo>
                  <a:pt x="1346" y="1386"/>
                  <a:pt x="1346" y="1386"/>
                  <a:pt x="1347" y="1385"/>
                </a:cubicBezTo>
                <a:cubicBezTo>
                  <a:pt x="1399" y="1329"/>
                  <a:pt x="1454" y="1275"/>
                  <a:pt x="1511" y="1223"/>
                </a:cubicBezTo>
                <a:lnTo>
                  <a:pt x="1511" y="1223"/>
                </a:lnTo>
                <a:cubicBezTo>
                  <a:pt x="1524" y="1213"/>
                  <a:pt x="1537" y="1203"/>
                  <a:pt x="1551" y="1194"/>
                </a:cubicBezTo>
                <a:cubicBezTo>
                  <a:pt x="1589" y="1170"/>
                  <a:pt x="1627" y="1147"/>
                  <a:pt x="1667" y="1126"/>
                </a:cubicBezTo>
                <a:cubicBezTo>
                  <a:pt x="1682" y="1119"/>
                  <a:pt x="1697" y="1111"/>
                  <a:pt x="1712" y="1103"/>
                </a:cubicBezTo>
                <a:lnTo>
                  <a:pt x="1712" y="1103"/>
                </a:lnTo>
                <a:cubicBezTo>
                  <a:pt x="1755" y="1090"/>
                  <a:pt x="1797" y="1075"/>
                  <a:pt x="1840" y="1063"/>
                </a:cubicBezTo>
                <a:cubicBezTo>
                  <a:pt x="1884" y="1050"/>
                  <a:pt x="1928" y="1042"/>
                  <a:pt x="1970" y="1031"/>
                </a:cubicBezTo>
                <a:cubicBezTo>
                  <a:pt x="1976" y="1030"/>
                  <a:pt x="1983" y="1028"/>
                  <a:pt x="1990" y="1026"/>
                </a:cubicBezTo>
                <a:lnTo>
                  <a:pt x="1990" y="1026"/>
                </a:lnTo>
                <a:cubicBezTo>
                  <a:pt x="2008" y="1025"/>
                  <a:pt x="2026" y="1024"/>
                  <a:pt x="2042" y="1023"/>
                </a:cubicBezTo>
                <a:cubicBezTo>
                  <a:pt x="2063" y="1021"/>
                  <a:pt x="2083" y="1018"/>
                  <a:pt x="2104" y="1015"/>
                </a:cubicBezTo>
                <a:lnTo>
                  <a:pt x="2104" y="1015"/>
                </a:lnTo>
                <a:cubicBezTo>
                  <a:pt x="2127" y="1013"/>
                  <a:pt x="2151" y="1010"/>
                  <a:pt x="2175" y="1006"/>
                </a:cubicBezTo>
                <a:cubicBezTo>
                  <a:pt x="2200" y="1002"/>
                  <a:pt x="2223" y="998"/>
                  <a:pt x="2248" y="996"/>
                </a:cubicBezTo>
                <a:lnTo>
                  <a:pt x="2248" y="996"/>
                </a:lnTo>
                <a:cubicBezTo>
                  <a:pt x="2202" y="1002"/>
                  <a:pt x="2186" y="1004"/>
                  <a:pt x="2186" y="1004"/>
                </a:cubicBezTo>
                <a:cubicBezTo>
                  <a:pt x="2187" y="1004"/>
                  <a:pt x="2227" y="999"/>
                  <a:pt x="2246" y="998"/>
                </a:cubicBezTo>
                <a:cubicBezTo>
                  <a:pt x="2293" y="996"/>
                  <a:pt x="2341" y="991"/>
                  <a:pt x="2387" y="989"/>
                </a:cubicBezTo>
                <a:close/>
                <a:moveTo>
                  <a:pt x="2431" y="0"/>
                </a:moveTo>
                <a:cubicBezTo>
                  <a:pt x="2283" y="0"/>
                  <a:pt x="2134" y="12"/>
                  <a:pt x="1987" y="33"/>
                </a:cubicBezTo>
                <a:lnTo>
                  <a:pt x="1987" y="33"/>
                </a:lnTo>
                <a:cubicBezTo>
                  <a:pt x="1519" y="79"/>
                  <a:pt x="1082" y="246"/>
                  <a:pt x="738" y="578"/>
                </a:cubicBezTo>
                <a:cubicBezTo>
                  <a:pt x="443" y="863"/>
                  <a:pt x="236" y="1259"/>
                  <a:pt x="158" y="1661"/>
                </a:cubicBezTo>
                <a:cubicBezTo>
                  <a:pt x="0" y="2477"/>
                  <a:pt x="228" y="3403"/>
                  <a:pt x="896" y="3941"/>
                </a:cubicBezTo>
                <a:cubicBezTo>
                  <a:pt x="1283" y="4251"/>
                  <a:pt x="1777" y="4404"/>
                  <a:pt x="2272" y="4404"/>
                </a:cubicBezTo>
                <a:cubicBezTo>
                  <a:pt x="2762" y="4404"/>
                  <a:pt x="3253" y="4255"/>
                  <a:pt x="3645" y="3962"/>
                </a:cubicBezTo>
                <a:cubicBezTo>
                  <a:pt x="4395" y="3401"/>
                  <a:pt x="4700" y="2409"/>
                  <a:pt x="4443" y="1512"/>
                </a:cubicBezTo>
                <a:cubicBezTo>
                  <a:pt x="4302" y="1025"/>
                  <a:pt x="4003" y="604"/>
                  <a:pt x="3582" y="321"/>
                </a:cubicBezTo>
                <a:cubicBezTo>
                  <a:pt x="3236" y="89"/>
                  <a:pt x="2836" y="0"/>
                  <a:pt x="2431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78" name="Google Shape;5478;p16"/>
          <p:cNvSpPr txBox="1"/>
          <p:nvPr>
            <p:ph type="title"/>
          </p:nvPr>
        </p:nvSpPr>
        <p:spPr>
          <a:xfrm>
            <a:off x="3116850" y="1880650"/>
            <a:ext cx="4541400" cy="1353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5479" name="Google Shape;5479;p16"/>
          <p:cNvSpPr txBox="1"/>
          <p:nvPr>
            <p:ph idx="2" type="title"/>
          </p:nvPr>
        </p:nvSpPr>
        <p:spPr>
          <a:xfrm>
            <a:off x="1810950" y="2150850"/>
            <a:ext cx="11535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4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3">
  <p:cSld name="CUSTOM_2_1_1">
    <p:bg>
      <p:bgPr>
        <a:solidFill>
          <a:schemeClr val="lt1"/>
        </a:solidFill>
      </p:bgPr>
    </p:bg>
    <p:spTree>
      <p:nvGrpSpPr>
        <p:cNvPr id="5480" name="Shape 5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81" name="Google Shape;5481;p17"/>
          <p:cNvGrpSpPr/>
          <p:nvPr/>
        </p:nvGrpSpPr>
        <p:grpSpPr>
          <a:xfrm>
            <a:off x="0" y="0"/>
            <a:ext cx="9144125" cy="5143391"/>
            <a:chOff x="0" y="0"/>
            <a:chExt cx="9144125" cy="5143391"/>
          </a:xfrm>
        </p:grpSpPr>
        <p:sp>
          <p:nvSpPr>
            <p:cNvPr id="5482" name="Google Shape;5482;p17"/>
            <p:cNvSpPr/>
            <p:nvPr/>
          </p:nvSpPr>
          <p:spPr>
            <a:xfrm>
              <a:off x="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83" name="Google Shape;5483;p17"/>
            <p:cNvSpPr/>
            <p:nvPr/>
          </p:nvSpPr>
          <p:spPr>
            <a:xfrm>
              <a:off x="38100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84" name="Google Shape;5484;p17"/>
            <p:cNvSpPr/>
            <p:nvPr/>
          </p:nvSpPr>
          <p:spPr>
            <a:xfrm>
              <a:off x="76201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85" name="Google Shape;5485;p17"/>
            <p:cNvSpPr/>
            <p:nvPr/>
          </p:nvSpPr>
          <p:spPr>
            <a:xfrm>
              <a:off x="114301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86" name="Google Shape;5486;p17"/>
            <p:cNvSpPr/>
            <p:nvPr/>
          </p:nvSpPr>
          <p:spPr>
            <a:xfrm>
              <a:off x="152402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87" name="Google Shape;5487;p17"/>
            <p:cNvSpPr/>
            <p:nvPr/>
          </p:nvSpPr>
          <p:spPr>
            <a:xfrm>
              <a:off x="190502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88" name="Google Shape;5488;p17"/>
            <p:cNvSpPr/>
            <p:nvPr/>
          </p:nvSpPr>
          <p:spPr>
            <a:xfrm>
              <a:off x="228603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89" name="Google Shape;5489;p17"/>
            <p:cNvSpPr/>
            <p:nvPr/>
          </p:nvSpPr>
          <p:spPr>
            <a:xfrm>
              <a:off x="266703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90" name="Google Shape;5490;p17"/>
            <p:cNvSpPr/>
            <p:nvPr/>
          </p:nvSpPr>
          <p:spPr>
            <a:xfrm>
              <a:off x="304804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91" name="Google Shape;5491;p17"/>
            <p:cNvSpPr/>
            <p:nvPr/>
          </p:nvSpPr>
          <p:spPr>
            <a:xfrm>
              <a:off x="342904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92" name="Google Shape;5492;p17"/>
            <p:cNvSpPr/>
            <p:nvPr/>
          </p:nvSpPr>
          <p:spPr>
            <a:xfrm>
              <a:off x="381005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93" name="Google Shape;5493;p17"/>
            <p:cNvSpPr/>
            <p:nvPr/>
          </p:nvSpPr>
          <p:spPr>
            <a:xfrm>
              <a:off x="419105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94" name="Google Shape;5494;p17"/>
            <p:cNvSpPr/>
            <p:nvPr/>
          </p:nvSpPr>
          <p:spPr>
            <a:xfrm>
              <a:off x="457206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95" name="Google Shape;5495;p17"/>
            <p:cNvSpPr/>
            <p:nvPr/>
          </p:nvSpPr>
          <p:spPr>
            <a:xfrm>
              <a:off x="495306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96" name="Google Shape;5496;p17"/>
            <p:cNvSpPr/>
            <p:nvPr/>
          </p:nvSpPr>
          <p:spPr>
            <a:xfrm>
              <a:off x="533407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97" name="Google Shape;5497;p17"/>
            <p:cNvSpPr/>
            <p:nvPr/>
          </p:nvSpPr>
          <p:spPr>
            <a:xfrm>
              <a:off x="571507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98" name="Google Shape;5498;p17"/>
            <p:cNvSpPr/>
            <p:nvPr/>
          </p:nvSpPr>
          <p:spPr>
            <a:xfrm>
              <a:off x="609608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99" name="Google Shape;5499;p17"/>
            <p:cNvSpPr/>
            <p:nvPr/>
          </p:nvSpPr>
          <p:spPr>
            <a:xfrm>
              <a:off x="647708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00" name="Google Shape;5500;p17"/>
            <p:cNvSpPr/>
            <p:nvPr/>
          </p:nvSpPr>
          <p:spPr>
            <a:xfrm>
              <a:off x="685809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01" name="Google Shape;5501;p17"/>
            <p:cNvSpPr/>
            <p:nvPr/>
          </p:nvSpPr>
          <p:spPr>
            <a:xfrm>
              <a:off x="723909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02" name="Google Shape;5502;p17"/>
            <p:cNvSpPr/>
            <p:nvPr/>
          </p:nvSpPr>
          <p:spPr>
            <a:xfrm>
              <a:off x="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03" name="Google Shape;5503;p17"/>
            <p:cNvSpPr/>
            <p:nvPr/>
          </p:nvSpPr>
          <p:spPr>
            <a:xfrm>
              <a:off x="38100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04" name="Google Shape;5504;p17"/>
            <p:cNvSpPr/>
            <p:nvPr/>
          </p:nvSpPr>
          <p:spPr>
            <a:xfrm>
              <a:off x="76201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05" name="Google Shape;5505;p17"/>
            <p:cNvSpPr/>
            <p:nvPr/>
          </p:nvSpPr>
          <p:spPr>
            <a:xfrm>
              <a:off x="114301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06" name="Google Shape;5506;p17"/>
            <p:cNvSpPr/>
            <p:nvPr/>
          </p:nvSpPr>
          <p:spPr>
            <a:xfrm>
              <a:off x="152402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07" name="Google Shape;5507;p17"/>
            <p:cNvSpPr/>
            <p:nvPr/>
          </p:nvSpPr>
          <p:spPr>
            <a:xfrm>
              <a:off x="190502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08" name="Google Shape;5508;p17"/>
            <p:cNvSpPr/>
            <p:nvPr/>
          </p:nvSpPr>
          <p:spPr>
            <a:xfrm>
              <a:off x="228603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09" name="Google Shape;5509;p17"/>
            <p:cNvSpPr/>
            <p:nvPr/>
          </p:nvSpPr>
          <p:spPr>
            <a:xfrm>
              <a:off x="266703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10" name="Google Shape;5510;p17"/>
            <p:cNvSpPr/>
            <p:nvPr/>
          </p:nvSpPr>
          <p:spPr>
            <a:xfrm>
              <a:off x="304804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11" name="Google Shape;5511;p17"/>
            <p:cNvSpPr/>
            <p:nvPr/>
          </p:nvSpPr>
          <p:spPr>
            <a:xfrm>
              <a:off x="342904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12" name="Google Shape;5512;p17"/>
            <p:cNvSpPr/>
            <p:nvPr/>
          </p:nvSpPr>
          <p:spPr>
            <a:xfrm>
              <a:off x="381005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13" name="Google Shape;5513;p17"/>
            <p:cNvSpPr/>
            <p:nvPr/>
          </p:nvSpPr>
          <p:spPr>
            <a:xfrm>
              <a:off x="419105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14" name="Google Shape;5514;p17"/>
            <p:cNvSpPr/>
            <p:nvPr/>
          </p:nvSpPr>
          <p:spPr>
            <a:xfrm>
              <a:off x="457206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15" name="Google Shape;5515;p17"/>
            <p:cNvSpPr/>
            <p:nvPr/>
          </p:nvSpPr>
          <p:spPr>
            <a:xfrm>
              <a:off x="495306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16" name="Google Shape;5516;p17"/>
            <p:cNvSpPr/>
            <p:nvPr/>
          </p:nvSpPr>
          <p:spPr>
            <a:xfrm>
              <a:off x="533407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17" name="Google Shape;5517;p17"/>
            <p:cNvSpPr/>
            <p:nvPr/>
          </p:nvSpPr>
          <p:spPr>
            <a:xfrm>
              <a:off x="571507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18" name="Google Shape;5518;p17"/>
            <p:cNvSpPr/>
            <p:nvPr/>
          </p:nvSpPr>
          <p:spPr>
            <a:xfrm>
              <a:off x="609608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19" name="Google Shape;5519;p17"/>
            <p:cNvSpPr/>
            <p:nvPr/>
          </p:nvSpPr>
          <p:spPr>
            <a:xfrm>
              <a:off x="647708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20" name="Google Shape;5520;p17"/>
            <p:cNvSpPr/>
            <p:nvPr/>
          </p:nvSpPr>
          <p:spPr>
            <a:xfrm>
              <a:off x="685809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21" name="Google Shape;5521;p17"/>
            <p:cNvSpPr/>
            <p:nvPr/>
          </p:nvSpPr>
          <p:spPr>
            <a:xfrm>
              <a:off x="723909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22" name="Google Shape;5522;p17"/>
            <p:cNvSpPr/>
            <p:nvPr/>
          </p:nvSpPr>
          <p:spPr>
            <a:xfrm>
              <a:off x="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23" name="Google Shape;5523;p17"/>
            <p:cNvSpPr/>
            <p:nvPr/>
          </p:nvSpPr>
          <p:spPr>
            <a:xfrm>
              <a:off x="38100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24" name="Google Shape;5524;p17"/>
            <p:cNvSpPr/>
            <p:nvPr/>
          </p:nvSpPr>
          <p:spPr>
            <a:xfrm>
              <a:off x="76201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25" name="Google Shape;5525;p17"/>
            <p:cNvSpPr/>
            <p:nvPr/>
          </p:nvSpPr>
          <p:spPr>
            <a:xfrm>
              <a:off x="114301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26" name="Google Shape;5526;p17"/>
            <p:cNvSpPr/>
            <p:nvPr/>
          </p:nvSpPr>
          <p:spPr>
            <a:xfrm>
              <a:off x="152402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27" name="Google Shape;5527;p17"/>
            <p:cNvSpPr/>
            <p:nvPr/>
          </p:nvSpPr>
          <p:spPr>
            <a:xfrm>
              <a:off x="190502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28" name="Google Shape;5528;p17"/>
            <p:cNvSpPr/>
            <p:nvPr/>
          </p:nvSpPr>
          <p:spPr>
            <a:xfrm>
              <a:off x="228603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29" name="Google Shape;5529;p17"/>
            <p:cNvSpPr/>
            <p:nvPr/>
          </p:nvSpPr>
          <p:spPr>
            <a:xfrm>
              <a:off x="266703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30" name="Google Shape;5530;p17"/>
            <p:cNvSpPr/>
            <p:nvPr/>
          </p:nvSpPr>
          <p:spPr>
            <a:xfrm>
              <a:off x="304804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31" name="Google Shape;5531;p17"/>
            <p:cNvSpPr/>
            <p:nvPr/>
          </p:nvSpPr>
          <p:spPr>
            <a:xfrm>
              <a:off x="342904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32" name="Google Shape;5532;p17"/>
            <p:cNvSpPr/>
            <p:nvPr/>
          </p:nvSpPr>
          <p:spPr>
            <a:xfrm>
              <a:off x="381005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33" name="Google Shape;5533;p17"/>
            <p:cNvSpPr/>
            <p:nvPr/>
          </p:nvSpPr>
          <p:spPr>
            <a:xfrm>
              <a:off x="419105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34" name="Google Shape;5534;p17"/>
            <p:cNvSpPr/>
            <p:nvPr/>
          </p:nvSpPr>
          <p:spPr>
            <a:xfrm>
              <a:off x="457206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35" name="Google Shape;5535;p17"/>
            <p:cNvSpPr/>
            <p:nvPr/>
          </p:nvSpPr>
          <p:spPr>
            <a:xfrm>
              <a:off x="495306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36" name="Google Shape;5536;p17"/>
            <p:cNvSpPr/>
            <p:nvPr/>
          </p:nvSpPr>
          <p:spPr>
            <a:xfrm>
              <a:off x="533407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37" name="Google Shape;5537;p17"/>
            <p:cNvSpPr/>
            <p:nvPr/>
          </p:nvSpPr>
          <p:spPr>
            <a:xfrm>
              <a:off x="571507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38" name="Google Shape;5538;p17"/>
            <p:cNvSpPr/>
            <p:nvPr/>
          </p:nvSpPr>
          <p:spPr>
            <a:xfrm>
              <a:off x="609608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39" name="Google Shape;5539;p17"/>
            <p:cNvSpPr/>
            <p:nvPr/>
          </p:nvSpPr>
          <p:spPr>
            <a:xfrm>
              <a:off x="647708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40" name="Google Shape;5540;p17"/>
            <p:cNvSpPr/>
            <p:nvPr/>
          </p:nvSpPr>
          <p:spPr>
            <a:xfrm>
              <a:off x="685809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41" name="Google Shape;5541;p17"/>
            <p:cNvSpPr/>
            <p:nvPr/>
          </p:nvSpPr>
          <p:spPr>
            <a:xfrm>
              <a:off x="723909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42" name="Google Shape;5542;p17"/>
            <p:cNvSpPr/>
            <p:nvPr/>
          </p:nvSpPr>
          <p:spPr>
            <a:xfrm>
              <a:off x="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43" name="Google Shape;5543;p17"/>
            <p:cNvSpPr/>
            <p:nvPr/>
          </p:nvSpPr>
          <p:spPr>
            <a:xfrm>
              <a:off x="38100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44" name="Google Shape;5544;p17"/>
            <p:cNvSpPr/>
            <p:nvPr/>
          </p:nvSpPr>
          <p:spPr>
            <a:xfrm>
              <a:off x="76201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45" name="Google Shape;5545;p17"/>
            <p:cNvSpPr/>
            <p:nvPr/>
          </p:nvSpPr>
          <p:spPr>
            <a:xfrm>
              <a:off x="114301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46" name="Google Shape;5546;p17"/>
            <p:cNvSpPr/>
            <p:nvPr/>
          </p:nvSpPr>
          <p:spPr>
            <a:xfrm>
              <a:off x="152402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47" name="Google Shape;5547;p17"/>
            <p:cNvSpPr/>
            <p:nvPr/>
          </p:nvSpPr>
          <p:spPr>
            <a:xfrm>
              <a:off x="190502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48" name="Google Shape;5548;p17"/>
            <p:cNvSpPr/>
            <p:nvPr/>
          </p:nvSpPr>
          <p:spPr>
            <a:xfrm>
              <a:off x="228603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49" name="Google Shape;5549;p17"/>
            <p:cNvSpPr/>
            <p:nvPr/>
          </p:nvSpPr>
          <p:spPr>
            <a:xfrm>
              <a:off x="266703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50" name="Google Shape;5550;p17"/>
            <p:cNvSpPr/>
            <p:nvPr/>
          </p:nvSpPr>
          <p:spPr>
            <a:xfrm>
              <a:off x="304804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51" name="Google Shape;5551;p17"/>
            <p:cNvSpPr/>
            <p:nvPr/>
          </p:nvSpPr>
          <p:spPr>
            <a:xfrm>
              <a:off x="342904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52" name="Google Shape;5552;p17"/>
            <p:cNvSpPr/>
            <p:nvPr/>
          </p:nvSpPr>
          <p:spPr>
            <a:xfrm>
              <a:off x="381005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53" name="Google Shape;5553;p17"/>
            <p:cNvSpPr/>
            <p:nvPr/>
          </p:nvSpPr>
          <p:spPr>
            <a:xfrm>
              <a:off x="419105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54" name="Google Shape;5554;p17"/>
            <p:cNvSpPr/>
            <p:nvPr/>
          </p:nvSpPr>
          <p:spPr>
            <a:xfrm>
              <a:off x="457206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55" name="Google Shape;5555;p17"/>
            <p:cNvSpPr/>
            <p:nvPr/>
          </p:nvSpPr>
          <p:spPr>
            <a:xfrm>
              <a:off x="495306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56" name="Google Shape;5556;p17"/>
            <p:cNvSpPr/>
            <p:nvPr/>
          </p:nvSpPr>
          <p:spPr>
            <a:xfrm>
              <a:off x="533407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57" name="Google Shape;5557;p17"/>
            <p:cNvSpPr/>
            <p:nvPr/>
          </p:nvSpPr>
          <p:spPr>
            <a:xfrm>
              <a:off x="571507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58" name="Google Shape;5558;p17"/>
            <p:cNvSpPr/>
            <p:nvPr/>
          </p:nvSpPr>
          <p:spPr>
            <a:xfrm>
              <a:off x="609608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59" name="Google Shape;5559;p17"/>
            <p:cNvSpPr/>
            <p:nvPr/>
          </p:nvSpPr>
          <p:spPr>
            <a:xfrm>
              <a:off x="647708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60" name="Google Shape;5560;p17"/>
            <p:cNvSpPr/>
            <p:nvPr/>
          </p:nvSpPr>
          <p:spPr>
            <a:xfrm>
              <a:off x="685809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61" name="Google Shape;5561;p17"/>
            <p:cNvSpPr/>
            <p:nvPr/>
          </p:nvSpPr>
          <p:spPr>
            <a:xfrm>
              <a:off x="723909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62" name="Google Shape;5562;p17"/>
            <p:cNvSpPr/>
            <p:nvPr/>
          </p:nvSpPr>
          <p:spPr>
            <a:xfrm>
              <a:off x="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63" name="Google Shape;5563;p17"/>
            <p:cNvSpPr/>
            <p:nvPr/>
          </p:nvSpPr>
          <p:spPr>
            <a:xfrm>
              <a:off x="38100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64" name="Google Shape;5564;p17"/>
            <p:cNvSpPr/>
            <p:nvPr/>
          </p:nvSpPr>
          <p:spPr>
            <a:xfrm>
              <a:off x="76201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65" name="Google Shape;5565;p17"/>
            <p:cNvSpPr/>
            <p:nvPr/>
          </p:nvSpPr>
          <p:spPr>
            <a:xfrm>
              <a:off x="114301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66" name="Google Shape;5566;p17"/>
            <p:cNvSpPr/>
            <p:nvPr/>
          </p:nvSpPr>
          <p:spPr>
            <a:xfrm>
              <a:off x="152402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67" name="Google Shape;5567;p17"/>
            <p:cNvSpPr/>
            <p:nvPr/>
          </p:nvSpPr>
          <p:spPr>
            <a:xfrm>
              <a:off x="190502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68" name="Google Shape;5568;p17"/>
            <p:cNvSpPr/>
            <p:nvPr/>
          </p:nvSpPr>
          <p:spPr>
            <a:xfrm>
              <a:off x="228603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69" name="Google Shape;5569;p17"/>
            <p:cNvSpPr/>
            <p:nvPr/>
          </p:nvSpPr>
          <p:spPr>
            <a:xfrm>
              <a:off x="266703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70" name="Google Shape;5570;p17"/>
            <p:cNvSpPr/>
            <p:nvPr/>
          </p:nvSpPr>
          <p:spPr>
            <a:xfrm>
              <a:off x="304804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71" name="Google Shape;5571;p17"/>
            <p:cNvSpPr/>
            <p:nvPr/>
          </p:nvSpPr>
          <p:spPr>
            <a:xfrm>
              <a:off x="342904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72" name="Google Shape;5572;p17"/>
            <p:cNvSpPr/>
            <p:nvPr/>
          </p:nvSpPr>
          <p:spPr>
            <a:xfrm>
              <a:off x="381005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73" name="Google Shape;5573;p17"/>
            <p:cNvSpPr/>
            <p:nvPr/>
          </p:nvSpPr>
          <p:spPr>
            <a:xfrm>
              <a:off x="419105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74" name="Google Shape;5574;p17"/>
            <p:cNvSpPr/>
            <p:nvPr/>
          </p:nvSpPr>
          <p:spPr>
            <a:xfrm>
              <a:off x="457206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75" name="Google Shape;5575;p17"/>
            <p:cNvSpPr/>
            <p:nvPr/>
          </p:nvSpPr>
          <p:spPr>
            <a:xfrm>
              <a:off x="495306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76" name="Google Shape;5576;p17"/>
            <p:cNvSpPr/>
            <p:nvPr/>
          </p:nvSpPr>
          <p:spPr>
            <a:xfrm>
              <a:off x="533407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77" name="Google Shape;5577;p17"/>
            <p:cNvSpPr/>
            <p:nvPr/>
          </p:nvSpPr>
          <p:spPr>
            <a:xfrm>
              <a:off x="571507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78" name="Google Shape;5578;p17"/>
            <p:cNvSpPr/>
            <p:nvPr/>
          </p:nvSpPr>
          <p:spPr>
            <a:xfrm>
              <a:off x="609608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79" name="Google Shape;5579;p17"/>
            <p:cNvSpPr/>
            <p:nvPr/>
          </p:nvSpPr>
          <p:spPr>
            <a:xfrm>
              <a:off x="647708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80" name="Google Shape;5580;p17"/>
            <p:cNvSpPr/>
            <p:nvPr/>
          </p:nvSpPr>
          <p:spPr>
            <a:xfrm>
              <a:off x="685809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81" name="Google Shape;5581;p17"/>
            <p:cNvSpPr/>
            <p:nvPr/>
          </p:nvSpPr>
          <p:spPr>
            <a:xfrm>
              <a:off x="723909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82" name="Google Shape;5582;p17"/>
            <p:cNvSpPr/>
            <p:nvPr/>
          </p:nvSpPr>
          <p:spPr>
            <a:xfrm>
              <a:off x="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83" name="Google Shape;5583;p17"/>
            <p:cNvSpPr/>
            <p:nvPr/>
          </p:nvSpPr>
          <p:spPr>
            <a:xfrm>
              <a:off x="38100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84" name="Google Shape;5584;p17"/>
            <p:cNvSpPr/>
            <p:nvPr/>
          </p:nvSpPr>
          <p:spPr>
            <a:xfrm>
              <a:off x="76201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85" name="Google Shape;5585;p17"/>
            <p:cNvSpPr/>
            <p:nvPr/>
          </p:nvSpPr>
          <p:spPr>
            <a:xfrm>
              <a:off x="114301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86" name="Google Shape;5586;p17"/>
            <p:cNvSpPr/>
            <p:nvPr/>
          </p:nvSpPr>
          <p:spPr>
            <a:xfrm>
              <a:off x="152402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87" name="Google Shape;5587;p17"/>
            <p:cNvSpPr/>
            <p:nvPr/>
          </p:nvSpPr>
          <p:spPr>
            <a:xfrm>
              <a:off x="190502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88" name="Google Shape;5588;p17"/>
            <p:cNvSpPr/>
            <p:nvPr/>
          </p:nvSpPr>
          <p:spPr>
            <a:xfrm>
              <a:off x="228603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89" name="Google Shape;5589;p17"/>
            <p:cNvSpPr/>
            <p:nvPr/>
          </p:nvSpPr>
          <p:spPr>
            <a:xfrm>
              <a:off x="266703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90" name="Google Shape;5590;p17"/>
            <p:cNvSpPr/>
            <p:nvPr/>
          </p:nvSpPr>
          <p:spPr>
            <a:xfrm>
              <a:off x="304804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91" name="Google Shape;5591;p17"/>
            <p:cNvSpPr/>
            <p:nvPr/>
          </p:nvSpPr>
          <p:spPr>
            <a:xfrm>
              <a:off x="342904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92" name="Google Shape;5592;p17"/>
            <p:cNvSpPr/>
            <p:nvPr/>
          </p:nvSpPr>
          <p:spPr>
            <a:xfrm>
              <a:off x="381005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93" name="Google Shape;5593;p17"/>
            <p:cNvSpPr/>
            <p:nvPr/>
          </p:nvSpPr>
          <p:spPr>
            <a:xfrm>
              <a:off x="419105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94" name="Google Shape;5594;p17"/>
            <p:cNvSpPr/>
            <p:nvPr/>
          </p:nvSpPr>
          <p:spPr>
            <a:xfrm>
              <a:off x="457206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95" name="Google Shape;5595;p17"/>
            <p:cNvSpPr/>
            <p:nvPr/>
          </p:nvSpPr>
          <p:spPr>
            <a:xfrm>
              <a:off x="495306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96" name="Google Shape;5596;p17"/>
            <p:cNvSpPr/>
            <p:nvPr/>
          </p:nvSpPr>
          <p:spPr>
            <a:xfrm>
              <a:off x="533407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97" name="Google Shape;5597;p17"/>
            <p:cNvSpPr/>
            <p:nvPr/>
          </p:nvSpPr>
          <p:spPr>
            <a:xfrm>
              <a:off x="571507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98" name="Google Shape;5598;p17"/>
            <p:cNvSpPr/>
            <p:nvPr/>
          </p:nvSpPr>
          <p:spPr>
            <a:xfrm>
              <a:off x="609608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99" name="Google Shape;5599;p17"/>
            <p:cNvSpPr/>
            <p:nvPr/>
          </p:nvSpPr>
          <p:spPr>
            <a:xfrm>
              <a:off x="647708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00" name="Google Shape;5600;p17"/>
            <p:cNvSpPr/>
            <p:nvPr/>
          </p:nvSpPr>
          <p:spPr>
            <a:xfrm>
              <a:off x="685809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01" name="Google Shape;5601;p17"/>
            <p:cNvSpPr/>
            <p:nvPr/>
          </p:nvSpPr>
          <p:spPr>
            <a:xfrm>
              <a:off x="723909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02" name="Google Shape;5602;p17"/>
            <p:cNvSpPr/>
            <p:nvPr/>
          </p:nvSpPr>
          <p:spPr>
            <a:xfrm>
              <a:off x="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03" name="Google Shape;5603;p17"/>
            <p:cNvSpPr/>
            <p:nvPr/>
          </p:nvSpPr>
          <p:spPr>
            <a:xfrm>
              <a:off x="38100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04" name="Google Shape;5604;p17"/>
            <p:cNvSpPr/>
            <p:nvPr/>
          </p:nvSpPr>
          <p:spPr>
            <a:xfrm>
              <a:off x="76201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05" name="Google Shape;5605;p17"/>
            <p:cNvSpPr/>
            <p:nvPr/>
          </p:nvSpPr>
          <p:spPr>
            <a:xfrm>
              <a:off x="114301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06" name="Google Shape;5606;p17"/>
            <p:cNvSpPr/>
            <p:nvPr/>
          </p:nvSpPr>
          <p:spPr>
            <a:xfrm>
              <a:off x="152402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07" name="Google Shape;5607;p17"/>
            <p:cNvSpPr/>
            <p:nvPr/>
          </p:nvSpPr>
          <p:spPr>
            <a:xfrm>
              <a:off x="190502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08" name="Google Shape;5608;p17"/>
            <p:cNvSpPr/>
            <p:nvPr/>
          </p:nvSpPr>
          <p:spPr>
            <a:xfrm>
              <a:off x="228603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09" name="Google Shape;5609;p17"/>
            <p:cNvSpPr/>
            <p:nvPr/>
          </p:nvSpPr>
          <p:spPr>
            <a:xfrm>
              <a:off x="266703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10" name="Google Shape;5610;p17"/>
            <p:cNvSpPr/>
            <p:nvPr/>
          </p:nvSpPr>
          <p:spPr>
            <a:xfrm>
              <a:off x="304804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11" name="Google Shape;5611;p17"/>
            <p:cNvSpPr/>
            <p:nvPr/>
          </p:nvSpPr>
          <p:spPr>
            <a:xfrm>
              <a:off x="342904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12" name="Google Shape;5612;p17"/>
            <p:cNvSpPr/>
            <p:nvPr/>
          </p:nvSpPr>
          <p:spPr>
            <a:xfrm>
              <a:off x="381005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13" name="Google Shape;5613;p17"/>
            <p:cNvSpPr/>
            <p:nvPr/>
          </p:nvSpPr>
          <p:spPr>
            <a:xfrm>
              <a:off x="419105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14" name="Google Shape;5614;p17"/>
            <p:cNvSpPr/>
            <p:nvPr/>
          </p:nvSpPr>
          <p:spPr>
            <a:xfrm>
              <a:off x="457206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15" name="Google Shape;5615;p17"/>
            <p:cNvSpPr/>
            <p:nvPr/>
          </p:nvSpPr>
          <p:spPr>
            <a:xfrm>
              <a:off x="495306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16" name="Google Shape;5616;p17"/>
            <p:cNvSpPr/>
            <p:nvPr/>
          </p:nvSpPr>
          <p:spPr>
            <a:xfrm>
              <a:off x="533407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17" name="Google Shape;5617;p17"/>
            <p:cNvSpPr/>
            <p:nvPr/>
          </p:nvSpPr>
          <p:spPr>
            <a:xfrm>
              <a:off x="571507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18" name="Google Shape;5618;p17"/>
            <p:cNvSpPr/>
            <p:nvPr/>
          </p:nvSpPr>
          <p:spPr>
            <a:xfrm>
              <a:off x="609608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19" name="Google Shape;5619;p17"/>
            <p:cNvSpPr/>
            <p:nvPr/>
          </p:nvSpPr>
          <p:spPr>
            <a:xfrm>
              <a:off x="647708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20" name="Google Shape;5620;p17"/>
            <p:cNvSpPr/>
            <p:nvPr/>
          </p:nvSpPr>
          <p:spPr>
            <a:xfrm>
              <a:off x="685809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21" name="Google Shape;5621;p17"/>
            <p:cNvSpPr/>
            <p:nvPr/>
          </p:nvSpPr>
          <p:spPr>
            <a:xfrm>
              <a:off x="723909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22" name="Google Shape;5622;p17"/>
            <p:cNvSpPr/>
            <p:nvPr/>
          </p:nvSpPr>
          <p:spPr>
            <a:xfrm>
              <a:off x="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23" name="Google Shape;5623;p17"/>
            <p:cNvSpPr/>
            <p:nvPr/>
          </p:nvSpPr>
          <p:spPr>
            <a:xfrm>
              <a:off x="38100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24" name="Google Shape;5624;p17"/>
            <p:cNvSpPr/>
            <p:nvPr/>
          </p:nvSpPr>
          <p:spPr>
            <a:xfrm>
              <a:off x="76201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25" name="Google Shape;5625;p17"/>
            <p:cNvSpPr/>
            <p:nvPr/>
          </p:nvSpPr>
          <p:spPr>
            <a:xfrm>
              <a:off x="114301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26" name="Google Shape;5626;p17"/>
            <p:cNvSpPr/>
            <p:nvPr/>
          </p:nvSpPr>
          <p:spPr>
            <a:xfrm>
              <a:off x="152402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27" name="Google Shape;5627;p17"/>
            <p:cNvSpPr/>
            <p:nvPr/>
          </p:nvSpPr>
          <p:spPr>
            <a:xfrm>
              <a:off x="190502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28" name="Google Shape;5628;p17"/>
            <p:cNvSpPr/>
            <p:nvPr/>
          </p:nvSpPr>
          <p:spPr>
            <a:xfrm>
              <a:off x="228603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29" name="Google Shape;5629;p17"/>
            <p:cNvSpPr/>
            <p:nvPr/>
          </p:nvSpPr>
          <p:spPr>
            <a:xfrm>
              <a:off x="266703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30" name="Google Shape;5630;p17"/>
            <p:cNvSpPr/>
            <p:nvPr/>
          </p:nvSpPr>
          <p:spPr>
            <a:xfrm>
              <a:off x="304804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31" name="Google Shape;5631;p17"/>
            <p:cNvSpPr/>
            <p:nvPr/>
          </p:nvSpPr>
          <p:spPr>
            <a:xfrm>
              <a:off x="342904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32" name="Google Shape;5632;p17"/>
            <p:cNvSpPr/>
            <p:nvPr/>
          </p:nvSpPr>
          <p:spPr>
            <a:xfrm>
              <a:off x="381005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33" name="Google Shape;5633;p17"/>
            <p:cNvSpPr/>
            <p:nvPr/>
          </p:nvSpPr>
          <p:spPr>
            <a:xfrm>
              <a:off x="419105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34" name="Google Shape;5634;p17"/>
            <p:cNvSpPr/>
            <p:nvPr/>
          </p:nvSpPr>
          <p:spPr>
            <a:xfrm>
              <a:off x="457206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35" name="Google Shape;5635;p17"/>
            <p:cNvSpPr/>
            <p:nvPr/>
          </p:nvSpPr>
          <p:spPr>
            <a:xfrm>
              <a:off x="495306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36" name="Google Shape;5636;p17"/>
            <p:cNvSpPr/>
            <p:nvPr/>
          </p:nvSpPr>
          <p:spPr>
            <a:xfrm>
              <a:off x="533407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37" name="Google Shape;5637;p17"/>
            <p:cNvSpPr/>
            <p:nvPr/>
          </p:nvSpPr>
          <p:spPr>
            <a:xfrm>
              <a:off x="571507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38" name="Google Shape;5638;p17"/>
            <p:cNvSpPr/>
            <p:nvPr/>
          </p:nvSpPr>
          <p:spPr>
            <a:xfrm>
              <a:off x="609608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39" name="Google Shape;5639;p17"/>
            <p:cNvSpPr/>
            <p:nvPr/>
          </p:nvSpPr>
          <p:spPr>
            <a:xfrm>
              <a:off x="647708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40" name="Google Shape;5640;p17"/>
            <p:cNvSpPr/>
            <p:nvPr/>
          </p:nvSpPr>
          <p:spPr>
            <a:xfrm>
              <a:off x="685809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41" name="Google Shape;5641;p17"/>
            <p:cNvSpPr/>
            <p:nvPr/>
          </p:nvSpPr>
          <p:spPr>
            <a:xfrm>
              <a:off x="723909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42" name="Google Shape;5642;p17"/>
            <p:cNvSpPr/>
            <p:nvPr/>
          </p:nvSpPr>
          <p:spPr>
            <a:xfrm>
              <a:off x="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43" name="Google Shape;5643;p17"/>
            <p:cNvSpPr/>
            <p:nvPr/>
          </p:nvSpPr>
          <p:spPr>
            <a:xfrm>
              <a:off x="38100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44" name="Google Shape;5644;p17"/>
            <p:cNvSpPr/>
            <p:nvPr/>
          </p:nvSpPr>
          <p:spPr>
            <a:xfrm>
              <a:off x="76201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45" name="Google Shape;5645;p17"/>
            <p:cNvSpPr/>
            <p:nvPr/>
          </p:nvSpPr>
          <p:spPr>
            <a:xfrm>
              <a:off x="114301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46" name="Google Shape;5646;p17"/>
            <p:cNvSpPr/>
            <p:nvPr/>
          </p:nvSpPr>
          <p:spPr>
            <a:xfrm>
              <a:off x="152402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47" name="Google Shape;5647;p17"/>
            <p:cNvSpPr/>
            <p:nvPr/>
          </p:nvSpPr>
          <p:spPr>
            <a:xfrm>
              <a:off x="190502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48" name="Google Shape;5648;p17"/>
            <p:cNvSpPr/>
            <p:nvPr/>
          </p:nvSpPr>
          <p:spPr>
            <a:xfrm>
              <a:off x="228603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49" name="Google Shape;5649;p17"/>
            <p:cNvSpPr/>
            <p:nvPr/>
          </p:nvSpPr>
          <p:spPr>
            <a:xfrm>
              <a:off x="266703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50" name="Google Shape;5650;p17"/>
            <p:cNvSpPr/>
            <p:nvPr/>
          </p:nvSpPr>
          <p:spPr>
            <a:xfrm>
              <a:off x="304804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51" name="Google Shape;5651;p17"/>
            <p:cNvSpPr/>
            <p:nvPr/>
          </p:nvSpPr>
          <p:spPr>
            <a:xfrm>
              <a:off x="342904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52" name="Google Shape;5652;p17"/>
            <p:cNvSpPr/>
            <p:nvPr/>
          </p:nvSpPr>
          <p:spPr>
            <a:xfrm>
              <a:off x="381005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53" name="Google Shape;5653;p17"/>
            <p:cNvSpPr/>
            <p:nvPr/>
          </p:nvSpPr>
          <p:spPr>
            <a:xfrm>
              <a:off x="419105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54" name="Google Shape;5654;p17"/>
            <p:cNvSpPr/>
            <p:nvPr/>
          </p:nvSpPr>
          <p:spPr>
            <a:xfrm>
              <a:off x="457206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55" name="Google Shape;5655;p17"/>
            <p:cNvSpPr/>
            <p:nvPr/>
          </p:nvSpPr>
          <p:spPr>
            <a:xfrm>
              <a:off x="495306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56" name="Google Shape;5656;p17"/>
            <p:cNvSpPr/>
            <p:nvPr/>
          </p:nvSpPr>
          <p:spPr>
            <a:xfrm>
              <a:off x="533407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57" name="Google Shape;5657;p17"/>
            <p:cNvSpPr/>
            <p:nvPr/>
          </p:nvSpPr>
          <p:spPr>
            <a:xfrm>
              <a:off x="571507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58" name="Google Shape;5658;p17"/>
            <p:cNvSpPr/>
            <p:nvPr/>
          </p:nvSpPr>
          <p:spPr>
            <a:xfrm>
              <a:off x="609608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59" name="Google Shape;5659;p17"/>
            <p:cNvSpPr/>
            <p:nvPr/>
          </p:nvSpPr>
          <p:spPr>
            <a:xfrm>
              <a:off x="647708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60" name="Google Shape;5660;p17"/>
            <p:cNvSpPr/>
            <p:nvPr/>
          </p:nvSpPr>
          <p:spPr>
            <a:xfrm>
              <a:off x="685809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61" name="Google Shape;5661;p17"/>
            <p:cNvSpPr/>
            <p:nvPr/>
          </p:nvSpPr>
          <p:spPr>
            <a:xfrm>
              <a:off x="723909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62" name="Google Shape;5662;p17"/>
            <p:cNvSpPr/>
            <p:nvPr/>
          </p:nvSpPr>
          <p:spPr>
            <a:xfrm>
              <a:off x="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63" name="Google Shape;5663;p17"/>
            <p:cNvSpPr/>
            <p:nvPr/>
          </p:nvSpPr>
          <p:spPr>
            <a:xfrm>
              <a:off x="38100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64" name="Google Shape;5664;p17"/>
            <p:cNvSpPr/>
            <p:nvPr/>
          </p:nvSpPr>
          <p:spPr>
            <a:xfrm>
              <a:off x="76201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65" name="Google Shape;5665;p17"/>
            <p:cNvSpPr/>
            <p:nvPr/>
          </p:nvSpPr>
          <p:spPr>
            <a:xfrm>
              <a:off x="114301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66" name="Google Shape;5666;p17"/>
            <p:cNvSpPr/>
            <p:nvPr/>
          </p:nvSpPr>
          <p:spPr>
            <a:xfrm>
              <a:off x="152402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67" name="Google Shape;5667;p17"/>
            <p:cNvSpPr/>
            <p:nvPr/>
          </p:nvSpPr>
          <p:spPr>
            <a:xfrm>
              <a:off x="190502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68" name="Google Shape;5668;p17"/>
            <p:cNvSpPr/>
            <p:nvPr/>
          </p:nvSpPr>
          <p:spPr>
            <a:xfrm>
              <a:off x="228603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69" name="Google Shape;5669;p17"/>
            <p:cNvSpPr/>
            <p:nvPr/>
          </p:nvSpPr>
          <p:spPr>
            <a:xfrm>
              <a:off x="266703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70" name="Google Shape;5670;p17"/>
            <p:cNvSpPr/>
            <p:nvPr/>
          </p:nvSpPr>
          <p:spPr>
            <a:xfrm>
              <a:off x="304804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71" name="Google Shape;5671;p17"/>
            <p:cNvSpPr/>
            <p:nvPr/>
          </p:nvSpPr>
          <p:spPr>
            <a:xfrm>
              <a:off x="342904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72" name="Google Shape;5672;p17"/>
            <p:cNvSpPr/>
            <p:nvPr/>
          </p:nvSpPr>
          <p:spPr>
            <a:xfrm>
              <a:off x="381005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73" name="Google Shape;5673;p17"/>
            <p:cNvSpPr/>
            <p:nvPr/>
          </p:nvSpPr>
          <p:spPr>
            <a:xfrm>
              <a:off x="419105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74" name="Google Shape;5674;p17"/>
            <p:cNvSpPr/>
            <p:nvPr/>
          </p:nvSpPr>
          <p:spPr>
            <a:xfrm>
              <a:off x="457206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75" name="Google Shape;5675;p17"/>
            <p:cNvSpPr/>
            <p:nvPr/>
          </p:nvSpPr>
          <p:spPr>
            <a:xfrm>
              <a:off x="495306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76" name="Google Shape;5676;p17"/>
            <p:cNvSpPr/>
            <p:nvPr/>
          </p:nvSpPr>
          <p:spPr>
            <a:xfrm>
              <a:off x="533407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77" name="Google Shape;5677;p17"/>
            <p:cNvSpPr/>
            <p:nvPr/>
          </p:nvSpPr>
          <p:spPr>
            <a:xfrm>
              <a:off x="571507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78" name="Google Shape;5678;p17"/>
            <p:cNvSpPr/>
            <p:nvPr/>
          </p:nvSpPr>
          <p:spPr>
            <a:xfrm>
              <a:off x="609608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79" name="Google Shape;5679;p17"/>
            <p:cNvSpPr/>
            <p:nvPr/>
          </p:nvSpPr>
          <p:spPr>
            <a:xfrm>
              <a:off x="647708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80" name="Google Shape;5680;p17"/>
            <p:cNvSpPr/>
            <p:nvPr/>
          </p:nvSpPr>
          <p:spPr>
            <a:xfrm>
              <a:off x="685809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81" name="Google Shape;5681;p17"/>
            <p:cNvSpPr/>
            <p:nvPr/>
          </p:nvSpPr>
          <p:spPr>
            <a:xfrm>
              <a:off x="723909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82" name="Google Shape;5682;p17"/>
            <p:cNvSpPr/>
            <p:nvPr/>
          </p:nvSpPr>
          <p:spPr>
            <a:xfrm>
              <a:off x="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83" name="Google Shape;5683;p17"/>
            <p:cNvSpPr/>
            <p:nvPr/>
          </p:nvSpPr>
          <p:spPr>
            <a:xfrm>
              <a:off x="38100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84" name="Google Shape;5684;p17"/>
            <p:cNvSpPr/>
            <p:nvPr/>
          </p:nvSpPr>
          <p:spPr>
            <a:xfrm>
              <a:off x="76201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85" name="Google Shape;5685;p17"/>
            <p:cNvSpPr/>
            <p:nvPr/>
          </p:nvSpPr>
          <p:spPr>
            <a:xfrm>
              <a:off x="114301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86" name="Google Shape;5686;p17"/>
            <p:cNvSpPr/>
            <p:nvPr/>
          </p:nvSpPr>
          <p:spPr>
            <a:xfrm>
              <a:off x="152402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87" name="Google Shape;5687;p17"/>
            <p:cNvSpPr/>
            <p:nvPr/>
          </p:nvSpPr>
          <p:spPr>
            <a:xfrm>
              <a:off x="190502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88" name="Google Shape;5688;p17"/>
            <p:cNvSpPr/>
            <p:nvPr/>
          </p:nvSpPr>
          <p:spPr>
            <a:xfrm>
              <a:off x="228603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89" name="Google Shape;5689;p17"/>
            <p:cNvSpPr/>
            <p:nvPr/>
          </p:nvSpPr>
          <p:spPr>
            <a:xfrm>
              <a:off x="266703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90" name="Google Shape;5690;p17"/>
            <p:cNvSpPr/>
            <p:nvPr/>
          </p:nvSpPr>
          <p:spPr>
            <a:xfrm>
              <a:off x="304804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91" name="Google Shape;5691;p17"/>
            <p:cNvSpPr/>
            <p:nvPr/>
          </p:nvSpPr>
          <p:spPr>
            <a:xfrm>
              <a:off x="342904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92" name="Google Shape;5692;p17"/>
            <p:cNvSpPr/>
            <p:nvPr/>
          </p:nvSpPr>
          <p:spPr>
            <a:xfrm>
              <a:off x="381005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93" name="Google Shape;5693;p17"/>
            <p:cNvSpPr/>
            <p:nvPr/>
          </p:nvSpPr>
          <p:spPr>
            <a:xfrm>
              <a:off x="419105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94" name="Google Shape;5694;p17"/>
            <p:cNvSpPr/>
            <p:nvPr/>
          </p:nvSpPr>
          <p:spPr>
            <a:xfrm>
              <a:off x="457206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95" name="Google Shape;5695;p17"/>
            <p:cNvSpPr/>
            <p:nvPr/>
          </p:nvSpPr>
          <p:spPr>
            <a:xfrm>
              <a:off x="495306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96" name="Google Shape;5696;p17"/>
            <p:cNvSpPr/>
            <p:nvPr/>
          </p:nvSpPr>
          <p:spPr>
            <a:xfrm>
              <a:off x="533407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97" name="Google Shape;5697;p17"/>
            <p:cNvSpPr/>
            <p:nvPr/>
          </p:nvSpPr>
          <p:spPr>
            <a:xfrm>
              <a:off x="571507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98" name="Google Shape;5698;p17"/>
            <p:cNvSpPr/>
            <p:nvPr/>
          </p:nvSpPr>
          <p:spPr>
            <a:xfrm>
              <a:off x="609608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99" name="Google Shape;5699;p17"/>
            <p:cNvSpPr/>
            <p:nvPr/>
          </p:nvSpPr>
          <p:spPr>
            <a:xfrm>
              <a:off x="647708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00" name="Google Shape;5700;p17"/>
            <p:cNvSpPr/>
            <p:nvPr/>
          </p:nvSpPr>
          <p:spPr>
            <a:xfrm>
              <a:off x="685809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01" name="Google Shape;5701;p17"/>
            <p:cNvSpPr/>
            <p:nvPr/>
          </p:nvSpPr>
          <p:spPr>
            <a:xfrm>
              <a:off x="723909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02" name="Google Shape;5702;p17"/>
            <p:cNvSpPr/>
            <p:nvPr/>
          </p:nvSpPr>
          <p:spPr>
            <a:xfrm>
              <a:off x="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03" name="Google Shape;5703;p17"/>
            <p:cNvSpPr/>
            <p:nvPr/>
          </p:nvSpPr>
          <p:spPr>
            <a:xfrm>
              <a:off x="38100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04" name="Google Shape;5704;p17"/>
            <p:cNvSpPr/>
            <p:nvPr/>
          </p:nvSpPr>
          <p:spPr>
            <a:xfrm>
              <a:off x="76201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05" name="Google Shape;5705;p17"/>
            <p:cNvSpPr/>
            <p:nvPr/>
          </p:nvSpPr>
          <p:spPr>
            <a:xfrm>
              <a:off x="114301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06" name="Google Shape;5706;p17"/>
            <p:cNvSpPr/>
            <p:nvPr/>
          </p:nvSpPr>
          <p:spPr>
            <a:xfrm>
              <a:off x="152402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07" name="Google Shape;5707;p17"/>
            <p:cNvSpPr/>
            <p:nvPr/>
          </p:nvSpPr>
          <p:spPr>
            <a:xfrm>
              <a:off x="190502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08" name="Google Shape;5708;p17"/>
            <p:cNvSpPr/>
            <p:nvPr/>
          </p:nvSpPr>
          <p:spPr>
            <a:xfrm>
              <a:off x="228603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09" name="Google Shape;5709;p17"/>
            <p:cNvSpPr/>
            <p:nvPr/>
          </p:nvSpPr>
          <p:spPr>
            <a:xfrm>
              <a:off x="266703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10" name="Google Shape;5710;p17"/>
            <p:cNvSpPr/>
            <p:nvPr/>
          </p:nvSpPr>
          <p:spPr>
            <a:xfrm>
              <a:off x="304804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11" name="Google Shape;5711;p17"/>
            <p:cNvSpPr/>
            <p:nvPr/>
          </p:nvSpPr>
          <p:spPr>
            <a:xfrm>
              <a:off x="342904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12" name="Google Shape;5712;p17"/>
            <p:cNvSpPr/>
            <p:nvPr/>
          </p:nvSpPr>
          <p:spPr>
            <a:xfrm>
              <a:off x="381005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13" name="Google Shape;5713;p17"/>
            <p:cNvSpPr/>
            <p:nvPr/>
          </p:nvSpPr>
          <p:spPr>
            <a:xfrm>
              <a:off x="419105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14" name="Google Shape;5714;p17"/>
            <p:cNvSpPr/>
            <p:nvPr/>
          </p:nvSpPr>
          <p:spPr>
            <a:xfrm>
              <a:off x="457206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15" name="Google Shape;5715;p17"/>
            <p:cNvSpPr/>
            <p:nvPr/>
          </p:nvSpPr>
          <p:spPr>
            <a:xfrm>
              <a:off x="495306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16" name="Google Shape;5716;p17"/>
            <p:cNvSpPr/>
            <p:nvPr/>
          </p:nvSpPr>
          <p:spPr>
            <a:xfrm>
              <a:off x="533407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17" name="Google Shape;5717;p17"/>
            <p:cNvSpPr/>
            <p:nvPr/>
          </p:nvSpPr>
          <p:spPr>
            <a:xfrm>
              <a:off x="571507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18" name="Google Shape;5718;p17"/>
            <p:cNvSpPr/>
            <p:nvPr/>
          </p:nvSpPr>
          <p:spPr>
            <a:xfrm>
              <a:off x="609608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19" name="Google Shape;5719;p17"/>
            <p:cNvSpPr/>
            <p:nvPr/>
          </p:nvSpPr>
          <p:spPr>
            <a:xfrm>
              <a:off x="647708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20" name="Google Shape;5720;p17"/>
            <p:cNvSpPr/>
            <p:nvPr/>
          </p:nvSpPr>
          <p:spPr>
            <a:xfrm>
              <a:off x="685809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21" name="Google Shape;5721;p17"/>
            <p:cNvSpPr/>
            <p:nvPr/>
          </p:nvSpPr>
          <p:spPr>
            <a:xfrm>
              <a:off x="723909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22" name="Google Shape;5722;p17"/>
            <p:cNvSpPr/>
            <p:nvPr/>
          </p:nvSpPr>
          <p:spPr>
            <a:xfrm>
              <a:off x="7620110" y="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23" name="Google Shape;5723;p17"/>
            <p:cNvSpPr/>
            <p:nvPr/>
          </p:nvSpPr>
          <p:spPr>
            <a:xfrm>
              <a:off x="8001115" y="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24" name="Google Shape;5724;p17"/>
            <p:cNvSpPr/>
            <p:nvPr/>
          </p:nvSpPr>
          <p:spPr>
            <a:xfrm>
              <a:off x="8382120" y="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25" name="Google Shape;5725;p17"/>
            <p:cNvSpPr/>
            <p:nvPr/>
          </p:nvSpPr>
          <p:spPr>
            <a:xfrm>
              <a:off x="8763125" y="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26" name="Google Shape;5726;p17"/>
            <p:cNvSpPr/>
            <p:nvPr/>
          </p:nvSpPr>
          <p:spPr>
            <a:xfrm>
              <a:off x="7620110" y="342894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27" name="Google Shape;5727;p17"/>
            <p:cNvSpPr/>
            <p:nvPr/>
          </p:nvSpPr>
          <p:spPr>
            <a:xfrm>
              <a:off x="8001115" y="342894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28" name="Google Shape;5728;p17"/>
            <p:cNvSpPr/>
            <p:nvPr/>
          </p:nvSpPr>
          <p:spPr>
            <a:xfrm>
              <a:off x="8382120" y="342894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29" name="Google Shape;5729;p17"/>
            <p:cNvSpPr/>
            <p:nvPr/>
          </p:nvSpPr>
          <p:spPr>
            <a:xfrm>
              <a:off x="8763125" y="342894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30" name="Google Shape;5730;p17"/>
            <p:cNvSpPr/>
            <p:nvPr/>
          </p:nvSpPr>
          <p:spPr>
            <a:xfrm>
              <a:off x="7620110" y="685788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31" name="Google Shape;5731;p17"/>
            <p:cNvSpPr/>
            <p:nvPr/>
          </p:nvSpPr>
          <p:spPr>
            <a:xfrm>
              <a:off x="8001115" y="685788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32" name="Google Shape;5732;p17"/>
            <p:cNvSpPr/>
            <p:nvPr/>
          </p:nvSpPr>
          <p:spPr>
            <a:xfrm>
              <a:off x="8382120" y="685788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33" name="Google Shape;5733;p17"/>
            <p:cNvSpPr/>
            <p:nvPr/>
          </p:nvSpPr>
          <p:spPr>
            <a:xfrm>
              <a:off x="8763125" y="685788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34" name="Google Shape;5734;p17"/>
            <p:cNvSpPr/>
            <p:nvPr/>
          </p:nvSpPr>
          <p:spPr>
            <a:xfrm>
              <a:off x="7620110" y="1028682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35" name="Google Shape;5735;p17"/>
            <p:cNvSpPr/>
            <p:nvPr/>
          </p:nvSpPr>
          <p:spPr>
            <a:xfrm>
              <a:off x="8001115" y="1028682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36" name="Google Shape;5736;p17"/>
            <p:cNvSpPr/>
            <p:nvPr/>
          </p:nvSpPr>
          <p:spPr>
            <a:xfrm>
              <a:off x="8382120" y="1028682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37" name="Google Shape;5737;p17"/>
            <p:cNvSpPr/>
            <p:nvPr/>
          </p:nvSpPr>
          <p:spPr>
            <a:xfrm>
              <a:off x="8763125" y="1028682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38" name="Google Shape;5738;p17"/>
            <p:cNvSpPr/>
            <p:nvPr/>
          </p:nvSpPr>
          <p:spPr>
            <a:xfrm>
              <a:off x="7620110" y="1371576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39" name="Google Shape;5739;p17"/>
            <p:cNvSpPr/>
            <p:nvPr/>
          </p:nvSpPr>
          <p:spPr>
            <a:xfrm>
              <a:off x="8001115" y="1371576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40" name="Google Shape;5740;p17"/>
            <p:cNvSpPr/>
            <p:nvPr/>
          </p:nvSpPr>
          <p:spPr>
            <a:xfrm>
              <a:off x="8382120" y="1371576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41" name="Google Shape;5741;p17"/>
            <p:cNvSpPr/>
            <p:nvPr/>
          </p:nvSpPr>
          <p:spPr>
            <a:xfrm>
              <a:off x="8763125" y="1371576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42" name="Google Shape;5742;p17"/>
            <p:cNvSpPr/>
            <p:nvPr/>
          </p:nvSpPr>
          <p:spPr>
            <a:xfrm>
              <a:off x="7620110" y="171447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43" name="Google Shape;5743;p17"/>
            <p:cNvSpPr/>
            <p:nvPr/>
          </p:nvSpPr>
          <p:spPr>
            <a:xfrm>
              <a:off x="8001115" y="171447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44" name="Google Shape;5744;p17"/>
            <p:cNvSpPr/>
            <p:nvPr/>
          </p:nvSpPr>
          <p:spPr>
            <a:xfrm>
              <a:off x="8382120" y="171447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45" name="Google Shape;5745;p17"/>
            <p:cNvSpPr/>
            <p:nvPr/>
          </p:nvSpPr>
          <p:spPr>
            <a:xfrm>
              <a:off x="8763125" y="171447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46" name="Google Shape;5746;p17"/>
            <p:cNvSpPr/>
            <p:nvPr/>
          </p:nvSpPr>
          <p:spPr>
            <a:xfrm>
              <a:off x="7620110" y="205736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47" name="Google Shape;5747;p17"/>
            <p:cNvSpPr/>
            <p:nvPr/>
          </p:nvSpPr>
          <p:spPr>
            <a:xfrm>
              <a:off x="8001115" y="205736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48" name="Google Shape;5748;p17"/>
            <p:cNvSpPr/>
            <p:nvPr/>
          </p:nvSpPr>
          <p:spPr>
            <a:xfrm>
              <a:off x="8382120" y="205736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49" name="Google Shape;5749;p17"/>
            <p:cNvSpPr/>
            <p:nvPr/>
          </p:nvSpPr>
          <p:spPr>
            <a:xfrm>
              <a:off x="8763125" y="205736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50" name="Google Shape;5750;p17"/>
            <p:cNvSpPr/>
            <p:nvPr/>
          </p:nvSpPr>
          <p:spPr>
            <a:xfrm>
              <a:off x="7620110" y="2400259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51" name="Google Shape;5751;p17"/>
            <p:cNvSpPr/>
            <p:nvPr/>
          </p:nvSpPr>
          <p:spPr>
            <a:xfrm>
              <a:off x="8001115" y="2400259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52" name="Google Shape;5752;p17"/>
            <p:cNvSpPr/>
            <p:nvPr/>
          </p:nvSpPr>
          <p:spPr>
            <a:xfrm>
              <a:off x="8382120" y="2400259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53" name="Google Shape;5753;p17"/>
            <p:cNvSpPr/>
            <p:nvPr/>
          </p:nvSpPr>
          <p:spPr>
            <a:xfrm>
              <a:off x="8763125" y="2400259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54" name="Google Shape;5754;p17"/>
            <p:cNvSpPr/>
            <p:nvPr/>
          </p:nvSpPr>
          <p:spPr>
            <a:xfrm>
              <a:off x="7620110" y="274315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55" name="Google Shape;5755;p17"/>
            <p:cNvSpPr/>
            <p:nvPr/>
          </p:nvSpPr>
          <p:spPr>
            <a:xfrm>
              <a:off x="8001115" y="274315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56" name="Google Shape;5756;p17"/>
            <p:cNvSpPr/>
            <p:nvPr/>
          </p:nvSpPr>
          <p:spPr>
            <a:xfrm>
              <a:off x="8382120" y="274315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57" name="Google Shape;5757;p17"/>
            <p:cNvSpPr/>
            <p:nvPr/>
          </p:nvSpPr>
          <p:spPr>
            <a:xfrm>
              <a:off x="8763125" y="274315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58" name="Google Shape;5758;p17"/>
            <p:cNvSpPr/>
            <p:nvPr/>
          </p:nvSpPr>
          <p:spPr>
            <a:xfrm>
              <a:off x="7620110" y="308604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59" name="Google Shape;5759;p17"/>
            <p:cNvSpPr/>
            <p:nvPr/>
          </p:nvSpPr>
          <p:spPr>
            <a:xfrm>
              <a:off x="8001115" y="308604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60" name="Google Shape;5760;p17"/>
            <p:cNvSpPr/>
            <p:nvPr/>
          </p:nvSpPr>
          <p:spPr>
            <a:xfrm>
              <a:off x="8382120" y="308604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61" name="Google Shape;5761;p17"/>
            <p:cNvSpPr/>
            <p:nvPr/>
          </p:nvSpPr>
          <p:spPr>
            <a:xfrm>
              <a:off x="8763125" y="308604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62" name="Google Shape;5762;p17"/>
            <p:cNvSpPr/>
            <p:nvPr/>
          </p:nvSpPr>
          <p:spPr>
            <a:xfrm>
              <a:off x="7620110" y="342894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63" name="Google Shape;5763;p17"/>
            <p:cNvSpPr/>
            <p:nvPr/>
          </p:nvSpPr>
          <p:spPr>
            <a:xfrm>
              <a:off x="8001115" y="342894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64" name="Google Shape;5764;p17"/>
            <p:cNvSpPr/>
            <p:nvPr/>
          </p:nvSpPr>
          <p:spPr>
            <a:xfrm>
              <a:off x="8382120" y="342894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65" name="Google Shape;5765;p17"/>
            <p:cNvSpPr/>
            <p:nvPr/>
          </p:nvSpPr>
          <p:spPr>
            <a:xfrm>
              <a:off x="8763125" y="342894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66" name="Google Shape;5766;p17"/>
            <p:cNvSpPr/>
            <p:nvPr/>
          </p:nvSpPr>
          <p:spPr>
            <a:xfrm>
              <a:off x="7620110" y="377182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67" name="Google Shape;5767;p17"/>
            <p:cNvSpPr/>
            <p:nvPr/>
          </p:nvSpPr>
          <p:spPr>
            <a:xfrm>
              <a:off x="8001115" y="377182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68" name="Google Shape;5768;p17"/>
            <p:cNvSpPr/>
            <p:nvPr/>
          </p:nvSpPr>
          <p:spPr>
            <a:xfrm>
              <a:off x="8382120" y="377182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69" name="Google Shape;5769;p17"/>
            <p:cNvSpPr/>
            <p:nvPr/>
          </p:nvSpPr>
          <p:spPr>
            <a:xfrm>
              <a:off x="8763125" y="377182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70" name="Google Shape;5770;p17"/>
            <p:cNvSpPr/>
            <p:nvPr/>
          </p:nvSpPr>
          <p:spPr>
            <a:xfrm>
              <a:off x="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71" name="Google Shape;5771;p17"/>
            <p:cNvSpPr/>
            <p:nvPr/>
          </p:nvSpPr>
          <p:spPr>
            <a:xfrm>
              <a:off x="38100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72" name="Google Shape;5772;p17"/>
            <p:cNvSpPr/>
            <p:nvPr/>
          </p:nvSpPr>
          <p:spPr>
            <a:xfrm>
              <a:off x="76201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73" name="Google Shape;5773;p17"/>
            <p:cNvSpPr/>
            <p:nvPr/>
          </p:nvSpPr>
          <p:spPr>
            <a:xfrm>
              <a:off x="114301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74" name="Google Shape;5774;p17"/>
            <p:cNvSpPr/>
            <p:nvPr/>
          </p:nvSpPr>
          <p:spPr>
            <a:xfrm>
              <a:off x="152402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75" name="Google Shape;5775;p17"/>
            <p:cNvSpPr/>
            <p:nvPr/>
          </p:nvSpPr>
          <p:spPr>
            <a:xfrm>
              <a:off x="190502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76" name="Google Shape;5776;p17"/>
            <p:cNvSpPr/>
            <p:nvPr/>
          </p:nvSpPr>
          <p:spPr>
            <a:xfrm>
              <a:off x="228603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77" name="Google Shape;5777;p17"/>
            <p:cNvSpPr/>
            <p:nvPr/>
          </p:nvSpPr>
          <p:spPr>
            <a:xfrm>
              <a:off x="266703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78" name="Google Shape;5778;p17"/>
            <p:cNvSpPr/>
            <p:nvPr/>
          </p:nvSpPr>
          <p:spPr>
            <a:xfrm>
              <a:off x="304804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79" name="Google Shape;5779;p17"/>
            <p:cNvSpPr/>
            <p:nvPr/>
          </p:nvSpPr>
          <p:spPr>
            <a:xfrm>
              <a:off x="342904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80" name="Google Shape;5780;p17"/>
            <p:cNvSpPr/>
            <p:nvPr/>
          </p:nvSpPr>
          <p:spPr>
            <a:xfrm>
              <a:off x="381005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81" name="Google Shape;5781;p17"/>
            <p:cNvSpPr/>
            <p:nvPr/>
          </p:nvSpPr>
          <p:spPr>
            <a:xfrm>
              <a:off x="419105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82" name="Google Shape;5782;p17"/>
            <p:cNvSpPr/>
            <p:nvPr/>
          </p:nvSpPr>
          <p:spPr>
            <a:xfrm>
              <a:off x="457206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83" name="Google Shape;5783;p17"/>
            <p:cNvSpPr/>
            <p:nvPr/>
          </p:nvSpPr>
          <p:spPr>
            <a:xfrm>
              <a:off x="495306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84" name="Google Shape;5784;p17"/>
            <p:cNvSpPr/>
            <p:nvPr/>
          </p:nvSpPr>
          <p:spPr>
            <a:xfrm>
              <a:off x="533407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85" name="Google Shape;5785;p17"/>
            <p:cNvSpPr/>
            <p:nvPr/>
          </p:nvSpPr>
          <p:spPr>
            <a:xfrm>
              <a:off x="571507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86" name="Google Shape;5786;p17"/>
            <p:cNvSpPr/>
            <p:nvPr/>
          </p:nvSpPr>
          <p:spPr>
            <a:xfrm>
              <a:off x="609608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87" name="Google Shape;5787;p17"/>
            <p:cNvSpPr/>
            <p:nvPr/>
          </p:nvSpPr>
          <p:spPr>
            <a:xfrm>
              <a:off x="647708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88" name="Google Shape;5788;p17"/>
            <p:cNvSpPr/>
            <p:nvPr/>
          </p:nvSpPr>
          <p:spPr>
            <a:xfrm>
              <a:off x="685809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89" name="Google Shape;5789;p17"/>
            <p:cNvSpPr/>
            <p:nvPr/>
          </p:nvSpPr>
          <p:spPr>
            <a:xfrm>
              <a:off x="723909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90" name="Google Shape;5790;p17"/>
            <p:cNvSpPr/>
            <p:nvPr/>
          </p:nvSpPr>
          <p:spPr>
            <a:xfrm>
              <a:off x="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91" name="Google Shape;5791;p17"/>
            <p:cNvSpPr/>
            <p:nvPr/>
          </p:nvSpPr>
          <p:spPr>
            <a:xfrm>
              <a:off x="38100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92" name="Google Shape;5792;p17"/>
            <p:cNvSpPr/>
            <p:nvPr/>
          </p:nvSpPr>
          <p:spPr>
            <a:xfrm>
              <a:off x="76201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93" name="Google Shape;5793;p17"/>
            <p:cNvSpPr/>
            <p:nvPr/>
          </p:nvSpPr>
          <p:spPr>
            <a:xfrm>
              <a:off x="114301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94" name="Google Shape;5794;p17"/>
            <p:cNvSpPr/>
            <p:nvPr/>
          </p:nvSpPr>
          <p:spPr>
            <a:xfrm>
              <a:off x="152402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95" name="Google Shape;5795;p17"/>
            <p:cNvSpPr/>
            <p:nvPr/>
          </p:nvSpPr>
          <p:spPr>
            <a:xfrm>
              <a:off x="190502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96" name="Google Shape;5796;p17"/>
            <p:cNvSpPr/>
            <p:nvPr/>
          </p:nvSpPr>
          <p:spPr>
            <a:xfrm>
              <a:off x="228603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97" name="Google Shape;5797;p17"/>
            <p:cNvSpPr/>
            <p:nvPr/>
          </p:nvSpPr>
          <p:spPr>
            <a:xfrm>
              <a:off x="266703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98" name="Google Shape;5798;p17"/>
            <p:cNvSpPr/>
            <p:nvPr/>
          </p:nvSpPr>
          <p:spPr>
            <a:xfrm>
              <a:off x="304804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99" name="Google Shape;5799;p17"/>
            <p:cNvSpPr/>
            <p:nvPr/>
          </p:nvSpPr>
          <p:spPr>
            <a:xfrm>
              <a:off x="342904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00" name="Google Shape;5800;p17"/>
            <p:cNvSpPr/>
            <p:nvPr/>
          </p:nvSpPr>
          <p:spPr>
            <a:xfrm>
              <a:off x="381005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01" name="Google Shape;5801;p17"/>
            <p:cNvSpPr/>
            <p:nvPr/>
          </p:nvSpPr>
          <p:spPr>
            <a:xfrm>
              <a:off x="419105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02" name="Google Shape;5802;p17"/>
            <p:cNvSpPr/>
            <p:nvPr/>
          </p:nvSpPr>
          <p:spPr>
            <a:xfrm>
              <a:off x="457206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03" name="Google Shape;5803;p17"/>
            <p:cNvSpPr/>
            <p:nvPr/>
          </p:nvSpPr>
          <p:spPr>
            <a:xfrm>
              <a:off x="495306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04" name="Google Shape;5804;p17"/>
            <p:cNvSpPr/>
            <p:nvPr/>
          </p:nvSpPr>
          <p:spPr>
            <a:xfrm>
              <a:off x="533407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05" name="Google Shape;5805;p17"/>
            <p:cNvSpPr/>
            <p:nvPr/>
          </p:nvSpPr>
          <p:spPr>
            <a:xfrm>
              <a:off x="571507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06" name="Google Shape;5806;p17"/>
            <p:cNvSpPr/>
            <p:nvPr/>
          </p:nvSpPr>
          <p:spPr>
            <a:xfrm>
              <a:off x="609608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07" name="Google Shape;5807;p17"/>
            <p:cNvSpPr/>
            <p:nvPr/>
          </p:nvSpPr>
          <p:spPr>
            <a:xfrm>
              <a:off x="647708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08" name="Google Shape;5808;p17"/>
            <p:cNvSpPr/>
            <p:nvPr/>
          </p:nvSpPr>
          <p:spPr>
            <a:xfrm>
              <a:off x="685809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09" name="Google Shape;5809;p17"/>
            <p:cNvSpPr/>
            <p:nvPr/>
          </p:nvSpPr>
          <p:spPr>
            <a:xfrm>
              <a:off x="723909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10" name="Google Shape;5810;p17"/>
            <p:cNvSpPr/>
            <p:nvPr/>
          </p:nvSpPr>
          <p:spPr>
            <a:xfrm>
              <a:off x="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11" name="Google Shape;5811;p17"/>
            <p:cNvSpPr/>
            <p:nvPr/>
          </p:nvSpPr>
          <p:spPr>
            <a:xfrm>
              <a:off x="38100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12" name="Google Shape;5812;p17"/>
            <p:cNvSpPr/>
            <p:nvPr/>
          </p:nvSpPr>
          <p:spPr>
            <a:xfrm>
              <a:off x="76201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13" name="Google Shape;5813;p17"/>
            <p:cNvSpPr/>
            <p:nvPr/>
          </p:nvSpPr>
          <p:spPr>
            <a:xfrm>
              <a:off x="114301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14" name="Google Shape;5814;p17"/>
            <p:cNvSpPr/>
            <p:nvPr/>
          </p:nvSpPr>
          <p:spPr>
            <a:xfrm>
              <a:off x="152402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15" name="Google Shape;5815;p17"/>
            <p:cNvSpPr/>
            <p:nvPr/>
          </p:nvSpPr>
          <p:spPr>
            <a:xfrm>
              <a:off x="190502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16" name="Google Shape;5816;p17"/>
            <p:cNvSpPr/>
            <p:nvPr/>
          </p:nvSpPr>
          <p:spPr>
            <a:xfrm>
              <a:off x="228603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17" name="Google Shape;5817;p17"/>
            <p:cNvSpPr/>
            <p:nvPr/>
          </p:nvSpPr>
          <p:spPr>
            <a:xfrm>
              <a:off x="266703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18" name="Google Shape;5818;p17"/>
            <p:cNvSpPr/>
            <p:nvPr/>
          </p:nvSpPr>
          <p:spPr>
            <a:xfrm>
              <a:off x="304804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19" name="Google Shape;5819;p17"/>
            <p:cNvSpPr/>
            <p:nvPr/>
          </p:nvSpPr>
          <p:spPr>
            <a:xfrm>
              <a:off x="342904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20" name="Google Shape;5820;p17"/>
            <p:cNvSpPr/>
            <p:nvPr/>
          </p:nvSpPr>
          <p:spPr>
            <a:xfrm>
              <a:off x="381005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21" name="Google Shape;5821;p17"/>
            <p:cNvSpPr/>
            <p:nvPr/>
          </p:nvSpPr>
          <p:spPr>
            <a:xfrm>
              <a:off x="419105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22" name="Google Shape;5822;p17"/>
            <p:cNvSpPr/>
            <p:nvPr/>
          </p:nvSpPr>
          <p:spPr>
            <a:xfrm>
              <a:off x="457206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23" name="Google Shape;5823;p17"/>
            <p:cNvSpPr/>
            <p:nvPr/>
          </p:nvSpPr>
          <p:spPr>
            <a:xfrm>
              <a:off x="495306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24" name="Google Shape;5824;p17"/>
            <p:cNvSpPr/>
            <p:nvPr/>
          </p:nvSpPr>
          <p:spPr>
            <a:xfrm>
              <a:off x="533407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25" name="Google Shape;5825;p17"/>
            <p:cNvSpPr/>
            <p:nvPr/>
          </p:nvSpPr>
          <p:spPr>
            <a:xfrm>
              <a:off x="571507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26" name="Google Shape;5826;p17"/>
            <p:cNvSpPr/>
            <p:nvPr/>
          </p:nvSpPr>
          <p:spPr>
            <a:xfrm>
              <a:off x="609608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27" name="Google Shape;5827;p17"/>
            <p:cNvSpPr/>
            <p:nvPr/>
          </p:nvSpPr>
          <p:spPr>
            <a:xfrm>
              <a:off x="647708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28" name="Google Shape;5828;p17"/>
            <p:cNvSpPr/>
            <p:nvPr/>
          </p:nvSpPr>
          <p:spPr>
            <a:xfrm>
              <a:off x="685809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29" name="Google Shape;5829;p17"/>
            <p:cNvSpPr/>
            <p:nvPr/>
          </p:nvSpPr>
          <p:spPr>
            <a:xfrm>
              <a:off x="723909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30" name="Google Shape;5830;p17"/>
            <p:cNvSpPr/>
            <p:nvPr/>
          </p:nvSpPr>
          <p:spPr>
            <a:xfrm>
              <a:off x="7620110" y="411471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31" name="Google Shape;5831;p17"/>
            <p:cNvSpPr/>
            <p:nvPr/>
          </p:nvSpPr>
          <p:spPr>
            <a:xfrm>
              <a:off x="8001115" y="411471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32" name="Google Shape;5832;p17"/>
            <p:cNvSpPr/>
            <p:nvPr/>
          </p:nvSpPr>
          <p:spPr>
            <a:xfrm>
              <a:off x="8382120" y="411471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33" name="Google Shape;5833;p17"/>
            <p:cNvSpPr/>
            <p:nvPr/>
          </p:nvSpPr>
          <p:spPr>
            <a:xfrm>
              <a:off x="8763125" y="411471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34" name="Google Shape;5834;p17"/>
            <p:cNvSpPr/>
            <p:nvPr/>
          </p:nvSpPr>
          <p:spPr>
            <a:xfrm>
              <a:off x="7620110" y="445760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35" name="Google Shape;5835;p17"/>
            <p:cNvSpPr/>
            <p:nvPr/>
          </p:nvSpPr>
          <p:spPr>
            <a:xfrm>
              <a:off x="8001115" y="445760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36" name="Google Shape;5836;p17"/>
            <p:cNvSpPr/>
            <p:nvPr/>
          </p:nvSpPr>
          <p:spPr>
            <a:xfrm>
              <a:off x="8382120" y="445760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37" name="Google Shape;5837;p17"/>
            <p:cNvSpPr/>
            <p:nvPr/>
          </p:nvSpPr>
          <p:spPr>
            <a:xfrm>
              <a:off x="8763125" y="445760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38" name="Google Shape;5838;p17"/>
            <p:cNvSpPr/>
            <p:nvPr/>
          </p:nvSpPr>
          <p:spPr>
            <a:xfrm>
              <a:off x="7620110" y="480049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39" name="Google Shape;5839;p17"/>
            <p:cNvSpPr/>
            <p:nvPr/>
          </p:nvSpPr>
          <p:spPr>
            <a:xfrm>
              <a:off x="8001115" y="480049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40" name="Google Shape;5840;p17"/>
            <p:cNvSpPr/>
            <p:nvPr/>
          </p:nvSpPr>
          <p:spPr>
            <a:xfrm>
              <a:off x="8382120" y="480049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41" name="Google Shape;5841;p17"/>
            <p:cNvSpPr/>
            <p:nvPr/>
          </p:nvSpPr>
          <p:spPr>
            <a:xfrm>
              <a:off x="8763125" y="480049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842" name="Google Shape;5842;p17"/>
          <p:cNvSpPr/>
          <p:nvPr/>
        </p:nvSpPr>
        <p:spPr>
          <a:xfrm flipH="1">
            <a:off x="0" y="0"/>
            <a:ext cx="9144000" cy="5143500"/>
          </a:xfrm>
          <a:prstGeom prst="rtTriangle">
            <a:avLst/>
          </a:prstGeom>
          <a:solidFill>
            <a:srgbClr val="005051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843" name="Google Shape;5843;p17"/>
          <p:cNvGrpSpPr/>
          <p:nvPr/>
        </p:nvGrpSpPr>
        <p:grpSpPr>
          <a:xfrm>
            <a:off x="553048" y="535000"/>
            <a:ext cx="8105852" cy="4302000"/>
            <a:chOff x="553048" y="535000"/>
            <a:chExt cx="8105852" cy="4302000"/>
          </a:xfrm>
        </p:grpSpPr>
        <p:sp>
          <p:nvSpPr>
            <p:cNvPr id="5844" name="Google Shape;5844;p17"/>
            <p:cNvSpPr/>
            <p:nvPr/>
          </p:nvSpPr>
          <p:spPr>
            <a:xfrm>
              <a:off x="942300" y="763600"/>
              <a:ext cx="7716600" cy="4073400"/>
            </a:xfrm>
            <a:prstGeom prst="roundRect">
              <a:avLst>
                <a:gd fmla="val 2480" name="adj"/>
              </a:avLst>
            </a:prstGeom>
            <a:solidFill>
              <a:srgbClr val="222828">
                <a:alpha val="2039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45" name="Google Shape;5845;p17"/>
            <p:cNvSpPr/>
            <p:nvPr/>
          </p:nvSpPr>
          <p:spPr>
            <a:xfrm>
              <a:off x="712275" y="535000"/>
              <a:ext cx="7716600" cy="4073400"/>
            </a:xfrm>
            <a:prstGeom prst="roundRect">
              <a:avLst>
                <a:gd fmla="val 2480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46" name="Google Shape;5846;p17"/>
            <p:cNvSpPr/>
            <p:nvPr/>
          </p:nvSpPr>
          <p:spPr>
            <a:xfrm>
              <a:off x="848698" y="898261"/>
              <a:ext cx="317374" cy="317436"/>
            </a:xfrm>
            <a:custGeom>
              <a:rect b="b" l="l" r="r" t="t"/>
              <a:pathLst>
                <a:path extrusionOk="0" h="15212" w="15209">
                  <a:moveTo>
                    <a:pt x="7604" y="0"/>
                  </a:moveTo>
                  <a:cubicBezTo>
                    <a:pt x="3404" y="0"/>
                    <a:pt x="0" y="3405"/>
                    <a:pt x="0" y="7605"/>
                  </a:cubicBezTo>
                  <a:cubicBezTo>
                    <a:pt x="0" y="11805"/>
                    <a:pt x="3404" y="15212"/>
                    <a:pt x="7604" y="15212"/>
                  </a:cubicBezTo>
                  <a:cubicBezTo>
                    <a:pt x="11804" y="15212"/>
                    <a:pt x="15209" y="11805"/>
                    <a:pt x="15209" y="7605"/>
                  </a:cubicBezTo>
                  <a:cubicBezTo>
                    <a:pt x="15209" y="3405"/>
                    <a:pt x="11804" y="0"/>
                    <a:pt x="760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47" name="Google Shape;5847;p17"/>
            <p:cNvSpPr/>
            <p:nvPr/>
          </p:nvSpPr>
          <p:spPr>
            <a:xfrm>
              <a:off x="553048" y="931482"/>
              <a:ext cx="549400" cy="250994"/>
            </a:xfrm>
            <a:custGeom>
              <a:rect b="b" l="l" r="r" t="t"/>
              <a:pathLst>
                <a:path extrusionOk="0" h="12028" w="26328">
                  <a:moveTo>
                    <a:pt x="1493" y="0"/>
                  </a:moveTo>
                  <a:cubicBezTo>
                    <a:pt x="671" y="0"/>
                    <a:pt x="0" y="668"/>
                    <a:pt x="0" y="1494"/>
                  </a:cubicBezTo>
                  <a:cubicBezTo>
                    <a:pt x="0" y="2319"/>
                    <a:pt x="671" y="2990"/>
                    <a:pt x="1493" y="2990"/>
                  </a:cubicBezTo>
                  <a:lnTo>
                    <a:pt x="19596" y="2990"/>
                  </a:lnTo>
                  <a:cubicBezTo>
                    <a:pt x="21591" y="2990"/>
                    <a:pt x="23340" y="4081"/>
                    <a:pt x="23340" y="5330"/>
                  </a:cubicBezTo>
                  <a:lnTo>
                    <a:pt x="23340" y="6698"/>
                  </a:lnTo>
                  <a:cubicBezTo>
                    <a:pt x="23340" y="7944"/>
                    <a:pt x="21591" y="9038"/>
                    <a:pt x="19596" y="9038"/>
                  </a:cubicBezTo>
                  <a:lnTo>
                    <a:pt x="1493" y="9038"/>
                  </a:lnTo>
                  <a:cubicBezTo>
                    <a:pt x="671" y="9038"/>
                    <a:pt x="0" y="9706"/>
                    <a:pt x="0" y="10532"/>
                  </a:cubicBezTo>
                  <a:cubicBezTo>
                    <a:pt x="0" y="11357"/>
                    <a:pt x="671" y="12028"/>
                    <a:pt x="1493" y="12028"/>
                  </a:cubicBezTo>
                  <a:lnTo>
                    <a:pt x="19596" y="12028"/>
                  </a:lnTo>
                  <a:lnTo>
                    <a:pt x="19596" y="12025"/>
                  </a:lnTo>
                  <a:cubicBezTo>
                    <a:pt x="23370" y="12025"/>
                    <a:pt x="26327" y="9685"/>
                    <a:pt x="26327" y="6695"/>
                  </a:cubicBezTo>
                  <a:lnTo>
                    <a:pt x="26327" y="5327"/>
                  </a:lnTo>
                  <a:cubicBezTo>
                    <a:pt x="26327" y="2340"/>
                    <a:pt x="23370" y="0"/>
                    <a:pt x="19596" y="0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48" name="Google Shape;5848;p17"/>
            <p:cNvSpPr/>
            <p:nvPr/>
          </p:nvSpPr>
          <p:spPr>
            <a:xfrm>
              <a:off x="848698" y="1332681"/>
              <a:ext cx="317374" cy="317457"/>
            </a:xfrm>
            <a:custGeom>
              <a:rect b="b" l="l" r="r" t="t"/>
              <a:pathLst>
                <a:path extrusionOk="0" h="15213" w="15209">
                  <a:moveTo>
                    <a:pt x="7604" y="1"/>
                  </a:moveTo>
                  <a:cubicBezTo>
                    <a:pt x="3404" y="1"/>
                    <a:pt x="0" y="3408"/>
                    <a:pt x="0" y="7608"/>
                  </a:cubicBezTo>
                  <a:cubicBezTo>
                    <a:pt x="0" y="11808"/>
                    <a:pt x="3404" y="15212"/>
                    <a:pt x="7604" y="15212"/>
                  </a:cubicBezTo>
                  <a:cubicBezTo>
                    <a:pt x="11804" y="15212"/>
                    <a:pt x="15209" y="11808"/>
                    <a:pt x="15209" y="7608"/>
                  </a:cubicBezTo>
                  <a:cubicBezTo>
                    <a:pt x="15209" y="3408"/>
                    <a:pt x="11804" y="1"/>
                    <a:pt x="760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49" name="Google Shape;5849;p17"/>
            <p:cNvSpPr/>
            <p:nvPr/>
          </p:nvSpPr>
          <p:spPr>
            <a:xfrm>
              <a:off x="553048" y="1365902"/>
              <a:ext cx="549400" cy="251015"/>
            </a:xfrm>
            <a:custGeom>
              <a:rect b="b" l="l" r="r" t="t"/>
              <a:pathLst>
                <a:path extrusionOk="0" h="12029" w="26328">
                  <a:moveTo>
                    <a:pt x="1493" y="1"/>
                  </a:moveTo>
                  <a:cubicBezTo>
                    <a:pt x="671" y="1"/>
                    <a:pt x="0" y="671"/>
                    <a:pt x="0" y="1497"/>
                  </a:cubicBezTo>
                  <a:cubicBezTo>
                    <a:pt x="0" y="2320"/>
                    <a:pt x="671" y="2990"/>
                    <a:pt x="1493" y="2990"/>
                  </a:cubicBezTo>
                  <a:lnTo>
                    <a:pt x="19596" y="2990"/>
                  </a:lnTo>
                  <a:cubicBezTo>
                    <a:pt x="21591" y="2990"/>
                    <a:pt x="23340" y="4084"/>
                    <a:pt x="23340" y="5330"/>
                  </a:cubicBezTo>
                  <a:lnTo>
                    <a:pt x="23340" y="6699"/>
                  </a:lnTo>
                  <a:cubicBezTo>
                    <a:pt x="23340" y="7948"/>
                    <a:pt x="21591" y="9042"/>
                    <a:pt x="19596" y="9042"/>
                  </a:cubicBezTo>
                  <a:lnTo>
                    <a:pt x="1493" y="9042"/>
                  </a:lnTo>
                  <a:cubicBezTo>
                    <a:pt x="671" y="9042"/>
                    <a:pt x="0" y="9709"/>
                    <a:pt x="0" y="10535"/>
                  </a:cubicBezTo>
                  <a:cubicBezTo>
                    <a:pt x="0" y="11361"/>
                    <a:pt x="671" y="12028"/>
                    <a:pt x="1493" y="12028"/>
                  </a:cubicBezTo>
                  <a:lnTo>
                    <a:pt x="19596" y="12028"/>
                  </a:lnTo>
                  <a:cubicBezTo>
                    <a:pt x="23370" y="12028"/>
                    <a:pt x="26327" y="9688"/>
                    <a:pt x="26327" y="6699"/>
                  </a:cubicBezTo>
                  <a:lnTo>
                    <a:pt x="26327" y="5330"/>
                  </a:lnTo>
                  <a:cubicBezTo>
                    <a:pt x="26327" y="2344"/>
                    <a:pt x="23370" y="1"/>
                    <a:pt x="19596" y="1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50" name="Google Shape;5850;p17"/>
            <p:cNvSpPr/>
            <p:nvPr/>
          </p:nvSpPr>
          <p:spPr>
            <a:xfrm>
              <a:off x="848698" y="1767184"/>
              <a:ext cx="317374" cy="317436"/>
            </a:xfrm>
            <a:custGeom>
              <a:rect b="b" l="l" r="r" t="t"/>
              <a:pathLst>
                <a:path extrusionOk="0" h="15212" w="15209">
                  <a:moveTo>
                    <a:pt x="7604" y="0"/>
                  </a:moveTo>
                  <a:cubicBezTo>
                    <a:pt x="3404" y="0"/>
                    <a:pt x="0" y="3404"/>
                    <a:pt x="0" y="7605"/>
                  </a:cubicBezTo>
                  <a:cubicBezTo>
                    <a:pt x="0" y="11805"/>
                    <a:pt x="3404" y="15212"/>
                    <a:pt x="7604" y="15212"/>
                  </a:cubicBezTo>
                  <a:cubicBezTo>
                    <a:pt x="11804" y="15212"/>
                    <a:pt x="15209" y="11805"/>
                    <a:pt x="15209" y="7605"/>
                  </a:cubicBezTo>
                  <a:cubicBezTo>
                    <a:pt x="15209" y="3404"/>
                    <a:pt x="11804" y="0"/>
                    <a:pt x="760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51" name="Google Shape;5851;p17"/>
            <p:cNvSpPr/>
            <p:nvPr/>
          </p:nvSpPr>
          <p:spPr>
            <a:xfrm>
              <a:off x="553048" y="1800405"/>
              <a:ext cx="549400" cy="250994"/>
            </a:xfrm>
            <a:custGeom>
              <a:rect b="b" l="l" r="r" t="t"/>
              <a:pathLst>
                <a:path extrusionOk="0" h="12028" w="26328">
                  <a:moveTo>
                    <a:pt x="1493" y="0"/>
                  </a:moveTo>
                  <a:cubicBezTo>
                    <a:pt x="671" y="0"/>
                    <a:pt x="0" y="668"/>
                    <a:pt x="0" y="1493"/>
                  </a:cubicBezTo>
                  <a:cubicBezTo>
                    <a:pt x="0" y="2319"/>
                    <a:pt x="671" y="2990"/>
                    <a:pt x="1493" y="2990"/>
                  </a:cubicBezTo>
                  <a:lnTo>
                    <a:pt x="19596" y="2990"/>
                  </a:lnTo>
                  <a:cubicBezTo>
                    <a:pt x="21591" y="2990"/>
                    <a:pt x="23340" y="4081"/>
                    <a:pt x="23340" y="5330"/>
                  </a:cubicBezTo>
                  <a:lnTo>
                    <a:pt x="23340" y="6695"/>
                  </a:lnTo>
                  <a:cubicBezTo>
                    <a:pt x="23340" y="7944"/>
                    <a:pt x="21591" y="9038"/>
                    <a:pt x="19596" y="9038"/>
                  </a:cubicBezTo>
                  <a:lnTo>
                    <a:pt x="1493" y="9038"/>
                  </a:lnTo>
                  <a:cubicBezTo>
                    <a:pt x="671" y="9038"/>
                    <a:pt x="0" y="9706"/>
                    <a:pt x="0" y="10532"/>
                  </a:cubicBezTo>
                  <a:cubicBezTo>
                    <a:pt x="0" y="11357"/>
                    <a:pt x="671" y="12028"/>
                    <a:pt x="1493" y="12028"/>
                  </a:cubicBezTo>
                  <a:lnTo>
                    <a:pt x="19596" y="12028"/>
                  </a:lnTo>
                  <a:lnTo>
                    <a:pt x="19596" y="12025"/>
                  </a:lnTo>
                  <a:cubicBezTo>
                    <a:pt x="23370" y="12025"/>
                    <a:pt x="26327" y="9685"/>
                    <a:pt x="26327" y="6695"/>
                  </a:cubicBezTo>
                  <a:lnTo>
                    <a:pt x="26327" y="5327"/>
                  </a:lnTo>
                  <a:cubicBezTo>
                    <a:pt x="26327" y="2340"/>
                    <a:pt x="23370" y="0"/>
                    <a:pt x="19596" y="0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52" name="Google Shape;5852;p17"/>
            <p:cNvSpPr/>
            <p:nvPr/>
          </p:nvSpPr>
          <p:spPr>
            <a:xfrm>
              <a:off x="848698" y="2201603"/>
              <a:ext cx="317374" cy="317457"/>
            </a:xfrm>
            <a:custGeom>
              <a:rect b="b" l="l" r="r" t="t"/>
              <a:pathLst>
                <a:path extrusionOk="0" h="15213" w="15209">
                  <a:moveTo>
                    <a:pt x="7604" y="1"/>
                  </a:moveTo>
                  <a:cubicBezTo>
                    <a:pt x="3404" y="1"/>
                    <a:pt x="0" y="3405"/>
                    <a:pt x="0" y="7608"/>
                  </a:cubicBezTo>
                  <a:cubicBezTo>
                    <a:pt x="0" y="11808"/>
                    <a:pt x="3404" y="15212"/>
                    <a:pt x="7604" y="15212"/>
                  </a:cubicBezTo>
                  <a:cubicBezTo>
                    <a:pt x="11804" y="15212"/>
                    <a:pt x="15209" y="11808"/>
                    <a:pt x="15209" y="7608"/>
                  </a:cubicBezTo>
                  <a:cubicBezTo>
                    <a:pt x="15209" y="3405"/>
                    <a:pt x="11804" y="1"/>
                    <a:pt x="760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53" name="Google Shape;5853;p17"/>
            <p:cNvSpPr/>
            <p:nvPr/>
          </p:nvSpPr>
          <p:spPr>
            <a:xfrm>
              <a:off x="553048" y="2234824"/>
              <a:ext cx="549400" cy="251015"/>
            </a:xfrm>
            <a:custGeom>
              <a:rect b="b" l="l" r="r" t="t"/>
              <a:pathLst>
                <a:path extrusionOk="0" h="12029" w="26328">
                  <a:moveTo>
                    <a:pt x="1493" y="1"/>
                  </a:moveTo>
                  <a:cubicBezTo>
                    <a:pt x="671" y="1"/>
                    <a:pt x="0" y="668"/>
                    <a:pt x="0" y="1494"/>
                  </a:cubicBezTo>
                  <a:cubicBezTo>
                    <a:pt x="0" y="2320"/>
                    <a:pt x="671" y="2990"/>
                    <a:pt x="1493" y="2990"/>
                  </a:cubicBezTo>
                  <a:lnTo>
                    <a:pt x="19596" y="2990"/>
                  </a:lnTo>
                  <a:cubicBezTo>
                    <a:pt x="21591" y="2990"/>
                    <a:pt x="23340" y="4084"/>
                    <a:pt x="23340" y="5330"/>
                  </a:cubicBezTo>
                  <a:lnTo>
                    <a:pt x="23340" y="6699"/>
                  </a:lnTo>
                  <a:cubicBezTo>
                    <a:pt x="23340" y="7945"/>
                    <a:pt x="21591" y="9039"/>
                    <a:pt x="19596" y="9039"/>
                  </a:cubicBezTo>
                  <a:lnTo>
                    <a:pt x="1493" y="9039"/>
                  </a:lnTo>
                  <a:cubicBezTo>
                    <a:pt x="671" y="9039"/>
                    <a:pt x="0" y="9706"/>
                    <a:pt x="0" y="10532"/>
                  </a:cubicBezTo>
                  <a:cubicBezTo>
                    <a:pt x="0" y="11358"/>
                    <a:pt x="671" y="12028"/>
                    <a:pt x="1493" y="12028"/>
                  </a:cubicBezTo>
                  <a:lnTo>
                    <a:pt x="19596" y="12028"/>
                  </a:lnTo>
                  <a:lnTo>
                    <a:pt x="19596" y="12025"/>
                  </a:lnTo>
                  <a:cubicBezTo>
                    <a:pt x="23370" y="12025"/>
                    <a:pt x="26327" y="9685"/>
                    <a:pt x="26327" y="6699"/>
                  </a:cubicBezTo>
                  <a:lnTo>
                    <a:pt x="26327" y="5330"/>
                  </a:lnTo>
                  <a:cubicBezTo>
                    <a:pt x="26327" y="2341"/>
                    <a:pt x="23370" y="1"/>
                    <a:pt x="19596" y="1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54" name="Google Shape;5854;p17"/>
            <p:cNvSpPr/>
            <p:nvPr/>
          </p:nvSpPr>
          <p:spPr>
            <a:xfrm>
              <a:off x="848698" y="2636106"/>
              <a:ext cx="317374" cy="317374"/>
            </a:xfrm>
            <a:custGeom>
              <a:rect b="b" l="l" r="r" t="t"/>
              <a:pathLst>
                <a:path extrusionOk="0" h="15209" w="15209">
                  <a:moveTo>
                    <a:pt x="7604" y="0"/>
                  </a:moveTo>
                  <a:cubicBezTo>
                    <a:pt x="3404" y="0"/>
                    <a:pt x="0" y="3404"/>
                    <a:pt x="0" y="7604"/>
                  </a:cubicBezTo>
                  <a:cubicBezTo>
                    <a:pt x="0" y="11805"/>
                    <a:pt x="3404" y="15209"/>
                    <a:pt x="7604" y="15209"/>
                  </a:cubicBezTo>
                  <a:cubicBezTo>
                    <a:pt x="11804" y="15209"/>
                    <a:pt x="15209" y="11805"/>
                    <a:pt x="15209" y="7604"/>
                  </a:cubicBezTo>
                  <a:cubicBezTo>
                    <a:pt x="15209" y="3404"/>
                    <a:pt x="11804" y="0"/>
                    <a:pt x="760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55" name="Google Shape;5855;p17"/>
            <p:cNvSpPr/>
            <p:nvPr/>
          </p:nvSpPr>
          <p:spPr>
            <a:xfrm>
              <a:off x="553048" y="2669265"/>
              <a:ext cx="549400" cy="250994"/>
            </a:xfrm>
            <a:custGeom>
              <a:rect b="b" l="l" r="r" t="t"/>
              <a:pathLst>
                <a:path extrusionOk="0" h="12028" w="26328">
                  <a:moveTo>
                    <a:pt x="1493" y="0"/>
                  </a:moveTo>
                  <a:cubicBezTo>
                    <a:pt x="671" y="0"/>
                    <a:pt x="0" y="671"/>
                    <a:pt x="0" y="1496"/>
                  </a:cubicBezTo>
                  <a:cubicBezTo>
                    <a:pt x="0" y="2322"/>
                    <a:pt x="671" y="2990"/>
                    <a:pt x="1493" y="2990"/>
                  </a:cubicBezTo>
                  <a:lnTo>
                    <a:pt x="19596" y="2990"/>
                  </a:lnTo>
                  <a:cubicBezTo>
                    <a:pt x="21591" y="2990"/>
                    <a:pt x="23340" y="4084"/>
                    <a:pt x="23340" y="5330"/>
                  </a:cubicBezTo>
                  <a:lnTo>
                    <a:pt x="23340" y="6698"/>
                  </a:lnTo>
                  <a:cubicBezTo>
                    <a:pt x="23340" y="7947"/>
                    <a:pt x="21591" y="9041"/>
                    <a:pt x="19596" y="9041"/>
                  </a:cubicBezTo>
                  <a:lnTo>
                    <a:pt x="1493" y="9041"/>
                  </a:lnTo>
                  <a:cubicBezTo>
                    <a:pt x="671" y="9041"/>
                    <a:pt x="0" y="9709"/>
                    <a:pt x="0" y="10534"/>
                  </a:cubicBezTo>
                  <a:cubicBezTo>
                    <a:pt x="0" y="11360"/>
                    <a:pt x="671" y="12028"/>
                    <a:pt x="1493" y="12028"/>
                  </a:cubicBezTo>
                  <a:lnTo>
                    <a:pt x="19596" y="12028"/>
                  </a:lnTo>
                  <a:cubicBezTo>
                    <a:pt x="23370" y="12028"/>
                    <a:pt x="26327" y="9688"/>
                    <a:pt x="26327" y="6698"/>
                  </a:cubicBezTo>
                  <a:lnTo>
                    <a:pt x="26327" y="5330"/>
                  </a:lnTo>
                  <a:cubicBezTo>
                    <a:pt x="26327" y="2343"/>
                    <a:pt x="23370" y="0"/>
                    <a:pt x="19596" y="0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56" name="Google Shape;5856;p17"/>
            <p:cNvSpPr/>
            <p:nvPr/>
          </p:nvSpPr>
          <p:spPr>
            <a:xfrm>
              <a:off x="848698" y="3070526"/>
              <a:ext cx="317374" cy="317457"/>
            </a:xfrm>
            <a:custGeom>
              <a:rect b="b" l="l" r="r" t="t"/>
              <a:pathLst>
                <a:path extrusionOk="0" h="15213" w="15209">
                  <a:moveTo>
                    <a:pt x="7604" y="1"/>
                  </a:moveTo>
                  <a:cubicBezTo>
                    <a:pt x="3404" y="1"/>
                    <a:pt x="0" y="3405"/>
                    <a:pt x="0" y="7605"/>
                  </a:cubicBezTo>
                  <a:cubicBezTo>
                    <a:pt x="0" y="11805"/>
                    <a:pt x="3404" y="15212"/>
                    <a:pt x="7604" y="15212"/>
                  </a:cubicBezTo>
                  <a:cubicBezTo>
                    <a:pt x="11804" y="15212"/>
                    <a:pt x="15209" y="11805"/>
                    <a:pt x="15209" y="7605"/>
                  </a:cubicBezTo>
                  <a:cubicBezTo>
                    <a:pt x="15209" y="3405"/>
                    <a:pt x="11804" y="1"/>
                    <a:pt x="760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57" name="Google Shape;5857;p17"/>
            <p:cNvSpPr/>
            <p:nvPr/>
          </p:nvSpPr>
          <p:spPr>
            <a:xfrm>
              <a:off x="553048" y="3103747"/>
              <a:ext cx="549400" cy="251015"/>
            </a:xfrm>
            <a:custGeom>
              <a:rect b="b" l="l" r="r" t="t"/>
              <a:pathLst>
                <a:path extrusionOk="0" h="12029" w="26328">
                  <a:moveTo>
                    <a:pt x="1493" y="0"/>
                  </a:moveTo>
                  <a:cubicBezTo>
                    <a:pt x="671" y="0"/>
                    <a:pt x="0" y="668"/>
                    <a:pt x="0" y="1494"/>
                  </a:cubicBezTo>
                  <a:cubicBezTo>
                    <a:pt x="0" y="2320"/>
                    <a:pt x="671" y="2987"/>
                    <a:pt x="1493" y="2987"/>
                  </a:cubicBezTo>
                  <a:lnTo>
                    <a:pt x="19596" y="2987"/>
                  </a:lnTo>
                  <a:cubicBezTo>
                    <a:pt x="21591" y="2987"/>
                    <a:pt x="23340" y="4081"/>
                    <a:pt x="23340" y="5330"/>
                  </a:cubicBezTo>
                  <a:lnTo>
                    <a:pt x="23340" y="6696"/>
                  </a:lnTo>
                  <a:cubicBezTo>
                    <a:pt x="23340" y="7945"/>
                    <a:pt x="21591" y="9039"/>
                    <a:pt x="19596" y="9039"/>
                  </a:cubicBezTo>
                  <a:lnTo>
                    <a:pt x="1493" y="9039"/>
                  </a:lnTo>
                  <a:cubicBezTo>
                    <a:pt x="671" y="9039"/>
                    <a:pt x="0" y="9706"/>
                    <a:pt x="0" y="10532"/>
                  </a:cubicBezTo>
                  <a:cubicBezTo>
                    <a:pt x="0" y="11358"/>
                    <a:pt x="671" y="12028"/>
                    <a:pt x="1493" y="12028"/>
                  </a:cubicBezTo>
                  <a:lnTo>
                    <a:pt x="19596" y="12028"/>
                  </a:lnTo>
                  <a:lnTo>
                    <a:pt x="19596" y="12025"/>
                  </a:lnTo>
                  <a:cubicBezTo>
                    <a:pt x="23370" y="12025"/>
                    <a:pt x="26327" y="9685"/>
                    <a:pt x="26327" y="6696"/>
                  </a:cubicBezTo>
                  <a:lnTo>
                    <a:pt x="26327" y="5330"/>
                  </a:lnTo>
                  <a:cubicBezTo>
                    <a:pt x="26327" y="2340"/>
                    <a:pt x="23370" y="0"/>
                    <a:pt x="19596" y="0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58" name="Google Shape;5858;p17"/>
            <p:cNvSpPr/>
            <p:nvPr/>
          </p:nvSpPr>
          <p:spPr>
            <a:xfrm>
              <a:off x="848698" y="3504966"/>
              <a:ext cx="317374" cy="317436"/>
            </a:xfrm>
            <a:custGeom>
              <a:rect b="b" l="l" r="r" t="t"/>
              <a:pathLst>
                <a:path extrusionOk="0" h="15212" w="15209">
                  <a:moveTo>
                    <a:pt x="7604" y="0"/>
                  </a:moveTo>
                  <a:cubicBezTo>
                    <a:pt x="3404" y="0"/>
                    <a:pt x="0" y="3407"/>
                    <a:pt x="0" y="7607"/>
                  </a:cubicBezTo>
                  <a:cubicBezTo>
                    <a:pt x="0" y="11807"/>
                    <a:pt x="3404" y="15212"/>
                    <a:pt x="7604" y="15212"/>
                  </a:cubicBezTo>
                  <a:cubicBezTo>
                    <a:pt x="11804" y="15212"/>
                    <a:pt x="15209" y="11807"/>
                    <a:pt x="15209" y="7607"/>
                  </a:cubicBezTo>
                  <a:cubicBezTo>
                    <a:pt x="15209" y="3407"/>
                    <a:pt x="11804" y="0"/>
                    <a:pt x="760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59" name="Google Shape;5859;p17"/>
            <p:cNvSpPr/>
            <p:nvPr/>
          </p:nvSpPr>
          <p:spPr>
            <a:xfrm>
              <a:off x="553048" y="3538167"/>
              <a:ext cx="549400" cy="251015"/>
            </a:xfrm>
            <a:custGeom>
              <a:rect b="b" l="l" r="r" t="t"/>
              <a:pathLst>
                <a:path extrusionOk="0" h="12029" w="26328">
                  <a:moveTo>
                    <a:pt x="1493" y="1"/>
                  </a:moveTo>
                  <a:cubicBezTo>
                    <a:pt x="671" y="1"/>
                    <a:pt x="0" y="672"/>
                    <a:pt x="0" y="1497"/>
                  </a:cubicBezTo>
                  <a:cubicBezTo>
                    <a:pt x="0" y="2320"/>
                    <a:pt x="671" y="2991"/>
                    <a:pt x="1493" y="2991"/>
                  </a:cubicBezTo>
                  <a:lnTo>
                    <a:pt x="19596" y="2991"/>
                  </a:lnTo>
                  <a:cubicBezTo>
                    <a:pt x="21591" y="2991"/>
                    <a:pt x="23340" y="4085"/>
                    <a:pt x="23340" y="5331"/>
                  </a:cubicBezTo>
                  <a:lnTo>
                    <a:pt x="23340" y="6699"/>
                  </a:lnTo>
                  <a:cubicBezTo>
                    <a:pt x="23340" y="7948"/>
                    <a:pt x="21591" y="9042"/>
                    <a:pt x="19596" y="9042"/>
                  </a:cubicBezTo>
                  <a:lnTo>
                    <a:pt x="1493" y="9042"/>
                  </a:lnTo>
                  <a:cubicBezTo>
                    <a:pt x="671" y="9042"/>
                    <a:pt x="0" y="9710"/>
                    <a:pt x="0" y="10535"/>
                  </a:cubicBezTo>
                  <a:cubicBezTo>
                    <a:pt x="0" y="11361"/>
                    <a:pt x="671" y="12029"/>
                    <a:pt x="1493" y="12029"/>
                  </a:cubicBezTo>
                  <a:lnTo>
                    <a:pt x="19596" y="12029"/>
                  </a:lnTo>
                  <a:cubicBezTo>
                    <a:pt x="23370" y="12029"/>
                    <a:pt x="26327" y="9689"/>
                    <a:pt x="26327" y="6699"/>
                  </a:cubicBezTo>
                  <a:lnTo>
                    <a:pt x="26327" y="5331"/>
                  </a:lnTo>
                  <a:cubicBezTo>
                    <a:pt x="26327" y="2344"/>
                    <a:pt x="23370" y="1"/>
                    <a:pt x="19596" y="1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60" name="Google Shape;5860;p17"/>
            <p:cNvSpPr/>
            <p:nvPr/>
          </p:nvSpPr>
          <p:spPr>
            <a:xfrm>
              <a:off x="848698" y="3939449"/>
              <a:ext cx="317374" cy="317395"/>
            </a:xfrm>
            <a:custGeom>
              <a:rect b="b" l="l" r="r" t="t"/>
              <a:pathLst>
                <a:path extrusionOk="0" h="15210" w="15209">
                  <a:moveTo>
                    <a:pt x="7604" y="1"/>
                  </a:moveTo>
                  <a:cubicBezTo>
                    <a:pt x="3404" y="1"/>
                    <a:pt x="0" y="3405"/>
                    <a:pt x="0" y="7605"/>
                  </a:cubicBezTo>
                  <a:cubicBezTo>
                    <a:pt x="0" y="11805"/>
                    <a:pt x="3404" y="15209"/>
                    <a:pt x="7604" y="15209"/>
                  </a:cubicBezTo>
                  <a:cubicBezTo>
                    <a:pt x="11804" y="15209"/>
                    <a:pt x="15209" y="11805"/>
                    <a:pt x="15209" y="7605"/>
                  </a:cubicBezTo>
                  <a:cubicBezTo>
                    <a:pt x="15209" y="3405"/>
                    <a:pt x="11804" y="1"/>
                    <a:pt x="760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61" name="Google Shape;5861;p17"/>
            <p:cNvSpPr/>
            <p:nvPr/>
          </p:nvSpPr>
          <p:spPr>
            <a:xfrm>
              <a:off x="553048" y="3972670"/>
              <a:ext cx="549400" cy="251015"/>
            </a:xfrm>
            <a:custGeom>
              <a:rect b="b" l="l" r="r" t="t"/>
              <a:pathLst>
                <a:path extrusionOk="0" h="12029" w="26328">
                  <a:moveTo>
                    <a:pt x="1493" y="0"/>
                  </a:moveTo>
                  <a:cubicBezTo>
                    <a:pt x="671" y="0"/>
                    <a:pt x="0" y="668"/>
                    <a:pt x="0" y="1494"/>
                  </a:cubicBezTo>
                  <a:cubicBezTo>
                    <a:pt x="0" y="2320"/>
                    <a:pt x="671" y="2990"/>
                    <a:pt x="1493" y="2990"/>
                  </a:cubicBezTo>
                  <a:lnTo>
                    <a:pt x="19596" y="2990"/>
                  </a:lnTo>
                  <a:cubicBezTo>
                    <a:pt x="21591" y="2990"/>
                    <a:pt x="23340" y="4081"/>
                    <a:pt x="23340" y="5330"/>
                  </a:cubicBezTo>
                  <a:lnTo>
                    <a:pt x="23340" y="6695"/>
                  </a:lnTo>
                  <a:cubicBezTo>
                    <a:pt x="23340" y="7944"/>
                    <a:pt x="21591" y="9038"/>
                    <a:pt x="19596" y="9038"/>
                  </a:cubicBezTo>
                  <a:lnTo>
                    <a:pt x="1493" y="9038"/>
                  </a:lnTo>
                  <a:cubicBezTo>
                    <a:pt x="671" y="9038"/>
                    <a:pt x="0" y="9706"/>
                    <a:pt x="0" y="10532"/>
                  </a:cubicBezTo>
                  <a:cubicBezTo>
                    <a:pt x="0" y="11358"/>
                    <a:pt x="671" y="12028"/>
                    <a:pt x="1493" y="12028"/>
                  </a:cubicBezTo>
                  <a:lnTo>
                    <a:pt x="19596" y="12028"/>
                  </a:lnTo>
                  <a:lnTo>
                    <a:pt x="19596" y="12025"/>
                  </a:lnTo>
                  <a:cubicBezTo>
                    <a:pt x="23370" y="12025"/>
                    <a:pt x="26327" y="9685"/>
                    <a:pt x="26327" y="6695"/>
                  </a:cubicBezTo>
                  <a:lnTo>
                    <a:pt x="26327" y="5327"/>
                  </a:lnTo>
                  <a:cubicBezTo>
                    <a:pt x="26327" y="2340"/>
                    <a:pt x="23370" y="0"/>
                    <a:pt x="19596" y="0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862" name="Google Shape;5862;p17"/>
          <p:cNvSpPr/>
          <p:nvPr/>
        </p:nvSpPr>
        <p:spPr>
          <a:xfrm>
            <a:off x="8428900" y="1041975"/>
            <a:ext cx="143750" cy="647425"/>
          </a:xfrm>
          <a:custGeom>
            <a:rect b="b" l="l" r="r" t="t"/>
            <a:pathLst>
              <a:path extrusionOk="0" h="25897" w="5750">
                <a:moveTo>
                  <a:pt x="0" y="0"/>
                </a:moveTo>
                <a:lnTo>
                  <a:pt x="0" y="25897"/>
                </a:lnTo>
                <a:cubicBezTo>
                  <a:pt x="3176" y="25897"/>
                  <a:pt x="5749" y="23323"/>
                  <a:pt x="5749" y="20147"/>
                </a:cubicBezTo>
                <a:lnTo>
                  <a:pt x="5749" y="5752"/>
                </a:lnTo>
                <a:cubicBezTo>
                  <a:pt x="5749" y="2576"/>
                  <a:pt x="3176" y="0"/>
                  <a:pt x="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63" name="Google Shape;5863;p17"/>
          <p:cNvSpPr/>
          <p:nvPr/>
        </p:nvSpPr>
        <p:spPr>
          <a:xfrm>
            <a:off x="8428900" y="2620900"/>
            <a:ext cx="143750" cy="647425"/>
          </a:xfrm>
          <a:custGeom>
            <a:rect b="b" l="l" r="r" t="t"/>
            <a:pathLst>
              <a:path extrusionOk="0" h="25897" w="5750">
                <a:moveTo>
                  <a:pt x="0" y="0"/>
                </a:moveTo>
                <a:lnTo>
                  <a:pt x="0" y="25897"/>
                </a:lnTo>
                <a:cubicBezTo>
                  <a:pt x="3176" y="25897"/>
                  <a:pt x="5749" y="23323"/>
                  <a:pt x="5749" y="20148"/>
                </a:cubicBezTo>
                <a:lnTo>
                  <a:pt x="5749" y="5752"/>
                </a:lnTo>
                <a:cubicBezTo>
                  <a:pt x="5749" y="2577"/>
                  <a:pt x="3176" y="0"/>
                  <a:pt x="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64" name="Google Shape;5864;p17"/>
          <p:cNvSpPr/>
          <p:nvPr/>
        </p:nvSpPr>
        <p:spPr>
          <a:xfrm>
            <a:off x="8428900" y="1811900"/>
            <a:ext cx="143750" cy="647425"/>
          </a:xfrm>
          <a:custGeom>
            <a:rect b="b" l="l" r="r" t="t"/>
            <a:pathLst>
              <a:path extrusionOk="0" h="25897" w="5750">
                <a:moveTo>
                  <a:pt x="0" y="0"/>
                </a:moveTo>
                <a:lnTo>
                  <a:pt x="0" y="25897"/>
                </a:lnTo>
                <a:cubicBezTo>
                  <a:pt x="3176" y="25897"/>
                  <a:pt x="5749" y="23320"/>
                  <a:pt x="5749" y="20147"/>
                </a:cubicBezTo>
                <a:lnTo>
                  <a:pt x="5749" y="5749"/>
                </a:lnTo>
                <a:cubicBezTo>
                  <a:pt x="5749" y="2574"/>
                  <a:pt x="3176" y="0"/>
                  <a:pt x="0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65" name="Google Shape;5865;p17"/>
          <p:cNvSpPr/>
          <p:nvPr/>
        </p:nvSpPr>
        <p:spPr>
          <a:xfrm>
            <a:off x="8428900" y="3454000"/>
            <a:ext cx="143750" cy="647425"/>
          </a:xfrm>
          <a:custGeom>
            <a:rect b="b" l="l" r="r" t="t"/>
            <a:pathLst>
              <a:path extrusionOk="0" h="25897" w="5750">
                <a:moveTo>
                  <a:pt x="0" y="1"/>
                </a:moveTo>
                <a:lnTo>
                  <a:pt x="0" y="25897"/>
                </a:lnTo>
                <a:cubicBezTo>
                  <a:pt x="3176" y="25897"/>
                  <a:pt x="5749" y="23323"/>
                  <a:pt x="5749" y="20148"/>
                </a:cubicBezTo>
                <a:lnTo>
                  <a:pt x="5749" y="5752"/>
                </a:lnTo>
                <a:cubicBezTo>
                  <a:pt x="5749" y="2577"/>
                  <a:pt x="3176" y="1"/>
                  <a:pt x="0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66" name="Google Shape;5866;p17"/>
          <p:cNvSpPr txBox="1"/>
          <p:nvPr>
            <p:ph type="title"/>
          </p:nvPr>
        </p:nvSpPr>
        <p:spPr>
          <a:xfrm>
            <a:off x="1474650" y="2280900"/>
            <a:ext cx="6194700" cy="1353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5867" name="Google Shape;5867;p17"/>
          <p:cNvSpPr txBox="1"/>
          <p:nvPr>
            <p:ph idx="2" type="title"/>
          </p:nvPr>
        </p:nvSpPr>
        <p:spPr>
          <a:xfrm>
            <a:off x="3995250" y="1283250"/>
            <a:ext cx="11535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4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5868" name="Google Shape;5868;p17"/>
          <p:cNvSpPr txBox="1"/>
          <p:nvPr>
            <p:ph idx="1" type="subTitle"/>
          </p:nvPr>
        </p:nvSpPr>
        <p:spPr>
          <a:xfrm>
            <a:off x="1474650" y="3558000"/>
            <a:ext cx="6194700" cy="39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highlight>
                  <a:schemeClr val="accent1"/>
                </a:highlight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69" name="Google Shape;5869;p17"/>
          <p:cNvSpPr/>
          <p:nvPr/>
        </p:nvSpPr>
        <p:spPr>
          <a:xfrm>
            <a:off x="3005100" y="1756950"/>
            <a:ext cx="176025" cy="165050"/>
          </a:xfrm>
          <a:custGeom>
            <a:rect b="b" l="l" r="r" t="t"/>
            <a:pathLst>
              <a:path extrusionOk="0" h="6602" w="7041">
                <a:moveTo>
                  <a:pt x="4935" y="1378"/>
                </a:moveTo>
                <a:cubicBezTo>
                  <a:pt x="4939" y="1380"/>
                  <a:pt x="4948" y="1387"/>
                  <a:pt x="4965" y="1400"/>
                </a:cubicBezTo>
                <a:cubicBezTo>
                  <a:pt x="4955" y="1392"/>
                  <a:pt x="4945" y="1385"/>
                  <a:pt x="4935" y="1378"/>
                </a:cubicBezTo>
                <a:close/>
                <a:moveTo>
                  <a:pt x="1630" y="1762"/>
                </a:moveTo>
                <a:lnTo>
                  <a:pt x="1630" y="1762"/>
                </a:lnTo>
                <a:cubicBezTo>
                  <a:pt x="1621" y="1773"/>
                  <a:pt x="1618" y="1778"/>
                  <a:pt x="1618" y="1778"/>
                </a:cubicBezTo>
                <a:cubicBezTo>
                  <a:pt x="1618" y="1778"/>
                  <a:pt x="1623" y="1771"/>
                  <a:pt x="1630" y="1762"/>
                </a:cubicBezTo>
                <a:close/>
                <a:moveTo>
                  <a:pt x="3639" y="986"/>
                </a:moveTo>
                <a:cubicBezTo>
                  <a:pt x="4036" y="986"/>
                  <a:pt x="4418" y="1072"/>
                  <a:pt x="4734" y="1250"/>
                </a:cubicBezTo>
                <a:cubicBezTo>
                  <a:pt x="4786" y="1280"/>
                  <a:pt x="4839" y="1313"/>
                  <a:pt x="4890" y="1347"/>
                </a:cubicBezTo>
                <a:cubicBezTo>
                  <a:pt x="4906" y="1357"/>
                  <a:pt x="4921" y="1367"/>
                  <a:pt x="4935" y="1378"/>
                </a:cubicBezTo>
                <a:lnTo>
                  <a:pt x="4935" y="1378"/>
                </a:lnTo>
                <a:cubicBezTo>
                  <a:pt x="4934" y="1377"/>
                  <a:pt x="4933" y="1376"/>
                  <a:pt x="4933" y="1376"/>
                </a:cubicBezTo>
                <a:lnTo>
                  <a:pt x="4933" y="1376"/>
                </a:lnTo>
                <a:cubicBezTo>
                  <a:pt x="4934" y="1376"/>
                  <a:pt x="4964" y="1397"/>
                  <a:pt x="4972" y="1404"/>
                </a:cubicBezTo>
                <a:cubicBezTo>
                  <a:pt x="5081" y="1495"/>
                  <a:pt x="5182" y="1594"/>
                  <a:pt x="5275" y="1701"/>
                </a:cubicBezTo>
                <a:cubicBezTo>
                  <a:pt x="5296" y="1724"/>
                  <a:pt x="5315" y="1747"/>
                  <a:pt x="5332" y="1771"/>
                </a:cubicBezTo>
                <a:cubicBezTo>
                  <a:pt x="5336" y="1776"/>
                  <a:pt x="5339" y="1780"/>
                  <a:pt x="5342" y="1782"/>
                </a:cubicBezTo>
                <a:lnTo>
                  <a:pt x="5342" y="1782"/>
                </a:lnTo>
                <a:cubicBezTo>
                  <a:pt x="5378" y="1835"/>
                  <a:pt x="5414" y="1889"/>
                  <a:pt x="5446" y="1943"/>
                </a:cubicBezTo>
                <a:cubicBezTo>
                  <a:pt x="5477" y="1994"/>
                  <a:pt x="5507" y="2045"/>
                  <a:pt x="5534" y="2097"/>
                </a:cubicBezTo>
                <a:cubicBezTo>
                  <a:pt x="5548" y="2126"/>
                  <a:pt x="5603" y="2244"/>
                  <a:pt x="5604" y="2244"/>
                </a:cubicBezTo>
                <a:cubicBezTo>
                  <a:pt x="5605" y="2244"/>
                  <a:pt x="5604" y="2244"/>
                  <a:pt x="5604" y="2242"/>
                </a:cubicBezTo>
                <a:lnTo>
                  <a:pt x="5604" y="2242"/>
                </a:lnTo>
                <a:cubicBezTo>
                  <a:pt x="5646" y="2347"/>
                  <a:pt x="5682" y="2454"/>
                  <a:pt x="5711" y="2561"/>
                </a:cubicBezTo>
                <a:cubicBezTo>
                  <a:pt x="5726" y="2620"/>
                  <a:pt x="5741" y="2679"/>
                  <a:pt x="5751" y="2738"/>
                </a:cubicBezTo>
                <a:cubicBezTo>
                  <a:pt x="5756" y="2758"/>
                  <a:pt x="5778" y="2901"/>
                  <a:pt x="5781" y="2901"/>
                </a:cubicBezTo>
                <a:cubicBezTo>
                  <a:pt x="5781" y="2901"/>
                  <a:pt x="5781" y="2892"/>
                  <a:pt x="5779" y="2872"/>
                </a:cubicBezTo>
                <a:lnTo>
                  <a:pt x="5779" y="2872"/>
                </a:lnTo>
                <a:cubicBezTo>
                  <a:pt x="5793" y="2999"/>
                  <a:pt x="5800" y="3127"/>
                  <a:pt x="5800" y="3256"/>
                </a:cubicBezTo>
                <a:cubicBezTo>
                  <a:pt x="5798" y="3323"/>
                  <a:pt x="5796" y="3393"/>
                  <a:pt x="5791" y="3460"/>
                </a:cubicBezTo>
                <a:cubicBezTo>
                  <a:pt x="5787" y="3518"/>
                  <a:pt x="5781" y="3572"/>
                  <a:pt x="5780" y="3582"/>
                </a:cubicBezTo>
                <a:lnTo>
                  <a:pt x="5780" y="3582"/>
                </a:lnTo>
                <a:cubicBezTo>
                  <a:pt x="5759" y="3706"/>
                  <a:pt x="5734" y="3831"/>
                  <a:pt x="5699" y="3953"/>
                </a:cubicBezTo>
                <a:cubicBezTo>
                  <a:pt x="5682" y="4012"/>
                  <a:pt x="5663" y="4069"/>
                  <a:pt x="5642" y="4126"/>
                </a:cubicBezTo>
                <a:cubicBezTo>
                  <a:pt x="5631" y="4155"/>
                  <a:pt x="5621" y="4183"/>
                  <a:pt x="5610" y="4212"/>
                </a:cubicBezTo>
                <a:cubicBezTo>
                  <a:pt x="5606" y="4223"/>
                  <a:pt x="5602" y="4232"/>
                  <a:pt x="5600" y="4238"/>
                </a:cubicBezTo>
                <a:lnTo>
                  <a:pt x="5600" y="4238"/>
                </a:lnTo>
                <a:cubicBezTo>
                  <a:pt x="5597" y="4244"/>
                  <a:pt x="5593" y="4252"/>
                  <a:pt x="5589" y="4261"/>
                </a:cubicBezTo>
                <a:cubicBezTo>
                  <a:pt x="5534" y="4370"/>
                  <a:pt x="5477" y="4478"/>
                  <a:pt x="5412" y="4581"/>
                </a:cubicBezTo>
                <a:cubicBezTo>
                  <a:pt x="5311" y="4737"/>
                  <a:pt x="5324" y="4720"/>
                  <a:pt x="5189" y="4863"/>
                </a:cubicBezTo>
                <a:cubicBezTo>
                  <a:pt x="4814" y="5261"/>
                  <a:pt x="4355" y="5476"/>
                  <a:pt x="3756" y="5573"/>
                </a:cubicBezTo>
                <a:cubicBezTo>
                  <a:pt x="3620" y="5595"/>
                  <a:pt x="3482" y="5605"/>
                  <a:pt x="3344" y="5605"/>
                </a:cubicBezTo>
                <a:cubicBezTo>
                  <a:pt x="2954" y="5605"/>
                  <a:pt x="2572" y="5519"/>
                  <a:pt x="2265" y="5346"/>
                </a:cubicBezTo>
                <a:cubicBezTo>
                  <a:pt x="2214" y="5316"/>
                  <a:pt x="2164" y="5285"/>
                  <a:pt x="2113" y="5253"/>
                </a:cubicBezTo>
                <a:cubicBezTo>
                  <a:pt x="2098" y="5243"/>
                  <a:pt x="2015" y="5180"/>
                  <a:pt x="2013" y="5180"/>
                </a:cubicBezTo>
                <a:lnTo>
                  <a:pt x="2013" y="5180"/>
                </a:lnTo>
                <a:cubicBezTo>
                  <a:pt x="2013" y="5180"/>
                  <a:pt x="2019" y="5186"/>
                  <a:pt x="2037" y="5200"/>
                </a:cubicBezTo>
                <a:cubicBezTo>
                  <a:pt x="1930" y="5114"/>
                  <a:pt x="1831" y="5019"/>
                  <a:pt x="1740" y="4916"/>
                </a:cubicBezTo>
                <a:cubicBezTo>
                  <a:pt x="1728" y="4902"/>
                  <a:pt x="1675" y="4837"/>
                  <a:pt x="1657" y="4816"/>
                </a:cubicBezTo>
                <a:lnTo>
                  <a:pt x="1657" y="4816"/>
                </a:lnTo>
                <a:cubicBezTo>
                  <a:pt x="1647" y="4801"/>
                  <a:pt x="1584" y="4711"/>
                  <a:pt x="1570" y="4688"/>
                </a:cubicBezTo>
                <a:cubicBezTo>
                  <a:pt x="1500" y="4579"/>
                  <a:pt x="1439" y="4465"/>
                  <a:pt x="1382" y="4347"/>
                </a:cubicBezTo>
                <a:cubicBezTo>
                  <a:pt x="1372" y="4327"/>
                  <a:pt x="1369" y="4322"/>
                  <a:pt x="1368" y="4322"/>
                </a:cubicBezTo>
                <a:lnTo>
                  <a:pt x="1368" y="4322"/>
                </a:lnTo>
                <a:cubicBezTo>
                  <a:pt x="1368" y="4322"/>
                  <a:pt x="1368" y="4322"/>
                  <a:pt x="1368" y="4322"/>
                </a:cubicBezTo>
                <a:lnTo>
                  <a:pt x="1368" y="4322"/>
                </a:lnTo>
                <a:cubicBezTo>
                  <a:pt x="1366" y="4315"/>
                  <a:pt x="1360" y="4299"/>
                  <a:pt x="1348" y="4265"/>
                </a:cubicBezTo>
                <a:cubicBezTo>
                  <a:pt x="1329" y="4210"/>
                  <a:pt x="1308" y="4155"/>
                  <a:pt x="1291" y="4101"/>
                </a:cubicBezTo>
                <a:cubicBezTo>
                  <a:pt x="1251" y="3974"/>
                  <a:pt x="1220" y="3848"/>
                  <a:pt x="1197" y="3717"/>
                </a:cubicBezTo>
                <a:cubicBezTo>
                  <a:pt x="1192" y="3696"/>
                  <a:pt x="1179" y="3596"/>
                  <a:pt x="1178" y="3596"/>
                </a:cubicBezTo>
                <a:lnTo>
                  <a:pt x="1178" y="3596"/>
                </a:lnTo>
                <a:cubicBezTo>
                  <a:pt x="1178" y="3596"/>
                  <a:pt x="1179" y="3606"/>
                  <a:pt x="1182" y="3633"/>
                </a:cubicBezTo>
                <a:cubicBezTo>
                  <a:pt x="1173" y="3568"/>
                  <a:pt x="1167" y="3502"/>
                  <a:pt x="1165" y="3437"/>
                </a:cubicBezTo>
                <a:cubicBezTo>
                  <a:pt x="1157" y="3304"/>
                  <a:pt x="1157" y="3174"/>
                  <a:pt x="1165" y="3041"/>
                </a:cubicBezTo>
                <a:cubicBezTo>
                  <a:pt x="1167" y="3011"/>
                  <a:pt x="1179" y="2898"/>
                  <a:pt x="1181" y="2870"/>
                </a:cubicBezTo>
                <a:lnTo>
                  <a:pt x="1181" y="2870"/>
                </a:lnTo>
                <a:cubicBezTo>
                  <a:pt x="1186" y="2847"/>
                  <a:pt x="1203" y="2750"/>
                  <a:pt x="1209" y="2721"/>
                </a:cubicBezTo>
                <a:cubicBezTo>
                  <a:pt x="1239" y="2580"/>
                  <a:pt x="1281" y="2443"/>
                  <a:pt x="1327" y="2306"/>
                </a:cubicBezTo>
                <a:cubicBezTo>
                  <a:pt x="1342" y="2262"/>
                  <a:pt x="1345" y="2248"/>
                  <a:pt x="1346" y="2244"/>
                </a:cubicBezTo>
                <a:lnTo>
                  <a:pt x="1346" y="2244"/>
                </a:lnTo>
                <a:cubicBezTo>
                  <a:pt x="1348" y="2241"/>
                  <a:pt x="1355" y="2229"/>
                  <a:pt x="1376" y="2188"/>
                </a:cubicBezTo>
                <a:cubicBezTo>
                  <a:pt x="1407" y="2125"/>
                  <a:pt x="1439" y="2059"/>
                  <a:pt x="1475" y="1998"/>
                </a:cubicBezTo>
                <a:cubicBezTo>
                  <a:pt x="1511" y="1937"/>
                  <a:pt x="1551" y="1878"/>
                  <a:pt x="1588" y="1819"/>
                </a:cubicBezTo>
                <a:cubicBezTo>
                  <a:pt x="1603" y="1799"/>
                  <a:pt x="1618" y="1779"/>
                  <a:pt x="1632" y="1759"/>
                </a:cubicBezTo>
                <a:lnTo>
                  <a:pt x="1632" y="1759"/>
                </a:lnTo>
                <a:cubicBezTo>
                  <a:pt x="1639" y="1751"/>
                  <a:pt x="1646" y="1741"/>
                  <a:pt x="1654" y="1733"/>
                </a:cubicBezTo>
                <a:cubicBezTo>
                  <a:pt x="1744" y="1632"/>
                  <a:pt x="1839" y="1535"/>
                  <a:pt x="1945" y="1446"/>
                </a:cubicBezTo>
                <a:cubicBezTo>
                  <a:pt x="1949" y="1443"/>
                  <a:pt x="1952" y="1440"/>
                  <a:pt x="1955" y="1437"/>
                </a:cubicBezTo>
                <a:lnTo>
                  <a:pt x="1955" y="1437"/>
                </a:lnTo>
                <a:cubicBezTo>
                  <a:pt x="1958" y="1435"/>
                  <a:pt x="1960" y="1434"/>
                  <a:pt x="1963" y="1431"/>
                </a:cubicBezTo>
                <a:cubicBezTo>
                  <a:pt x="1993" y="1410"/>
                  <a:pt x="2022" y="1389"/>
                  <a:pt x="2054" y="1370"/>
                </a:cubicBezTo>
                <a:cubicBezTo>
                  <a:pt x="2115" y="1328"/>
                  <a:pt x="2180" y="1292"/>
                  <a:pt x="2246" y="1257"/>
                </a:cubicBezTo>
                <a:cubicBezTo>
                  <a:pt x="2372" y="1191"/>
                  <a:pt x="2412" y="1174"/>
                  <a:pt x="2604" y="1120"/>
                </a:cubicBezTo>
                <a:cubicBezTo>
                  <a:pt x="2802" y="1065"/>
                  <a:pt x="2859" y="1059"/>
                  <a:pt x="3023" y="1044"/>
                </a:cubicBezTo>
                <a:cubicBezTo>
                  <a:pt x="3046" y="1042"/>
                  <a:pt x="3069" y="1039"/>
                  <a:pt x="3092" y="1035"/>
                </a:cubicBezTo>
                <a:lnTo>
                  <a:pt x="3092" y="1035"/>
                </a:lnTo>
                <a:cubicBezTo>
                  <a:pt x="3113" y="1033"/>
                  <a:pt x="3134" y="1031"/>
                  <a:pt x="3156" y="1027"/>
                </a:cubicBezTo>
                <a:cubicBezTo>
                  <a:pt x="3317" y="1000"/>
                  <a:pt x="3479" y="986"/>
                  <a:pt x="3639" y="986"/>
                </a:cubicBezTo>
                <a:close/>
                <a:moveTo>
                  <a:pt x="3656" y="0"/>
                </a:moveTo>
                <a:cubicBezTo>
                  <a:pt x="3424" y="0"/>
                  <a:pt x="3191" y="20"/>
                  <a:pt x="2962" y="55"/>
                </a:cubicBezTo>
                <a:lnTo>
                  <a:pt x="2962" y="55"/>
                </a:lnTo>
                <a:cubicBezTo>
                  <a:pt x="1592" y="189"/>
                  <a:pt x="506" y="1128"/>
                  <a:pt x="238" y="2500"/>
                </a:cubicBezTo>
                <a:cubicBezTo>
                  <a:pt x="0" y="3730"/>
                  <a:pt x="360" y="5131"/>
                  <a:pt x="1367" y="5933"/>
                </a:cubicBezTo>
                <a:cubicBezTo>
                  <a:pt x="1934" y="6385"/>
                  <a:pt x="2656" y="6602"/>
                  <a:pt x="3382" y="6602"/>
                </a:cubicBezTo>
                <a:cubicBezTo>
                  <a:pt x="4138" y="6602"/>
                  <a:pt x="4898" y="6367"/>
                  <a:pt x="5494" y="5917"/>
                </a:cubicBezTo>
                <a:cubicBezTo>
                  <a:pt x="6607" y="5078"/>
                  <a:pt x="7041" y="3580"/>
                  <a:pt x="6659" y="2253"/>
                </a:cubicBezTo>
                <a:cubicBezTo>
                  <a:pt x="6453" y="1537"/>
                  <a:pt x="6015" y="905"/>
                  <a:pt x="5393" y="488"/>
                </a:cubicBezTo>
                <a:cubicBezTo>
                  <a:pt x="4872" y="137"/>
                  <a:pt x="4267" y="0"/>
                  <a:pt x="3656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70" name="Google Shape;5870;p17"/>
          <p:cNvSpPr/>
          <p:nvPr/>
        </p:nvSpPr>
        <p:spPr>
          <a:xfrm>
            <a:off x="7887788" y="1202063"/>
            <a:ext cx="146125" cy="137000"/>
          </a:xfrm>
          <a:custGeom>
            <a:rect b="b" l="l" r="r" t="t"/>
            <a:pathLst>
              <a:path extrusionOk="0" h="5480" w="5845">
                <a:moveTo>
                  <a:pt x="3672" y="1101"/>
                </a:moveTo>
                <a:cubicBezTo>
                  <a:pt x="3677" y="1103"/>
                  <a:pt x="3681" y="1105"/>
                  <a:pt x="3685" y="1107"/>
                </a:cubicBezTo>
                <a:lnTo>
                  <a:pt x="3685" y="1107"/>
                </a:lnTo>
                <a:cubicBezTo>
                  <a:pt x="3681" y="1105"/>
                  <a:pt x="3677" y="1103"/>
                  <a:pt x="3672" y="1101"/>
                </a:cubicBezTo>
                <a:close/>
                <a:moveTo>
                  <a:pt x="3072" y="4464"/>
                </a:moveTo>
                <a:lnTo>
                  <a:pt x="3072" y="4464"/>
                </a:lnTo>
                <a:cubicBezTo>
                  <a:pt x="3071" y="4464"/>
                  <a:pt x="3070" y="4464"/>
                  <a:pt x="3069" y="4464"/>
                </a:cubicBezTo>
                <a:lnTo>
                  <a:pt x="3069" y="4464"/>
                </a:lnTo>
                <a:cubicBezTo>
                  <a:pt x="3070" y="4464"/>
                  <a:pt x="3071" y="4464"/>
                  <a:pt x="3072" y="4464"/>
                </a:cubicBezTo>
                <a:close/>
                <a:moveTo>
                  <a:pt x="3052" y="4466"/>
                </a:moveTo>
                <a:lnTo>
                  <a:pt x="3052" y="4466"/>
                </a:lnTo>
                <a:cubicBezTo>
                  <a:pt x="3035" y="4469"/>
                  <a:pt x="3029" y="4470"/>
                  <a:pt x="3029" y="4470"/>
                </a:cubicBezTo>
                <a:cubicBezTo>
                  <a:pt x="3028" y="4470"/>
                  <a:pt x="3040" y="4468"/>
                  <a:pt x="3052" y="4466"/>
                </a:cubicBezTo>
                <a:close/>
                <a:moveTo>
                  <a:pt x="3036" y="989"/>
                </a:moveTo>
                <a:cubicBezTo>
                  <a:pt x="3084" y="989"/>
                  <a:pt x="3131" y="990"/>
                  <a:pt x="3177" y="992"/>
                </a:cubicBezTo>
                <a:cubicBezTo>
                  <a:pt x="3207" y="994"/>
                  <a:pt x="3236" y="998"/>
                  <a:pt x="3264" y="1000"/>
                </a:cubicBezTo>
                <a:cubicBezTo>
                  <a:pt x="3270" y="1000"/>
                  <a:pt x="3275" y="1000"/>
                  <a:pt x="3280" y="1000"/>
                </a:cubicBezTo>
                <a:lnTo>
                  <a:pt x="3280" y="1000"/>
                </a:lnTo>
                <a:cubicBezTo>
                  <a:pt x="3393" y="1021"/>
                  <a:pt x="3502" y="1045"/>
                  <a:pt x="3611" y="1080"/>
                </a:cubicBezTo>
                <a:cubicBezTo>
                  <a:pt x="3640" y="1091"/>
                  <a:pt x="3708" y="1119"/>
                  <a:pt x="3711" y="1119"/>
                </a:cubicBezTo>
                <a:cubicBezTo>
                  <a:pt x="3711" y="1119"/>
                  <a:pt x="3710" y="1118"/>
                  <a:pt x="3707" y="1117"/>
                </a:cubicBezTo>
                <a:lnTo>
                  <a:pt x="3707" y="1117"/>
                </a:lnTo>
                <a:cubicBezTo>
                  <a:pt x="3752" y="1138"/>
                  <a:pt x="3795" y="1160"/>
                  <a:pt x="3839" y="1186"/>
                </a:cubicBezTo>
                <a:cubicBezTo>
                  <a:pt x="3883" y="1209"/>
                  <a:pt x="3923" y="1236"/>
                  <a:pt x="3965" y="1261"/>
                </a:cubicBezTo>
                <a:cubicBezTo>
                  <a:pt x="3979" y="1270"/>
                  <a:pt x="3990" y="1277"/>
                  <a:pt x="3997" y="1281"/>
                </a:cubicBezTo>
                <a:lnTo>
                  <a:pt x="3997" y="1281"/>
                </a:lnTo>
                <a:cubicBezTo>
                  <a:pt x="4000" y="1284"/>
                  <a:pt x="4004" y="1288"/>
                  <a:pt x="4010" y="1293"/>
                </a:cubicBezTo>
                <a:cubicBezTo>
                  <a:pt x="4096" y="1369"/>
                  <a:pt x="4178" y="1443"/>
                  <a:pt x="4252" y="1531"/>
                </a:cubicBezTo>
                <a:cubicBezTo>
                  <a:pt x="4265" y="1544"/>
                  <a:pt x="4276" y="1558"/>
                  <a:pt x="4288" y="1572"/>
                </a:cubicBezTo>
                <a:lnTo>
                  <a:pt x="4288" y="1572"/>
                </a:lnTo>
                <a:cubicBezTo>
                  <a:pt x="4314" y="1615"/>
                  <a:pt x="4345" y="1659"/>
                  <a:pt x="4374" y="1704"/>
                </a:cubicBezTo>
                <a:cubicBezTo>
                  <a:pt x="4397" y="1744"/>
                  <a:pt x="4422" y="1784"/>
                  <a:pt x="4444" y="1826"/>
                </a:cubicBezTo>
                <a:cubicBezTo>
                  <a:pt x="4456" y="1852"/>
                  <a:pt x="4498" y="1948"/>
                  <a:pt x="4500" y="1948"/>
                </a:cubicBezTo>
                <a:cubicBezTo>
                  <a:pt x="4500" y="1948"/>
                  <a:pt x="4500" y="1947"/>
                  <a:pt x="4500" y="1946"/>
                </a:cubicBezTo>
                <a:lnTo>
                  <a:pt x="4500" y="1946"/>
                </a:lnTo>
                <a:cubicBezTo>
                  <a:pt x="4527" y="2021"/>
                  <a:pt x="4553" y="2096"/>
                  <a:pt x="4574" y="2174"/>
                </a:cubicBezTo>
                <a:cubicBezTo>
                  <a:pt x="4587" y="2220"/>
                  <a:pt x="4597" y="2266"/>
                  <a:pt x="4608" y="2315"/>
                </a:cubicBezTo>
                <a:cubicBezTo>
                  <a:pt x="4614" y="2346"/>
                  <a:pt x="4627" y="2444"/>
                  <a:pt x="4628" y="2444"/>
                </a:cubicBezTo>
                <a:cubicBezTo>
                  <a:pt x="4629" y="2444"/>
                  <a:pt x="4628" y="2430"/>
                  <a:pt x="4625" y="2395"/>
                </a:cubicBezTo>
                <a:lnTo>
                  <a:pt x="4625" y="2395"/>
                </a:lnTo>
                <a:cubicBezTo>
                  <a:pt x="4635" y="2498"/>
                  <a:pt x="4644" y="2599"/>
                  <a:pt x="4642" y="2702"/>
                </a:cubicBezTo>
                <a:cubicBezTo>
                  <a:pt x="4642" y="2757"/>
                  <a:pt x="4639" y="2812"/>
                  <a:pt x="4635" y="2867"/>
                </a:cubicBezTo>
                <a:cubicBezTo>
                  <a:pt x="4633" y="2890"/>
                  <a:pt x="4631" y="2915"/>
                  <a:pt x="4629" y="2938"/>
                </a:cubicBezTo>
                <a:cubicBezTo>
                  <a:pt x="4629" y="2941"/>
                  <a:pt x="4629" y="2943"/>
                  <a:pt x="4629" y="2945"/>
                </a:cubicBezTo>
                <a:lnTo>
                  <a:pt x="4629" y="2945"/>
                </a:lnTo>
                <a:cubicBezTo>
                  <a:pt x="4610" y="3044"/>
                  <a:pt x="4592" y="3139"/>
                  <a:pt x="4564" y="3235"/>
                </a:cubicBezTo>
                <a:cubicBezTo>
                  <a:pt x="4551" y="3282"/>
                  <a:pt x="4536" y="3328"/>
                  <a:pt x="4519" y="3372"/>
                </a:cubicBezTo>
                <a:cubicBezTo>
                  <a:pt x="4511" y="3396"/>
                  <a:pt x="4503" y="3419"/>
                  <a:pt x="4494" y="3442"/>
                </a:cubicBezTo>
                <a:cubicBezTo>
                  <a:pt x="4493" y="3445"/>
                  <a:pt x="4492" y="3448"/>
                  <a:pt x="4491" y="3451"/>
                </a:cubicBezTo>
                <a:lnTo>
                  <a:pt x="4491" y="3451"/>
                </a:lnTo>
                <a:cubicBezTo>
                  <a:pt x="4490" y="3453"/>
                  <a:pt x="4489" y="3455"/>
                  <a:pt x="4488" y="3457"/>
                </a:cubicBezTo>
                <a:cubicBezTo>
                  <a:pt x="4439" y="3543"/>
                  <a:pt x="4399" y="3629"/>
                  <a:pt x="4345" y="3714"/>
                </a:cubicBezTo>
                <a:cubicBezTo>
                  <a:pt x="4335" y="3728"/>
                  <a:pt x="4281" y="3805"/>
                  <a:pt x="4270" y="3821"/>
                </a:cubicBezTo>
                <a:lnTo>
                  <a:pt x="4270" y="3821"/>
                </a:lnTo>
                <a:cubicBezTo>
                  <a:pt x="4265" y="3827"/>
                  <a:pt x="4261" y="3833"/>
                  <a:pt x="4258" y="3836"/>
                </a:cubicBezTo>
                <a:cubicBezTo>
                  <a:pt x="4233" y="3863"/>
                  <a:pt x="4210" y="3891"/>
                  <a:pt x="4184" y="3918"/>
                </a:cubicBezTo>
                <a:cubicBezTo>
                  <a:pt x="4149" y="3956"/>
                  <a:pt x="4113" y="3990"/>
                  <a:pt x="4077" y="4025"/>
                </a:cubicBezTo>
                <a:cubicBezTo>
                  <a:pt x="4063" y="4038"/>
                  <a:pt x="3976" y="4107"/>
                  <a:pt x="3979" y="4107"/>
                </a:cubicBezTo>
                <a:cubicBezTo>
                  <a:pt x="3979" y="4107"/>
                  <a:pt x="3980" y="4107"/>
                  <a:pt x="3980" y="4107"/>
                </a:cubicBezTo>
                <a:lnTo>
                  <a:pt x="3980" y="4107"/>
                </a:lnTo>
                <a:cubicBezTo>
                  <a:pt x="3895" y="4167"/>
                  <a:pt x="3805" y="4221"/>
                  <a:pt x="3713" y="4270"/>
                </a:cubicBezTo>
                <a:cubicBezTo>
                  <a:pt x="3690" y="4281"/>
                  <a:pt x="3603" y="4321"/>
                  <a:pt x="3608" y="4321"/>
                </a:cubicBezTo>
                <a:cubicBezTo>
                  <a:pt x="3609" y="4321"/>
                  <a:pt x="3610" y="4320"/>
                  <a:pt x="3614" y="4319"/>
                </a:cubicBezTo>
                <a:lnTo>
                  <a:pt x="3614" y="4319"/>
                </a:lnTo>
                <a:cubicBezTo>
                  <a:pt x="3570" y="4336"/>
                  <a:pt x="3525" y="4351"/>
                  <a:pt x="3481" y="4365"/>
                </a:cubicBezTo>
                <a:cubicBezTo>
                  <a:pt x="3350" y="4407"/>
                  <a:pt x="3217" y="4438"/>
                  <a:pt x="3080" y="4461"/>
                </a:cubicBezTo>
                <a:cubicBezTo>
                  <a:pt x="3073" y="4463"/>
                  <a:pt x="3067" y="4464"/>
                  <a:pt x="3061" y="4465"/>
                </a:cubicBezTo>
                <a:lnTo>
                  <a:pt x="3061" y="4465"/>
                </a:lnTo>
                <a:cubicBezTo>
                  <a:pt x="3027" y="4468"/>
                  <a:pt x="2993" y="4470"/>
                  <a:pt x="2958" y="4474"/>
                </a:cubicBezTo>
                <a:cubicBezTo>
                  <a:pt x="2899" y="4478"/>
                  <a:pt x="2840" y="4480"/>
                  <a:pt x="2779" y="4480"/>
                </a:cubicBezTo>
                <a:cubicBezTo>
                  <a:pt x="2762" y="4481"/>
                  <a:pt x="2745" y="4481"/>
                  <a:pt x="2728" y="4481"/>
                </a:cubicBezTo>
                <a:cubicBezTo>
                  <a:pt x="2682" y="4481"/>
                  <a:pt x="2635" y="4479"/>
                  <a:pt x="2588" y="4476"/>
                </a:cubicBezTo>
                <a:cubicBezTo>
                  <a:pt x="2560" y="4474"/>
                  <a:pt x="2533" y="4470"/>
                  <a:pt x="2505" y="4468"/>
                </a:cubicBezTo>
                <a:cubicBezTo>
                  <a:pt x="2503" y="4468"/>
                  <a:pt x="2500" y="4468"/>
                  <a:pt x="2498" y="4467"/>
                </a:cubicBezTo>
                <a:lnTo>
                  <a:pt x="2498" y="4467"/>
                </a:lnTo>
                <a:cubicBezTo>
                  <a:pt x="2389" y="4444"/>
                  <a:pt x="2284" y="4423"/>
                  <a:pt x="2179" y="4388"/>
                </a:cubicBezTo>
                <a:cubicBezTo>
                  <a:pt x="2150" y="4378"/>
                  <a:pt x="2089" y="4350"/>
                  <a:pt x="2086" y="4350"/>
                </a:cubicBezTo>
                <a:lnTo>
                  <a:pt x="2086" y="4350"/>
                </a:lnTo>
                <a:cubicBezTo>
                  <a:pt x="2085" y="4350"/>
                  <a:pt x="2095" y="4356"/>
                  <a:pt x="2126" y="4371"/>
                </a:cubicBezTo>
                <a:cubicBezTo>
                  <a:pt x="2071" y="4346"/>
                  <a:pt x="2017" y="4318"/>
                  <a:pt x="1964" y="4289"/>
                </a:cubicBezTo>
                <a:cubicBezTo>
                  <a:pt x="1924" y="4266"/>
                  <a:pt x="1884" y="4240"/>
                  <a:pt x="1844" y="4215"/>
                </a:cubicBezTo>
                <a:cubicBezTo>
                  <a:pt x="1818" y="4198"/>
                  <a:pt x="1769" y="4158"/>
                  <a:pt x="1768" y="4158"/>
                </a:cubicBezTo>
                <a:lnTo>
                  <a:pt x="1768" y="4158"/>
                </a:lnTo>
                <a:cubicBezTo>
                  <a:pt x="1768" y="4158"/>
                  <a:pt x="1777" y="4166"/>
                  <a:pt x="1804" y="4190"/>
                </a:cubicBezTo>
                <a:cubicBezTo>
                  <a:pt x="1720" y="4116"/>
                  <a:pt x="1637" y="4044"/>
                  <a:pt x="1564" y="3960"/>
                </a:cubicBezTo>
                <a:cubicBezTo>
                  <a:pt x="1558" y="3953"/>
                  <a:pt x="1523" y="3910"/>
                  <a:pt x="1505" y="3887"/>
                </a:cubicBezTo>
                <a:lnTo>
                  <a:pt x="1505" y="3887"/>
                </a:lnTo>
                <a:cubicBezTo>
                  <a:pt x="1486" y="3860"/>
                  <a:pt x="1451" y="3810"/>
                  <a:pt x="1444" y="3800"/>
                </a:cubicBezTo>
                <a:cubicBezTo>
                  <a:pt x="1389" y="3712"/>
                  <a:pt x="1345" y="3617"/>
                  <a:pt x="1294" y="3526"/>
                </a:cubicBezTo>
                <a:cubicBezTo>
                  <a:pt x="1292" y="3522"/>
                  <a:pt x="1290" y="3518"/>
                  <a:pt x="1288" y="3515"/>
                </a:cubicBezTo>
                <a:lnTo>
                  <a:pt x="1288" y="3515"/>
                </a:lnTo>
                <a:cubicBezTo>
                  <a:pt x="1286" y="3508"/>
                  <a:pt x="1282" y="3497"/>
                  <a:pt x="1277" y="3484"/>
                </a:cubicBezTo>
                <a:cubicBezTo>
                  <a:pt x="1262" y="3440"/>
                  <a:pt x="1246" y="3398"/>
                  <a:pt x="1231" y="3353"/>
                </a:cubicBezTo>
                <a:cubicBezTo>
                  <a:pt x="1199" y="3252"/>
                  <a:pt x="1174" y="3149"/>
                  <a:pt x="1155" y="3046"/>
                </a:cubicBezTo>
                <a:cubicBezTo>
                  <a:pt x="1149" y="3013"/>
                  <a:pt x="1144" y="2955"/>
                  <a:pt x="1143" y="2955"/>
                </a:cubicBezTo>
                <a:lnTo>
                  <a:pt x="1143" y="2955"/>
                </a:lnTo>
                <a:cubicBezTo>
                  <a:pt x="1143" y="2955"/>
                  <a:pt x="1144" y="2969"/>
                  <a:pt x="1147" y="3006"/>
                </a:cubicBezTo>
                <a:cubicBezTo>
                  <a:pt x="1142" y="2953"/>
                  <a:pt x="1136" y="2900"/>
                  <a:pt x="1134" y="2848"/>
                </a:cubicBezTo>
                <a:cubicBezTo>
                  <a:pt x="1128" y="2742"/>
                  <a:pt x="1128" y="2637"/>
                  <a:pt x="1134" y="2532"/>
                </a:cubicBezTo>
                <a:cubicBezTo>
                  <a:pt x="1135" y="2514"/>
                  <a:pt x="1144" y="2437"/>
                  <a:pt x="1147" y="2404"/>
                </a:cubicBezTo>
                <a:lnTo>
                  <a:pt x="1147" y="2404"/>
                </a:lnTo>
                <a:cubicBezTo>
                  <a:pt x="1152" y="2372"/>
                  <a:pt x="1162" y="2318"/>
                  <a:pt x="1166" y="2302"/>
                </a:cubicBezTo>
                <a:cubicBezTo>
                  <a:pt x="1189" y="2188"/>
                  <a:pt x="1222" y="2081"/>
                  <a:pt x="1260" y="1969"/>
                </a:cubicBezTo>
                <a:cubicBezTo>
                  <a:pt x="1266" y="1952"/>
                  <a:pt x="1270" y="1941"/>
                  <a:pt x="1272" y="1933"/>
                </a:cubicBezTo>
                <a:lnTo>
                  <a:pt x="1272" y="1933"/>
                </a:lnTo>
                <a:cubicBezTo>
                  <a:pt x="1276" y="1926"/>
                  <a:pt x="1282" y="1915"/>
                  <a:pt x="1290" y="1900"/>
                </a:cubicBezTo>
                <a:cubicBezTo>
                  <a:pt x="1315" y="1849"/>
                  <a:pt x="1340" y="1797"/>
                  <a:pt x="1368" y="1748"/>
                </a:cubicBezTo>
                <a:cubicBezTo>
                  <a:pt x="1397" y="1700"/>
                  <a:pt x="1429" y="1651"/>
                  <a:pt x="1460" y="1605"/>
                </a:cubicBezTo>
                <a:cubicBezTo>
                  <a:pt x="1471" y="1589"/>
                  <a:pt x="1477" y="1579"/>
                  <a:pt x="1481" y="1572"/>
                </a:cubicBezTo>
                <a:lnTo>
                  <a:pt x="1481" y="1572"/>
                </a:lnTo>
                <a:cubicBezTo>
                  <a:pt x="1485" y="1568"/>
                  <a:pt x="1490" y="1563"/>
                  <a:pt x="1496" y="1556"/>
                </a:cubicBezTo>
                <a:cubicBezTo>
                  <a:pt x="1571" y="1480"/>
                  <a:pt x="1645" y="1406"/>
                  <a:pt x="1723" y="1331"/>
                </a:cubicBezTo>
                <a:lnTo>
                  <a:pt x="1723" y="1331"/>
                </a:lnTo>
                <a:cubicBezTo>
                  <a:pt x="1723" y="1331"/>
                  <a:pt x="1724" y="1331"/>
                  <a:pt x="1724" y="1331"/>
                </a:cubicBezTo>
                <a:cubicBezTo>
                  <a:pt x="1747" y="1314"/>
                  <a:pt x="1770" y="1297"/>
                  <a:pt x="1795" y="1280"/>
                </a:cubicBezTo>
                <a:cubicBezTo>
                  <a:pt x="1846" y="1249"/>
                  <a:pt x="1897" y="1219"/>
                  <a:pt x="1949" y="1192"/>
                </a:cubicBezTo>
                <a:cubicBezTo>
                  <a:pt x="1970" y="1179"/>
                  <a:pt x="1993" y="1171"/>
                  <a:pt x="2015" y="1158"/>
                </a:cubicBezTo>
                <a:cubicBezTo>
                  <a:pt x="2019" y="1156"/>
                  <a:pt x="2023" y="1153"/>
                  <a:pt x="2026" y="1151"/>
                </a:cubicBezTo>
                <a:lnTo>
                  <a:pt x="2026" y="1151"/>
                </a:lnTo>
                <a:cubicBezTo>
                  <a:pt x="2028" y="1151"/>
                  <a:pt x="2030" y="1150"/>
                  <a:pt x="2031" y="1150"/>
                </a:cubicBezTo>
                <a:cubicBezTo>
                  <a:pt x="2092" y="1131"/>
                  <a:pt x="2151" y="1108"/>
                  <a:pt x="2213" y="1091"/>
                </a:cubicBezTo>
                <a:cubicBezTo>
                  <a:pt x="2269" y="1076"/>
                  <a:pt x="2328" y="1066"/>
                  <a:pt x="2385" y="1051"/>
                </a:cubicBezTo>
                <a:cubicBezTo>
                  <a:pt x="2395" y="1049"/>
                  <a:pt x="2412" y="1046"/>
                  <a:pt x="2426" y="1043"/>
                </a:cubicBezTo>
                <a:lnTo>
                  <a:pt x="2426" y="1043"/>
                </a:lnTo>
                <a:cubicBezTo>
                  <a:pt x="2457" y="1040"/>
                  <a:pt x="2490" y="1037"/>
                  <a:pt x="2522" y="1034"/>
                </a:cubicBezTo>
                <a:cubicBezTo>
                  <a:pt x="2545" y="1032"/>
                  <a:pt x="2568" y="1029"/>
                  <a:pt x="2590" y="1025"/>
                </a:cubicBezTo>
                <a:lnTo>
                  <a:pt x="2590" y="1025"/>
                </a:lnTo>
                <a:cubicBezTo>
                  <a:pt x="2612" y="1023"/>
                  <a:pt x="2633" y="1021"/>
                  <a:pt x="2655" y="1017"/>
                </a:cubicBezTo>
                <a:cubicBezTo>
                  <a:pt x="2687" y="1011"/>
                  <a:pt x="2720" y="1004"/>
                  <a:pt x="2754" y="1000"/>
                </a:cubicBezTo>
                <a:lnTo>
                  <a:pt x="2754" y="1000"/>
                </a:lnTo>
                <a:cubicBezTo>
                  <a:pt x="2725" y="1004"/>
                  <a:pt x="2717" y="1006"/>
                  <a:pt x="2719" y="1006"/>
                </a:cubicBezTo>
                <a:cubicBezTo>
                  <a:pt x="2724" y="1006"/>
                  <a:pt x="2776" y="1000"/>
                  <a:pt x="2790" y="998"/>
                </a:cubicBezTo>
                <a:cubicBezTo>
                  <a:pt x="2853" y="996"/>
                  <a:pt x="2914" y="990"/>
                  <a:pt x="2977" y="990"/>
                </a:cubicBezTo>
                <a:cubicBezTo>
                  <a:pt x="2997" y="989"/>
                  <a:pt x="3017" y="989"/>
                  <a:pt x="3036" y="989"/>
                </a:cubicBezTo>
                <a:close/>
                <a:moveTo>
                  <a:pt x="3033" y="0"/>
                </a:moveTo>
                <a:cubicBezTo>
                  <a:pt x="2855" y="0"/>
                  <a:pt x="2675" y="14"/>
                  <a:pt x="2498" y="40"/>
                </a:cubicBezTo>
                <a:lnTo>
                  <a:pt x="2498" y="40"/>
                </a:lnTo>
                <a:cubicBezTo>
                  <a:pt x="1906" y="92"/>
                  <a:pt x="1353" y="298"/>
                  <a:pt x="921" y="716"/>
                </a:cubicBezTo>
                <a:cubicBezTo>
                  <a:pt x="548" y="1074"/>
                  <a:pt x="295" y="1567"/>
                  <a:pt x="199" y="2073"/>
                </a:cubicBezTo>
                <a:cubicBezTo>
                  <a:pt x="1" y="3090"/>
                  <a:pt x="293" y="4249"/>
                  <a:pt x="1125" y="4914"/>
                </a:cubicBezTo>
                <a:cubicBezTo>
                  <a:pt x="1601" y="5295"/>
                  <a:pt x="2207" y="5480"/>
                  <a:pt x="2815" y="5480"/>
                </a:cubicBezTo>
                <a:cubicBezTo>
                  <a:pt x="3434" y="5480"/>
                  <a:pt x="4057" y="5289"/>
                  <a:pt x="4549" y="4919"/>
                </a:cubicBezTo>
                <a:cubicBezTo>
                  <a:pt x="5476" y="4221"/>
                  <a:pt x="5844" y="2983"/>
                  <a:pt x="5526" y="1874"/>
                </a:cubicBezTo>
                <a:cubicBezTo>
                  <a:pt x="5354" y="1274"/>
                  <a:pt x="4987" y="750"/>
                  <a:pt x="4469" y="402"/>
                </a:cubicBezTo>
                <a:cubicBezTo>
                  <a:pt x="4038" y="112"/>
                  <a:pt x="3538" y="0"/>
                  <a:pt x="3033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71" name="Google Shape;5871;p17"/>
          <p:cNvSpPr/>
          <p:nvPr/>
        </p:nvSpPr>
        <p:spPr>
          <a:xfrm>
            <a:off x="1670575" y="1058113"/>
            <a:ext cx="117525" cy="110100"/>
          </a:xfrm>
          <a:custGeom>
            <a:rect b="b" l="l" r="r" t="t"/>
            <a:pathLst>
              <a:path extrusionOk="0" h="4404" w="4701">
                <a:moveTo>
                  <a:pt x="1951" y="1032"/>
                </a:moveTo>
                <a:cubicBezTo>
                  <a:pt x="1950" y="1033"/>
                  <a:pt x="1949" y="1033"/>
                  <a:pt x="1947" y="1033"/>
                </a:cubicBezTo>
                <a:cubicBezTo>
                  <a:pt x="1948" y="1033"/>
                  <a:pt x="1950" y="1033"/>
                  <a:pt x="1951" y="1032"/>
                </a:cubicBezTo>
                <a:close/>
                <a:moveTo>
                  <a:pt x="2857" y="1059"/>
                </a:moveTo>
                <a:cubicBezTo>
                  <a:pt x="2871" y="1059"/>
                  <a:pt x="2889" y="1066"/>
                  <a:pt x="2907" y="1075"/>
                </a:cubicBezTo>
                <a:lnTo>
                  <a:pt x="2907" y="1075"/>
                </a:lnTo>
                <a:cubicBezTo>
                  <a:pt x="2887" y="1068"/>
                  <a:pt x="2858" y="1059"/>
                  <a:pt x="2857" y="1059"/>
                </a:cubicBezTo>
                <a:close/>
                <a:moveTo>
                  <a:pt x="3091" y="1185"/>
                </a:moveTo>
                <a:cubicBezTo>
                  <a:pt x="3091" y="1185"/>
                  <a:pt x="3091" y="1185"/>
                  <a:pt x="3091" y="1185"/>
                </a:cubicBezTo>
                <a:lnTo>
                  <a:pt x="3091" y="1185"/>
                </a:lnTo>
                <a:cubicBezTo>
                  <a:pt x="3091" y="1185"/>
                  <a:pt x="3091" y="1185"/>
                  <a:pt x="3091" y="1185"/>
                </a:cubicBezTo>
                <a:close/>
                <a:moveTo>
                  <a:pt x="3104" y="1198"/>
                </a:moveTo>
                <a:cubicBezTo>
                  <a:pt x="3111" y="1203"/>
                  <a:pt x="3118" y="1208"/>
                  <a:pt x="3125" y="1213"/>
                </a:cubicBezTo>
                <a:cubicBezTo>
                  <a:pt x="3142" y="1224"/>
                  <a:pt x="3149" y="1229"/>
                  <a:pt x="3148" y="1229"/>
                </a:cubicBezTo>
                <a:cubicBezTo>
                  <a:pt x="3148" y="1229"/>
                  <a:pt x="3121" y="1211"/>
                  <a:pt x="3104" y="1198"/>
                </a:cubicBezTo>
                <a:close/>
                <a:moveTo>
                  <a:pt x="1747" y="3319"/>
                </a:moveTo>
                <a:cubicBezTo>
                  <a:pt x="1767" y="3326"/>
                  <a:pt x="1803" y="3338"/>
                  <a:pt x="1802" y="3338"/>
                </a:cubicBezTo>
                <a:cubicBezTo>
                  <a:pt x="1800" y="3339"/>
                  <a:pt x="1799" y="3339"/>
                  <a:pt x="1797" y="3339"/>
                </a:cubicBezTo>
                <a:cubicBezTo>
                  <a:pt x="1785" y="3339"/>
                  <a:pt x="1766" y="3330"/>
                  <a:pt x="1747" y="3319"/>
                </a:cubicBezTo>
                <a:close/>
                <a:moveTo>
                  <a:pt x="2463" y="3393"/>
                </a:moveTo>
                <a:cubicBezTo>
                  <a:pt x="2461" y="3393"/>
                  <a:pt x="2459" y="3393"/>
                  <a:pt x="2456" y="3393"/>
                </a:cubicBezTo>
                <a:lnTo>
                  <a:pt x="2456" y="3393"/>
                </a:lnTo>
                <a:cubicBezTo>
                  <a:pt x="2459" y="3393"/>
                  <a:pt x="2462" y="3393"/>
                  <a:pt x="2463" y="3393"/>
                </a:cubicBezTo>
                <a:close/>
                <a:moveTo>
                  <a:pt x="2387" y="989"/>
                </a:moveTo>
                <a:cubicBezTo>
                  <a:pt x="2440" y="989"/>
                  <a:pt x="2491" y="989"/>
                  <a:pt x="2541" y="993"/>
                </a:cubicBezTo>
                <a:cubicBezTo>
                  <a:pt x="2560" y="993"/>
                  <a:pt x="2582" y="997"/>
                  <a:pt x="2601" y="998"/>
                </a:cubicBezTo>
                <a:lnTo>
                  <a:pt x="2601" y="998"/>
                </a:lnTo>
                <a:cubicBezTo>
                  <a:pt x="2682" y="1018"/>
                  <a:pt x="2761" y="1029"/>
                  <a:pt x="2840" y="1057"/>
                </a:cubicBezTo>
                <a:cubicBezTo>
                  <a:pt x="2857" y="1061"/>
                  <a:pt x="2876" y="1069"/>
                  <a:pt x="2895" y="1076"/>
                </a:cubicBezTo>
                <a:cubicBezTo>
                  <a:pt x="2906" y="1079"/>
                  <a:pt x="2914" y="1081"/>
                  <a:pt x="2919" y="1082"/>
                </a:cubicBezTo>
                <a:lnTo>
                  <a:pt x="2919" y="1082"/>
                </a:lnTo>
                <a:cubicBezTo>
                  <a:pt x="2944" y="1096"/>
                  <a:pt x="2968" y="1113"/>
                  <a:pt x="2984" y="1122"/>
                </a:cubicBezTo>
                <a:cubicBezTo>
                  <a:pt x="3015" y="1139"/>
                  <a:pt x="3049" y="1160"/>
                  <a:pt x="3080" y="1181"/>
                </a:cubicBezTo>
                <a:cubicBezTo>
                  <a:pt x="3084" y="1184"/>
                  <a:pt x="3088" y="1186"/>
                  <a:pt x="3092" y="1189"/>
                </a:cubicBezTo>
                <a:lnTo>
                  <a:pt x="3092" y="1189"/>
                </a:lnTo>
                <a:cubicBezTo>
                  <a:pt x="3107" y="1217"/>
                  <a:pt x="3258" y="1347"/>
                  <a:pt x="3274" y="1366"/>
                </a:cubicBezTo>
                <a:cubicBezTo>
                  <a:pt x="3278" y="1370"/>
                  <a:pt x="3281" y="1374"/>
                  <a:pt x="3284" y="1378"/>
                </a:cubicBezTo>
                <a:lnTo>
                  <a:pt x="3284" y="1378"/>
                </a:lnTo>
                <a:cubicBezTo>
                  <a:pt x="3304" y="1410"/>
                  <a:pt x="3328" y="1440"/>
                  <a:pt x="3348" y="1474"/>
                </a:cubicBezTo>
                <a:cubicBezTo>
                  <a:pt x="3367" y="1503"/>
                  <a:pt x="3386" y="1535"/>
                  <a:pt x="3403" y="1569"/>
                </a:cubicBezTo>
                <a:cubicBezTo>
                  <a:pt x="3409" y="1579"/>
                  <a:pt x="3414" y="1591"/>
                  <a:pt x="3420" y="1604"/>
                </a:cubicBezTo>
                <a:lnTo>
                  <a:pt x="3420" y="1604"/>
                </a:lnTo>
                <a:cubicBezTo>
                  <a:pt x="3420" y="1602"/>
                  <a:pt x="3420" y="1600"/>
                  <a:pt x="3420" y="1598"/>
                </a:cubicBezTo>
                <a:lnTo>
                  <a:pt x="3420" y="1598"/>
                </a:lnTo>
                <a:cubicBezTo>
                  <a:pt x="3420" y="1600"/>
                  <a:pt x="3420" y="1602"/>
                  <a:pt x="3420" y="1604"/>
                </a:cubicBezTo>
                <a:lnTo>
                  <a:pt x="3420" y="1604"/>
                </a:lnTo>
                <a:cubicBezTo>
                  <a:pt x="3420" y="1604"/>
                  <a:pt x="3420" y="1604"/>
                  <a:pt x="3420" y="1604"/>
                </a:cubicBezTo>
                <a:lnTo>
                  <a:pt x="3420" y="1604"/>
                </a:lnTo>
                <a:cubicBezTo>
                  <a:pt x="3420" y="1621"/>
                  <a:pt x="3423" y="1634"/>
                  <a:pt x="3427" y="1644"/>
                </a:cubicBezTo>
                <a:lnTo>
                  <a:pt x="3427" y="1644"/>
                </a:lnTo>
                <a:cubicBezTo>
                  <a:pt x="3423" y="1630"/>
                  <a:pt x="3420" y="1616"/>
                  <a:pt x="3420" y="1604"/>
                </a:cubicBezTo>
                <a:lnTo>
                  <a:pt x="3420" y="1604"/>
                </a:lnTo>
                <a:cubicBezTo>
                  <a:pt x="3422" y="1608"/>
                  <a:pt x="3424" y="1613"/>
                  <a:pt x="3426" y="1617"/>
                </a:cubicBezTo>
                <a:cubicBezTo>
                  <a:pt x="3442" y="1646"/>
                  <a:pt x="3443" y="1659"/>
                  <a:pt x="3439" y="1659"/>
                </a:cubicBezTo>
                <a:cubicBezTo>
                  <a:pt x="3436" y="1659"/>
                  <a:pt x="3432" y="1654"/>
                  <a:pt x="3427" y="1644"/>
                </a:cubicBezTo>
                <a:lnTo>
                  <a:pt x="3427" y="1644"/>
                </a:lnTo>
                <a:cubicBezTo>
                  <a:pt x="3443" y="1697"/>
                  <a:pt x="3479" y="1760"/>
                  <a:pt x="3491" y="1802"/>
                </a:cubicBezTo>
                <a:cubicBezTo>
                  <a:pt x="3500" y="1838"/>
                  <a:pt x="3508" y="1874"/>
                  <a:pt x="3517" y="1910"/>
                </a:cubicBezTo>
                <a:cubicBezTo>
                  <a:pt x="3521" y="1933"/>
                  <a:pt x="3525" y="1954"/>
                  <a:pt x="3529" y="1977"/>
                </a:cubicBezTo>
                <a:cubicBezTo>
                  <a:pt x="3534" y="2005"/>
                  <a:pt x="3537" y="2015"/>
                  <a:pt x="3538" y="2015"/>
                </a:cubicBezTo>
                <a:cubicBezTo>
                  <a:pt x="3540" y="2015"/>
                  <a:pt x="3530" y="1942"/>
                  <a:pt x="3525" y="1939"/>
                </a:cubicBezTo>
                <a:lnTo>
                  <a:pt x="3525" y="1939"/>
                </a:lnTo>
                <a:cubicBezTo>
                  <a:pt x="3550" y="1954"/>
                  <a:pt x="3538" y="2142"/>
                  <a:pt x="3538" y="2173"/>
                </a:cubicBezTo>
                <a:cubicBezTo>
                  <a:pt x="3538" y="2215"/>
                  <a:pt x="3535" y="2257"/>
                  <a:pt x="3533" y="2297"/>
                </a:cubicBezTo>
                <a:cubicBezTo>
                  <a:pt x="3532" y="2312"/>
                  <a:pt x="3530" y="2326"/>
                  <a:pt x="3529" y="2339"/>
                </a:cubicBezTo>
                <a:lnTo>
                  <a:pt x="3529" y="2339"/>
                </a:lnTo>
                <a:cubicBezTo>
                  <a:pt x="3514" y="2409"/>
                  <a:pt x="3504" y="2477"/>
                  <a:pt x="3483" y="2546"/>
                </a:cubicBezTo>
                <a:cubicBezTo>
                  <a:pt x="3472" y="2582"/>
                  <a:pt x="3462" y="2618"/>
                  <a:pt x="3449" y="2651"/>
                </a:cubicBezTo>
                <a:cubicBezTo>
                  <a:pt x="3445" y="2663"/>
                  <a:pt x="3440" y="2676"/>
                  <a:pt x="3436" y="2688"/>
                </a:cubicBezTo>
                <a:lnTo>
                  <a:pt x="3436" y="2688"/>
                </a:lnTo>
                <a:cubicBezTo>
                  <a:pt x="3398" y="2751"/>
                  <a:pt x="3369" y="2818"/>
                  <a:pt x="3329" y="2881"/>
                </a:cubicBezTo>
                <a:cubicBezTo>
                  <a:pt x="3324" y="2889"/>
                  <a:pt x="3300" y="2922"/>
                  <a:pt x="3284" y="2945"/>
                </a:cubicBezTo>
                <a:lnTo>
                  <a:pt x="3284" y="2945"/>
                </a:lnTo>
                <a:cubicBezTo>
                  <a:pt x="3263" y="2968"/>
                  <a:pt x="3232" y="3005"/>
                  <a:pt x="3224" y="3014"/>
                </a:cubicBezTo>
                <a:cubicBezTo>
                  <a:pt x="3198" y="3041"/>
                  <a:pt x="3171" y="3069"/>
                  <a:pt x="3142" y="3094"/>
                </a:cubicBezTo>
                <a:cubicBezTo>
                  <a:pt x="3127" y="3106"/>
                  <a:pt x="3112" y="3119"/>
                  <a:pt x="3099" y="3132"/>
                </a:cubicBezTo>
                <a:cubicBezTo>
                  <a:pt x="3075" y="3154"/>
                  <a:pt x="3071" y="3163"/>
                  <a:pt x="3076" y="3163"/>
                </a:cubicBezTo>
                <a:cubicBezTo>
                  <a:pt x="3076" y="3163"/>
                  <a:pt x="3077" y="3163"/>
                  <a:pt x="3078" y="3162"/>
                </a:cubicBezTo>
                <a:lnTo>
                  <a:pt x="3078" y="3162"/>
                </a:lnTo>
                <a:cubicBezTo>
                  <a:pt x="3021" y="3203"/>
                  <a:pt x="2923" y="3245"/>
                  <a:pt x="2889" y="3262"/>
                </a:cubicBezTo>
                <a:cubicBezTo>
                  <a:pt x="2863" y="3275"/>
                  <a:pt x="2803" y="3296"/>
                  <a:pt x="2805" y="3296"/>
                </a:cubicBezTo>
                <a:cubicBezTo>
                  <a:pt x="2806" y="3296"/>
                  <a:pt x="2822" y="3291"/>
                  <a:pt x="2866" y="3277"/>
                </a:cubicBezTo>
                <a:lnTo>
                  <a:pt x="2866" y="3277"/>
                </a:lnTo>
                <a:cubicBezTo>
                  <a:pt x="2823" y="3292"/>
                  <a:pt x="2783" y="3309"/>
                  <a:pt x="2741" y="3323"/>
                </a:cubicBezTo>
                <a:cubicBezTo>
                  <a:pt x="2642" y="3355"/>
                  <a:pt x="2541" y="3376"/>
                  <a:pt x="2438" y="3395"/>
                </a:cubicBezTo>
                <a:cubicBezTo>
                  <a:pt x="2437" y="3395"/>
                  <a:pt x="2437" y="3395"/>
                  <a:pt x="2437" y="3395"/>
                </a:cubicBezTo>
                <a:lnTo>
                  <a:pt x="2437" y="3395"/>
                </a:lnTo>
                <a:cubicBezTo>
                  <a:pt x="2416" y="3397"/>
                  <a:pt x="2395" y="3400"/>
                  <a:pt x="2375" y="3401"/>
                </a:cubicBezTo>
                <a:cubicBezTo>
                  <a:pt x="2330" y="3403"/>
                  <a:pt x="2284" y="3406"/>
                  <a:pt x="2240" y="3406"/>
                </a:cubicBezTo>
                <a:cubicBezTo>
                  <a:pt x="2226" y="3406"/>
                  <a:pt x="2211" y="3406"/>
                  <a:pt x="2197" y="3406"/>
                </a:cubicBezTo>
                <a:cubicBezTo>
                  <a:pt x="2163" y="3406"/>
                  <a:pt x="2129" y="3405"/>
                  <a:pt x="2094" y="3403"/>
                </a:cubicBezTo>
                <a:cubicBezTo>
                  <a:pt x="2081" y="3402"/>
                  <a:pt x="2067" y="3400"/>
                  <a:pt x="2054" y="3398"/>
                </a:cubicBezTo>
                <a:lnTo>
                  <a:pt x="2054" y="3398"/>
                </a:lnTo>
                <a:cubicBezTo>
                  <a:pt x="1975" y="3376"/>
                  <a:pt x="1893" y="3365"/>
                  <a:pt x="1814" y="3340"/>
                </a:cubicBezTo>
                <a:cubicBezTo>
                  <a:pt x="1797" y="3334"/>
                  <a:pt x="1778" y="3326"/>
                  <a:pt x="1762" y="3321"/>
                </a:cubicBezTo>
                <a:cubicBezTo>
                  <a:pt x="1752" y="3318"/>
                  <a:pt x="1745" y="3316"/>
                  <a:pt x="1740" y="3315"/>
                </a:cubicBezTo>
                <a:lnTo>
                  <a:pt x="1740" y="3315"/>
                </a:lnTo>
                <a:cubicBezTo>
                  <a:pt x="1716" y="3301"/>
                  <a:pt x="1691" y="3283"/>
                  <a:pt x="1679" y="3277"/>
                </a:cubicBezTo>
                <a:cubicBezTo>
                  <a:pt x="1648" y="3258"/>
                  <a:pt x="1616" y="3241"/>
                  <a:pt x="1587" y="3220"/>
                </a:cubicBezTo>
                <a:cubicBezTo>
                  <a:pt x="1572" y="3210"/>
                  <a:pt x="1557" y="3199"/>
                  <a:pt x="1543" y="3191"/>
                </a:cubicBezTo>
                <a:cubicBezTo>
                  <a:pt x="1525" y="3180"/>
                  <a:pt x="1519" y="3175"/>
                  <a:pt x="1519" y="3175"/>
                </a:cubicBezTo>
                <a:lnTo>
                  <a:pt x="1519" y="3175"/>
                </a:lnTo>
                <a:cubicBezTo>
                  <a:pt x="1518" y="3175"/>
                  <a:pt x="1582" y="3218"/>
                  <a:pt x="1580" y="3218"/>
                </a:cubicBezTo>
                <a:cubicBezTo>
                  <a:pt x="1580" y="3218"/>
                  <a:pt x="1579" y="3218"/>
                  <a:pt x="1578" y="3218"/>
                </a:cubicBezTo>
                <a:cubicBezTo>
                  <a:pt x="1542" y="3218"/>
                  <a:pt x="1420" y="3070"/>
                  <a:pt x="1399" y="3045"/>
                </a:cubicBezTo>
                <a:cubicBezTo>
                  <a:pt x="1384" y="3030"/>
                  <a:pt x="1353" y="2977"/>
                  <a:pt x="1351" y="2977"/>
                </a:cubicBezTo>
                <a:lnTo>
                  <a:pt x="1351" y="2977"/>
                </a:lnTo>
                <a:cubicBezTo>
                  <a:pt x="1350" y="2977"/>
                  <a:pt x="1354" y="2985"/>
                  <a:pt x="1363" y="3005"/>
                </a:cubicBezTo>
                <a:cubicBezTo>
                  <a:pt x="1372" y="3025"/>
                  <a:pt x="1375" y="3032"/>
                  <a:pt x="1374" y="3032"/>
                </a:cubicBezTo>
                <a:cubicBezTo>
                  <a:pt x="1372" y="3032"/>
                  <a:pt x="1335" y="2962"/>
                  <a:pt x="1326" y="2946"/>
                </a:cubicBezTo>
                <a:cubicBezTo>
                  <a:pt x="1285" y="2881"/>
                  <a:pt x="1252" y="2814"/>
                  <a:pt x="1215" y="2746"/>
                </a:cubicBezTo>
                <a:lnTo>
                  <a:pt x="1215" y="2746"/>
                </a:lnTo>
                <a:cubicBezTo>
                  <a:pt x="1214" y="2743"/>
                  <a:pt x="1213" y="2740"/>
                  <a:pt x="1212" y="2736"/>
                </a:cubicBezTo>
                <a:cubicBezTo>
                  <a:pt x="1199" y="2702"/>
                  <a:pt x="1187" y="2668"/>
                  <a:pt x="1176" y="2635"/>
                </a:cubicBezTo>
                <a:cubicBezTo>
                  <a:pt x="1153" y="2559"/>
                  <a:pt x="1132" y="2481"/>
                  <a:pt x="1119" y="2403"/>
                </a:cubicBezTo>
                <a:cubicBezTo>
                  <a:pt x="1119" y="2401"/>
                  <a:pt x="1118" y="2399"/>
                  <a:pt x="1118" y="2397"/>
                </a:cubicBezTo>
                <a:lnTo>
                  <a:pt x="1118" y="2397"/>
                </a:lnTo>
                <a:cubicBezTo>
                  <a:pt x="1122" y="2365"/>
                  <a:pt x="1108" y="2315"/>
                  <a:pt x="1106" y="2283"/>
                </a:cubicBezTo>
                <a:cubicBezTo>
                  <a:pt x="1102" y="2203"/>
                  <a:pt x="1102" y="2123"/>
                  <a:pt x="1106" y="2043"/>
                </a:cubicBezTo>
                <a:cubicBezTo>
                  <a:pt x="1107" y="2033"/>
                  <a:pt x="1110" y="2004"/>
                  <a:pt x="1113" y="1978"/>
                </a:cubicBezTo>
                <a:lnTo>
                  <a:pt x="1113" y="1978"/>
                </a:lnTo>
                <a:cubicBezTo>
                  <a:pt x="1117" y="1953"/>
                  <a:pt x="1123" y="1911"/>
                  <a:pt x="1125" y="1899"/>
                </a:cubicBezTo>
                <a:cubicBezTo>
                  <a:pt x="1144" y="1813"/>
                  <a:pt x="1170" y="1731"/>
                  <a:pt x="1197" y="1647"/>
                </a:cubicBezTo>
                <a:cubicBezTo>
                  <a:pt x="1199" y="1642"/>
                  <a:pt x="1200" y="1637"/>
                  <a:pt x="1201" y="1634"/>
                </a:cubicBezTo>
                <a:lnTo>
                  <a:pt x="1201" y="1634"/>
                </a:lnTo>
                <a:cubicBezTo>
                  <a:pt x="1203" y="1630"/>
                  <a:pt x="1205" y="1626"/>
                  <a:pt x="1208" y="1621"/>
                </a:cubicBezTo>
                <a:cubicBezTo>
                  <a:pt x="1227" y="1583"/>
                  <a:pt x="1246" y="1543"/>
                  <a:pt x="1269" y="1507"/>
                </a:cubicBezTo>
                <a:cubicBezTo>
                  <a:pt x="1290" y="1470"/>
                  <a:pt x="1313" y="1434"/>
                  <a:pt x="1338" y="1398"/>
                </a:cubicBezTo>
                <a:cubicBezTo>
                  <a:pt x="1341" y="1394"/>
                  <a:pt x="1344" y="1390"/>
                  <a:pt x="1346" y="1386"/>
                </a:cubicBezTo>
                <a:lnTo>
                  <a:pt x="1346" y="1386"/>
                </a:lnTo>
                <a:cubicBezTo>
                  <a:pt x="1346" y="1386"/>
                  <a:pt x="1346" y="1386"/>
                  <a:pt x="1347" y="1385"/>
                </a:cubicBezTo>
                <a:cubicBezTo>
                  <a:pt x="1399" y="1329"/>
                  <a:pt x="1454" y="1275"/>
                  <a:pt x="1511" y="1223"/>
                </a:cubicBezTo>
                <a:lnTo>
                  <a:pt x="1511" y="1223"/>
                </a:lnTo>
                <a:cubicBezTo>
                  <a:pt x="1524" y="1213"/>
                  <a:pt x="1537" y="1203"/>
                  <a:pt x="1551" y="1194"/>
                </a:cubicBezTo>
                <a:cubicBezTo>
                  <a:pt x="1589" y="1170"/>
                  <a:pt x="1627" y="1147"/>
                  <a:pt x="1667" y="1126"/>
                </a:cubicBezTo>
                <a:cubicBezTo>
                  <a:pt x="1682" y="1119"/>
                  <a:pt x="1697" y="1111"/>
                  <a:pt x="1712" y="1103"/>
                </a:cubicBezTo>
                <a:lnTo>
                  <a:pt x="1712" y="1103"/>
                </a:lnTo>
                <a:cubicBezTo>
                  <a:pt x="1755" y="1090"/>
                  <a:pt x="1797" y="1075"/>
                  <a:pt x="1840" y="1063"/>
                </a:cubicBezTo>
                <a:cubicBezTo>
                  <a:pt x="1884" y="1050"/>
                  <a:pt x="1928" y="1042"/>
                  <a:pt x="1970" y="1031"/>
                </a:cubicBezTo>
                <a:cubicBezTo>
                  <a:pt x="1976" y="1030"/>
                  <a:pt x="1983" y="1028"/>
                  <a:pt x="1990" y="1026"/>
                </a:cubicBezTo>
                <a:lnTo>
                  <a:pt x="1990" y="1026"/>
                </a:lnTo>
                <a:cubicBezTo>
                  <a:pt x="2008" y="1025"/>
                  <a:pt x="2026" y="1024"/>
                  <a:pt x="2042" y="1023"/>
                </a:cubicBezTo>
                <a:cubicBezTo>
                  <a:pt x="2063" y="1021"/>
                  <a:pt x="2083" y="1018"/>
                  <a:pt x="2104" y="1015"/>
                </a:cubicBezTo>
                <a:lnTo>
                  <a:pt x="2104" y="1015"/>
                </a:lnTo>
                <a:cubicBezTo>
                  <a:pt x="2127" y="1013"/>
                  <a:pt x="2151" y="1010"/>
                  <a:pt x="2175" y="1006"/>
                </a:cubicBezTo>
                <a:cubicBezTo>
                  <a:pt x="2200" y="1002"/>
                  <a:pt x="2223" y="998"/>
                  <a:pt x="2248" y="996"/>
                </a:cubicBezTo>
                <a:lnTo>
                  <a:pt x="2248" y="996"/>
                </a:lnTo>
                <a:cubicBezTo>
                  <a:pt x="2202" y="1002"/>
                  <a:pt x="2186" y="1004"/>
                  <a:pt x="2186" y="1004"/>
                </a:cubicBezTo>
                <a:cubicBezTo>
                  <a:pt x="2187" y="1004"/>
                  <a:pt x="2227" y="999"/>
                  <a:pt x="2246" y="998"/>
                </a:cubicBezTo>
                <a:cubicBezTo>
                  <a:pt x="2293" y="996"/>
                  <a:pt x="2341" y="991"/>
                  <a:pt x="2387" y="989"/>
                </a:cubicBezTo>
                <a:close/>
                <a:moveTo>
                  <a:pt x="2431" y="0"/>
                </a:moveTo>
                <a:cubicBezTo>
                  <a:pt x="2283" y="0"/>
                  <a:pt x="2134" y="12"/>
                  <a:pt x="1987" y="33"/>
                </a:cubicBezTo>
                <a:lnTo>
                  <a:pt x="1987" y="33"/>
                </a:lnTo>
                <a:cubicBezTo>
                  <a:pt x="1519" y="79"/>
                  <a:pt x="1082" y="246"/>
                  <a:pt x="738" y="578"/>
                </a:cubicBezTo>
                <a:cubicBezTo>
                  <a:pt x="443" y="863"/>
                  <a:pt x="236" y="1259"/>
                  <a:pt x="158" y="1661"/>
                </a:cubicBezTo>
                <a:cubicBezTo>
                  <a:pt x="0" y="2477"/>
                  <a:pt x="228" y="3403"/>
                  <a:pt x="896" y="3941"/>
                </a:cubicBezTo>
                <a:cubicBezTo>
                  <a:pt x="1283" y="4251"/>
                  <a:pt x="1777" y="4404"/>
                  <a:pt x="2272" y="4404"/>
                </a:cubicBezTo>
                <a:cubicBezTo>
                  <a:pt x="2762" y="4404"/>
                  <a:pt x="3253" y="4255"/>
                  <a:pt x="3645" y="3962"/>
                </a:cubicBezTo>
                <a:cubicBezTo>
                  <a:pt x="4395" y="3401"/>
                  <a:pt x="4700" y="2409"/>
                  <a:pt x="4443" y="1512"/>
                </a:cubicBezTo>
                <a:cubicBezTo>
                  <a:pt x="4302" y="1025"/>
                  <a:pt x="4003" y="604"/>
                  <a:pt x="3582" y="321"/>
                </a:cubicBezTo>
                <a:cubicBezTo>
                  <a:pt x="3236" y="89"/>
                  <a:pt x="2836" y="0"/>
                  <a:pt x="2431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72" name="Google Shape;5872;p17"/>
          <p:cNvSpPr/>
          <p:nvPr/>
        </p:nvSpPr>
        <p:spPr>
          <a:xfrm>
            <a:off x="7972938" y="4210363"/>
            <a:ext cx="117525" cy="110100"/>
          </a:xfrm>
          <a:custGeom>
            <a:rect b="b" l="l" r="r" t="t"/>
            <a:pathLst>
              <a:path extrusionOk="0" h="4404" w="4701">
                <a:moveTo>
                  <a:pt x="1951" y="1032"/>
                </a:moveTo>
                <a:cubicBezTo>
                  <a:pt x="1950" y="1033"/>
                  <a:pt x="1949" y="1033"/>
                  <a:pt x="1947" y="1033"/>
                </a:cubicBezTo>
                <a:cubicBezTo>
                  <a:pt x="1948" y="1033"/>
                  <a:pt x="1950" y="1033"/>
                  <a:pt x="1951" y="1032"/>
                </a:cubicBezTo>
                <a:close/>
                <a:moveTo>
                  <a:pt x="2857" y="1059"/>
                </a:moveTo>
                <a:cubicBezTo>
                  <a:pt x="2871" y="1059"/>
                  <a:pt x="2889" y="1066"/>
                  <a:pt x="2907" y="1075"/>
                </a:cubicBezTo>
                <a:lnTo>
                  <a:pt x="2907" y="1075"/>
                </a:lnTo>
                <a:cubicBezTo>
                  <a:pt x="2887" y="1068"/>
                  <a:pt x="2858" y="1059"/>
                  <a:pt x="2857" y="1059"/>
                </a:cubicBezTo>
                <a:close/>
                <a:moveTo>
                  <a:pt x="3091" y="1185"/>
                </a:moveTo>
                <a:cubicBezTo>
                  <a:pt x="3091" y="1185"/>
                  <a:pt x="3091" y="1185"/>
                  <a:pt x="3091" y="1185"/>
                </a:cubicBezTo>
                <a:lnTo>
                  <a:pt x="3091" y="1185"/>
                </a:lnTo>
                <a:cubicBezTo>
                  <a:pt x="3091" y="1185"/>
                  <a:pt x="3091" y="1185"/>
                  <a:pt x="3091" y="1185"/>
                </a:cubicBezTo>
                <a:close/>
                <a:moveTo>
                  <a:pt x="3104" y="1198"/>
                </a:moveTo>
                <a:cubicBezTo>
                  <a:pt x="3111" y="1203"/>
                  <a:pt x="3118" y="1208"/>
                  <a:pt x="3125" y="1213"/>
                </a:cubicBezTo>
                <a:cubicBezTo>
                  <a:pt x="3142" y="1224"/>
                  <a:pt x="3149" y="1229"/>
                  <a:pt x="3148" y="1229"/>
                </a:cubicBezTo>
                <a:cubicBezTo>
                  <a:pt x="3148" y="1229"/>
                  <a:pt x="3121" y="1211"/>
                  <a:pt x="3104" y="1198"/>
                </a:cubicBezTo>
                <a:close/>
                <a:moveTo>
                  <a:pt x="1747" y="3319"/>
                </a:moveTo>
                <a:cubicBezTo>
                  <a:pt x="1767" y="3326"/>
                  <a:pt x="1803" y="3338"/>
                  <a:pt x="1802" y="3338"/>
                </a:cubicBezTo>
                <a:cubicBezTo>
                  <a:pt x="1800" y="3339"/>
                  <a:pt x="1799" y="3339"/>
                  <a:pt x="1797" y="3339"/>
                </a:cubicBezTo>
                <a:cubicBezTo>
                  <a:pt x="1785" y="3339"/>
                  <a:pt x="1766" y="3330"/>
                  <a:pt x="1747" y="3319"/>
                </a:cubicBezTo>
                <a:close/>
                <a:moveTo>
                  <a:pt x="2463" y="3393"/>
                </a:moveTo>
                <a:cubicBezTo>
                  <a:pt x="2461" y="3393"/>
                  <a:pt x="2459" y="3393"/>
                  <a:pt x="2456" y="3393"/>
                </a:cubicBezTo>
                <a:lnTo>
                  <a:pt x="2456" y="3393"/>
                </a:lnTo>
                <a:cubicBezTo>
                  <a:pt x="2459" y="3393"/>
                  <a:pt x="2462" y="3393"/>
                  <a:pt x="2463" y="3393"/>
                </a:cubicBezTo>
                <a:close/>
                <a:moveTo>
                  <a:pt x="2387" y="989"/>
                </a:moveTo>
                <a:cubicBezTo>
                  <a:pt x="2440" y="989"/>
                  <a:pt x="2491" y="989"/>
                  <a:pt x="2541" y="993"/>
                </a:cubicBezTo>
                <a:cubicBezTo>
                  <a:pt x="2560" y="993"/>
                  <a:pt x="2582" y="997"/>
                  <a:pt x="2601" y="998"/>
                </a:cubicBezTo>
                <a:lnTo>
                  <a:pt x="2601" y="998"/>
                </a:lnTo>
                <a:cubicBezTo>
                  <a:pt x="2682" y="1018"/>
                  <a:pt x="2761" y="1029"/>
                  <a:pt x="2840" y="1057"/>
                </a:cubicBezTo>
                <a:cubicBezTo>
                  <a:pt x="2857" y="1061"/>
                  <a:pt x="2876" y="1069"/>
                  <a:pt x="2895" y="1076"/>
                </a:cubicBezTo>
                <a:cubicBezTo>
                  <a:pt x="2906" y="1079"/>
                  <a:pt x="2914" y="1081"/>
                  <a:pt x="2919" y="1082"/>
                </a:cubicBezTo>
                <a:lnTo>
                  <a:pt x="2919" y="1082"/>
                </a:lnTo>
                <a:cubicBezTo>
                  <a:pt x="2944" y="1096"/>
                  <a:pt x="2968" y="1113"/>
                  <a:pt x="2984" y="1122"/>
                </a:cubicBezTo>
                <a:cubicBezTo>
                  <a:pt x="3015" y="1139"/>
                  <a:pt x="3049" y="1160"/>
                  <a:pt x="3080" y="1181"/>
                </a:cubicBezTo>
                <a:cubicBezTo>
                  <a:pt x="3084" y="1184"/>
                  <a:pt x="3088" y="1186"/>
                  <a:pt x="3092" y="1189"/>
                </a:cubicBezTo>
                <a:lnTo>
                  <a:pt x="3092" y="1189"/>
                </a:lnTo>
                <a:cubicBezTo>
                  <a:pt x="3107" y="1217"/>
                  <a:pt x="3258" y="1347"/>
                  <a:pt x="3274" y="1366"/>
                </a:cubicBezTo>
                <a:cubicBezTo>
                  <a:pt x="3278" y="1370"/>
                  <a:pt x="3281" y="1374"/>
                  <a:pt x="3284" y="1378"/>
                </a:cubicBezTo>
                <a:lnTo>
                  <a:pt x="3284" y="1378"/>
                </a:lnTo>
                <a:cubicBezTo>
                  <a:pt x="3304" y="1410"/>
                  <a:pt x="3328" y="1440"/>
                  <a:pt x="3348" y="1474"/>
                </a:cubicBezTo>
                <a:cubicBezTo>
                  <a:pt x="3367" y="1503"/>
                  <a:pt x="3386" y="1535"/>
                  <a:pt x="3403" y="1569"/>
                </a:cubicBezTo>
                <a:cubicBezTo>
                  <a:pt x="3409" y="1579"/>
                  <a:pt x="3414" y="1591"/>
                  <a:pt x="3420" y="1604"/>
                </a:cubicBezTo>
                <a:lnTo>
                  <a:pt x="3420" y="1604"/>
                </a:lnTo>
                <a:cubicBezTo>
                  <a:pt x="3420" y="1602"/>
                  <a:pt x="3420" y="1600"/>
                  <a:pt x="3420" y="1598"/>
                </a:cubicBezTo>
                <a:lnTo>
                  <a:pt x="3420" y="1598"/>
                </a:lnTo>
                <a:cubicBezTo>
                  <a:pt x="3420" y="1600"/>
                  <a:pt x="3420" y="1602"/>
                  <a:pt x="3420" y="1604"/>
                </a:cubicBezTo>
                <a:lnTo>
                  <a:pt x="3420" y="1604"/>
                </a:lnTo>
                <a:cubicBezTo>
                  <a:pt x="3420" y="1604"/>
                  <a:pt x="3420" y="1604"/>
                  <a:pt x="3420" y="1604"/>
                </a:cubicBezTo>
                <a:lnTo>
                  <a:pt x="3420" y="1604"/>
                </a:lnTo>
                <a:cubicBezTo>
                  <a:pt x="3420" y="1621"/>
                  <a:pt x="3423" y="1634"/>
                  <a:pt x="3427" y="1644"/>
                </a:cubicBezTo>
                <a:lnTo>
                  <a:pt x="3427" y="1644"/>
                </a:lnTo>
                <a:cubicBezTo>
                  <a:pt x="3423" y="1630"/>
                  <a:pt x="3420" y="1616"/>
                  <a:pt x="3420" y="1604"/>
                </a:cubicBezTo>
                <a:lnTo>
                  <a:pt x="3420" y="1604"/>
                </a:lnTo>
                <a:cubicBezTo>
                  <a:pt x="3422" y="1608"/>
                  <a:pt x="3424" y="1613"/>
                  <a:pt x="3426" y="1617"/>
                </a:cubicBezTo>
                <a:cubicBezTo>
                  <a:pt x="3442" y="1646"/>
                  <a:pt x="3443" y="1659"/>
                  <a:pt x="3439" y="1659"/>
                </a:cubicBezTo>
                <a:cubicBezTo>
                  <a:pt x="3436" y="1659"/>
                  <a:pt x="3432" y="1654"/>
                  <a:pt x="3427" y="1644"/>
                </a:cubicBezTo>
                <a:lnTo>
                  <a:pt x="3427" y="1644"/>
                </a:lnTo>
                <a:cubicBezTo>
                  <a:pt x="3443" y="1697"/>
                  <a:pt x="3479" y="1760"/>
                  <a:pt x="3491" y="1802"/>
                </a:cubicBezTo>
                <a:cubicBezTo>
                  <a:pt x="3500" y="1838"/>
                  <a:pt x="3508" y="1874"/>
                  <a:pt x="3517" y="1910"/>
                </a:cubicBezTo>
                <a:cubicBezTo>
                  <a:pt x="3521" y="1933"/>
                  <a:pt x="3525" y="1954"/>
                  <a:pt x="3529" y="1977"/>
                </a:cubicBezTo>
                <a:cubicBezTo>
                  <a:pt x="3534" y="2005"/>
                  <a:pt x="3537" y="2015"/>
                  <a:pt x="3538" y="2015"/>
                </a:cubicBezTo>
                <a:cubicBezTo>
                  <a:pt x="3540" y="2015"/>
                  <a:pt x="3530" y="1942"/>
                  <a:pt x="3525" y="1939"/>
                </a:cubicBezTo>
                <a:lnTo>
                  <a:pt x="3525" y="1939"/>
                </a:lnTo>
                <a:cubicBezTo>
                  <a:pt x="3550" y="1954"/>
                  <a:pt x="3538" y="2142"/>
                  <a:pt x="3538" y="2173"/>
                </a:cubicBezTo>
                <a:cubicBezTo>
                  <a:pt x="3538" y="2215"/>
                  <a:pt x="3535" y="2257"/>
                  <a:pt x="3533" y="2297"/>
                </a:cubicBezTo>
                <a:cubicBezTo>
                  <a:pt x="3532" y="2312"/>
                  <a:pt x="3530" y="2326"/>
                  <a:pt x="3529" y="2339"/>
                </a:cubicBezTo>
                <a:lnTo>
                  <a:pt x="3529" y="2339"/>
                </a:lnTo>
                <a:cubicBezTo>
                  <a:pt x="3514" y="2409"/>
                  <a:pt x="3504" y="2477"/>
                  <a:pt x="3483" y="2546"/>
                </a:cubicBezTo>
                <a:cubicBezTo>
                  <a:pt x="3472" y="2582"/>
                  <a:pt x="3462" y="2618"/>
                  <a:pt x="3449" y="2651"/>
                </a:cubicBezTo>
                <a:cubicBezTo>
                  <a:pt x="3445" y="2663"/>
                  <a:pt x="3440" y="2676"/>
                  <a:pt x="3436" y="2688"/>
                </a:cubicBezTo>
                <a:lnTo>
                  <a:pt x="3436" y="2688"/>
                </a:lnTo>
                <a:cubicBezTo>
                  <a:pt x="3398" y="2751"/>
                  <a:pt x="3369" y="2818"/>
                  <a:pt x="3329" y="2881"/>
                </a:cubicBezTo>
                <a:cubicBezTo>
                  <a:pt x="3324" y="2889"/>
                  <a:pt x="3300" y="2922"/>
                  <a:pt x="3284" y="2945"/>
                </a:cubicBezTo>
                <a:lnTo>
                  <a:pt x="3284" y="2945"/>
                </a:lnTo>
                <a:cubicBezTo>
                  <a:pt x="3263" y="2968"/>
                  <a:pt x="3232" y="3005"/>
                  <a:pt x="3224" y="3014"/>
                </a:cubicBezTo>
                <a:cubicBezTo>
                  <a:pt x="3198" y="3041"/>
                  <a:pt x="3171" y="3069"/>
                  <a:pt x="3142" y="3094"/>
                </a:cubicBezTo>
                <a:cubicBezTo>
                  <a:pt x="3127" y="3106"/>
                  <a:pt x="3112" y="3119"/>
                  <a:pt x="3099" y="3132"/>
                </a:cubicBezTo>
                <a:cubicBezTo>
                  <a:pt x="3075" y="3154"/>
                  <a:pt x="3071" y="3163"/>
                  <a:pt x="3076" y="3163"/>
                </a:cubicBezTo>
                <a:cubicBezTo>
                  <a:pt x="3076" y="3163"/>
                  <a:pt x="3077" y="3163"/>
                  <a:pt x="3078" y="3162"/>
                </a:cubicBezTo>
                <a:lnTo>
                  <a:pt x="3078" y="3162"/>
                </a:lnTo>
                <a:cubicBezTo>
                  <a:pt x="3021" y="3203"/>
                  <a:pt x="2923" y="3245"/>
                  <a:pt x="2889" y="3262"/>
                </a:cubicBezTo>
                <a:cubicBezTo>
                  <a:pt x="2863" y="3275"/>
                  <a:pt x="2803" y="3296"/>
                  <a:pt x="2805" y="3296"/>
                </a:cubicBezTo>
                <a:cubicBezTo>
                  <a:pt x="2806" y="3296"/>
                  <a:pt x="2822" y="3291"/>
                  <a:pt x="2866" y="3277"/>
                </a:cubicBezTo>
                <a:lnTo>
                  <a:pt x="2866" y="3277"/>
                </a:lnTo>
                <a:cubicBezTo>
                  <a:pt x="2823" y="3292"/>
                  <a:pt x="2783" y="3309"/>
                  <a:pt x="2741" y="3323"/>
                </a:cubicBezTo>
                <a:cubicBezTo>
                  <a:pt x="2642" y="3355"/>
                  <a:pt x="2541" y="3376"/>
                  <a:pt x="2438" y="3395"/>
                </a:cubicBezTo>
                <a:cubicBezTo>
                  <a:pt x="2437" y="3395"/>
                  <a:pt x="2437" y="3395"/>
                  <a:pt x="2437" y="3395"/>
                </a:cubicBezTo>
                <a:lnTo>
                  <a:pt x="2437" y="3395"/>
                </a:lnTo>
                <a:cubicBezTo>
                  <a:pt x="2416" y="3397"/>
                  <a:pt x="2395" y="3400"/>
                  <a:pt x="2375" y="3401"/>
                </a:cubicBezTo>
                <a:cubicBezTo>
                  <a:pt x="2330" y="3403"/>
                  <a:pt x="2284" y="3406"/>
                  <a:pt x="2240" y="3406"/>
                </a:cubicBezTo>
                <a:cubicBezTo>
                  <a:pt x="2226" y="3406"/>
                  <a:pt x="2211" y="3406"/>
                  <a:pt x="2197" y="3406"/>
                </a:cubicBezTo>
                <a:cubicBezTo>
                  <a:pt x="2163" y="3406"/>
                  <a:pt x="2129" y="3405"/>
                  <a:pt x="2094" y="3403"/>
                </a:cubicBezTo>
                <a:cubicBezTo>
                  <a:pt x="2081" y="3402"/>
                  <a:pt x="2067" y="3400"/>
                  <a:pt x="2054" y="3398"/>
                </a:cubicBezTo>
                <a:lnTo>
                  <a:pt x="2054" y="3398"/>
                </a:lnTo>
                <a:cubicBezTo>
                  <a:pt x="1975" y="3376"/>
                  <a:pt x="1893" y="3365"/>
                  <a:pt x="1814" y="3340"/>
                </a:cubicBezTo>
                <a:cubicBezTo>
                  <a:pt x="1797" y="3334"/>
                  <a:pt x="1778" y="3326"/>
                  <a:pt x="1762" y="3321"/>
                </a:cubicBezTo>
                <a:cubicBezTo>
                  <a:pt x="1752" y="3318"/>
                  <a:pt x="1745" y="3316"/>
                  <a:pt x="1740" y="3315"/>
                </a:cubicBezTo>
                <a:lnTo>
                  <a:pt x="1740" y="3315"/>
                </a:lnTo>
                <a:cubicBezTo>
                  <a:pt x="1716" y="3301"/>
                  <a:pt x="1691" y="3283"/>
                  <a:pt x="1679" y="3277"/>
                </a:cubicBezTo>
                <a:cubicBezTo>
                  <a:pt x="1648" y="3258"/>
                  <a:pt x="1616" y="3241"/>
                  <a:pt x="1587" y="3220"/>
                </a:cubicBezTo>
                <a:cubicBezTo>
                  <a:pt x="1572" y="3210"/>
                  <a:pt x="1557" y="3199"/>
                  <a:pt x="1543" y="3191"/>
                </a:cubicBezTo>
                <a:cubicBezTo>
                  <a:pt x="1525" y="3180"/>
                  <a:pt x="1519" y="3175"/>
                  <a:pt x="1519" y="3175"/>
                </a:cubicBezTo>
                <a:lnTo>
                  <a:pt x="1519" y="3175"/>
                </a:lnTo>
                <a:cubicBezTo>
                  <a:pt x="1518" y="3175"/>
                  <a:pt x="1582" y="3218"/>
                  <a:pt x="1580" y="3218"/>
                </a:cubicBezTo>
                <a:cubicBezTo>
                  <a:pt x="1580" y="3218"/>
                  <a:pt x="1579" y="3218"/>
                  <a:pt x="1578" y="3218"/>
                </a:cubicBezTo>
                <a:cubicBezTo>
                  <a:pt x="1542" y="3218"/>
                  <a:pt x="1420" y="3070"/>
                  <a:pt x="1399" y="3045"/>
                </a:cubicBezTo>
                <a:cubicBezTo>
                  <a:pt x="1384" y="3030"/>
                  <a:pt x="1353" y="2977"/>
                  <a:pt x="1351" y="2977"/>
                </a:cubicBezTo>
                <a:lnTo>
                  <a:pt x="1351" y="2977"/>
                </a:lnTo>
                <a:cubicBezTo>
                  <a:pt x="1350" y="2977"/>
                  <a:pt x="1354" y="2985"/>
                  <a:pt x="1363" y="3005"/>
                </a:cubicBezTo>
                <a:cubicBezTo>
                  <a:pt x="1372" y="3025"/>
                  <a:pt x="1375" y="3032"/>
                  <a:pt x="1374" y="3032"/>
                </a:cubicBezTo>
                <a:cubicBezTo>
                  <a:pt x="1372" y="3032"/>
                  <a:pt x="1335" y="2962"/>
                  <a:pt x="1326" y="2946"/>
                </a:cubicBezTo>
                <a:cubicBezTo>
                  <a:pt x="1285" y="2881"/>
                  <a:pt x="1252" y="2814"/>
                  <a:pt x="1215" y="2746"/>
                </a:cubicBezTo>
                <a:lnTo>
                  <a:pt x="1215" y="2746"/>
                </a:lnTo>
                <a:cubicBezTo>
                  <a:pt x="1214" y="2743"/>
                  <a:pt x="1213" y="2740"/>
                  <a:pt x="1212" y="2736"/>
                </a:cubicBezTo>
                <a:cubicBezTo>
                  <a:pt x="1199" y="2702"/>
                  <a:pt x="1187" y="2668"/>
                  <a:pt x="1176" y="2635"/>
                </a:cubicBezTo>
                <a:cubicBezTo>
                  <a:pt x="1153" y="2559"/>
                  <a:pt x="1132" y="2481"/>
                  <a:pt x="1119" y="2403"/>
                </a:cubicBezTo>
                <a:cubicBezTo>
                  <a:pt x="1119" y="2401"/>
                  <a:pt x="1118" y="2399"/>
                  <a:pt x="1118" y="2397"/>
                </a:cubicBezTo>
                <a:lnTo>
                  <a:pt x="1118" y="2397"/>
                </a:lnTo>
                <a:cubicBezTo>
                  <a:pt x="1122" y="2365"/>
                  <a:pt x="1108" y="2315"/>
                  <a:pt x="1106" y="2283"/>
                </a:cubicBezTo>
                <a:cubicBezTo>
                  <a:pt x="1102" y="2203"/>
                  <a:pt x="1102" y="2123"/>
                  <a:pt x="1106" y="2043"/>
                </a:cubicBezTo>
                <a:cubicBezTo>
                  <a:pt x="1107" y="2033"/>
                  <a:pt x="1110" y="2004"/>
                  <a:pt x="1113" y="1978"/>
                </a:cubicBezTo>
                <a:lnTo>
                  <a:pt x="1113" y="1978"/>
                </a:lnTo>
                <a:cubicBezTo>
                  <a:pt x="1117" y="1953"/>
                  <a:pt x="1123" y="1911"/>
                  <a:pt x="1125" y="1899"/>
                </a:cubicBezTo>
                <a:cubicBezTo>
                  <a:pt x="1144" y="1813"/>
                  <a:pt x="1170" y="1731"/>
                  <a:pt x="1197" y="1647"/>
                </a:cubicBezTo>
                <a:cubicBezTo>
                  <a:pt x="1199" y="1642"/>
                  <a:pt x="1200" y="1637"/>
                  <a:pt x="1201" y="1634"/>
                </a:cubicBezTo>
                <a:lnTo>
                  <a:pt x="1201" y="1634"/>
                </a:lnTo>
                <a:cubicBezTo>
                  <a:pt x="1203" y="1630"/>
                  <a:pt x="1205" y="1626"/>
                  <a:pt x="1208" y="1621"/>
                </a:cubicBezTo>
                <a:cubicBezTo>
                  <a:pt x="1227" y="1583"/>
                  <a:pt x="1246" y="1543"/>
                  <a:pt x="1269" y="1507"/>
                </a:cubicBezTo>
                <a:cubicBezTo>
                  <a:pt x="1290" y="1470"/>
                  <a:pt x="1313" y="1434"/>
                  <a:pt x="1338" y="1398"/>
                </a:cubicBezTo>
                <a:cubicBezTo>
                  <a:pt x="1341" y="1394"/>
                  <a:pt x="1344" y="1390"/>
                  <a:pt x="1346" y="1386"/>
                </a:cubicBezTo>
                <a:lnTo>
                  <a:pt x="1346" y="1386"/>
                </a:lnTo>
                <a:cubicBezTo>
                  <a:pt x="1346" y="1386"/>
                  <a:pt x="1346" y="1386"/>
                  <a:pt x="1347" y="1385"/>
                </a:cubicBezTo>
                <a:cubicBezTo>
                  <a:pt x="1399" y="1329"/>
                  <a:pt x="1454" y="1275"/>
                  <a:pt x="1511" y="1223"/>
                </a:cubicBezTo>
                <a:lnTo>
                  <a:pt x="1511" y="1223"/>
                </a:lnTo>
                <a:cubicBezTo>
                  <a:pt x="1524" y="1213"/>
                  <a:pt x="1537" y="1203"/>
                  <a:pt x="1551" y="1194"/>
                </a:cubicBezTo>
                <a:cubicBezTo>
                  <a:pt x="1589" y="1170"/>
                  <a:pt x="1627" y="1147"/>
                  <a:pt x="1667" y="1126"/>
                </a:cubicBezTo>
                <a:cubicBezTo>
                  <a:pt x="1682" y="1119"/>
                  <a:pt x="1697" y="1111"/>
                  <a:pt x="1712" y="1103"/>
                </a:cubicBezTo>
                <a:lnTo>
                  <a:pt x="1712" y="1103"/>
                </a:lnTo>
                <a:cubicBezTo>
                  <a:pt x="1755" y="1090"/>
                  <a:pt x="1797" y="1075"/>
                  <a:pt x="1840" y="1063"/>
                </a:cubicBezTo>
                <a:cubicBezTo>
                  <a:pt x="1884" y="1050"/>
                  <a:pt x="1928" y="1042"/>
                  <a:pt x="1970" y="1031"/>
                </a:cubicBezTo>
                <a:cubicBezTo>
                  <a:pt x="1976" y="1030"/>
                  <a:pt x="1983" y="1028"/>
                  <a:pt x="1990" y="1026"/>
                </a:cubicBezTo>
                <a:lnTo>
                  <a:pt x="1990" y="1026"/>
                </a:lnTo>
                <a:cubicBezTo>
                  <a:pt x="2008" y="1025"/>
                  <a:pt x="2026" y="1024"/>
                  <a:pt x="2042" y="1023"/>
                </a:cubicBezTo>
                <a:cubicBezTo>
                  <a:pt x="2063" y="1021"/>
                  <a:pt x="2083" y="1018"/>
                  <a:pt x="2104" y="1015"/>
                </a:cubicBezTo>
                <a:lnTo>
                  <a:pt x="2104" y="1015"/>
                </a:lnTo>
                <a:cubicBezTo>
                  <a:pt x="2127" y="1013"/>
                  <a:pt x="2151" y="1010"/>
                  <a:pt x="2175" y="1006"/>
                </a:cubicBezTo>
                <a:cubicBezTo>
                  <a:pt x="2200" y="1002"/>
                  <a:pt x="2223" y="998"/>
                  <a:pt x="2248" y="996"/>
                </a:cubicBezTo>
                <a:lnTo>
                  <a:pt x="2248" y="996"/>
                </a:lnTo>
                <a:cubicBezTo>
                  <a:pt x="2202" y="1002"/>
                  <a:pt x="2186" y="1004"/>
                  <a:pt x="2186" y="1004"/>
                </a:cubicBezTo>
                <a:cubicBezTo>
                  <a:pt x="2187" y="1004"/>
                  <a:pt x="2227" y="999"/>
                  <a:pt x="2246" y="998"/>
                </a:cubicBezTo>
                <a:cubicBezTo>
                  <a:pt x="2293" y="996"/>
                  <a:pt x="2341" y="991"/>
                  <a:pt x="2387" y="989"/>
                </a:cubicBezTo>
                <a:close/>
                <a:moveTo>
                  <a:pt x="2431" y="0"/>
                </a:moveTo>
                <a:cubicBezTo>
                  <a:pt x="2283" y="0"/>
                  <a:pt x="2134" y="12"/>
                  <a:pt x="1987" y="33"/>
                </a:cubicBezTo>
                <a:lnTo>
                  <a:pt x="1987" y="33"/>
                </a:lnTo>
                <a:cubicBezTo>
                  <a:pt x="1519" y="79"/>
                  <a:pt x="1082" y="246"/>
                  <a:pt x="738" y="578"/>
                </a:cubicBezTo>
                <a:cubicBezTo>
                  <a:pt x="443" y="863"/>
                  <a:pt x="236" y="1259"/>
                  <a:pt x="158" y="1661"/>
                </a:cubicBezTo>
                <a:cubicBezTo>
                  <a:pt x="0" y="2477"/>
                  <a:pt x="228" y="3403"/>
                  <a:pt x="896" y="3941"/>
                </a:cubicBezTo>
                <a:cubicBezTo>
                  <a:pt x="1283" y="4251"/>
                  <a:pt x="1777" y="4404"/>
                  <a:pt x="2272" y="4404"/>
                </a:cubicBezTo>
                <a:cubicBezTo>
                  <a:pt x="2762" y="4404"/>
                  <a:pt x="3253" y="4255"/>
                  <a:pt x="3645" y="3962"/>
                </a:cubicBezTo>
                <a:cubicBezTo>
                  <a:pt x="4395" y="3401"/>
                  <a:pt x="4700" y="2409"/>
                  <a:pt x="4443" y="1512"/>
                </a:cubicBezTo>
                <a:cubicBezTo>
                  <a:pt x="4302" y="1025"/>
                  <a:pt x="4003" y="604"/>
                  <a:pt x="3582" y="321"/>
                </a:cubicBezTo>
                <a:cubicBezTo>
                  <a:pt x="3236" y="89"/>
                  <a:pt x="2836" y="0"/>
                  <a:pt x="2431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73" name="Google Shape;5873;p17"/>
          <p:cNvSpPr/>
          <p:nvPr/>
        </p:nvSpPr>
        <p:spPr>
          <a:xfrm>
            <a:off x="7126775" y="992500"/>
            <a:ext cx="117525" cy="110100"/>
          </a:xfrm>
          <a:custGeom>
            <a:rect b="b" l="l" r="r" t="t"/>
            <a:pathLst>
              <a:path extrusionOk="0" h="4404" w="4701">
                <a:moveTo>
                  <a:pt x="1951" y="1032"/>
                </a:moveTo>
                <a:cubicBezTo>
                  <a:pt x="1950" y="1033"/>
                  <a:pt x="1949" y="1033"/>
                  <a:pt x="1947" y="1033"/>
                </a:cubicBezTo>
                <a:cubicBezTo>
                  <a:pt x="1948" y="1033"/>
                  <a:pt x="1950" y="1033"/>
                  <a:pt x="1951" y="1032"/>
                </a:cubicBezTo>
                <a:close/>
                <a:moveTo>
                  <a:pt x="2857" y="1059"/>
                </a:moveTo>
                <a:cubicBezTo>
                  <a:pt x="2871" y="1059"/>
                  <a:pt x="2889" y="1066"/>
                  <a:pt x="2907" y="1075"/>
                </a:cubicBezTo>
                <a:lnTo>
                  <a:pt x="2907" y="1075"/>
                </a:lnTo>
                <a:cubicBezTo>
                  <a:pt x="2887" y="1068"/>
                  <a:pt x="2858" y="1059"/>
                  <a:pt x="2857" y="1059"/>
                </a:cubicBezTo>
                <a:close/>
                <a:moveTo>
                  <a:pt x="3091" y="1185"/>
                </a:moveTo>
                <a:cubicBezTo>
                  <a:pt x="3091" y="1185"/>
                  <a:pt x="3091" y="1185"/>
                  <a:pt x="3091" y="1185"/>
                </a:cubicBezTo>
                <a:lnTo>
                  <a:pt x="3091" y="1185"/>
                </a:lnTo>
                <a:cubicBezTo>
                  <a:pt x="3091" y="1185"/>
                  <a:pt x="3091" y="1185"/>
                  <a:pt x="3091" y="1185"/>
                </a:cubicBezTo>
                <a:close/>
                <a:moveTo>
                  <a:pt x="3104" y="1198"/>
                </a:moveTo>
                <a:cubicBezTo>
                  <a:pt x="3111" y="1203"/>
                  <a:pt x="3118" y="1208"/>
                  <a:pt x="3125" y="1213"/>
                </a:cubicBezTo>
                <a:cubicBezTo>
                  <a:pt x="3142" y="1224"/>
                  <a:pt x="3149" y="1229"/>
                  <a:pt x="3148" y="1229"/>
                </a:cubicBezTo>
                <a:cubicBezTo>
                  <a:pt x="3148" y="1229"/>
                  <a:pt x="3121" y="1211"/>
                  <a:pt x="3104" y="1198"/>
                </a:cubicBezTo>
                <a:close/>
                <a:moveTo>
                  <a:pt x="1747" y="3319"/>
                </a:moveTo>
                <a:cubicBezTo>
                  <a:pt x="1767" y="3326"/>
                  <a:pt x="1803" y="3338"/>
                  <a:pt x="1802" y="3338"/>
                </a:cubicBezTo>
                <a:cubicBezTo>
                  <a:pt x="1800" y="3339"/>
                  <a:pt x="1799" y="3339"/>
                  <a:pt x="1797" y="3339"/>
                </a:cubicBezTo>
                <a:cubicBezTo>
                  <a:pt x="1785" y="3339"/>
                  <a:pt x="1766" y="3330"/>
                  <a:pt x="1747" y="3319"/>
                </a:cubicBezTo>
                <a:close/>
                <a:moveTo>
                  <a:pt x="2463" y="3393"/>
                </a:moveTo>
                <a:cubicBezTo>
                  <a:pt x="2461" y="3393"/>
                  <a:pt x="2459" y="3393"/>
                  <a:pt x="2456" y="3393"/>
                </a:cubicBezTo>
                <a:lnTo>
                  <a:pt x="2456" y="3393"/>
                </a:lnTo>
                <a:cubicBezTo>
                  <a:pt x="2459" y="3393"/>
                  <a:pt x="2462" y="3393"/>
                  <a:pt x="2463" y="3393"/>
                </a:cubicBezTo>
                <a:close/>
                <a:moveTo>
                  <a:pt x="2387" y="989"/>
                </a:moveTo>
                <a:cubicBezTo>
                  <a:pt x="2440" y="989"/>
                  <a:pt x="2491" y="989"/>
                  <a:pt x="2541" y="993"/>
                </a:cubicBezTo>
                <a:cubicBezTo>
                  <a:pt x="2560" y="993"/>
                  <a:pt x="2582" y="997"/>
                  <a:pt x="2601" y="998"/>
                </a:cubicBezTo>
                <a:lnTo>
                  <a:pt x="2601" y="998"/>
                </a:lnTo>
                <a:cubicBezTo>
                  <a:pt x="2682" y="1018"/>
                  <a:pt x="2761" y="1029"/>
                  <a:pt x="2840" y="1057"/>
                </a:cubicBezTo>
                <a:cubicBezTo>
                  <a:pt x="2857" y="1061"/>
                  <a:pt x="2876" y="1069"/>
                  <a:pt x="2895" y="1076"/>
                </a:cubicBezTo>
                <a:cubicBezTo>
                  <a:pt x="2906" y="1079"/>
                  <a:pt x="2914" y="1081"/>
                  <a:pt x="2919" y="1082"/>
                </a:cubicBezTo>
                <a:lnTo>
                  <a:pt x="2919" y="1082"/>
                </a:lnTo>
                <a:cubicBezTo>
                  <a:pt x="2944" y="1096"/>
                  <a:pt x="2968" y="1113"/>
                  <a:pt x="2984" y="1122"/>
                </a:cubicBezTo>
                <a:cubicBezTo>
                  <a:pt x="3015" y="1139"/>
                  <a:pt x="3049" y="1160"/>
                  <a:pt x="3080" y="1181"/>
                </a:cubicBezTo>
                <a:cubicBezTo>
                  <a:pt x="3084" y="1184"/>
                  <a:pt x="3088" y="1186"/>
                  <a:pt x="3092" y="1189"/>
                </a:cubicBezTo>
                <a:lnTo>
                  <a:pt x="3092" y="1189"/>
                </a:lnTo>
                <a:cubicBezTo>
                  <a:pt x="3107" y="1217"/>
                  <a:pt x="3258" y="1347"/>
                  <a:pt x="3274" y="1366"/>
                </a:cubicBezTo>
                <a:cubicBezTo>
                  <a:pt x="3278" y="1370"/>
                  <a:pt x="3281" y="1374"/>
                  <a:pt x="3284" y="1378"/>
                </a:cubicBezTo>
                <a:lnTo>
                  <a:pt x="3284" y="1378"/>
                </a:lnTo>
                <a:cubicBezTo>
                  <a:pt x="3304" y="1410"/>
                  <a:pt x="3328" y="1440"/>
                  <a:pt x="3348" y="1474"/>
                </a:cubicBezTo>
                <a:cubicBezTo>
                  <a:pt x="3367" y="1503"/>
                  <a:pt x="3386" y="1535"/>
                  <a:pt x="3403" y="1569"/>
                </a:cubicBezTo>
                <a:cubicBezTo>
                  <a:pt x="3409" y="1579"/>
                  <a:pt x="3414" y="1591"/>
                  <a:pt x="3420" y="1604"/>
                </a:cubicBezTo>
                <a:lnTo>
                  <a:pt x="3420" y="1604"/>
                </a:lnTo>
                <a:cubicBezTo>
                  <a:pt x="3420" y="1602"/>
                  <a:pt x="3420" y="1600"/>
                  <a:pt x="3420" y="1598"/>
                </a:cubicBezTo>
                <a:lnTo>
                  <a:pt x="3420" y="1598"/>
                </a:lnTo>
                <a:cubicBezTo>
                  <a:pt x="3420" y="1600"/>
                  <a:pt x="3420" y="1602"/>
                  <a:pt x="3420" y="1604"/>
                </a:cubicBezTo>
                <a:lnTo>
                  <a:pt x="3420" y="1604"/>
                </a:lnTo>
                <a:cubicBezTo>
                  <a:pt x="3420" y="1604"/>
                  <a:pt x="3420" y="1604"/>
                  <a:pt x="3420" y="1604"/>
                </a:cubicBezTo>
                <a:lnTo>
                  <a:pt x="3420" y="1604"/>
                </a:lnTo>
                <a:cubicBezTo>
                  <a:pt x="3420" y="1621"/>
                  <a:pt x="3423" y="1634"/>
                  <a:pt x="3427" y="1644"/>
                </a:cubicBezTo>
                <a:lnTo>
                  <a:pt x="3427" y="1644"/>
                </a:lnTo>
                <a:cubicBezTo>
                  <a:pt x="3423" y="1630"/>
                  <a:pt x="3420" y="1616"/>
                  <a:pt x="3420" y="1604"/>
                </a:cubicBezTo>
                <a:lnTo>
                  <a:pt x="3420" y="1604"/>
                </a:lnTo>
                <a:cubicBezTo>
                  <a:pt x="3422" y="1608"/>
                  <a:pt x="3424" y="1613"/>
                  <a:pt x="3426" y="1617"/>
                </a:cubicBezTo>
                <a:cubicBezTo>
                  <a:pt x="3442" y="1646"/>
                  <a:pt x="3443" y="1659"/>
                  <a:pt x="3439" y="1659"/>
                </a:cubicBezTo>
                <a:cubicBezTo>
                  <a:pt x="3436" y="1659"/>
                  <a:pt x="3432" y="1654"/>
                  <a:pt x="3427" y="1644"/>
                </a:cubicBezTo>
                <a:lnTo>
                  <a:pt x="3427" y="1644"/>
                </a:lnTo>
                <a:cubicBezTo>
                  <a:pt x="3443" y="1697"/>
                  <a:pt x="3479" y="1760"/>
                  <a:pt x="3491" y="1802"/>
                </a:cubicBezTo>
                <a:cubicBezTo>
                  <a:pt x="3500" y="1838"/>
                  <a:pt x="3508" y="1874"/>
                  <a:pt x="3517" y="1910"/>
                </a:cubicBezTo>
                <a:cubicBezTo>
                  <a:pt x="3521" y="1933"/>
                  <a:pt x="3525" y="1954"/>
                  <a:pt x="3529" y="1977"/>
                </a:cubicBezTo>
                <a:cubicBezTo>
                  <a:pt x="3534" y="2005"/>
                  <a:pt x="3537" y="2015"/>
                  <a:pt x="3538" y="2015"/>
                </a:cubicBezTo>
                <a:cubicBezTo>
                  <a:pt x="3540" y="2015"/>
                  <a:pt x="3530" y="1942"/>
                  <a:pt x="3525" y="1939"/>
                </a:cubicBezTo>
                <a:lnTo>
                  <a:pt x="3525" y="1939"/>
                </a:lnTo>
                <a:cubicBezTo>
                  <a:pt x="3550" y="1954"/>
                  <a:pt x="3538" y="2142"/>
                  <a:pt x="3538" y="2173"/>
                </a:cubicBezTo>
                <a:cubicBezTo>
                  <a:pt x="3538" y="2215"/>
                  <a:pt x="3535" y="2257"/>
                  <a:pt x="3533" y="2297"/>
                </a:cubicBezTo>
                <a:cubicBezTo>
                  <a:pt x="3532" y="2312"/>
                  <a:pt x="3530" y="2326"/>
                  <a:pt x="3529" y="2339"/>
                </a:cubicBezTo>
                <a:lnTo>
                  <a:pt x="3529" y="2339"/>
                </a:lnTo>
                <a:cubicBezTo>
                  <a:pt x="3514" y="2409"/>
                  <a:pt x="3504" y="2477"/>
                  <a:pt x="3483" y="2546"/>
                </a:cubicBezTo>
                <a:cubicBezTo>
                  <a:pt x="3472" y="2582"/>
                  <a:pt x="3462" y="2618"/>
                  <a:pt x="3449" y="2651"/>
                </a:cubicBezTo>
                <a:cubicBezTo>
                  <a:pt x="3445" y="2663"/>
                  <a:pt x="3440" y="2676"/>
                  <a:pt x="3436" y="2688"/>
                </a:cubicBezTo>
                <a:lnTo>
                  <a:pt x="3436" y="2688"/>
                </a:lnTo>
                <a:cubicBezTo>
                  <a:pt x="3398" y="2751"/>
                  <a:pt x="3369" y="2818"/>
                  <a:pt x="3329" y="2881"/>
                </a:cubicBezTo>
                <a:cubicBezTo>
                  <a:pt x="3324" y="2889"/>
                  <a:pt x="3300" y="2922"/>
                  <a:pt x="3284" y="2945"/>
                </a:cubicBezTo>
                <a:lnTo>
                  <a:pt x="3284" y="2945"/>
                </a:lnTo>
                <a:cubicBezTo>
                  <a:pt x="3263" y="2968"/>
                  <a:pt x="3232" y="3005"/>
                  <a:pt x="3224" y="3014"/>
                </a:cubicBezTo>
                <a:cubicBezTo>
                  <a:pt x="3198" y="3041"/>
                  <a:pt x="3171" y="3069"/>
                  <a:pt x="3142" y="3094"/>
                </a:cubicBezTo>
                <a:cubicBezTo>
                  <a:pt x="3127" y="3106"/>
                  <a:pt x="3112" y="3119"/>
                  <a:pt x="3099" y="3132"/>
                </a:cubicBezTo>
                <a:cubicBezTo>
                  <a:pt x="3075" y="3154"/>
                  <a:pt x="3071" y="3163"/>
                  <a:pt x="3076" y="3163"/>
                </a:cubicBezTo>
                <a:cubicBezTo>
                  <a:pt x="3076" y="3163"/>
                  <a:pt x="3077" y="3163"/>
                  <a:pt x="3078" y="3162"/>
                </a:cubicBezTo>
                <a:lnTo>
                  <a:pt x="3078" y="3162"/>
                </a:lnTo>
                <a:cubicBezTo>
                  <a:pt x="3021" y="3203"/>
                  <a:pt x="2923" y="3245"/>
                  <a:pt x="2889" y="3262"/>
                </a:cubicBezTo>
                <a:cubicBezTo>
                  <a:pt x="2863" y="3275"/>
                  <a:pt x="2803" y="3296"/>
                  <a:pt x="2805" y="3296"/>
                </a:cubicBezTo>
                <a:cubicBezTo>
                  <a:pt x="2806" y="3296"/>
                  <a:pt x="2822" y="3291"/>
                  <a:pt x="2866" y="3277"/>
                </a:cubicBezTo>
                <a:lnTo>
                  <a:pt x="2866" y="3277"/>
                </a:lnTo>
                <a:cubicBezTo>
                  <a:pt x="2823" y="3292"/>
                  <a:pt x="2783" y="3309"/>
                  <a:pt x="2741" y="3323"/>
                </a:cubicBezTo>
                <a:cubicBezTo>
                  <a:pt x="2642" y="3355"/>
                  <a:pt x="2541" y="3376"/>
                  <a:pt x="2438" y="3395"/>
                </a:cubicBezTo>
                <a:cubicBezTo>
                  <a:pt x="2437" y="3395"/>
                  <a:pt x="2437" y="3395"/>
                  <a:pt x="2437" y="3395"/>
                </a:cubicBezTo>
                <a:lnTo>
                  <a:pt x="2437" y="3395"/>
                </a:lnTo>
                <a:cubicBezTo>
                  <a:pt x="2416" y="3397"/>
                  <a:pt x="2395" y="3400"/>
                  <a:pt x="2375" y="3401"/>
                </a:cubicBezTo>
                <a:cubicBezTo>
                  <a:pt x="2330" y="3403"/>
                  <a:pt x="2284" y="3406"/>
                  <a:pt x="2240" y="3406"/>
                </a:cubicBezTo>
                <a:cubicBezTo>
                  <a:pt x="2226" y="3406"/>
                  <a:pt x="2211" y="3406"/>
                  <a:pt x="2197" y="3406"/>
                </a:cubicBezTo>
                <a:cubicBezTo>
                  <a:pt x="2163" y="3406"/>
                  <a:pt x="2129" y="3405"/>
                  <a:pt x="2094" y="3403"/>
                </a:cubicBezTo>
                <a:cubicBezTo>
                  <a:pt x="2081" y="3402"/>
                  <a:pt x="2067" y="3400"/>
                  <a:pt x="2054" y="3398"/>
                </a:cubicBezTo>
                <a:lnTo>
                  <a:pt x="2054" y="3398"/>
                </a:lnTo>
                <a:cubicBezTo>
                  <a:pt x="1975" y="3376"/>
                  <a:pt x="1893" y="3365"/>
                  <a:pt x="1814" y="3340"/>
                </a:cubicBezTo>
                <a:cubicBezTo>
                  <a:pt x="1797" y="3334"/>
                  <a:pt x="1778" y="3326"/>
                  <a:pt x="1762" y="3321"/>
                </a:cubicBezTo>
                <a:cubicBezTo>
                  <a:pt x="1752" y="3318"/>
                  <a:pt x="1745" y="3316"/>
                  <a:pt x="1740" y="3315"/>
                </a:cubicBezTo>
                <a:lnTo>
                  <a:pt x="1740" y="3315"/>
                </a:lnTo>
                <a:cubicBezTo>
                  <a:pt x="1716" y="3301"/>
                  <a:pt x="1691" y="3283"/>
                  <a:pt x="1679" y="3277"/>
                </a:cubicBezTo>
                <a:cubicBezTo>
                  <a:pt x="1648" y="3258"/>
                  <a:pt x="1616" y="3241"/>
                  <a:pt x="1587" y="3220"/>
                </a:cubicBezTo>
                <a:cubicBezTo>
                  <a:pt x="1572" y="3210"/>
                  <a:pt x="1557" y="3199"/>
                  <a:pt x="1543" y="3191"/>
                </a:cubicBezTo>
                <a:cubicBezTo>
                  <a:pt x="1525" y="3180"/>
                  <a:pt x="1519" y="3175"/>
                  <a:pt x="1519" y="3175"/>
                </a:cubicBezTo>
                <a:lnTo>
                  <a:pt x="1519" y="3175"/>
                </a:lnTo>
                <a:cubicBezTo>
                  <a:pt x="1518" y="3175"/>
                  <a:pt x="1582" y="3218"/>
                  <a:pt x="1580" y="3218"/>
                </a:cubicBezTo>
                <a:cubicBezTo>
                  <a:pt x="1580" y="3218"/>
                  <a:pt x="1579" y="3218"/>
                  <a:pt x="1578" y="3218"/>
                </a:cubicBezTo>
                <a:cubicBezTo>
                  <a:pt x="1542" y="3218"/>
                  <a:pt x="1420" y="3070"/>
                  <a:pt x="1399" y="3045"/>
                </a:cubicBezTo>
                <a:cubicBezTo>
                  <a:pt x="1384" y="3030"/>
                  <a:pt x="1353" y="2977"/>
                  <a:pt x="1351" y="2977"/>
                </a:cubicBezTo>
                <a:lnTo>
                  <a:pt x="1351" y="2977"/>
                </a:lnTo>
                <a:cubicBezTo>
                  <a:pt x="1350" y="2977"/>
                  <a:pt x="1354" y="2985"/>
                  <a:pt x="1363" y="3005"/>
                </a:cubicBezTo>
                <a:cubicBezTo>
                  <a:pt x="1372" y="3025"/>
                  <a:pt x="1375" y="3032"/>
                  <a:pt x="1374" y="3032"/>
                </a:cubicBezTo>
                <a:cubicBezTo>
                  <a:pt x="1372" y="3032"/>
                  <a:pt x="1335" y="2962"/>
                  <a:pt x="1326" y="2946"/>
                </a:cubicBezTo>
                <a:cubicBezTo>
                  <a:pt x="1285" y="2881"/>
                  <a:pt x="1252" y="2814"/>
                  <a:pt x="1215" y="2746"/>
                </a:cubicBezTo>
                <a:lnTo>
                  <a:pt x="1215" y="2746"/>
                </a:lnTo>
                <a:cubicBezTo>
                  <a:pt x="1214" y="2743"/>
                  <a:pt x="1213" y="2740"/>
                  <a:pt x="1212" y="2736"/>
                </a:cubicBezTo>
                <a:cubicBezTo>
                  <a:pt x="1199" y="2702"/>
                  <a:pt x="1187" y="2668"/>
                  <a:pt x="1176" y="2635"/>
                </a:cubicBezTo>
                <a:cubicBezTo>
                  <a:pt x="1153" y="2559"/>
                  <a:pt x="1132" y="2481"/>
                  <a:pt x="1119" y="2403"/>
                </a:cubicBezTo>
                <a:cubicBezTo>
                  <a:pt x="1119" y="2401"/>
                  <a:pt x="1118" y="2399"/>
                  <a:pt x="1118" y="2397"/>
                </a:cubicBezTo>
                <a:lnTo>
                  <a:pt x="1118" y="2397"/>
                </a:lnTo>
                <a:cubicBezTo>
                  <a:pt x="1122" y="2365"/>
                  <a:pt x="1108" y="2315"/>
                  <a:pt x="1106" y="2283"/>
                </a:cubicBezTo>
                <a:cubicBezTo>
                  <a:pt x="1102" y="2203"/>
                  <a:pt x="1102" y="2123"/>
                  <a:pt x="1106" y="2043"/>
                </a:cubicBezTo>
                <a:cubicBezTo>
                  <a:pt x="1107" y="2033"/>
                  <a:pt x="1110" y="2004"/>
                  <a:pt x="1113" y="1978"/>
                </a:cubicBezTo>
                <a:lnTo>
                  <a:pt x="1113" y="1978"/>
                </a:lnTo>
                <a:cubicBezTo>
                  <a:pt x="1117" y="1953"/>
                  <a:pt x="1123" y="1911"/>
                  <a:pt x="1125" y="1899"/>
                </a:cubicBezTo>
                <a:cubicBezTo>
                  <a:pt x="1144" y="1813"/>
                  <a:pt x="1170" y="1731"/>
                  <a:pt x="1197" y="1647"/>
                </a:cubicBezTo>
                <a:cubicBezTo>
                  <a:pt x="1199" y="1642"/>
                  <a:pt x="1200" y="1637"/>
                  <a:pt x="1201" y="1634"/>
                </a:cubicBezTo>
                <a:lnTo>
                  <a:pt x="1201" y="1634"/>
                </a:lnTo>
                <a:cubicBezTo>
                  <a:pt x="1203" y="1630"/>
                  <a:pt x="1205" y="1626"/>
                  <a:pt x="1208" y="1621"/>
                </a:cubicBezTo>
                <a:cubicBezTo>
                  <a:pt x="1227" y="1583"/>
                  <a:pt x="1246" y="1543"/>
                  <a:pt x="1269" y="1507"/>
                </a:cubicBezTo>
                <a:cubicBezTo>
                  <a:pt x="1290" y="1470"/>
                  <a:pt x="1313" y="1434"/>
                  <a:pt x="1338" y="1398"/>
                </a:cubicBezTo>
                <a:cubicBezTo>
                  <a:pt x="1341" y="1394"/>
                  <a:pt x="1344" y="1390"/>
                  <a:pt x="1346" y="1386"/>
                </a:cubicBezTo>
                <a:lnTo>
                  <a:pt x="1346" y="1386"/>
                </a:lnTo>
                <a:cubicBezTo>
                  <a:pt x="1346" y="1386"/>
                  <a:pt x="1346" y="1386"/>
                  <a:pt x="1347" y="1385"/>
                </a:cubicBezTo>
                <a:cubicBezTo>
                  <a:pt x="1399" y="1329"/>
                  <a:pt x="1454" y="1275"/>
                  <a:pt x="1511" y="1223"/>
                </a:cubicBezTo>
                <a:lnTo>
                  <a:pt x="1511" y="1223"/>
                </a:lnTo>
                <a:cubicBezTo>
                  <a:pt x="1524" y="1213"/>
                  <a:pt x="1537" y="1203"/>
                  <a:pt x="1551" y="1194"/>
                </a:cubicBezTo>
                <a:cubicBezTo>
                  <a:pt x="1589" y="1170"/>
                  <a:pt x="1627" y="1147"/>
                  <a:pt x="1667" y="1126"/>
                </a:cubicBezTo>
                <a:cubicBezTo>
                  <a:pt x="1682" y="1119"/>
                  <a:pt x="1697" y="1111"/>
                  <a:pt x="1712" y="1103"/>
                </a:cubicBezTo>
                <a:lnTo>
                  <a:pt x="1712" y="1103"/>
                </a:lnTo>
                <a:cubicBezTo>
                  <a:pt x="1755" y="1090"/>
                  <a:pt x="1797" y="1075"/>
                  <a:pt x="1840" y="1063"/>
                </a:cubicBezTo>
                <a:cubicBezTo>
                  <a:pt x="1884" y="1050"/>
                  <a:pt x="1928" y="1042"/>
                  <a:pt x="1970" y="1031"/>
                </a:cubicBezTo>
                <a:cubicBezTo>
                  <a:pt x="1976" y="1030"/>
                  <a:pt x="1983" y="1028"/>
                  <a:pt x="1990" y="1026"/>
                </a:cubicBezTo>
                <a:lnTo>
                  <a:pt x="1990" y="1026"/>
                </a:lnTo>
                <a:cubicBezTo>
                  <a:pt x="2008" y="1025"/>
                  <a:pt x="2026" y="1024"/>
                  <a:pt x="2042" y="1023"/>
                </a:cubicBezTo>
                <a:cubicBezTo>
                  <a:pt x="2063" y="1021"/>
                  <a:pt x="2083" y="1018"/>
                  <a:pt x="2104" y="1015"/>
                </a:cubicBezTo>
                <a:lnTo>
                  <a:pt x="2104" y="1015"/>
                </a:lnTo>
                <a:cubicBezTo>
                  <a:pt x="2127" y="1013"/>
                  <a:pt x="2151" y="1010"/>
                  <a:pt x="2175" y="1006"/>
                </a:cubicBezTo>
                <a:cubicBezTo>
                  <a:pt x="2200" y="1002"/>
                  <a:pt x="2223" y="998"/>
                  <a:pt x="2248" y="996"/>
                </a:cubicBezTo>
                <a:lnTo>
                  <a:pt x="2248" y="996"/>
                </a:lnTo>
                <a:cubicBezTo>
                  <a:pt x="2202" y="1002"/>
                  <a:pt x="2186" y="1004"/>
                  <a:pt x="2186" y="1004"/>
                </a:cubicBezTo>
                <a:cubicBezTo>
                  <a:pt x="2187" y="1004"/>
                  <a:pt x="2227" y="999"/>
                  <a:pt x="2246" y="998"/>
                </a:cubicBezTo>
                <a:cubicBezTo>
                  <a:pt x="2293" y="996"/>
                  <a:pt x="2341" y="991"/>
                  <a:pt x="2387" y="989"/>
                </a:cubicBezTo>
                <a:close/>
                <a:moveTo>
                  <a:pt x="2431" y="0"/>
                </a:moveTo>
                <a:cubicBezTo>
                  <a:pt x="2283" y="0"/>
                  <a:pt x="2134" y="12"/>
                  <a:pt x="1987" y="33"/>
                </a:cubicBezTo>
                <a:lnTo>
                  <a:pt x="1987" y="33"/>
                </a:lnTo>
                <a:cubicBezTo>
                  <a:pt x="1519" y="79"/>
                  <a:pt x="1082" y="246"/>
                  <a:pt x="738" y="578"/>
                </a:cubicBezTo>
                <a:cubicBezTo>
                  <a:pt x="443" y="863"/>
                  <a:pt x="236" y="1259"/>
                  <a:pt x="158" y="1661"/>
                </a:cubicBezTo>
                <a:cubicBezTo>
                  <a:pt x="0" y="2477"/>
                  <a:pt x="228" y="3403"/>
                  <a:pt x="896" y="3941"/>
                </a:cubicBezTo>
                <a:cubicBezTo>
                  <a:pt x="1283" y="4251"/>
                  <a:pt x="1777" y="4404"/>
                  <a:pt x="2272" y="4404"/>
                </a:cubicBezTo>
                <a:cubicBezTo>
                  <a:pt x="2762" y="4404"/>
                  <a:pt x="3253" y="4255"/>
                  <a:pt x="3645" y="3962"/>
                </a:cubicBezTo>
                <a:cubicBezTo>
                  <a:pt x="4395" y="3401"/>
                  <a:pt x="4700" y="2409"/>
                  <a:pt x="4443" y="1512"/>
                </a:cubicBezTo>
                <a:cubicBezTo>
                  <a:pt x="4302" y="1025"/>
                  <a:pt x="4003" y="604"/>
                  <a:pt x="3582" y="321"/>
                </a:cubicBezTo>
                <a:cubicBezTo>
                  <a:pt x="3236" y="89"/>
                  <a:pt x="2836" y="0"/>
                  <a:pt x="2431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4">
  <p:cSld name="CUSTOM_2_1_1_1">
    <p:bg>
      <p:bgPr>
        <a:solidFill>
          <a:schemeClr val="lt1"/>
        </a:solidFill>
      </p:bgPr>
    </p:bg>
    <p:spTree>
      <p:nvGrpSpPr>
        <p:cNvPr id="5874" name="Shape 58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75" name="Google Shape;5875;p18"/>
          <p:cNvGrpSpPr/>
          <p:nvPr/>
        </p:nvGrpSpPr>
        <p:grpSpPr>
          <a:xfrm>
            <a:off x="0" y="0"/>
            <a:ext cx="9144125" cy="5143391"/>
            <a:chOff x="0" y="0"/>
            <a:chExt cx="9144125" cy="5143391"/>
          </a:xfrm>
        </p:grpSpPr>
        <p:sp>
          <p:nvSpPr>
            <p:cNvPr id="5876" name="Google Shape;5876;p18"/>
            <p:cNvSpPr/>
            <p:nvPr/>
          </p:nvSpPr>
          <p:spPr>
            <a:xfrm>
              <a:off x="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77" name="Google Shape;5877;p18"/>
            <p:cNvSpPr/>
            <p:nvPr/>
          </p:nvSpPr>
          <p:spPr>
            <a:xfrm>
              <a:off x="38100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78" name="Google Shape;5878;p18"/>
            <p:cNvSpPr/>
            <p:nvPr/>
          </p:nvSpPr>
          <p:spPr>
            <a:xfrm>
              <a:off x="76201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79" name="Google Shape;5879;p18"/>
            <p:cNvSpPr/>
            <p:nvPr/>
          </p:nvSpPr>
          <p:spPr>
            <a:xfrm>
              <a:off x="114301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80" name="Google Shape;5880;p18"/>
            <p:cNvSpPr/>
            <p:nvPr/>
          </p:nvSpPr>
          <p:spPr>
            <a:xfrm>
              <a:off x="152402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81" name="Google Shape;5881;p18"/>
            <p:cNvSpPr/>
            <p:nvPr/>
          </p:nvSpPr>
          <p:spPr>
            <a:xfrm>
              <a:off x="190502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82" name="Google Shape;5882;p18"/>
            <p:cNvSpPr/>
            <p:nvPr/>
          </p:nvSpPr>
          <p:spPr>
            <a:xfrm>
              <a:off x="228603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83" name="Google Shape;5883;p18"/>
            <p:cNvSpPr/>
            <p:nvPr/>
          </p:nvSpPr>
          <p:spPr>
            <a:xfrm>
              <a:off x="266703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84" name="Google Shape;5884;p18"/>
            <p:cNvSpPr/>
            <p:nvPr/>
          </p:nvSpPr>
          <p:spPr>
            <a:xfrm>
              <a:off x="304804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85" name="Google Shape;5885;p18"/>
            <p:cNvSpPr/>
            <p:nvPr/>
          </p:nvSpPr>
          <p:spPr>
            <a:xfrm>
              <a:off x="342904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86" name="Google Shape;5886;p18"/>
            <p:cNvSpPr/>
            <p:nvPr/>
          </p:nvSpPr>
          <p:spPr>
            <a:xfrm>
              <a:off x="381005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87" name="Google Shape;5887;p18"/>
            <p:cNvSpPr/>
            <p:nvPr/>
          </p:nvSpPr>
          <p:spPr>
            <a:xfrm>
              <a:off x="419105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88" name="Google Shape;5888;p18"/>
            <p:cNvSpPr/>
            <p:nvPr/>
          </p:nvSpPr>
          <p:spPr>
            <a:xfrm>
              <a:off x="457206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89" name="Google Shape;5889;p18"/>
            <p:cNvSpPr/>
            <p:nvPr/>
          </p:nvSpPr>
          <p:spPr>
            <a:xfrm>
              <a:off x="495306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90" name="Google Shape;5890;p18"/>
            <p:cNvSpPr/>
            <p:nvPr/>
          </p:nvSpPr>
          <p:spPr>
            <a:xfrm>
              <a:off x="533407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91" name="Google Shape;5891;p18"/>
            <p:cNvSpPr/>
            <p:nvPr/>
          </p:nvSpPr>
          <p:spPr>
            <a:xfrm>
              <a:off x="571507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92" name="Google Shape;5892;p18"/>
            <p:cNvSpPr/>
            <p:nvPr/>
          </p:nvSpPr>
          <p:spPr>
            <a:xfrm>
              <a:off x="609608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93" name="Google Shape;5893;p18"/>
            <p:cNvSpPr/>
            <p:nvPr/>
          </p:nvSpPr>
          <p:spPr>
            <a:xfrm>
              <a:off x="647708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94" name="Google Shape;5894;p18"/>
            <p:cNvSpPr/>
            <p:nvPr/>
          </p:nvSpPr>
          <p:spPr>
            <a:xfrm>
              <a:off x="685809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95" name="Google Shape;5895;p18"/>
            <p:cNvSpPr/>
            <p:nvPr/>
          </p:nvSpPr>
          <p:spPr>
            <a:xfrm>
              <a:off x="723909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96" name="Google Shape;5896;p18"/>
            <p:cNvSpPr/>
            <p:nvPr/>
          </p:nvSpPr>
          <p:spPr>
            <a:xfrm>
              <a:off x="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97" name="Google Shape;5897;p18"/>
            <p:cNvSpPr/>
            <p:nvPr/>
          </p:nvSpPr>
          <p:spPr>
            <a:xfrm>
              <a:off x="38100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98" name="Google Shape;5898;p18"/>
            <p:cNvSpPr/>
            <p:nvPr/>
          </p:nvSpPr>
          <p:spPr>
            <a:xfrm>
              <a:off x="76201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99" name="Google Shape;5899;p18"/>
            <p:cNvSpPr/>
            <p:nvPr/>
          </p:nvSpPr>
          <p:spPr>
            <a:xfrm>
              <a:off x="114301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00" name="Google Shape;5900;p18"/>
            <p:cNvSpPr/>
            <p:nvPr/>
          </p:nvSpPr>
          <p:spPr>
            <a:xfrm>
              <a:off x="152402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01" name="Google Shape;5901;p18"/>
            <p:cNvSpPr/>
            <p:nvPr/>
          </p:nvSpPr>
          <p:spPr>
            <a:xfrm>
              <a:off x="190502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02" name="Google Shape;5902;p18"/>
            <p:cNvSpPr/>
            <p:nvPr/>
          </p:nvSpPr>
          <p:spPr>
            <a:xfrm>
              <a:off x="228603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03" name="Google Shape;5903;p18"/>
            <p:cNvSpPr/>
            <p:nvPr/>
          </p:nvSpPr>
          <p:spPr>
            <a:xfrm>
              <a:off x="266703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04" name="Google Shape;5904;p18"/>
            <p:cNvSpPr/>
            <p:nvPr/>
          </p:nvSpPr>
          <p:spPr>
            <a:xfrm>
              <a:off x="304804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05" name="Google Shape;5905;p18"/>
            <p:cNvSpPr/>
            <p:nvPr/>
          </p:nvSpPr>
          <p:spPr>
            <a:xfrm>
              <a:off x="342904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06" name="Google Shape;5906;p18"/>
            <p:cNvSpPr/>
            <p:nvPr/>
          </p:nvSpPr>
          <p:spPr>
            <a:xfrm>
              <a:off x="381005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07" name="Google Shape;5907;p18"/>
            <p:cNvSpPr/>
            <p:nvPr/>
          </p:nvSpPr>
          <p:spPr>
            <a:xfrm>
              <a:off x="419105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08" name="Google Shape;5908;p18"/>
            <p:cNvSpPr/>
            <p:nvPr/>
          </p:nvSpPr>
          <p:spPr>
            <a:xfrm>
              <a:off x="457206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09" name="Google Shape;5909;p18"/>
            <p:cNvSpPr/>
            <p:nvPr/>
          </p:nvSpPr>
          <p:spPr>
            <a:xfrm>
              <a:off x="495306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10" name="Google Shape;5910;p18"/>
            <p:cNvSpPr/>
            <p:nvPr/>
          </p:nvSpPr>
          <p:spPr>
            <a:xfrm>
              <a:off x="533407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11" name="Google Shape;5911;p18"/>
            <p:cNvSpPr/>
            <p:nvPr/>
          </p:nvSpPr>
          <p:spPr>
            <a:xfrm>
              <a:off x="571507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12" name="Google Shape;5912;p18"/>
            <p:cNvSpPr/>
            <p:nvPr/>
          </p:nvSpPr>
          <p:spPr>
            <a:xfrm>
              <a:off x="609608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13" name="Google Shape;5913;p18"/>
            <p:cNvSpPr/>
            <p:nvPr/>
          </p:nvSpPr>
          <p:spPr>
            <a:xfrm>
              <a:off x="647708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14" name="Google Shape;5914;p18"/>
            <p:cNvSpPr/>
            <p:nvPr/>
          </p:nvSpPr>
          <p:spPr>
            <a:xfrm>
              <a:off x="685809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15" name="Google Shape;5915;p18"/>
            <p:cNvSpPr/>
            <p:nvPr/>
          </p:nvSpPr>
          <p:spPr>
            <a:xfrm>
              <a:off x="723909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16" name="Google Shape;5916;p18"/>
            <p:cNvSpPr/>
            <p:nvPr/>
          </p:nvSpPr>
          <p:spPr>
            <a:xfrm>
              <a:off x="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17" name="Google Shape;5917;p18"/>
            <p:cNvSpPr/>
            <p:nvPr/>
          </p:nvSpPr>
          <p:spPr>
            <a:xfrm>
              <a:off x="38100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18" name="Google Shape;5918;p18"/>
            <p:cNvSpPr/>
            <p:nvPr/>
          </p:nvSpPr>
          <p:spPr>
            <a:xfrm>
              <a:off x="76201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19" name="Google Shape;5919;p18"/>
            <p:cNvSpPr/>
            <p:nvPr/>
          </p:nvSpPr>
          <p:spPr>
            <a:xfrm>
              <a:off x="114301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20" name="Google Shape;5920;p18"/>
            <p:cNvSpPr/>
            <p:nvPr/>
          </p:nvSpPr>
          <p:spPr>
            <a:xfrm>
              <a:off x="152402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21" name="Google Shape;5921;p18"/>
            <p:cNvSpPr/>
            <p:nvPr/>
          </p:nvSpPr>
          <p:spPr>
            <a:xfrm>
              <a:off x="190502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22" name="Google Shape;5922;p18"/>
            <p:cNvSpPr/>
            <p:nvPr/>
          </p:nvSpPr>
          <p:spPr>
            <a:xfrm>
              <a:off x="228603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23" name="Google Shape;5923;p18"/>
            <p:cNvSpPr/>
            <p:nvPr/>
          </p:nvSpPr>
          <p:spPr>
            <a:xfrm>
              <a:off x="266703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24" name="Google Shape;5924;p18"/>
            <p:cNvSpPr/>
            <p:nvPr/>
          </p:nvSpPr>
          <p:spPr>
            <a:xfrm>
              <a:off x="304804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25" name="Google Shape;5925;p18"/>
            <p:cNvSpPr/>
            <p:nvPr/>
          </p:nvSpPr>
          <p:spPr>
            <a:xfrm>
              <a:off x="342904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26" name="Google Shape;5926;p18"/>
            <p:cNvSpPr/>
            <p:nvPr/>
          </p:nvSpPr>
          <p:spPr>
            <a:xfrm>
              <a:off x="381005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27" name="Google Shape;5927;p18"/>
            <p:cNvSpPr/>
            <p:nvPr/>
          </p:nvSpPr>
          <p:spPr>
            <a:xfrm>
              <a:off x="419105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28" name="Google Shape;5928;p18"/>
            <p:cNvSpPr/>
            <p:nvPr/>
          </p:nvSpPr>
          <p:spPr>
            <a:xfrm>
              <a:off x="457206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29" name="Google Shape;5929;p18"/>
            <p:cNvSpPr/>
            <p:nvPr/>
          </p:nvSpPr>
          <p:spPr>
            <a:xfrm>
              <a:off x="495306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30" name="Google Shape;5930;p18"/>
            <p:cNvSpPr/>
            <p:nvPr/>
          </p:nvSpPr>
          <p:spPr>
            <a:xfrm>
              <a:off x="533407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31" name="Google Shape;5931;p18"/>
            <p:cNvSpPr/>
            <p:nvPr/>
          </p:nvSpPr>
          <p:spPr>
            <a:xfrm>
              <a:off x="571507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32" name="Google Shape;5932;p18"/>
            <p:cNvSpPr/>
            <p:nvPr/>
          </p:nvSpPr>
          <p:spPr>
            <a:xfrm>
              <a:off x="609608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33" name="Google Shape;5933;p18"/>
            <p:cNvSpPr/>
            <p:nvPr/>
          </p:nvSpPr>
          <p:spPr>
            <a:xfrm>
              <a:off x="647708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34" name="Google Shape;5934;p18"/>
            <p:cNvSpPr/>
            <p:nvPr/>
          </p:nvSpPr>
          <p:spPr>
            <a:xfrm>
              <a:off x="685809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35" name="Google Shape;5935;p18"/>
            <p:cNvSpPr/>
            <p:nvPr/>
          </p:nvSpPr>
          <p:spPr>
            <a:xfrm>
              <a:off x="723909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36" name="Google Shape;5936;p18"/>
            <p:cNvSpPr/>
            <p:nvPr/>
          </p:nvSpPr>
          <p:spPr>
            <a:xfrm>
              <a:off x="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37" name="Google Shape;5937;p18"/>
            <p:cNvSpPr/>
            <p:nvPr/>
          </p:nvSpPr>
          <p:spPr>
            <a:xfrm>
              <a:off x="38100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38" name="Google Shape;5938;p18"/>
            <p:cNvSpPr/>
            <p:nvPr/>
          </p:nvSpPr>
          <p:spPr>
            <a:xfrm>
              <a:off x="76201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39" name="Google Shape;5939;p18"/>
            <p:cNvSpPr/>
            <p:nvPr/>
          </p:nvSpPr>
          <p:spPr>
            <a:xfrm>
              <a:off x="114301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40" name="Google Shape;5940;p18"/>
            <p:cNvSpPr/>
            <p:nvPr/>
          </p:nvSpPr>
          <p:spPr>
            <a:xfrm>
              <a:off x="152402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41" name="Google Shape;5941;p18"/>
            <p:cNvSpPr/>
            <p:nvPr/>
          </p:nvSpPr>
          <p:spPr>
            <a:xfrm>
              <a:off x="190502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42" name="Google Shape;5942;p18"/>
            <p:cNvSpPr/>
            <p:nvPr/>
          </p:nvSpPr>
          <p:spPr>
            <a:xfrm>
              <a:off x="228603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43" name="Google Shape;5943;p18"/>
            <p:cNvSpPr/>
            <p:nvPr/>
          </p:nvSpPr>
          <p:spPr>
            <a:xfrm>
              <a:off x="266703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44" name="Google Shape;5944;p18"/>
            <p:cNvSpPr/>
            <p:nvPr/>
          </p:nvSpPr>
          <p:spPr>
            <a:xfrm>
              <a:off x="304804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45" name="Google Shape;5945;p18"/>
            <p:cNvSpPr/>
            <p:nvPr/>
          </p:nvSpPr>
          <p:spPr>
            <a:xfrm>
              <a:off x="342904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46" name="Google Shape;5946;p18"/>
            <p:cNvSpPr/>
            <p:nvPr/>
          </p:nvSpPr>
          <p:spPr>
            <a:xfrm>
              <a:off x="381005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47" name="Google Shape;5947;p18"/>
            <p:cNvSpPr/>
            <p:nvPr/>
          </p:nvSpPr>
          <p:spPr>
            <a:xfrm>
              <a:off x="419105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48" name="Google Shape;5948;p18"/>
            <p:cNvSpPr/>
            <p:nvPr/>
          </p:nvSpPr>
          <p:spPr>
            <a:xfrm>
              <a:off x="457206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49" name="Google Shape;5949;p18"/>
            <p:cNvSpPr/>
            <p:nvPr/>
          </p:nvSpPr>
          <p:spPr>
            <a:xfrm>
              <a:off x="495306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50" name="Google Shape;5950;p18"/>
            <p:cNvSpPr/>
            <p:nvPr/>
          </p:nvSpPr>
          <p:spPr>
            <a:xfrm>
              <a:off x="533407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51" name="Google Shape;5951;p18"/>
            <p:cNvSpPr/>
            <p:nvPr/>
          </p:nvSpPr>
          <p:spPr>
            <a:xfrm>
              <a:off x="571507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52" name="Google Shape;5952;p18"/>
            <p:cNvSpPr/>
            <p:nvPr/>
          </p:nvSpPr>
          <p:spPr>
            <a:xfrm>
              <a:off x="609608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53" name="Google Shape;5953;p18"/>
            <p:cNvSpPr/>
            <p:nvPr/>
          </p:nvSpPr>
          <p:spPr>
            <a:xfrm>
              <a:off x="647708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54" name="Google Shape;5954;p18"/>
            <p:cNvSpPr/>
            <p:nvPr/>
          </p:nvSpPr>
          <p:spPr>
            <a:xfrm>
              <a:off x="685809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55" name="Google Shape;5955;p18"/>
            <p:cNvSpPr/>
            <p:nvPr/>
          </p:nvSpPr>
          <p:spPr>
            <a:xfrm>
              <a:off x="723909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56" name="Google Shape;5956;p18"/>
            <p:cNvSpPr/>
            <p:nvPr/>
          </p:nvSpPr>
          <p:spPr>
            <a:xfrm>
              <a:off x="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57" name="Google Shape;5957;p18"/>
            <p:cNvSpPr/>
            <p:nvPr/>
          </p:nvSpPr>
          <p:spPr>
            <a:xfrm>
              <a:off x="38100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58" name="Google Shape;5958;p18"/>
            <p:cNvSpPr/>
            <p:nvPr/>
          </p:nvSpPr>
          <p:spPr>
            <a:xfrm>
              <a:off x="76201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59" name="Google Shape;5959;p18"/>
            <p:cNvSpPr/>
            <p:nvPr/>
          </p:nvSpPr>
          <p:spPr>
            <a:xfrm>
              <a:off x="114301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60" name="Google Shape;5960;p18"/>
            <p:cNvSpPr/>
            <p:nvPr/>
          </p:nvSpPr>
          <p:spPr>
            <a:xfrm>
              <a:off x="152402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61" name="Google Shape;5961;p18"/>
            <p:cNvSpPr/>
            <p:nvPr/>
          </p:nvSpPr>
          <p:spPr>
            <a:xfrm>
              <a:off x="190502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62" name="Google Shape;5962;p18"/>
            <p:cNvSpPr/>
            <p:nvPr/>
          </p:nvSpPr>
          <p:spPr>
            <a:xfrm>
              <a:off x="228603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63" name="Google Shape;5963;p18"/>
            <p:cNvSpPr/>
            <p:nvPr/>
          </p:nvSpPr>
          <p:spPr>
            <a:xfrm>
              <a:off x="266703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64" name="Google Shape;5964;p18"/>
            <p:cNvSpPr/>
            <p:nvPr/>
          </p:nvSpPr>
          <p:spPr>
            <a:xfrm>
              <a:off x="304804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65" name="Google Shape;5965;p18"/>
            <p:cNvSpPr/>
            <p:nvPr/>
          </p:nvSpPr>
          <p:spPr>
            <a:xfrm>
              <a:off x="342904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66" name="Google Shape;5966;p18"/>
            <p:cNvSpPr/>
            <p:nvPr/>
          </p:nvSpPr>
          <p:spPr>
            <a:xfrm>
              <a:off x="381005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67" name="Google Shape;5967;p18"/>
            <p:cNvSpPr/>
            <p:nvPr/>
          </p:nvSpPr>
          <p:spPr>
            <a:xfrm>
              <a:off x="419105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68" name="Google Shape;5968;p18"/>
            <p:cNvSpPr/>
            <p:nvPr/>
          </p:nvSpPr>
          <p:spPr>
            <a:xfrm>
              <a:off x="457206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69" name="Google Shape;5969;p18"/>
            <p:cNvSpPr/>
            <p:nvPr/>
          </p:nvSpPr>
          <p:spPr>
            <a:xfrm>
              <a:off x="495306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70" name="Google Shape;5970;p18"/>
            <p:cNvSpPr/>
            <p:nvPr/>
          </p:nvSpPr>
          <p:spPr>
            <a:xfrm>
              <a:off x="533407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71" name="Google Shape;5971;p18"/>
            <p:cNvSpPr/>
            <p:nvPr/>
          </p:nvSpPr>
          <p:spPr>
            <a:xfrm>
              <a:off x="571507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72" name="Google Shape;5972;p18"/>
            <p:cNvSpPr/>
            <p:nvPr/>
          </p:nvSpPr>
          <p:spPr>
            <a:xfrm>
              <a:off x="609608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73" name="Google Shape;5973;p18"/>
            <p:cNvSpPr/>
            <p:nvPr/>
          </p:nvSpPr>
          <p:spPr>
            <a:xfrm>
              <a:off x="647708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74" name="Google Shape;5974;p18"/>
            <p:cNvSpPr/>
            <p:nvPr/>
          </p:nvSpPr>
          <p:spPr>
            <a:xfrm>
              <a:off x="685809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75" name="Google Shape;5975;p18"/>
            <p:cNvSpPr/>
            <p:nvPr/>
          </p:nvSpPr>
          <p:spPr>
            <a:xfrm>
              <a:off x="723909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76" name="Google Shape;5976;p18"/>
            <p:cNvSpPr/>
            <p:nvPr/>
          </p:nvSpPr>
          <p:spPr>
            <a:xfrm>
              <a:off x="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77" name="Google Shape;5977;p18"/>
            <p:cNvSpPr/>
            <p:nvPr/>
          </p:nvSpPr>
          <p:spPr>
            <a:xfrm>
              <a:off x="38100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78" name="Google Shape;5978;p18"/>
            <p:cNvSpPr/>
            <p:nvPr/>
          </p:nvSpPr>
          <p:spPr>
            <a:xfrm>
              <a:off x="76201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79" name="Google Shape;5979;p18"/>
            <p:cNvSpPr/>
            <p:nvPr/>
          </p:nvSpPr>
          <p:spPr>
            <a:xfrm>
              <a:off x="114301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80" name="Google Shape;5980;p18"/>
            <p:cNvSpPr/>
            <p:nvPr/>
          </p:nvSpPr>
          <p:spPr>
            <a:xfrm>
              <a:off x="152402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81" name="Google Shape;5981;p18"/>
            <p:cNvSpPr/>
            <p:nvPr/>
          </p:nvSpPr>
          <p:spPr>
            <a:xfrm>
              <a:off x="190502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82" name="Google Shape;5982;p18"/>
            <p:cNvSpPr/>
            <p:nvPr/>
          </p:nvSpPr>
          <p:spPr>
            <a:xfrm>
              <a:off x="228603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83" name="Google Shape;5983;p18"/>
            <p:cNvSpPr/>
            <p:nvPr/>
          </p:nvSpPr>
          <p:spPr>
            <a:xfrm>
              <a:off x="266703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84" name="Google Shape;5984;p18"/>
            <p:cNvSpPr/>
            <p:nvPr/>
          </p:nvSpPr>
          <p:spPr>
            <a:xfrm>
              <a:off x="304804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85" name="Google Shape;5985;p18"/>
            <p:cNvSpPr/>
            <p:nvPr/>
          </p:nvSpPr>
          <p:spPr>
            <a:xfrm>
              <a:off x="342904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86" name="Google Shape;5986;p18"/>
            <p:cNvSpPr/>
            <p:nvPr/>
          </p:nvSpPr>
          <p:spPr>
            <a:xfrm>
              <a:off x="381005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87" name="Google Shape;5987;p18"/>
            <p:cNvSpPr/>
            <p:nvPr/>
          </p:nvSpPr>
          <p:spPr>
            <a:xfrm>
              <a:off x="419105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88" name="Google Shape;5988;p18"/>
            <p:cNvSpPr/>
            <p:nvPr/>
          </p:nvSpPr>
          <p:spPr>
            <a:xfrm>
              <a:off x="457206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89" name="Google Shape;5989;p18"/>
            <p:cNvSpPr/>
            <p:nvPr/>
          </p:nvSpPr>
          <p:spPr>
            <a:xfrm>
              <a:off x="495306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90" name="Google Shape;5990;p18"/>
            <p:cNvSpPr/>
            <p:nvPr/>
          </p:nvSpPr>
          <p:spPr>
            <a:xfrm>
              <a:off x="533407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91" name="Google Shape;5991;p18"/>
            <p:cNvSpPr/>
            <p:nvPr/>
          </p:nvSpPr>
          <p:spPr>
            <a:xfrm>
              <a:off x="571507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92" name="Google Shape;5992;p18"/>
            <p:cNvSpPr/>
            <p:nvPr/>
          </p:nvSpPr>
          <p:spPr>
            <a:xfrm>
              <a:off x="609608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93" name="Google Shape;5993;p18"/>
            <p:cNvSpPr/>
            <p:nvPr/>
          </p:nvSpPr>
          <p:spPr>
            <a:xfrm>
              <a:off x="647708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94" name="Google Shape;5994;p18"/>
            <p:cNvSpPr/>
            <p:nvPr/>
          </p:nvSpPr>
          <p:spPr>
            <a:xfrm>
              <a:off x="685809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95" name="Google Shape;5995;p18"/>
            <p:cNvSpPr/>
            <p:nvPr/>
          </p:nvSpPr>
          <p:spPr>
            <a:xfrm>
              <a:off x="723909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96" name="Google Shape;5996;p18"/>
            <p:cNvSpPr/>
            <p:nvPr/>
          </p:nvSpPr>
          <p:spPr>
            <a:xfrm>
              <a:off x="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97" name="Google Shape;5997;p18"/>
            <p:cNvSpPr/>
            <p:nvPr/>
          </p:nvSpPr>
          <p:spPr>
            <a:xfrm>
              <a:off x="38100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98" name="Google Shape;5998;p18"/>
            <p:cNvSpPr/>
            <p:nvPr/>
          </p:nvSpPr>
          <p:spPr>
            <a:xfrm>
              <a:off x="76201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99" name="Google Shape;5999;p18"/>
            <p:cNvSpPr/>
            <p:nvPr/>
          </p:nvSpPr>
          <p:spPr>
            <a:xfrm>
              <a:off x="114301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00" name="Google Shape;6000;p18"/>
            <p:cNvSpPr/>
            <p:nvPr/>
          </p:nvSpPr>
          <p:spPr>
            <a:xfrm>
              <a:off x="152402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01" name="Google Shape;6001;p18"/>
            <p:cNvSpPr/>
            <p:nvPr/>
          </p:nvSpPr>
          <p:spPr>
            <a:xfrm>
              <a:off x="190502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02" name="Google Shape;6002;p18"/>
            <p:cNvSpPr/>
            <p:nvPr/>
          </p:nvSpPr>
          <p:spPr>
            <a:xfrm>
              <a:off x="228603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03" name="Google Shape;6003;p18"/>
            <p:cNvSpPr/>
            <p:nvPr/>
          </p:nvSpPr>
          <p:spPr>
            <a:xfrm>
              <a:off x="266703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04" name="Google Shape;6004;p18"/>
            <p:cNvSpPr/>
            <p:nvPr/>
          </p:nvSpPr>
          <p:spPr>
            <a:xfrm>
              <a:off x="304804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05" name="Google Shape;6005;p18"/>
            <p:cNvSpPr/>
            <p:nvPr/>
          </p:nvSpPr>
          <p:spPr>
            <a:xfrm>
              <a:off x="342904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06" name="Google Shape;6006;p18"/>
            <p:cNvSpPr/>
            <p:nvPr/>
          </p:nvSpPr>
          <p:spPr>
            <a:xfrm>
              <a:off x="381005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07" name="Google Shape;6007;p18"/>
            <p:cNvSpPr/>
            <p:nvPr/>
          </p:nvSpPr>
          <p:spPr>
            <a:xfrm>
              <a:off x="419105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08" name="Google Shape;6008;p18"/>
            <p:cNvSpPr/>
            <p:nvPr/>
          </p:nvSpPr>
          <p:spPr>
            <a:xfrm>
              <a:off x="457206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09" name="Google Shape;6009;p18"/>
            <p:cNvSpPr/>
            <p:nvPr/>
          </p:nvSpPr>
          <p:spPr>
            <a:xfrm>
              <a:off x="495306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10" name="Google Shape;6010;p18"/>
            <p:cNvSpPr/>
            <p:nvPr/>
          </p:nvSpPr>
          <p:spPr>
            <a:xfrm>
              <a:off x="533407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11" name="Google Shape;6011;p18"/>
            <p:cNvSpPr/>
            <p:nvPr/>
          </p:nvSpPr>
          <p:spPr>
            <a:xfrm>
              <a:off x="571507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12" name="Google Shape;6012;p18"/>
            <p:cNvSpPr/>
            <p:nvPr/>
          </p:nvSpPr>
          <p:spPr>
            <a:xfrm>
              <a:off x="609608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13" name="Google Shape;6013;p18"/>
            <p:cNvSpPr/>
            <p:nvPr/>
          </p:nvSpPr>
          <p:spPr>
            <a:xfrm>
              <a:off x="647708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14" name="Google Shape;6014;p18"/>
            <p:cNvSpPr/>
            <p:nvPr/>
          </p:nvSpPr>
          <p:spPr>
            <a:xfrm>
              <a:off x="685809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15" name="Google Shape;6015;p18"/>
            <p:cNvSpPr/>
            <p:nvPr/>
          </p:nvSpPr>
          <p:spPr>
            <a:xfrm>
              <a:off x="723909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16" name="Google Shape;6016;p18"/>
            <p:cNvSpPr/>
            <p:nvPr/>
          </p:nvSpPr>
          <p:spPr>
            <a:xfrm>
              <a:off x="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17" name="Google Shape;6017;p18"/>
            <p:cNvSpPr/>
            <p:nvPr/>
          </p:nvSpPr>
          <p:spPr>
            <a:xfrm>
              <a:off x="38100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18" name="Google Shape;6018;p18"/>
            <p:cNvSpPr/>
            <p:nvPr/>
          </p:nvSpPr>
          <p:spPr>
            <a:xfrm>
              <a:off x="76201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19" name="Google Shape;6019;p18"/>
            <p:cNvSpPr/>
            <p:nvPr/>
          </p:nvSpPr>
          <p:spPr>
            <a:xfrm>
              <a:off x="114301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20" name="Google Shape;6020;p18"/>
            <p:cNvSpPr/>
            <p:nvPr/>
          </p:nvSpPr>
          <p:spPr>
            <a:xfrm>
              <a:off x="152402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21" name="Google Shape;6021;p18"/>
            <p:cNvSpPr/>
            <p:nvPr/>
          </p:nvSpPr>
          <p:spPr>
            <a:xfrm>
              <a:off x="190502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22" name="Google Shape;6022;p18"/>
            <p:cNvSpPr/>
            <p:nvPr/>
          </p:nvSpPr>
          <p:spPr>
            <a:xfrm>
              <a:off x="228603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23" name="Google Shape;6023;p18"/>
            <p:cNvSpPr/>
            <p:nvPr/>
          </p:nvSpPr>
          <p:spPr>
            <a:xfrm>
              <a:off x="266703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24" name="Google Shape;6024;p18"/>
            <p:cNvSpPr/>
            <p:nvPr/>
          </p:nvSpPr>
          <p:spPr>
            <a:xfrm>
              <a:off x="304804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25" name="Google Shape;6025;p18"/>
            <p:cNvSpPr/>
            <p:nvPr/>
          </p:nvSpPr>
          <p:spPr>
            <a:xfrm>
              <a:off x="342904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26" name="Google Shape;6026;p18"/>
            <p:cNvSpPr/>
            <p:nvPr/>
          </p:nvSpPr>
          <p:spPr>
            <a:xfrm>
              <a:off x="381005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27" name="Google Shape;6027;p18"/>
            <p:cNvSpPr/>
            <p:nvPr/>
          </p:nvSpPr>
          <p:spPr>
            <a:xfrm>
              <a:off x="419105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28" name="Google Shape;6028;p18"/>
            <p:cNvSpPr/>
            <p:nvPr/>
          </p:nvSpPr>
          <p:spPr>
            <a:xfrm>
              <a:off x="457206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29" name="Google Shape;6029;p18"/>
            <p:cNvSpPr/>
            <p:nvPr/>
          </p:nvSpPr>
          <p:spPr>
            <a:xfrm>
              <a:off x="495306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30" name="Google Shape;6030;p18"/>
            <p:cNvSpPr/>
            <p:nvPr/>
          </p:nvSpPr>
          <p:spPr>
            <a:xfrm>
              <a:off x="533407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31" name="Google Shape;6031;p18"/>
            <p:cNvSpPr/>
            <p:nvPr/>
          </p:nvSpPr>
          <p:spPr>
            <a:xfrm>
              <a:off x="571507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32" name="Google Shape;6032;p18"/>
            <p:cNvSpPr/>
            <p:nvPr/>
          </p:nvSpPr>
          <p:spPr>
            <a:xfrm>
              <a:off x="609608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33" name="Google Shape;6033;p18"/>
            <p:cNvSpPr/>
            <p:nvPr/>
          </p:nvSpPr>
          <p:spPr>
            <a:xfrm>
              <a:off x="647708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34" name="Google Shape;6034;p18"/>
            <p:cNvSpPr/>
            <p:nvPr/>
          </p:nvSpPr>
          <p:spPr>
            <a:xfrm>
              <a:off x="685809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35" name="Google Shape;6035;p18"/>
            <p:cNvSpPr/>
            <p:nvPr/>
          </p:nvSpPr>
          <p:spPr>
            <a:xfrm>
              <a:off x="723909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36" name="Google Shape;6036;p18"/>
            <p:cNvSpPr/>
            <p:nvPr/>
          </p:nvSpPr>
          <p:spPr>
            <a:xfrm>
              <a:off x="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37" name="Google Shape;6037;p18"/>
            <p:cNvSpPr/>
            <p:nvPr/>
          </p:nvSpPr>
          <p:spPr>
            <a:xfrm>
              <a:off x="38100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38" name="Google Shape;6038;p18"/>
            <p:cNvSpPr/>
            <p:nvPr/>
          </p:nvSpPr>
          <p:spPr>
            <a:xfrm>
              <a:off x="76201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39" name="Google Shape;6039;p18"/>
            <p:cNvSpPr/>
            <p:nvPr/>
          </p:nvSpPr>
          <p:spPr>
            <a:xfrm>
              <a:off x="114301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40" name="Google Shape;6040;p18"/>
            <p:cNvSpPr/>
            <p:nvPr/>
          </p:nvSpPr>
          <p:spPr>
            <a:xfrm>
              <a:off x="152402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41" name="Google Shape;6041;p18"/>
            <p:cNvSpPr/>
            <p:nvPr/>
          </p:nvSpPr>
          <p:spPr>
            <a:xfrm>
              <a:off x="190502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42" name="Google Shape;6042;p18"/>
            <p:cNvSpPr/>
            <p:nvPr/>
          </p:nvSpPr>
          <p:spPr>
            <a:xfrm>
              <a:off x="228603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43" name="Google Shape;6043;p18"/>
            <p:cNvSpPr/>
            <p:nvPr/>
          </p:nvSpPr>
          <p:spPr>
            <a:xfrm>
              <a:off x="266703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44" name="Google Shape;6044;p18"/>
            <p:cNvSpPr/>
            <p:nvPr/>
          </p:nvSpPr>
          <p:spPr>
            <a:xfrm>
              <a:off x="304804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45" name="Google Shape;6045;p18"/>
            <p:cNvSpPr/>
            <p:nvPr/>
          </p:nvSpPr>
          <p:spPr>
            <a:xfrm>
              <a:off x="342904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46" name="Google Shape;6046;p18"/>
            <p:cNvSpPr/>
            <p:nvPr/>
          </p:nvSpPr>
          <p:spPr>
            <a:xfrm>
              <a:off x="381005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47" name="Google Shape;6047;p18"/>
            <p:cNvSpPr/>
            <p:nvPr/>
          </p:nvSpPr>
          <p:spPr>
            <a:xfrm>
              <a:off x="419105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48" name="Google Shape;6048;p18"/>
            <p:cNvSpPr/>
            <p:nvPr/>
          </p:nvSpPr>
          <p:spPr>
            <a:xfrm>
              <a:off x="457206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49" name="Google Shape;6049;p18"/>
            <p:cNvSpPr/>
            <p:nvPr/>
          </p:nvSpPr>
          <p:spPr>
            <a:xfrm>
              <a:off x="495306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50" name="Google Shape;6050;p18"/>
            <p:cNvSpPr/>
            <p:nvPr/>
          </p:nvSpPr>
          <p:spPr>
            <a:xfrm>
              <a:off x="533407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51" name="Google Shape;6051;p18"/>
            <p:cNvSpPr/>
            <p:nvPr/>
          </p:nvSpPr>
          <p:spPr>
            <a:xfrm>
              <a:off x="571507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52" name="Google Shape;6052;p18"/>
            <p:cNvSpPr/>
            <p:nvPr/>
          </p:nvSpPr>
          <p:spPr>
            <a:xfrm>
              <a:off x="609608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53" name="Google Shape;6053;p18"/>
            <p:cNvSpPr/>
            <p:nvPr/>
          </p:nvSpPr>
          <p:spPr>
            <a:xfrm>
              <a:off x="647708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54" name="Google Shape;6054;p18"/>
            <p:cNvSpPr/>
            <p:nvPr/>
          </p:nvSpPr>
          <p:spPr>
            <a:xfrm>
              <a:off x="685809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55" name="Google Shape;6055;p18"/>
            <p:cNvSpPr/>
            <p:nvPr/>
          </p:nvSpPr>
          <p:spPr>
            <a:xfrm>
              <a:off x="723909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56" name="Google Shape;6056;p18"/>
            <p:cNvSpPr/>
            <p:nvPr/>
          </p:nvSpPr>
          <p:spPr>
            <a:xfrm>
              <a:off x="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57" name="Google Shape;6057;p18"/>
            <p:cNvSpPr/>
            <p:nvPr/>
          </p:nvSpPr>
          <p:spPr>
            <a:xfrm>
              <a:off x="38100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58" name="Google Shape;6058;p18"/>
            <p:cNvSpPr/>
            <p:nvPr/>
          </p:nvSpPr>
          <p:spPr>
            <a:xfrm>
              <a:off x="76201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59" name="Google Shape;6059;p18"/>
            <p:cNvSpPr/>
            <p:nvPr/>
          </p:nvSpPr>
          <p:spPr>
            <a:xfrm>
              <a:off x="114301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60" name="Google Shape;6060;p18"/>
            <p:cNvSpPr/>
            <p:nvPr/>
          </p:nvSpPr>
          <p:spPr>
            <a:xfrm>
              <a:off x="152402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61" name="Google Shape;6061;p18"/>
            <p:cNvSpPr/>
            <p:nvPr/>
          </p:nvSpPr>
          <p:spPr>
            <a:xfrm>
              <a:off x="190502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62" name="Google Shape;6062;p18"/>
            <p:cNvSpPr/>
            <p:nvPr/>
          </p:nvSpPr>
          <p:spPr>
            <a:xfrm>
              <a:off x="228603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63" name="Google Shape;6063;p18"/>
            <p:cNvSpPr/>
            <p:nvPr/>
          </p:nvSpPr>
          <p:spPr>
            <a:xfrm>
              <a:off x="266703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64" name="Google Shape;6064;p18"/>
            <p:cNvSpPr/>
            <p:nvPr/>
          </p:nvSpPr>
          <p:spPr>
            <a:xfrm>
              <a:off x="304804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65" name="Google Shape;6065;p18"/>
            <p:cNvSpPr/>
            <p:nvPr/>
          </p:nvSpPr>
          <p:spPr>
            <a:xfrm>
              <a:off x="342904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66" name="Google Shape;6066;p18"/>
            <p:cNvSpPr/>
            <p:nvPr/>
          </p:nvSpPr>
          <p:spPr>
            <a:xfrm>
              <a:off x="381005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67" name="Google Shape;6067;p18"/>
            <p:cNvSpPr/>
            <p:nvPr/>
          </p:nvSpPr>
          <p:spPr>
            <a:xfrm>
              <a:off x="419105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68" name="Google Shape;6068;p18"/>
            <p:cNvSpPr/>
            <p:nvPr/>
          </p:nvSpPr>
          <p:spPr>
            <a:xfrm>
              <a:off x="457206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69" name="Google Shape;6069;p18"/>
            <p:cNvSpPr/>
            <p:nvPr/>
          </p:nvSpPr>
          <p:spPr>
            <a:xfrm>
              <a:off x="495306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70" name="Google Shape;6070;p18"/>
            <p:cNvSpPr/>
            <p:nvPr/>
          </p:nvSpPr>
          <p:spPr>
            <a:xfrm>
              <a:off x="533407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71" name="Google Shape;6071;p18"/>
            <p:cNvSpPr/>
            <p:nvPr/>
          </p:nvSpPr>
          <p:spPr>
            <a:xfrm>
              <a:off x="571507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72" name="Google Shape;6072;p18"/>
            <p:cNvSpPr/>
            <p:nvPr/>
          </p:nvSpPr>
          <p:spPr>
            <a:xfrm>
              <a:off x="609608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73" name="Google Shape;6073;p18"/>
            <p:cNvSpPr/>
            <p:nvPr/>
          </p:nvSpPr>
          <p:spPr>
            <a:xfrm>
              <a:off x="647708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74" name="Google Shape;6074;p18"/>
            <p:cNvSpPr/>
            <p:nvPr/>
          </p:nvSpPr>
          <p:spPr>
            <a:xfrm>
              <a:off x="685809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75" name="Google Shape;6075;p18"/>
            <p:cNvSpPr/>
            <p:nvPr/>
          </p:nvSpPr>
          <p:spPr>
            <a:xfrm>
              <a:off x="723909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76" name="Google Shape;6076;p18"/>
            <p:cNvSpPr/>
            <p:nvPr/>
          </p:nvSpPr>
          <p:spPr>
            <a:xfrm>
              <a:off x="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77" name="Google Shape;6077;p18"/>
            <p:cNvSpPr/>
            <p:nvPr/>
          </p:nvSpPr>
          <p:spPr>
            <a:xfrm>
              <a:off x="38100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78" name="Google Shape;6078;p18"/>
            <p:cNvSpPr/>
            <p:nvPr/>
          </p:nvSpPr>
          <p:spPr>
            <a:xfrm>
              <a:off x="76201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79" name="Google Shape;6079;p18"/>
            <p:cNvSpPr/>
            <p:nvPr/>
          </p:nvSpPr>
          <p:spPr>
            <a:xfrm>
              <a:off x="114301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80" name="Google Shape;6080;p18"/>
            <p:cNvSpPr/>
            <p:nvPr/>
          </p:nvSpPr>
          <p:spPr>
            <a:xfrm>
              <a:off x="152402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81" name="Google Shape;6081;p18"/>
            <p:cNvSpPr/>
            <p:nvPr/>
          </p:nvSpPr>
          <p:spPr>
            <a:xfrm>
              <a:off x="190502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82" name="Google Shape;6082;p18"/>
            <p:cNvSpPr/>
            <p:nvPr/>
          </p:nvSpPr>
          <p:spPr>
            <a:xfrm>
              <a:off x="228603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83" name="Google Shape;6083;p18"/>
            <p:cNvSpPr/>
            <p:nvPr/>
          </p:nvSpPr>
          <p:spPr>
            <a:xfrm>
              <a:off x="266703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84" name="Google Shape;6084;p18"/>
            <p:cNvSpPr/>
            <p:nvPr/>
          </p:nvSpPr>
          <p:spPr>
            <a:xfrm>
              <a:off x="304804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85" name="Google Shape;6085;p18"/>
            <p:cNvSpPr/>
            <p:nvPr/>
          </p:nvSpPr>
          <p:spPr>
            <a:xfrm>
              <a:off x="342904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86" name="Google Shape;6086;p18"/>
            <p:cNvSpPr/>
            <p:nvPr/>
          </p:nvSpPr>
          <p:spPr>
            <a:xfrm>
              <a:off x="381005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87" name="Google Shape;6087;p18"/>
            <p:cNvSpPr/>
            <p:nvPr/>
          </p:nvSpPr>
          <p:spPr>
            <a:xfrm>
              <a:off x="419105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88" name="Google Shape;6088;p18"/>
            <p:cNvSpPr/>
            <p:nvPr/>
          </p:nvSpPr>
          <p:spPr>
            <a:xfrm>
              <a:off x="457206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89" name="Google Shape;6089;p18"/>
            <p:cNvSpPr/>
            <p:nvPr/>
          </p:nvSpPr>
          <p:spPr>
            <a:xfrm>
              <a:off x="495306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90" name="Google Shape;6090;p18"/>
            <p:cNvSpPr/>
            <p:nvPr/>
          </p:nvSpPr>
          <p:spPr>
            <a:xfrm>
              <a:off x="533407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91" name="Google Shape;6091;p18"/>
            <p:cNvSpPr/>
            <p:nvPr/>
          </p:nvSpPr>
          <p:spPr>
            <a:xfrm>
              <a:off x="571507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92" name="Google Shape;6092;p18"/>
            <p:cNvSpPr/>
            <p:nvPr/>
          </p:nvSpPr>
          <p:spPr>
            <a:xfrm>
              <a:off x="609608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93" name="Google Shape;6093;p18"/>
            <p:cNvSpPr/>
            <p:nvPr/>
          </p:nvSpPr>
          <p:spPr>
            <a:xfrm>
              <a:off x="647708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94" name="Google Shape;6094;p18"/>
            <p:cNvSpPr/>
            <p:nvPr/>
          </p:nvSpPr>
          <p:spPr>
            <a:xfrm>
              <a:off x="685809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95" name="Google Shape;6095;p18"/>
            <p:cNvSpPr/>
            <p:nvPr/>
          </p:nvSpPr>
          <p:spPr>
            <a:xfrm>
              <a:off x="723909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96" name="Google Shape;6096;p18"/>
            <p:cNvSpPr/>
            <p:nvPr/>
          </p:nvSpPr>
          <p:spPr>
            <a:xfrm>
              <a:off x="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97" name="Google Shape;6097;p18"/>
            <p:cNvSpPr/>
            <p:nvPr/>
          </p:nvSpPr>
          <p:spPr>
            <a:xfrm>
              <a:off x="38100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98" name="Google Shape;6098;p18"/>
            <p:cNvSpPr/>
            <p:nvPr/>
          </p:nvSpPr>
          <p:spPr>
            <a:xfrm>
              <a:off x="76201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99" name="Google Shape;6099;p18"/>
            <p:cNvSpPr/>
            <p:nvPr/>
          </p:nvSpPr>
          <p:spPr>
            <a:xfrm>
              <a:off x="114301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00" name="Google Shape;6100;p18"/>
            <p:cNvSpPr/>
            <p:nvPr/>
          </p:nvSpPr>
          <p:spPr>
            <a:xfrm>
              <a:off x="152402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01" name="Google Shape;6101;p18"/>
            <p:cNvSpPr/>
            <p:nvPr/>
          </p:nvSpPr>
          <p:spPr>
            <a:xfrm>
              <a:off x="190502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02" name="Google Shape;6102;p18"/>
            <p:cNvSpPr/>
            <p:nvPr/>
          </p:nvSpPr>
          <p:spPr>
            <a:xfrm>
              <a:off x="228603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03" name="Google Shape;6103;p18"/>
            <p:cNvSpPr/>
            <p:nvPr/>
          </p:nvSpPr>
          <p:spPr>
            <a:xfrm>
              <a:off x="266703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04" name="Google Shape;6104;p18"/>
            <p:cNvSpPr/>
            <p:nvPr/>
          </p:nvSpPr>
          <p:spPr>
            <a:xfrm>
              <a:off x="304804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05" name="Google Shape;6105;p18"/>
            <p:cNvSpPr/>
            <p:nvPr/>
          </p:nvSpPr>
          <p:spPr>
            <a:xfrm>
              <a:off x="342904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06" name="Google Shape;6106;p18"/>
            <p:cNvSpPr/>
            <p:nvPr/>
          </p:nvSpPr>
          <p:spPr>
            <a:xfrm>
              <a:off x="381005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07" name="Google Shape;6107;p18"/>
            <p:cNvSpPr/>
            <p:nvPr/>
          </p:nvSpPr>
          <p:spPr>
            <a:xfrm>
              <a:off x="419105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08" name="Google Shape;6108;p18"/>
            <p:cNvSpPr/>
            <p:nvPr/>
          </p:nvSpPr>
          <p:spPr>
            <a:xfrm>
              <a:off x="457206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09" name="Google Shape;6109;p18"/>
            <p:cNvSpPr/>
            <p:nvPr/>
          </p:nvSpPr>
          <p:spPr>
            <a:xfrm>
              <a:off x="495306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10" name="Google Shape;6110;p18"/>
            <p:cNvSpPr/>
            <p:nvPr/>
          </p:nvSpPr>
          <p:spPr>
            <a:xfrm>
              <a:off x="533407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11" name="Google Shape;6111;p18"/>
            <p:cNvSpPr/>
            <p:nvPr/>
          </p:nvSpPr>
          <p:spPr>
            <a:xfrm>
              <a:off x="571507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12" name="Google Shape;6112;p18"/>
            <p:cNvSpPr/>
            <p:nvPr/>
          </p:nvSpPr>
          <p:spPr>
            <a:xfrm>
              <a:off x="609608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13" name="Google Shape;6113;p18"/>
            <p:cNvSpPr/>
            <p:nvPr/>
          </p:nvSpPr>
          <p:spPr>
            <a:xfrm>
              <a:off x="647708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14" name="Google Shape;6114;p18"/>
            <p:cNvSpPr/>
            <p:nvPr/>
          </p:nvSpPr>
          <p:spPr>
            <a:xfrm>
              <a:off x="685809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15" name="Google Shape;6115;p18"/>
            <p:cNvSpPr/>
            <p:nvPr/>
          </p:nvSpPr>
          <p:spPr>
            <a:xfrm>
              <a:off x="723909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16" name="Google Shape;6116;p18"/>
            <p:cNvSpPr/>
            <p:nvPr/>
          </p:nvSpPr>
          <p:spPr>
            <a:xfrm>
              <a:off x="7620110" y="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17" name="Google Shape;6117;p18"/>
            <p:cNvSpPr/>
            <p:nvPr/>
          </p:nvSpPr>
          <p:spPr>
            <a:xfrm>
              <a:off x="8001115" y="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18" name="Google Shape;6118;p18"/>
            <p:cNvSpPr/>
            <p:nvPr/>
          </p:nvSpPr>
          <p:spPr>
            <a:xfrm>
              <a:off x="8382120" y="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19" name="Google Shape;6119;p18"/>
            <p:cNvSpPr/>
            <p:nvPr/>
          </p:nvSpPr>
          <p:spPr>
            <a:xfrm>
              <a:off x="8763125" y="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20" name="Google Shape;6120;p18"/>
            <p:cNvSpPr/>
            <p:nvPr/>
          </p:nvSpPr>
          <p:spPr>
            <a:xfrm>
              <a:off x="7620110" y="342894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21" name="Google Shape;6121;p18"/>
            <p:cNvSpPr/>
            <p:nvPr/>
          </p:nvSpPr>
          <p:spPr>
            <a:xfrm>
              <a:off x="8001115" y="342894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22" name="Google Shape;6122;p18"/>
            <p:cNvSpPr/>
            <p:nvPr/>
          </p:nvSpPr>
          <p:spPr>
            <a:xfrm>
              <a:off x="8382120" y="342894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23" name="Google Shape;6123;p18"/>
            <p:cNvSpPr/>
            <p:nvPr/>
          </p:nvSpPr>
          <p:spPr>
            <a:xfrm>
              <a:off x="8763125" y="342894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24" name="Google Shape;6124;p18"/>
            <p:cNvSpPr/>
            <p:nvPr/>
          </p:nvSpPr>
          <p:spPr>
            <a:xfrm>
              <a:off x="7620110" y="685788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25" name="Google Shape;6125;p18"/>
            <p:cNvSpPr/>
            <p:nvPr/>
          </p:nvSpPr>
          <p:spPr>
            <a:xfrm>
              <a:off x="8001115" y="685788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26" name="Google Shape;6126;p18"/>
            <p:cNvSpPr/>
            <p:nvPr/>
          </p:nvSpPr>
          <p:spPr>
            <a:xfrm>
              <a:off x="8382120" y="685788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27" name="Google Shape;6127;p18"/>
            <p:cNvSpPr/>
            <p:nvPr/>
          </p:nvSpPr>
          <p:spPr>
            <a:xfrm>
              <a:off x="8763125" y="685788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28" name="Google Shape;6128;p18"/>
            <p:cNvSpPr/>
            <p:nvPr/>
          </p:nvSpPr>
          <p:spPr>
            <a:xfrm>
              <a:off x="7620110" y="1028682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29" name="Google Shape;6129;p18"/>
            <p:cNvSpPr/>
            <p:nvPr/>
          </p:nvSpPr>
          <p:spPr>
            <a:xfrm>
              <a:off x="8001115" y="1028682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30" name="Google Shape;6130;p18"/>
            <p:cNvSpPr/>
            <p:nvPr/>
          </p:nvSpPr>
          <p:spPr>
            <a:xfrm>
              <a:off x="8382120" y="1028682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31" name="Google Shape;6131;p18"/>
            <p:cNvSpPr/>
            <p:nvPr/>
          </p:nvSpPr>
          <p:spPr>
            <a:xfrm>
              <a:off x="8763125" y="1028682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32" name="Google Shape;6132;p18"/>
            <p:cNvSpPr/>
            <p:nvPr/>
          </p:nvSpPr>
          <p:spPr>
            <a:xfrm>
              <a:off x="7620110" y="1371576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33" name="Google Shape;6133;p18"/>
            <p:cNvSpPr/>
            <p:nvPr/>
          </p:nvSpPr>
          <p:spPr>
            <a:xfrm>
              <a:off x="8001115" y="1371576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34" name="Google Shape;6134;p18"/>
            <p:cNvSpPr/>
            <p:nvPr/>
          </p:nvSpPr>
          <p:spPr>
            <a:xfrm>
              <a:off x="8382120" y="1371576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35" name="Google Shape;6135;p18"/>
            <p:cNvSpPr/>
            <p:nvPr/>
          </p:nvSpPr>
          <p:spPr>
            <a:xfrm>
              <a:off x="8763125" y="1371576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36" name="Google Shape;6136;p18"/>
            <p:cNvSpPr/>
            <p:nvPr/>
          </p:nvSpPr>
          <p:spPr>
            <a:xfrm>
              <a:off x="7620110" y="171447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37" name="Google Shape;6137;p18"/>
            <p:cNvSpPr/>
            <p:nvPr/>
          </p:nvSpPr>
          <p:spPr>
            <a:xfrm>
              <a:off x="8001115" y="171447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38" name="Google Shape;6138;p18"/>
            <p:cNvSpPr/>
            <p:nvPr/>
          </p:nvSpPr>
          <p:spPr>
            <a:xfrm>
              <a:off x="8382120" y="171447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39" name="Google Shape;6139;p18"/>
            <p:cNvSpPr/>
            <p:nvPr/>
          </p:nvSpPr>
          <p:spPr>
            <a:xfrm>
              <a:off x="8763125" y="171447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40" name="Google Shape;6140;p18"/>
            <p:cNvSpPr/>
            <p:nvPr/>
          </p:nvSpPr>
          <p:spPr>
            <a:xfrm>
              <a:off x="7620110" y="205736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41" name="Google Shape;6141;p18"/>
            <p:cNvSpPr/>
            <p:nvPr/>
          </p:nvSpPr>
          <p:spPr>
            <a:xfrm>
              <a:off x="8001115" y="205736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42" name="Google Shape;6142;p18"/>
            <p:cNvSpPr/>
            <p:nvPr/>
          </p:nvSpPr>
          <p:spPr>
            <a:xfrm>
              <a:off x="8382120" y="205736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43" name="Google Shape;6143;p18"/>
            <p:cNvSpPr/>
            <p:nvPr/>
          </p:nvSpPr>
          <p:spPr>
            <a:xfrm>
              <a:off x="8763125" y="205736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44" name="Google Shape;6144;p18"/>
            <p:cNvSpPr/>
            <p:nvPr/>
          </p:nvSpPr>
          <p:spPr>
            <a:xfrm>
              <a:off x="7620110" y="2400259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45" name="Google Shape;6145;p18"/>
            <p:cNvSpPr/>
            <p:nvPr/>
          </p:nvSpPr>
          <p:spPr>
            <a:xfrm>
              <a:off x="8001115" y="2400259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46" name="Google Shape;6146;p18"/>
            <p:cNvSpPr/>
            <p:nvPr/>
          </p:nvSpPr>
          <p:spPr>
            <a:xfrm>
              <a:off x="8382120" y="2400259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47" name="Google Shape;6147;p18"/>
            <p:cNvSpPr/>
            <p:nvPr/>
          </p:nvSpPr>
          <p:spPr>
            <a:xfrm>
              <a:off x="8763125" y="2400259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48" name="Google Shape;6148;p18"/>
            <p:cNvSpPr/>
            <p:nvPr/>
          </p:nvSpPr>
          <p:spPr>
            <a:xfrm>
              <a:off x="7620110" y="274315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49" name="Google Shape;6149;p18"/>
            <p:cNvSpPr/>
            <p:nvPr/>
          </p:nvSpPr>
          <p:spPr>
            <a:xfrm>
              <a:off x="8001115" y="274315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50" name="Google Shape;6150;p18"/>
            <p:cNvSpPr/>
            <p:nvPr/>
          </p:nvSpPr>
          <p:spPr>
            <a:xfrm>
              <a:off x="8382120" y="274315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51" name="Google Shape;6151;p18"/>
            <p:cNvSpPr/>
            <p:nvPr/>
          </p:nvSpPr>
          <p:spPr>
            <a:xfrm>
              <a:off x="8763125" y="274315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52" name="Google Shape;6152;p18"/>
            <p:cNvSpPr/>
            <p:nvPr/>
          </p:nvSpPr>
          <p:spPr>
            <a:xfrm>
              <a:off x="7620110" y="308604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53" name="Google Shape;6153;p18"/>
            <p:cNvSpPr/>
            <p:nvPr/>
          </p:nvSpPr>
          <p:spPr>
            <a:xfrm>
              <a:off x="8001115" y="308604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54" name="Google Shape;6154;p18"/>
            <p:cNvSpPr/>
            <p:nvPr/>
          </p:nvSpPr>
          <p:spPr>
            <a:xfrm>
              <a:off x="8382120" y="308604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55" name="Google Shape;6155;p18"/>
            <p:cNvSpPr/>
            <p:nvPr/>
          </p:nvSpPr>
          <p:spPr>
            <a:xfrm>
              <a:off x="8763125" y="308604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56" name="Google Shape;6156;p18"/>
            <p:cNvSpPr/>
            <p:nvPr/>
          </p:nvSpPr>
          <p:spPr>
            <a:xfrm>
              <a:off x="7620110" y="342894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57" name="Google Shape;6157;p18"/>
            <p:cNvSpPr/>
            <p:nvPr/>
          </p:nvSpPr>
          <p:spPr>
            <a:xfrm>
              <a:off x="8001115" y="342894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58" name="Google Shape;6158;p18"/>
            <p:cNvSpPr/>
            <p:nvPr/>
          </p:nvSpPr>
          <p:spPr>
            <a:xfrm>
              <a:off x="8382120" y="342894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59" name="Google Shape;6159;p18"/>
            <p:cNvSpPr/>
            <p:nvPr/>
          </p:nvSpPr>
          <p:spPr>
            <a:xfrm>
              <a:off x="8763125" y="342894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60" name="Google Shape;6160;p18"/>
            <p:cNvSpPr/>
            <p:nvPr/>
          </p:nvSpPr>
          <p:spPr>
            <a:xfrm>
              <a:off x="7620110" y="377182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61" name="Google Shape;6161;p18"/>
            <p:cNvSpPr/>
            <p:nvPr/>
          </p:nvSpPr>
          <p:spPr>
            <a:xfrm>
              <a:off x="8001115" y="377182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62" name="Google Shape;6162;p18"/>
            <p:cNvSpPr/>
            <p:nvPr/>
          </p:nvSpPr>
          <p:spPr>
            <a:xfrm>
              <a:off x="8382120" y="377182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63" name="Google Shape;6163;p18"/>
            <p:cNvSpPr/>
            <p:nvPr/>
          </p:nvSpPr>
          <p:spPr>
            <a:xfrm>
              <a:off x="8763125" y="377182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64" name="Google Shape;6164;p18"/>
            <p:cNvSpPr/>
            <p:nvPr/>
          </p:nvSpPr>
          <p:spPr>
            <a:xfrm>
              <a:off x="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65" name="Google Shape;6165;p18"/>
            <p:cNvSpPr/>
            <p:nvPr/>
          </p:nvSpPr>
          <p:spPr>
            <a:xfrm>
              <a:off x="38100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66" name="Google Shape;6166;p18"/>
            <p:cNvSpPr/>
            <p:nvPr/>
          </p:nvSpPr>
          <p:spPr>
            <a:xfrm>
              <a:off x="76201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67" name="Google Shape;6167;p18"/>
            <p:cNvSpPr/>
            <p:nvPr/>
          </p:nvSpPr>
          <p:spPr>
            <a:xfrm>
              <a:off x="114301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68" name="Google Shape;6168;p18"/>
            <p:cNvSpPr/>
            <p:nvPr/>
          </p:nvSpPr>
          <p:spPr>
            <a:xfrm>
              <a:off x="152402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69" name="Google Shape;6169;p18"/>
            <p:cNvSpPr/>
            <p:nvPr/>
          </p:nvSpPr>
          <p:spPr>
            <a:xfrm>
              <a:off x="190502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70" name="Google Shape;6170;p18"/>
            <p:cNvSpPr/>
            <p:nvPr/>
          </p:nvSpPr>
          <p:spPr>
            <a:xfrm>
              <a:off x="228603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71" name="Google Shape;6171;p18"/>
            <p:cNvSpPr/>
            <p:nvPr/>
          </p:nvSpPr>
          <p:spPr>
            <a:xfrm>
              <a:off x="266703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72" name="Google Shape;6172;p18"/>
            <p:cNvSpPr/>
            <p:nvPr/>
          </p:nvSpPr>
          <p:spPr>
            <a:xfrm>
              <a:off x="304804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73" name="Google Shape;6173;p18"/>
            <p:cNvSpPr/>
            <p:nvPr/>
          </p:nvSpPr>
          <p:spPr>
            <a:xfrm>
              <a:off x="342904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74" name="Google Shape;6174;p18"/>
            <p:cNvSpPr/>
            <p:nvPr/>
          </p:nvSpPr>
          <p:spPr>
            <a:xfrm>
              <a:off x="381005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75" name="Google Shape;6175;p18"/>
            <p:cNvSpPr/>
            <p:nvPr/>
          </p:nvSpPr>
          <p:spPr>
            <a:xfrm>
              <a:off x="419105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76" name="Google Shape;6176;p18"/>
            <p:cNvSpPr/>
            <p:nvPr/>
          </p:nvSpPr>
          <p:spPr>
            <a:xfrm>
              <a:off x="457206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77" name="Google Shape;6177;p18"/>
            <p:cNvSpPr/>
            <p:nvPr/>
          </p:nvSpPr>
          <p:spPr>
            <a:xfrm>
              <a:off x="495306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78" name="Google Shape;6178;p18"/>
            <p:cNvSpPr/>
            <p:nvPr/>
          </p:nvSpPr>
          <p:spPr>
            <a:xfrm>
              <a:off x="533407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79" name="Google Shape;6179;p18"/>
            <p:cNvSpPr/>
            <p:nvPr/>
          </p:nvSpPr>
          <p:spPr>
            <a:xfrm>
              <a:off x="571507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80" name="Google Shape;6180;p18"/>
            <p:cNvSpPr/>
            <p:nvPr/>
          </p:nvSpPr>
          <p:spPr>
            <a:xfrm>
              <a:off x="609608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81" name="Google Shape;6181;p18"/>
            <p:cNvSpPr/>
            <p:nvPr/>
          </p:nvSpPr>
          <p:spPr>
            <a:xfrm>
              <a:off x="647708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82" name="Google Shape;6182;p18"/>
            <p:cNvSpPr/>
            <p:nvPr/>
          </p:nvSpPr>
          <p:spPr>
            <a:xfrm>
              <a:off x="685809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83" name="Google Shape;6183;p18"/>
            <p:cNvSpPr/>
            <p:nvPr/>
          </p:nvSpPr>
          <p:spPr>
            <a:xfrm>
              <a:off x="723909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84" name="Google Shape;6184;p18"/>
            <p:cNvSpPr/>
            <p:nvPr/>
          </p:nvSpPr>
          <p:spPr>
            <a:xfrm>
              <a:off x="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85" name="Google Shape;6185;p18"/>
            <p:cNvSpPr/>
            <p:nvPr/>
          </p:nvSpPr>
          <p:spPr>
            <a:xfrm>
              <a:off x="38100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86" name="Google Shape;6186;p18"/>
            <p:cNvSpPr/>
            <p:nvPr/>
          </p:nvSpPr>
          <p:spPr>
            <a:xfrm>
              <a:off x="76201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87" name="Google Shape;6187;p18"/>
            <p:cNvSpPr/>
            <p:nvPr/>
          </p:nvSpPr>
          <p:spPr>
            <a:xfrm>
              <a:off x="114301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88" name="Google Shape;6188;p18"/>
            <p:cNvSpPr/>
            <p:nvPr/>
          </p:nvSpPr>
          <p:spPr>
            <a:xfrm>
              <a:off x="152402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89" name="Google Shape;6189;p18"/>
            <p:cNvSpPr/>
            <p:nvPr/>
          </p:nvSpPr>
          <p:spPr>
            <a:xfrm>
              <a:off x="190502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90" name="Google Shape;6190;p18"/>
            <p:cNvSpPr/>
            <p:nvPr/>
          </p:nvSpPr>
          <p:spPr>
            <a:xfrm>
              <a:off x="228603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91" name="Google Shape;6191;p18"/>
            <p:cNvSpPr/>
            <p:nvPr/>
          </p:nvSpPr>
          <p:spPr>
            <a:xfrm>
              <a:off x="266703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92" name="Google Shape;6192;p18"/>
            <p:cNvSpPr/>
            <p:nvPr/>
          </p:nvSpPr>
          <p:spPr>
            <a:xfrm>
              <a:off x="304804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93" name="Google Shape;6193;p18"/>
            <p:cNvSpPr/>
            <p:nvPr/>
          </p:nvSpPr>
          <p:spPr>
            <a:xfrm>
              <a:off x="342904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94" name="Google Shape;6194;p18"/>
            <p:cNvSpPr/>
            <p:nvPr/>
          </p:nvSpPr>
          <p:spPr>
            <a:xfrm>
              <a:off x="381005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95" name="Google Shape;6195;p18"/>
            <p:cNvSpPr/>
            <p:nvPr/>
          </p:nvSpPr>
          <p:spPr>
            <a:xfrm>
              <a:off x="419105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96" name="Google Shape;6196;p18"/>
            <p:cNvSpPr/>
            <p:nvPr/>
          </p:nvSpPr>
          <p:spPr>
            <a:xfrm>
              <a:off x="457206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97" name="Google Shape;6197;p18"/>
            <p:cNvSpPr/>
            <p:nvPr/>
          </p:nvSpPr>
          <p:spPr>
            <a:xfrm>
              <a:off x="495306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98" name="Google Shape;6198;p18"/>
            <p:cNvSpPr/>
            <p:nvPr/>
          </p:nvSpPr>
          <p:spPr>
            <a:xfrm>
              <a:off x="533407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99" name="Google Shape;6199;p18"/>
            <p:cNvSpPr/>
            <p:nvPr/>
          </p:nvSpPr>
          <p:spPr>
            <a:xfrm>
              <a:off x="571507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00" name="Google Shape;6200;p18"/>
            <p:cNvSpPr/>
            <p:nvPr/>
          </p:nvSpPr>
          <p:spPr>
            <a:xfrm>
              <a:off x="609608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01" name="Google Shape;6201;p18"/>
            <p:cNvSpPr/>
            <p:nvPr/>
          </p:nvSpPr>
          <p:spPr>
            <a:xfrm>
              <a:off x="647708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02" name="Google Shape;6202;p18"/>
            <p:cNvSpPr/>
            <p:nvPr/>
          </p:nvSpPr>
          <p:spPr>
            <a:xfrm>
              <a:off x="685809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03" name="Google Shape;6203;p18"/>
            <p:cNvSpPr/>
            <p:nvPr/>
          </p:nvSpPr>
          <p:spPr>
            <a:xfrm>
              <a:off x="723909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04" name="Google Shape;6204;p18"/>
            <p:cNvSpPr/>
            <p:nvPr/>
          </p:nvSpPr>
          <p:spPr>
            <a:xfrm>
              <a:off x="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05" name="Google Shape;6205;p18"/>
            <p:cNvSpPr/>
            <p:nvPr/>
          </p:nvSpPr>
          <p:spPr>
            <a:xfrm>
              <a:off x="38100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06" name="Google Shape;6206;p18"/>
            <p:cNvSpPr/>
            <p:nvPr/>
          </p:nvSpPr>
          <p:spPr>
            <a:xfrm>
              <a:off x="76201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07" name="Google Shape;6207;p18"/>
            <p:cNvSpPr/>
            <p:nvPr/>
          </p:nvSpPr>
          <p:spPr>
            <a:xfrm>
              <a:off x="114301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08" name="Google Shape;6208;p18"/>
            <p:cNvSpPr/>
            <p:nvPr/>
          </p:nvSpPr>
          <p:spPr>
            <a:xfrm>
              <a:off x="152402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09" name="Google Shape;6209;p18"/>
            <p:cNvSpPr/>
            <p:nvPr/>
          </p:nvSpPr>
          <p:spPr>
            <a:xfrm>
              <a:off x="190502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10" name="Google Shape;6210;p18"/>
            <p:cNvSpPr/>
            <p:nvPr/>
          </p:nvSpPr>
          <p:spPr>
            <a:xfrm>
              <a:off x="228603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11" name="Google Shape;6211;p18"/>
            <p:cNvSpPr/>
            <p:nvPr/>
          </p:nvSpPr>
          <p:spPr>
            <a:xfrm>
              <a:off x="266703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12" name="Google Shape;6212;p18"/>
            <p:cNvSpPr/>
            <p:nvPr/>
          </p:nvSpPr>
          <p:spPr>
            <a:xfrm>
              <a:off x="304804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13" name="Google Shape;6213;p18"/>
            <p:cNvSpPr/>
            <p:nvPr/>
          </p:nvSpPr>
          <p:spPr>
            <a:xfrm>
              <a:off x="342904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14" name="Google Shape;6214;p18"/>
            <p:cNvSpPr/>
            <p:nvPr/>
          </p:nvSpPr>
          <p:spPr>
            <a:xfrm>
              <a:off x="381005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15" name="Google Shape;6215;p18"/>
            <p:cNvSpPr/>
            <p:nvPr/>
          </p:nvSpPr>
          <p:spPr>
            <a:xfrm>
              <a:off x="419105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16" name="Google Shape;6216;p18"/>
            <p:cNvSpPr/>
            <p:nvPr/>
          </p:nvSpPr>
          <p:spPr>
            <a:xfrm>
              <a:off x="457206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17" name="Google Shape;6217;p18"/>
            <p:cNvSpPr/>
            <p:nvPr/>
          </p:nvSpPr>
          <p:spPr>
            <a:xfrm>
              <a:off x="495306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18" name="Google Shape;6218;p18"/>
            <p:cNvSpPr/>
            <p:nvPr/>
          </p:nvSpPr>
          <p:spPr>
            <a:xfrm>
              <a:off x="533407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19" name="Google Shape;6219;p18"/>
            <p:cNvSpPr/>
            <p:nvPr/>
          </p:nvSpPr>
          <p:spPr>
            <a:xfrm>
              <a:off x="571507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20" name="Google Shape;6220;p18"/>
            <p:cNvSpPr/>
            <p:nvPr/>
          </p:nvSpPr>
          <p:spPr>
            <a:xfrm>
              <a:off x="609608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21" name="Google Shape;6221;p18"/>
            <p:cNvSpPr/>
            <p:nvPr/>
          </p:nvSpPr>
          <p:spPr>
            <a:xfrm>
              <a:off x="647708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22" name="Google Shape;6222;p18"/>
            <p:cNvSpPr/>
            <p:nvPr/>
          </p:nvSpPr>
          <p:spPr>
            <a:xfrm>
              <a:off x="685809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23" name="Google Shape;6223;p18"/>
            <p:cNvSpPr/>
            <p:nvPr/>
          </p:nvSpPr>
          <p:spPr>
            <a:xfrm>
              <a:off x="723909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24" name="Google Shape;6224;p18"/>
            <p:cNvSpPr/>
            <p:nvPr/>
          </p:nvSpPr>
          <p:spPr>
            <a:xfrm>
              <a:off x="7620110" y="411471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25" name="Google Shape;6225;p18"/>
            <p:cNvSpPr/>
            <p:nvPr/>
          </p:nvSpPr>
          <p:spPr>
            <a:xfrm>
              <a:off x="8001115" y="411471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26" name="Google Shape;6226;p18"/>
            <p:cNvSpPr/>
            <p:nvPr/>
          </p:nvSpPr>
          <p:spPr>
            <a:xfrm>
              <a:off x="8382120" y="411471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27" name="Google Shape;6227;p18"/>
            <p:cNvSpPr/>
            <p:nvPr/>
          </p:nvSpPr>
          <p:spPr>
            <a:xfrm>
              <a:off x="8763125" y="411471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28" name="Google Shape;6228;p18"/>
            <p:cNvSpPr/>
            <p:nvPr/>
          </p:nvSpPr>
          <p:spPr>
            <a:xfrm>
              <a:off x="7620110" y="445760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29" name="Google Shape;6229;p18"/>
            <p:cNvSpPr/>
            <p:nvPr/>
          </p:nvSpPr>
          <p:spPr>
            <a:xfrm>
              <a:off x="8001115" y="445760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30" name="Google Shape;6230;p18"/>
            <p:cNvSpPr/>
            <p:nvPr/>
          </p:nvSpPr>
          <p:spPr>
            <a:xfrm>
              <a:off x="8382120" y="445760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31" name="Google Shape;6231;p18"/>
            <p:cNvSpPr/>
            <p:nvPr/>
          </p:nvSpPr>
          <p:spPr>
            <a:xfrm>
              <a:off x="8763125" y="445760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32" name="Google Shape;6232;p18"/>
            <p:cNvSpPr/>
            <p:nvPr/>
          </p:nvSpPr>
          <p:spPr>
            <a:xfrm>
              <a:off x="7620110" y="480049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33" name="Google Shape;6233;p18"/>
            <p:cNvSpPr/>
            <p:nvPr/>
          </p:nvSpPr>
          <p:spPr>
            <a:xfrm>
              <a:off x="8001115" y="480049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34" name="Google Shape;6234;p18"/>
            <p:cNvSpPr/>
            <p:nvPr/>
          </p:nvSpPr>
          <p:spPr>
            <a:xfrm>
              <a:off x="8382120" y="480049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35" name="Google Shape;6235;p18"/>
            <p:cNvSpPr/>
            <p:nvPr/>
          </p:nvSpPr>
          <p:spPr>
            <a:xfrm>
              <a:off x="8763125" y="480049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236" name="Google Shape;6236;p18"/>
          <p:cNvSpPr/>
          <p:nvPr/>
        </p:nvSpPr>
        <p:spPr>
          <a:xfrm flipH="1">
            <a:off x="0" y="0"/>
            <a:ext cx="9144000" cy="5143500"/>
          </a:xfrm>
          <a:prstGeom prst="rtTriangle">
            <a:avLst/>
          </a:prstGeom>
          <a:solidFill>
            <a:srgbClr val="005051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237" name="Google Shape;6237;p18"/>
          <p:cNvGrpSpPr/>
          <p:nvPr/>
        </p:nvGrpSpPr>
        <p:grpSpPr>
          <a:xfrm>
            <a:off x="553048" y="535000"/>
            <a:ext cx="8105852" cy="4302000"/>
            <a:chOff x="553048" y="535000"/>
            <a:chExt cx="8105852" cy="4302000"/>
          </a:xfrm>
        </p:grpSpPr>
        <p:sp>
          <p:nvSpPr>
            <p:cNvPr id="6238" name="Google Shape;6238;p18"/>
            <p:cNvSpPr/>
            <p:nvPr/>
          </p:nvSpPr>
          <p:spPr>
            <a:xfrm>
              <a:off x="942300" y="763600"/>
              <a:ext cx="7716600" cy="4073400"/>
            </a:xfrm>
            <a:prstGeom prst="roundRect">
              <a:avLst>
                <a:gd fmla="val 2480" name="adj"/>
              </a:avLst>
            </a:prstGeom>
            <a:solidFill>
              <a:srgbClr val="222828">
                <a:alpha val="2039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39" name="Google Shape;6239;p18"/>
            <p:cNvSpPr/>
            <p:nvPr/>
          </p:nvSpPr>
          <p:spPr>
            <a:xfrm>
              <a:off x="712275" y="535000"/>
              <a:ext cx="7716600" cy="4073400"/>
            </a:xfrm>
            <a:prstGeom prst="roundRect">
              <a:avLst>
                <a:gd fmla="val 2480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40" name="Google Shape;6240;p18"/>
            <p:cNvSpPr/>
            <p:nvPr/>
          </p:nvSpPr>
          <p:spPr>
            <a:xfrm>
              <a:off x="848698" y="898261"/>
              <a:ext cx="317374" cy="317436"/>
            </a:xfrm>
            <a:custGeom>
              <a:rect b="b" l="l" r="r" t="t"/>
              <a:pathLst>
                <a:path extrusionOk="0" h="15212" w="15209">
                  <a:moveTo>
                    <a:pt x="7604" y="0"/>
                  </a:moveTo>
                  <a:cubicBezTo>
                    <a:pt x="3404" y="0"/>
                    <a:pt x="0" y="3405"/>
                    <a:pt x="0" y="7605"/>
                  </a:cubicBezTo>
                  <a:cubicBezTo>
                    <a:pt x="0" y="11805"/>
                    <a:pt x="3404" y="15212"/>
                    <a:pt x="7604" y="15212"/>
                  </a:cubicBezTo>
                  <a:cubicBezTo>
                    <a:pt x="11804" y="15212"/>
                    <a:pt x="15209" y="11805"/>
                    <a:pt x="15209" y="7605"/>
                  </a:cubicBezTo>
                  <a:cubicBezTo>
                    <a:pt x="15209" y="3405"/>
                    <a:pt x="11804" y="0"/>
                    <a:pt x="760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41" name="Google Shape;6241;p18"/>
            <p:cNvSpPr/>
            <p:nvPr/>
          </p:nvSpPr>
          <p:spPr>
            <a:xfrm>
              <a:off x="553048" y="931482"/>
              <a:ext cx="549400" cy="250994"/>
            </a:xfrm>
            <a:custGeom>
              <a:rect b="b" l="l" r="r" t="t"/>
              <a:pathLst>
                <a:path extrusionOk="0" h="12028" w="26328">
                  <a:moveTo>
                    <a:pt x="1493" y="0"/>
                  </a:moveTo>
                  <a:cubicBezTo>
                    <a:pt x="671" y="0"/>
                    <a:pt x="0" y="668"/>
                    <a:pt x="0" y="1494"/>
                  </a:cubicBezTo>
                  <a:cubicBezTo>
                    <a:pt x="0" y="2319"/>
                    <a:pt x="671" y="2990"/>
                    <a:pt x="1493" y="2990"/>
                  </a:cubicBezTo>
                  <a:lnTo>
                    <a:pt x="19596" y="2990"/>
                  </a:lnTo>
                  <a:cubicBezTo>
                    <a:pt x="21591" y="2990"/>
                    <a:pt x="23340" y="4081"/>
                    <a:pt x="23340" y="5330"/>
                  </a:cubicBezTo>
                  <a:lnTo>
                    <a:pt x="23340" y="6698"/>
                  </a:lnTo>
                  <a:cubicBezTo>
                    <a:pt x="23340" y="7944"/>
                    <a:pt x="21591" y="9038"/>
                    <a:pt x="19596" y="9038"/>
                  </a:cubicBezTo>
                  <a:lnTo>
                    <a:pt x="1493" y="9038"/>
                  </a:lnTo>
                  <a:cubicBezTo>
                    <a:pt x="671" y="9038"/>
                    <a:pt x="0" y="9706"/>
                    <a:pt x="0" y="10532"/>
                  </a:cubicBezTo>
                  <a:cubicBezTo>
                    <a:pt x="0" y="11357"/>
                    <a:pt x="671" y="12028"/>
                    <a:pt x="1493" y="12028"/>
                  </a:cubicBezTo>
                  <a:lnTo>
                    <a:pt x="19596" y="12028"/>
                  </a:lnTo>
                  <a:lnTo>
                    <a:pt x="19596" y="12025"/>
                  </a:lnTo>
                  <a:cubicBezTo>
                    <a:pt x="23370" y="12025"/>
                    <a:pt x="26327" y="9685"/>
                    <a:pt x="26327" y="6695"/>
                  </a:cubicBezTo>
                  <a:lnTo>
                    <a:pt x="26327" y="5327"/>
                  </a:lnTo>
                  <a:cubicBezTo>
                    <a:pt x="26327" y="2340"/>
                    <a:pt x="23370" y="0"/>
                    <a:pt x="19596" y="0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42" name="Google Shape;6242;p18"/>
            <p:cNvSpPr/>
            <p:nvPr/>
          </p:nvSpPr>
          <p:spPr>
            <a:xfrm>
              <a:off x="848698" y="1332681"/>
              <a:ext cx="317374" cy="317457"/>
            </a:xfrm>
            <a:custGeom>
              <a:rect b="b" l="l" r="r" t="t"/>
              <a:pathLst>
                <a:path extrusionOk="0" h="15213" w="15209">
                  <a:moveTo>
                    <a:pt x="7604" y="1"/>
                  </a:moveTo>
                  <a:cubicBezTo>
                    <a:pt x="3404" y="1"/>
                    <a:pt x="0" y="3408"/>
                    <a:pt x="0" y="7608"/>
                  </a:cubicBezTo>
                  <a:cubicBezTo>
                    <a:pt x="0" y="11808"/>
                    <a:pt x="3404" y="15212"/>
                    <a:pt x="7604" y="15212"/>
                  </a:cubicBezTo>
                  <a:cubicBezTo>
                    <a:pt x="11804" y="15212"/>
                    <a:pt x="15209" y="11808"/>
                    <a:pt x="15209" y="7608"/>
                  </a:cubicBezTo>
                  <a:cubicBezTo>
                    <a:pt x="15209" y="3408"/>
                    <a:pt x="11804" y="1"/>
                    <a:pt x="760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43" name="Google Shape;6243;p18"/>
            <p:cNvSpPr/>
            <p:nvPr/>
          </p:nvSpPr>
          <p:spPr>
            <a:xfrm>
              <a:off x="553048" y="1365902"/>
              <a:ext cx="549400" cy="251015"/>
            </a:xfrm>
            <a:custGeom>
              <a:rect b="b" l="l" r="r" t="t"/>
              <a:pathLst>
                <a:path extrusionOk="0" h="12029" w="26328">
                  <a:moveTo>
                    <a:pt x="1493" y="1"/>
                  </a:moveTo>
                  <a:cubicBezTo>
                    <a:pt x="671" y="1"/>
                    <a:pt x="0" y="671"/>
                    <a:pt x="0" y="1497"/>
                  </a:cubicBezTo>
                  <a:cubicBezTo>
                    <a:pt x="0" y="2320"/>
                    <a:pt x="671" y="2990"/>
                    <a:pt x="1493" y="2990"/>
                  </a:cubicBezTo>
                  <a:lnTo>
                    <a:pt x="19596" y="2990"/>
                  </a:lnTo>
                  <a:cubicBezTo>
                    <a:pt x="21591" y="2990"/>
                    <a:pt x="23340" y="4084"/>
                    <a:pt x="23340" y="5330"/>
                  </a:cubicBezTo>
                  <a:lnTo>
                    <a:pt x="23340" y="6699"/>
                  </a:lnTo>
                  <a:cubicBezTo>
                    <a:pt x="23340" y="7948"/>
                    <a:pt x="21591" y="9042"/>
                    <a:pt x="19596" y="9042"/>
                  </a:cubicBezTo>
                  <a:lnTo>
                    <a:pt x="1493" y="9042"/>
                  </a:lnTo>
                  <a:cubicBezTo>
                    <a:pt x="671" y="9042"/>
                    <a:pt x="0" y="9709"/>
                    <a:pt x="0" y="10535"/>
                  </a:cubicBezTo>
                  <a:cubicBezTo>
                    <a:pt x="0" y="11361"/>
                    <a:pt x="671" y="12028"/>
                    <a:pt x="1493" y="12028"/>
                  </a:cubicBezTo>
                  <a:lnTo>
                    <a:pt x="19596" y="12028"/>
                  </a:lnTo>
                  <a:cubicBezTo>
                    <a:pt x="23370" y="12028"/>
                    <a:pt x="26327" y="9688"/>
                    <a:pt x="26327" y="6699"/>
                  </a:cubicBezTo>
                  <a:lnTo>
                    <a:pt x="26327" y="5330"/>
                  </a:lnTo>
                  <a:cubicBezTo>
                    <a:pt x="26327" y="2344"/>
                    <a:pt x="23370" y="1"/>
                    <a:pt x="19596" y="1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44" name="Google Shape;6244;p18"/>
            <p:cNvSpPr/>
            <p:nvPr/>
          </p:nvSpPr>
          <p:spPr>
            <a:xfrm>
              <a:off x="848698" y="1767184"/>
              <a:ext cx="317374" cy="317436"/>
            </a:xfrm>
            <a:custGeom>
              <a:rect b="b" l="l" r="r" t="t"/>
              <a:pathLst>
                <a:path extrusionOk="0" h="15212" w="15209">
                  <a:moveTo>
                    <a:pt x="7604" y="0"/>
                  </a:moveTo>
                  <a:cubicBezTo>
                    <a:pt x="3404" y="0"/>
                    <a:pt x="0" y="3404"/>
                    <a:pt x="0" y="7605"/>
                  </a:cubicBezTo>
                  <a:cubicBezTo>
                    <a:pt x="0" y="11805"/>
                    <a:pt x="3404" y="15212"/>
                    <a:pt x="7604" y="15212"/>
                  </a:cubicBezTo>
                  <a:cubicBezTo>
                    <a:pt x="11804" y="15212"/>
                    <a:pt x="15209" y="11805"/>
                    <a:pt x="15209" y="7605"/>
                  </a:cubicBezTo>
                  <a:cubicBezTo>
                    <a:pt x="15209" y="3404"/>
                    <a:pt x="11804" y="0"/>
                    <a:pt x="760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45" name="Google Shape;6245;p18"/>
            <p:cNvSpPr/>
            <p:nvPr/>
          </p:nvSpPr>
          <p:spPr>
            <a:xfrm>
              <a:off x="553048" y="1800405"/>
              <a:ext cx="549400" cy="250994"/>
            </a:xfrm>
            <a:custGeom>
              <a:rect b="b" l="l" r="r" t="t"/>
              <a:pathLst>
                <a:path extrusionOk="0" h="12028" w="26328">
                  <a:moveTo>
                    <a:pt x="1493" y="0"/>
                  </a:moveTo>
                  <a:cubicBezTo>
                    <a:pt x="671" y="0"/>
                    <a:pt x="0" y="668"/>
                    <a:pt x="0" y="1493"/>
                  </a:cubicBezTo>
                  <a:cubicBezTo>
                    <a:pt x="0" y="2319"/>
                    <a:pt x="671" y="2990"/>
                    <a:pt x="1493" y="2990"/>
                  </a:cubicBezTo>
                  <a:lnTo>
                    <a:pt x="19596" y="2990"/>
                  </a:lnTo>
                  <a:cubicBezTo>
                    <a:pt x="21591" y="2990"/>
                    <a:pt x="23340" y="4081"/>
                    <a:pt x="23340" y="5330"/>
                  </a:cubicBezTo>
                  <a:lnTo>
                    <a:pt x="23340" y="6695"/>
                  </a:lnTo>
                  <a:cubicBezTo>
                    <a:pt x="23340" y="7944"/>
                    <a:pt x="21591" y="9038"/>
                    <a:pt x="19596" y="9038"/>
                  </a:cubicBezTo>
                  <a:lnTo>
                    <a:pt x="1493" y="9038"/>
                  </a:lnTo>
                  <a:cubicBezTo>
                    <a:pt x="671" y="9038"/>
                    <a:pt x="0" y="9706"/>
                    <a:pt x="0" y="10532"/>
                  </a:cubicBezTo>
                  <a:cubicBezTo>
                    <a:pt x="0" y="11357"/>
                    <a:pt x="671" y="12028"/>
                    <a:pt x="1493" y="12028"/>
                  </a:cubicBezTo>
                  <a:lnTo>
                    <a:pt x="19596" y="12028"/>
                  </a:lnTo>
                  <a:lnTo>
                    <a:pt x="19596" y="12025"/>
                  </a:lnTo>
                  <a:cubicBezTo>
                    <a:pt x="23370" y="12025"/>
                    <a:pt x="26327" y="9685"/>
                    <a:pt x="26327" y="6695"/>
                  </a:cubicBezTo>
                  <a:lnTo>
                    <a:pt x="26327" y="5327"/>
                  </a:lnTo>
                  <a:cubicBezTo>
                    <a:pt x="26327" y="2340"/>
                    <a:pt x="23370" y="0"/>
                    <a:pt x="19596" y="0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46" name="Google Shape;6246;p18"/>
            <p:cNvSpPr/>
            <p:nvPr/>
          </p:nvSpPr>
          <p:spPr>
            <a:xfrm>
              <a:off x="848698" y="2201603"/>
              <a:ext cx="317374" cy="317457"/>
            </a:xfrm>
            <a:custGeom>
              <a:rect b="b" l="l" r="r" t="t"/>
              <a:pathLst>
                <a:path extrusionOk="0" h="15213" w="15209">
                  <a:moveTo>
                    <a:pt x="7604" y="1"/>
                  </a:moveTo>
                  <a:cubicBezTo>
                    <a:pt x="3404" y="1"/>
                    <a:pt x="0" y="3405"/>
                    <a:pt x="0" y="7608"/>
                  </a:cubicBezTo>
                  <a:cubicBezTo>
                    <a:pt x="0" y="11808"/>
                    <a:pt x="3404" y="15212"/>
                    <a:pt x="7604" y="15212"/>
                  </a:cubicBezTo>
                  <a:cubicBezTo>
                    <a:pt x="11804" y="15212"/>
                    <a:pt x="15209" y="11808"/>
                    <a:pt x="15209" y="7608"/>
                  </a:cubicBezTo>
                  <a:cubicBezTo>
                    <a:pt x="15209" y="3405"/>
                    <a:pt x="11804" y="1"/>
                    <a:pt x="760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47" name="Google Shape;6247;p18"/>
            <p:cNvSpPr/>
            <p:nvPr/>
          </p:nvSpPr>
          <p:spPr>
            <a:xfrm>
              <a:off x="553048" y="2234824"/>
              <a:ext cx="549400" cy="251015"/>
            </a:xfrm>
            <a:custGeom>
              <a:rect b="b" l="l" r="r" t="t"/>
              <a:pathLst>
                <a:path extrusionOk="0" h="12029" w="26328">
                  <a:moveTo>
                    <a:pt x="1493" y="1"/>
                  </a:moveTo>
                  <a:cubicBezTo>
                    <a:pt x="671" y="1"/>
                    <a:pt x="0" y="668"/>
                    <a:pt x="0" y="1494"/>
                  </a:cubicBezTo>
                  <a:cubicBezTo>
                    <a:pt x="0" y="2320"/>
                    <a:pt x="671" y="2990"/>
                    <a:pt x="1493" y="2990"/>
                  </a:cubicBezTo>
                  <a:lnTo>
                    <a:pt x="19596" y="2990"/>
                  </a:lnTo>
                  <a:cubicBezTo>
                    <a:pt x="21591" y="2990"/>
                    <a:pt x="23340" y="4084"/>
                    <a:pt x="23340" y="5330"/>
                  </a:cubicBezTo>
                  <a:lnTo>
                    <a:pt x="23340" y="6699"/>
                  </a:lnTo>
                  <a:cubicBezTo>
                    <a:pt x="23340" y="7945"/>
                    <a:pt x="21591" y="9039"/>
                    <a:pt x="19596" y="9039"/>
                  </a:cubicBezTo>
                  <a:lnTo>
                    <a:pt x="1493" y="9039"/>
                  </a:lnTo>
                  <a:cubicBezTo>
                    <a:pt x="671" y="9039"/>
                    <a:pt x="0" y="9706"/>
                    <a:pt x="0" y="10532"/>
                  </a:cubicBezTo>
                  <a:cubicBezTo>
                    <a:pt x="0" y="11358"/>
                    <a:pt x="671" y="12028"/>
                    <a:pt x="1493" y="12028"/>
                  </a:cubicBezTo>
                  <a:lnTo>
                    <a:pt x="19596" y="12028"/>
                  </a:lnTo>
                  <a:lnTo>
                    <a:pt x="19596" y="12025"/>
                  </a:lnTo>
                  <a:cubicBezTo>
                    <a:pt x="23370" y="12025"/>
                    <a:pt x="26327" y="9685"/>
                    <a:pt x="26327" y="6699"/>
                  </a:cubicBezTo>
                  <a:lnTo>
                    <a:pt x="26327" y="5330"/>
                  </a:lnTo>
                  <a:cubicBezTo>
                    <a:pt x="26327" y="2341"/>
                    <a:pt x="23370" y="1"/>
                    <a:pt x="19596" y="1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48" name="Google Shape;6248;p18"/>
            <p:cNvSpPr/>
            <p:nvPr/>
          </p:nvSpPr>
          <p:spPr>
            <a:xfrm>
              <a:off x="848698" y="2636106"/>
              <a:ext cx="317374" cy="317374"/>
            </a:xfrm>
            <a:custGeom>
              <a:rect b="b" l="l" r="r" t="t"/>
              <a:pathLst>
                <a:path extrusionOk="0" h="15209" w="15209">
                  <a:moveTo>
                    <a:pt x="7604" y="0"/>
                  </a:moveTo>
                  <a:cubicBezTo>
                    <a:pt x="3404" y="0"/>
                    <a:pt x="0" y="3404"/>
                    <a:pt x="0" y="7604"/>
                  </a:cubicBezTo>
                  <a:cubicBezTo>
                    <a:pt x="0" y="11805"/>
                    <a:pt x="3404" y="15209"/>
                    <a:pt x="7604" y="15209"/>
                  </a:cubicBezTo>
                  <a:cubicBezTo>
                    <a:pt x="11804" y="15209"/>
                    <a:pt x="15209" y="11805"/>
                    <a:pt x="15209" y="7604"/>
                  </a:cubicBezTo>
                  <a:cubicBezTo>
                    <a:pt x="15209" y="3404"/>
                    <a:pt x="11804" y="0"/>
                    <a:pt x="760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49" name="Google Shape;6249;p18"/>
            <p:cNvSpPr/>
            <p:nvPr/>
          </p:nvSpPr>
          <p:spPr>
            <a:xfrm>
              <a:off x="553048" y="2669265"/>
              <a:ext cx="549400" cy="250994"/>
            </a:xfrm>
            <a:custGeom>
              <a:rect b="b" l="l" r="r" t="t"/>
              <a:pathLst>
                <a:path extrusionOk="0" h="12028" w="26328">
                  <a:moveTo>
                    <a:pt x="1493" y="0"/>
                  </a:moveTo>
                  <a:cubicBezTo>
                    <a:pt x="671" y="0"/>
                    <a:pt x="0" y="671"/>
                    <a:pt x="0" y="1496"/>
                  </a:cubicBezTo>
                  <a:cubicBezTo>
                    <a:pt x="0" y="2322"/>
                    <a:pt x="671" y="2990"/>
                    <a:pt x="1493" y="2990"/>
                  </a:cubicBezTo>
                  <a:lnTo>
                    <a:pt x="19596" y="2990"/>
                  </a:lnTo>
                  <a:cubicBezTo>
                    <a:pt x="21591" y="2990"/>
                    <a:pt x="23340" y="4084"/>
                    <a:pt x="23340" y="5330"/>
                  </a:cubicBezTo>
                  <a:lnTo>
                    <a:pt x="23340" y="6698"/>
                  </a:lnTo>
                  <a:cubicBezTo>
                    <a:pt x="23340" y="7947"/>
                    <a:pt x="21591" y="9041"/>
                    <a:pt x="19596" y="9041"/>
                  </a:cubicBezTo>
                  <a:lnTo>
                    <a:pt x="1493" y="9041"/>
                  </a:lnTo>
                  <a:cubicBezTo>
                    <a:pt x="671" y="9041"/>
                    <a:pt x="0" y="9709"/>
                    <a:pt x="0" y="10534"/>
                  </a:cubicBezTo>
                  <a:cubicBezTo>
                    <a:pt x="0" y="11360"/>
                    <a:pt x="671" y="12028"/>
                    <a:pt x="1493" y="12028"/>
                  </a:cubicBezTo>
                  <a:lnTo>
                    <a:pt x="19596" y="12028"/>
                  </a:lnTo>
                  <a:cubicBezTo>
                    <a:pt x="23370" y="12028"/>
                    <a:pt x="26327" y="9688"/>
                    <a:pt x="26327" y="6698"/>
                  </a:cubicBezTo>
                  <a:lnTo>
                    <a:pt x="26327" y="5330"/>
                  </a:lnTo>
                  <a:cubicBezTo>
                    <a:pt x="26327" y="2343"/>
                    <a:pt x="23370" y="0"/>
                    <a:pt x="19596" y="0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50" name="Google Shape;6250;p18"/>
            <p:cNvSpPr/>
            <p:nvPr/>
          </p:nvSpPr>
          <p:spPr>
            <a:xfrm>
              <a:off x="848698" y="3070526"/>
              <a:ext cx="317374" cy="317457"/>
            </a:xfrm>
            <a:custGeom>
              <a:rect b="b" l="l" r="r" t="t"/>
              <a:pathLst>
                <a:path extrusionOk="0" h="15213" w="15209">
                  <a:moveTo>
                    <a:pt x="7604" y="1"/>
                  </a:moveTo>
                  <a:cubicBezTo>
                    <a:pt x="3404" y="1"/>
                    <a:pt x="0" y="3405"/>
                    <a:pt x="0" y="7605"/>
                  </a:cubicBezTo>
                  <a:cubicBezTo>
                    <a:pt x="0" y="11805"/>
                    <a:pt x="3404" y="15212"/>
                    <a:pt x="7604" y="15212"/>
                  </a:cubicBezTo>
                  <a:cubicBezTo>
                    <a:pt x="11804" y="15212"/>
                    <a:pt x="15209" y="11805"/>
                    <a:pt x="15209" y="7605"/>
                  </a:cubicBezTo>
                  <a:cubicBezTo>
                    <a:pt x="15209" y="3405"/>
                    <a:pt x="11804" y="1"/>
                    <a:pt x="760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51" name="Google Shape;6251;p18"/>
            <p:cNvSpPr/>
            <p:nvPr/>
          </p:nvSpPr>
          <p:spPr>
            <a:xfrm>
              <a:off x="553048" y="3103747"/>
              <a:ext cx="549400" cy="251015"/>
            </a:xfrm>
            <a:custGeom>
              <a:rect b="b" l="l" r="r" t="t"/>
              <a:pathLst>
                <a:path extrusionOk="0" h="12029" w="26328">
                  <a:moveTo>
                    <a:pt x="1493" y="0"/>
                  </a:moveTo>
                  <a:cubicBezTo>
                    <a:pt x="671" y="0"/>
                    <a:pt x="0" y="668"/>
                    <a:pt x="0" y="1494"/>
                  </a:cubicBezTo>
                  <a:cubicBezTo>
                    <a:pt x="0" y="2320"/>
                    <a:pt x="671" y="2987"/>
                    <a:pt x="1493" y="2987"/>
                  </a:cubicBezTo>
                  <a:lnTo>
                    <a:pt x="19596" y="2987"/>
                  </a:lnTo>
                  <a:cubicBezTo>
                    <a:pt x="21591" y="2987"/>
                    <a:pt x="23340" y="4081"/>
                    <a:pt x="23340" y="5330"/>
                  </a:cubicBezTo>
                  <a:lnTo>
                    <a:pt x="23340" y="6696"/>
                  </a:lnTo>
                  <a:cubicBezTo>
                    <a:pt x="23340" y="7945"/>
                    <a:pt x="21591" y="9039"/>
                    <a:pt x="19596" y="9039"/>
                  </a:cubicBezTo>
                  <a:lnTo>
                    <a:pt x="1493" y="9039"/>
                  </a:lnTo>
                  <a:cubicBezTo>
                    <a:pt x="671" y="9039"/>
                    <a:pt x="0" y="9706"/>
                    <a:pt x="0" y="10532"/>
                  </a:cubicBezTo>
                  <a:cubicBezTo>
                    <a:pt x="0" y="11358"/>
                    <a:pt x="671" y="12028"/>
                    <a:pt x="1493" y="12028"/>
                  </a:cubicBezTo>
                  <a:lnTo>
                    <a:pt x="19596" y="12028"/>
                  </a:lnTo>
                  <a:lnTo>
                    <a:pt x="19596" y="12025"/>
                  </a:lnTo>
                  <a:cubicBezTo>
                    <a:pt x="23370" y="12025"/>
                    <a:pt x="26327" y="9685"/>
                    <a:pt x="26327" y="6696"/>
                  </a:cubicBezTo>
                  <a:lnTo>
                    <a:pt x="26327" y="5330"/>
                  </a:lnTo>
                  <a:cubicBezTo>
                    <a:pt x="26327" y="2340"/>
                    <a:pt x="23370" y="0"/>
                    <a:pt x="19596" y="0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52" name="Google Shape;6252;p18"/>
            <p:cNvSpPr/>
            <p:nvPr/>
          </p:nvSpPr>
          <p:spPr>
            <a:xfrm>
              <a:off x="848698" y="3504966"/>
              <a:ext cx="317374" cy="317436"/>
            </a:xfrm>
            <a:custGeom>
              <a:rect b="b" l="l" r="r" t="t"/>
              <a:pathLst>
                <a:path extrusionOk="0" h="15212" w="15209">
                  <a:moveTo>
                    <a:pt x="7604" y="0"/>
                  </a:moveTo>
                  <a:cubicBezTo>
                    <a:pt x="3404" y="0"/>
                    <a:pt x="0" y="3407"/>
                    <a:pt x="0" y="7607"/>
                  </a:cubicBezTo>
                  <a:cubicBezTo>
                    <a:pt x="0" y="11807"/>
                    <a:pt x="3404" y="15212"/>
                    <a:pt x="7604" y="15212"/>
                  </a:cubicBezTo>
                  <a:cubicBezTo>
                    <a:pt x="11804" y="15212"/>
                    <a:pt x="15209" y="11807"/>
                    <a:pt x="15209" y="7607"/>
                  </a:cubicBezTo>
                  <a:cubicBezTo>
                    <a:pt x="15209" y="3407"/>
                    <a:pt x="11804" y="0"/>
                    <a:pt x="760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53" name="Google Shape;6253;p18"/>
            <p:cNvSpPr/>
            <p:nvPr/>
          </p:nvSpPr>
          <p:spPr>
            <a:xfrm>
              <a:off x="553048" y="3538167"/>
              <a:ext cx="549400" cy="251015"/>
            </a:xfrm>
            <a:custGeom>
              <a:rect b="b" l="l" r="r" t="t"/>
              <a:pathLst>
                <a:path extrusionOk="0" h="12029" w="26328">
                  <a:moveTo>
                    <a:pt x="1493" y="1"/>
                  </a:moveTo>
                  <a:cubicBezTo>
                    <a:pt x="671" y="1"/>
                    <a:pt x="0" y="672"/>
                    <a:pt x="0" y="1497"/>
                  </a:cubicBezTo>
                  <a:cubicBezTo>
                    <a:pt x="0" y="2320"/>
                    <a:pt x="671" y="2991"/>
                    <a:pt x="1493" y="2991"/>
                  </a:cubicBezTo>
                  <a:lnTo>
                    <a:pt x="19596" y="2991"/>
                  </a:lnTo>
                  <a:cubicBezTo>
                    <a:pt x="21591" y="2991"/>
                    <a:pt x="23340" y="4085"/>
                    <a:pt x="23340" y="5331"/>
                  </a:cubicBezTo>
                  <a:lnTo>
                    <a:pt x="23340" y="6699"/>
                  </a:lnTo>
                  <a:cubicBezTo>
                    <a:pt x="23340" y="7948"/>
                    <a:pt x="21591" y="9042"/>
                    <a:pt x="19596" y="9042"/>
                  </a:cubicBezTo>
                  <a:lnTo>
                    <a:pt x="1493" y="9042"/>
                  </a:lnTo>
                  <a:cubicBezTo>
                    <a:pt x="671" y="9042"/>
                    <a:pt x="0" y="9710"/>
                    <a:pt x="0" y="10535"/>
                  </a:cubicBezTo>
                  <a:cubicBezTo>
                    <a:pt x="0" y="11361"/>
                    <a:pt x="671" y="12029"/>
                    <a:pt x="1493" y="12029"/>
                  </a:cubicBezTo>
                  <a:lnTo>
                    <a:pt x="19596" y="12029"/>
                  </a:lnTo>
                  <a:cubicBezTo>
                    <a:pt x="23370" y="12029"/>
                    <a:pt x="26327" y="9689"/>
                    <a:pt x="26327" y="6699"/>
                  </a:cubicBezTo>
                  <a:lnTo>
                    <a:pt x="26327" y="5331"/>
                  </a:lnTo>
                  <a:cubicBezTo>
                    <a:pt x="26327" y="2344"/>
                    <a:pt x="23370" y="1"/>
                    <a:pt x="19596" y="1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54" name="Google Shape;6254;p18"/>
            <p:cNvSpPr/>
            <p:nvPr/>
          </p:nvSpPr>
          <p:spPr>
            <a:xfrm>
              <a:off x="848698" y="3939449"/>
              <a:ext cx="317374" cy="317395"/>
            </a:xfrm>
            <a:custGeom>
              <a:rect b="b" l="l" r="r" t="t"/>
              <a:pathLst>
                <a:path extrusionOk="0" h="15210" w="15209">
                  <a:moveTo>
                    <a:pt x="7604" y="1"/>
                  </a:moveTo>
                  <a:cubicBezTo>
                    <a:pt x="3404" y="1"/>
                    <a:pt x="0" y="3405"/>
                    <a:pt x="0" y="7605"/>
                  </a:cubicBezTo>
                  <a:cubicBezTo>
                    <a:pt x="0" y="11805"/>
                    <a:pt x="3404" y="15209"/>
                    <a:pt x="7604" y="15209"/>
                  </a:cubicBezTo>
                  <a:cubicBezTo>
                    <a:pt x="11804" y="15209"/>
                    <a:pt x="15209" y="11805"/>
                    <a:pt x="15209" y="7605"/>
                  </a:cubicBezTo>
                  <a:cubicBezTo>
                    <a:pt x="15209" y="3405"/>
                    <a:pt x="11804" y="1"/>
                    <a:pt x="760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55" name="Google Shape;6255;p18"/>
            <p:cNvSpPr/>
            <p:nvPr/>
          </p:nvSpPr>
          <p:spPr>
            <a:xfrm>
              <a:off x="553048" y="3972670"/>
              <a:ext cx="549400" cy="251015"/>
            </a:xfrm>
            <a:custGeom>
              <a:rect b="b" l="l" r="r" t="t"/>
              <a:pathLst>
                <a:path extrusionOk="0" h="12029" w="26328">
                  <a:moveTo>
                    <a:pt x="1493" y="0"/>
                  </a:moveTo>
                  <a:cubicBezTo>
                    <a:pt x="671" y="0"/>
                    <a:pt x="0" y="668"/>
                    <a:pt x="0" y="1494"/>
                  </a:cubicBezTo>
                  <a:cubicBezTo>
                    <a:pt x="0" y="2320"/>
                    <a:pt x="671" y="2990"/>
                    <a:pt x="1493" y="2990"/>
                  </a:cubicBezTo>
                  <a:lnTo>
                    <a:pt x="19596" y="2990"/>
                  </a:lnTo>
                  <a:cubicBezTo>
                    <a:pt x="21591" y="2990"/>
                    <a:pt x="23340" y="4081"/>
                    <a:pt x="23340" y="5330"/>
                  </a:cubicBezTo>
                  <a:lnTo>
                    <a:pt x="23340" y="6695"/>
                  </a:lnTo>
                  <a:cubicBezTo>
                    <a:pt x="23340" y="7944"/>
                    <a:pt x="21591" y="9038"/>
                    <a:pt x="19596" y="9038"/>
                  </a:cubicBezTo>
                  <a:lnTo>
                    <a:pt x="1493" y="9038"/>
                  </a:lnTo>
                  <a:cubicBezTo>
                    <a:pt x="671" y="9038"/>
                    <a:pt x="0" y="9706"/>
                    <a:pt x="0" y="10532"/>
                  </a:cubicBezTo>
                  <a:cubicBezTo>
                    <a:pt x="0" y="11358"/>
                    <a:pt x="671" y="12028"/>
                    <a:pt x="1493" y="12028"/>
                  </a:cubicBezTo>
                  <a:lnTo>
                    <a:pt x="19596" y="12028"/>
                  </a:lnTo>
                  <a:lnTo>
                    <a:pt x="19596" y="12025"/>
                  </a:lnTo>
                  <a:cubicBezTo>
                    <a:pt x="23370" y="12025"/>
                    <a:pt x="26327" y="9685"/>
                    <a:pt x="26327" y="6695"/>
                  </a:cubicBezTo>
                  <a:lnTo>
                    <a:pt x="26327" y="5327"/>
                  </a:lnTo>
                  <a:cubicBezTo>
                    <a:pt x="26327" y="2340"/>
                    <a:pt x="23370" y="0"/>
                    <a:pt x="19596" y="0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256" name="Google Shape;6256;p18"/>
          <p:cNvSpPr/>
          <p:nvPr/>
        </p:nvSpPr>
        <p:spPr>
          <a:xfrm>
            <a:off x="8428900" y="1041975"/>
            <a:ext cx="143750" cy="647425"/>
          </a:xfrm>
          <a:custGeom>
            <a:rect b="b" l="l" r="r" t="t"/>
            <a:pathLst>
              <a:path extrusionOk="0" h="25897" w="5750">
                <a:moveTo>
                  <a:pt x="0" y="0"/>
                </a:moveTo>
                <a:lnTo>
                  <a:pt x="0" y="25897"/>
                </a:lnTo>
                <a:cubicBezTo>
                  <a:pt x="3176" y="25897"/>
                  <a:pt x="5749" y="23323"/>
                  <a:pt x="5749" y="20147"/>
                </a:cubicBezTo>
                <a:lnTo>
                  <a:pt x="5749" y="5752"/>
                </a:lnTo>
                <a:cubicBezTo>
                  <a:pt x="5749" y="2576"/>
                  <a:pt x="3176" y="0"/>
                  <a:pt x="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57" name="Google Shape;6257;p18"/>
          <p:cNvSpPr/>
          <p:nvPr/>
        </p:nvSpPr>
        <p:spPr>
          <a:xfrm>
            <a:off x="8428900" y="2620900"/>
            <a:ext cx="143750" cy="647425"/>
          </a:xfrm>
          <a:custGeom>
            <a:rect b="b" l="l" r="r" t="t"/>
            <a:pathLst>
              <a:path extrusionOk="0" h="25897" w="5750">
                <a:moveTo>
                  <a:pt x="0" y="0"/>
                </a:moveTo>
                <a:lnTo>
                  <a:pt x="0" y="25897"/>
                </a:lnTo>
                <a:cubicBezTo>
                  <a:pt x="3176" y="25897"/>
                  <a:pt x="5749" y="23323"/>
                  <a:pt x="5749" y="20148"/>
                </a:cubicBezTo>
                <a:lnTo>
                  <a:pt x="5749" y="5752"/>
                </a:lnTo>
                <a:cubicBezTo>
                  <a:pt x="5749" y="2577"/>
                  <a:pt x="3176" y="0"/>
                  <a:pt x="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58" name="Google Shape;6258;p18"/>
          <p:cNvSpPr/>
          <p:nvPr/>
        </p:nvSpPr>
        <p:spPr>
          <a:xfrm>
            <a:off x="8428900" y="1811900"/>
            <a:ext cx="143750" cy="647425"/>
          </a:xfrm>
          <a:custGeom>
            <a:rect b="b" l="l" r="r" t="t"/>
            <a:pathLst>
              <a:path extrusionOk="0" h="25897" w="5750">
                <a:moveTo>
                  <a:pt x="0" y="0"/>
                </a:moveTo>
                <a:lnTo>
                  <a:pt x="0" y="25897"/>
                </a:lnTo>
                <a:cubicBezTo>
                  <a:pt x="3176" y="25897"/>
                  <a:pt x="5749" y="23320"/>
                  <a:pt x="5749" y="20147"/>
                </a:cubicBezTo>
                <a:lnTo>
                  <a:pt x="5749" y="5749"/>
                </a:lnTo>
                <a:cubicBezTo>
                  <a:pt x="5749" y="2574"/>
                  <a:pt x="3176" y="0"/>
                  <a:pt x="0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59" name="Google Shape;6259;p18"/>
          <p:cNvSpPr/>
          <p:nvPr/>
        </p:nvSpPr>
        <p:spPr>
          <a:xfrm>
            <a:off x="8428900" y="3454000"/>
            <a:ext cx="143750" cy="647425"/>
          </a:xfrm>
          <a:custGeom>
            <a:rect b="b" l="l" r="r" t="t"/>
            <a:pathLst>
              <a:path extrusionOk="0" h="25897" w="5750">
                <a:moveTo>
                  <a:pt x="0" y="1"/>
                </a:moveTo>
                <a:lnTo>
                  <a:pt x="0" y="25897"/>
                </a:lnTo>
                <a:cubicBezTo>
                  <a:pt x="3176" y="25897"/>
                  <a:pt x="5749" y="23323"/>
                  <a:pt x="5749" y="20148"/>
                </a:cubicBezTo>
                <a:lnTo>
                  <a:pt x="5749" y="5752"/>
                </a:lnTo>
                <a:cubicBezTo>
                  <a:pt x="5749" y="2577"/>
                  <a:pt x="3176" y="1"/>
                  <a:pt x="0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60" name="Google Shape;6260;p18"/>
          <p:cNvSpPr txBox="1"/>
          <p:nvPr>
            <p:ph type="title"/>
          </p:nvPr>
        </p:nvSpPr>
        <p:spPr>
          <a:xfrm>
            <a:off x="1474650" y="2575875"/>
            <a:ext cx="6194700" cy="773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261" name="Google Shape;6261;p18"/>
          <p:cNvSpPr txBox="1"/>
          <p:nvPr>
            <p:ph idx="2" type="title"/>
          </p:nvPr>
        </p:nvSpPr>
        <p:spPr>
          <a:xfrm>
            <a:off x="3995250" y="1578225"/>
            <a:ext cx="11535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4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6262" name="Google Shape;6262;p18"/>
          <p:cNvSpPr/>
          <p:nvPr/>
        </p:nvSpPr>
        <p:spPr>
          <a:xfrm>
            <a:off x="2949725" y="4088550"/>
            <a:ext cx="117525" cy="110100"/>
          </a:xfrm>
          <a:custGeom>
            <a:rect b="b" l="l" r="r" t="t"/>
            <a:pathLst>
              <a:path extrusionOk="0" h="4404" w="4701">
                <a:moveTo>
                  <a:pt x="1951" y="1032"/>
                </a:moveTo>
                <a:cubicBezTo>
                  <a:pt x="1950" y="1033"/>
                  <a:pt x="1949" y="1033"/>
                  <a:pt x="1947" y="1033"/>
                </a:cubicBezTo>
                <a:cubicBezTo>
                  <a:pt x="1948" y="1033"/>
                  <a:pt x="1950" y="1033"/>
                  <a:pt x="1951" y="1032"/>
                </a:cubicBezTo>
                <a:close/>
                <a:moveTo>
                  <a:pt x="2857" y="1059"/>
                </a:moveTo>
                <a:cubicBezTo>
                  <a:pt x="2871" y="1059"/>
                  <a:pt x="2889" y="1066"/>
                  <a:pt x="2907" y="1075"/>
                </a:cubicBezTo>
                <a:lnTo>
                  <a:pt x="2907" y="1075"/>
                </a:lnTo>
                <a:cubicBezTo>
                  <a:pt x="2887" y="1068"/>
                  <a:pt x="2858" y="1059"/>
                  <a:pt x="2857" y="1059"/>
                </a:cubicBezTo>
                <a:close/>
                <a:moveTo>
                  <a:pt x="3091" y="1185"/>
                </a:moveTo>
                <a:cubicBezTo>
                  <a:pt x="3091" y="1185"/>
                  <a:pt x="3091" y="1185"/>
                  <a:pt x="3091" y="1185"/>
                </a:cubicBezTo>
                <a:lnTo>
                  <a:pt x="3091" y="1185"/>
                </a:lnTo>
                <a:cubicBezTo>
                  <a:pt x="3091" y="1185"/>
                  <a:pt x="3091" y="1185"/>
                  <a:pt x="3091" y="1185"/>
                </a:cubicBezTo>
                <a:close/>
                <a:moveTo>
                  <a:pt x="3104" y="1198"/>
                </a:moveTo>
                <a:cubicBezTo>
                  <a:pt x="3111" y="1203"/>
                  <a:pt x="3118" y="1208"/>
                  <a:pt x="3125" y="1213"/>
                </a:cubicBezTo>
                <a:cubicBezTo>
                  <a:pt x="3142" y="1224"/>
                  <a:pt x="3149" y="1229"/>
                  <a:pt x="3148" y="1229"/>
                </a:cubicBezTo>
                <a:cubicBezTo>
                  <a:pt x="3148" y="1229"/>
                  <a:pt x="3121" y="1211"/>
                  <a:pt x="3104" y="1198"/>
                </a:cubicBezTo>
                <a:close/>
                <a:moveTo>
                  <a:pt x="1747" y="3319"/>
                </a:moveTo>
                <a:cubicBezTo>
                  <a:pt x="1767" y="3326"/>
                  <a:pt x="1803" y="3338"/>
                  <a:pt x="1802" y="3338"/>
                </a:cubicBezTo>
                <a:cubicBezTo>
                  <a:pt x="1800" y="3339"/>
                  <a:pt x="1799" y="3339"/>
                  <a:pt x="1797" y="3339"/>
                </a:cubicBezTo>
                <a:cubicBezTo>
                  <a:pt x="1785" y="3339"/>
                  <a:pt x="1766" y="3330"/>
                  <a:pt x="1747" y="3319"/>
                </a:cubicBezTo>
                <a:close/>
                <a:moveTo>
                  <a:pt x="2463" y="3393"/>
                </a:moveTo>
                <a:cubicBezTo>
                  <a:pt x="2461" y="3393"/>
                  <a:pt x="2459" y="3393"/>
                  <a:pt x="2456" y="3393"/>
                </a:cubicBezTo>
                <a:lnTo>
                  <a:pt x="2456" y="3393"/>
                </a:lnTo>
                <a:cubicBezTo>
                  <a:pt x="2459" y="3393"/>
                  <a:pt x="2462" y="3393"/>
                  <a:pt x="2463" y="3393"/>
                </a:cubicBezTo>
                <a:close/>
                <a:moveTo>
                  <a:pt x="2387" y="989"/>
                </a:moveTo>
                <a:cubicBezTo>
                  <a:pt x="2440" y="989"/>
                  <a:pt x="2491" y="989"/>
                  <a:pt x="2541" y="993"/>
                </a:cubicBezTo>
                <a:cubicBezTo>
                  <a:pt x="2560" y="993"/>
                  <a:pt x="2582" y="997"/>
                  <a:pt x="2601" y="998"/>
                </a:cubicBezTo>
                <a:lnTo>
                  <a:pt x="2601" y="998"/>
                </a:lnTo>
                <a:cubicBezTo>
                  <a:pt x="2682" y="1018"/>
                  <a:pt x="2761" y="1029"/>
                  <a:pt x="2840" y="1057"/>
                </a:cubicBezTo>
                <a:cubicBezTo>
                  <a:pt x="2857" y="1061"/>
                  <a:pt x="2876" y="1069"/>
                  <a:pt x="2895" y="1076"/>
                </a:cubicBezTo>
                <a:cubicBezTo>
                  <a:pt x="2906" y="1079"/>
                  <a:pt x="2914" y="1081"/>
                  <a:pt x="2919" y="1082"/>
                </a:cubicBezTo>
                <a:lnTo>
                  <a:pt x="2919" y="1082"/>
                </a:lnTo>
                <a:cubicBezTo>
                  <a:pt x="2944" y="1096"/>
                  <a:pt x="2968" y="1113"/>
                  <a:pt x="2984" y="1122"/>
                </a:cubicBezTo>
                <a:cubicBezTo>
                  <a:pt x="3015" y="1139"/>
                  <a:pt x="3049" y="1160"/>
                  <a:pt x="3080" y="1181"/>
                </a:cubicBezTo>
                <a:cubicBezTo>
                  <a:pt x="3084" y="1184"/>
                  <a:pt x="3088" y="1186"/>
                  <a:pt x="3092" y="1189"/>
                </a:cubicBezTo>
                <a:lnTo>
                  <a:pt x="3092" y="1189"/>
                </a:lnTo>
                <a:cubicBezTo>
                  <a:pt x="3107" y="1217"/>
                  <a:pt x="3258" y="1347"/>
                  <a:pt x="3274" y="1366"/>
                </a:cubicBezTo>
                <a:cubicBezTo>
                  <a:pt x="3278" y="1370"/>
                  <a:pt x="3281" y="1374"/>
                  <a:pt x="3284" y="1378"/>
                </a:cubicBezTo>
                <a:lnTo>
                  <a:pt x="3284" y="1378"/>
                </a:lnTo>
                <a:cubicBezTo>
                  <a:pt x="3304" y="1410"/>
                  <a:pt x="3328" y="1440"/>
                  <a:pt x="3348" y="1474"/>
                </a:cubicBezTo>
                <a:cubicBezTo>
                  <a:pt x="3367" y="1503"/>
                  <a:pt x="3386" y="1535"/>
                  <a:pt x="3403" y="1569"/>
                </a:cubicBezTo>
                <a:cubicBezTo>
                  <a:pt x="3409" y="1579"/>
                  <a:pt x="3414" y="1591"/>
                  <a:pt x="3420" y="1604"/>
                </a:cubicBezTo>
                <a:lnTo>
                  <a:pt x="3420" y="1604"/>
                </a:lnTo>
                <a:cubicBezTo>
                  <a:pt x="3420" y="1602"/>
                  <a:pt x="3420" y="1600"/>
                  <a:pt x="3420" y="1598"/>
                </a:cubicBezTo>
                <a:lnTo>
                  <a:pt x="3420" y="1598"/>
                </a:lnTo>
                <a:cubicBezTo>
                  <a:pt x="3420" y="1600"/>
                  <a:pt x="3420" y="1602"/>
                  <a:pt x="3420" y="1604"/>
                </a:cubicBezTo>
                <a:lnTo>
                  <a:pt x="3420" y="1604"/>
                </a:lnTo>
                <a:cubicBezTo>
                  <a:pt x="3420" y="1604"/>
                  <a:pt x="3420" y="1604"/>
                  <a:pt x="3420" y="1604"/>
                </a:cubicBezTo>
                <a:lnTo>
                  <a:pt x="3420" y="1604"/>
                </a:lnTo>
                <a:cubicBezTo>
                  <a:pt x="3420" y="1621"/>
                  <a:pt x="3423" y="1634"/>
                  <a:pt x="3427" y="1644"/>
                </a:cubicBezTo>
                <a:lnTo>
                  <a:pt x="3427" y="1644"/>
                </a:lnTo>
                <a:cubicBezTo>
                  <a:pt x="3423" y="1630"/>
                  <a:pt x="3420" y="1616"/>
                  <a:pt x="3420" y="1604"/>
                </a:cubicBezTo>
                <a:lnTo>
                  <a:pt x="3420" y="1604"/>
                </a:lnTo>
                <a:cubicBezTo>
                  <a:pt x="3422" y="1608"/>
                  <a:pt x="3424" y="1613"/>
                  <a:pt x="3426" y="1617"/>
                </a:cubicBezTo>
                <a:cubicBezTo>
                  <a:pt x="3442" y="1646"/>
                  <a:pt x="3443" y="1659"/>
                  <a:pt x="3439" y="1659"/>
                </a:cubicBezTo>
                <a:cubicBezTo>
                  <a:pt x="3436" y="1659"/>
                  <a:pt x="3432" y="1654"/>
                  <a:pt x="3427" y="1644"/>
                </a:cubicBezTo>
                <a:lnTo>
                  <a:pt x="3427" y="1644"/>
                </a:lnTo>
                <a:cubicBezTo>
                  <a:pt x="3443" y="1697"/>
                  <a:pt x="3479" y="1760"/>
                  <a:pt x="3491" y="1802"/>
                </a:cubicBezTo>
                <a:cubicBezTo>
                  <a:pt x="3500" y="1838"/>
                  <a:pt x="3508" y="1874"/>
                  <a:pt x="3517" y="1910"/>
                </a:cubicBezTo>
                <a:cubicBezTo>
                  <a:pt x="3521" y="1933"/>
                  <a:pt x="3525" y="1954"/>
                  <a:pt x="3529" y="1977"/>
                </a:cubicBezTo>
                <a:cubicBezTo>
                  <a:pt x="3534" y="2005"/>
                  <a:pt x="3537" y="2015"/>
                  <a:pt x="3538" y="2015"/>
                </a:cubicBezTo>
                <a:cubicBezTo>
                  <a:pt x="3540" y="2015"/>
                  <a:pt x="3530" y="1942"/>
                  <a:pt x="3525" y="1939"/>
                </a:cubicBezTo>
                <a:lnTo>
                  <a:pt x="3525" y="1939"/>
                </a:lnTo>
                <a:cubicBezTo>
                  <a:pt x="3550" y="1954"/>
                  <a:pt x="3538" y="2142"/>
                  <a:pt x="3538" y="2173"/>
                </a:cubicBezTo>
                <a:cubicBezTo>
                  <a:pt x="3538" y="2215"/>
                  <a:pt x="3535" y="2257"/>
                  <a:pt x="3533" y="2297"/>
                </a:cubicBezTo>
                <a:cubicBezTo>
                  <a:pt x="3532" y="2312"/>
                  <a:pt x="3530" y="2326"/>
                  <a:pt x="3529" y="2339"/>
                </a:cubicBezTo>
                <a:lnTo>
                  <a:pt x="3529" y="2339"/>
                </a:lnTo>
                <a:cubicBezTo>
                  <a:pt x="3514" y="2409"/>
                  <a:pt x="3504" y="2477"/>
                  <a:pt x="3483" y="2546"/>
                </a:cubicBezTo>
                <a:cubicBezTo>
                  <a:pt x="3472" y="2582"/>
                  <a:pt x="3462" y="2618"/>
                  <a:pt x="3449" y="2651"/>
                </a:cubicBezTo>
                <a:cubicBezTo>
                  <a:pt x="3445" y="2663"/>
                  <a:pt x="3440" y="2676"/>
                  <a:pt x="3436" y="2688"/>
                </a:cubicBezTo>
                <a:lnTo>
                  <a:pt x="3436" y="2688"/>
                </a:lnTo>
                <a:cubicBezTo>
                  <a:pt x="3398" y="2751"/>
                  <a:pt x="3369" y="2818"/>
                  <a:pt x="3329" y="2881"/>
                </a:cubicBezTo>
                <a:cubicBezTo>
                  <a:pt x="3324" y="2889"/>
                  <a:pt x="3300" y="2922"/>
                  <a:pt x="3284" y="2945"/>
                </a:cubicBezTo>
                <a:lnTo>
                  <a:pt x="3284" y="2945"/>
                </a:lnTo>
                <a:cubicBezTo>
                  <a:pt x="3263" y="2968"/>
                  <a:pt x="3232" y="3005"/>
                  <a:pt x="3224" y="3014"/>
                </a:cubicBezTo>
                <a:cubicBezTo>
                  <a:pt x="3198" y="3041"/>
                  <a:pt x="3171" y="3069"/>
                  <a:pt x="3142" y="3094"/>
                </a:cubicBezTo>
                <a:cubicBezTo>
                  <a:pt x="3127" y="3106"/>
                  <a:pt x="3112" y="3119"/>
                  <a:pt x="3099" y="3132"/>
                </a:cubicBezTo>
                <a:cubicBezTo>
                  <a:pt x="3075" y="3154"/>
                  <a:pt x="3071" y="3163"/>
                  <a:pt x="3076" y="3163"/>
                </a:cubicBezTo>
                <a:cubicBezTo>
                  <a:pt x="3076" y="3163"/>
                  <a:pt x="3077" y="3163"/>
                  <a:pt x="3078" y="3162"/>
                </a:cubicBezTo>
                <a:lnTo>
                  <a:pt x="3078" y="3162"/>
                </a:lnTo>
                <a:cubicBezTo>
                  <a:pt x="3021" y="3203"/>
                  <a:pt x="2923" y="3245"/>
                  <a:pt x="2889" y="3262"/>
                </a:cubicBezTo>
                <a:cubicBezTo>
                  <a:pt x="2863" y="3275"/>
                  <a:pt x="2803" y="3296"/>
                  <a:pt x="2805" y="3296"/>
                </a:cubicBezTo>
                <a:cubicBezTo>
                  <a:pt x="2806" y="3296"/>
                  <a:pt x="2822" y="3291"/>
                  <a:pt x="2866" y="3277"/>
                </a:cubicBezTo>
                <a:lnTo>
                  <a:pt x="2866" y="3277"/>
                </a:lnTo>
                <a:cubicBezTo>
                  <a:pt x="2823" y="3292"/>
                  <a:pt x="2783" y="3309"/>
                  <a:pt x="2741" y="3323"/>
                </a:cubicBezTo>
                <a:cubicBezTo>
                  <a:pt x="2642" y="3355"/>
                  <a:pt x="2541" y="3376"/>
                  <a:pt x="2438" y="3395"/>
                </a:cubicBezTo>
                <a:cubicBezTo>
                  <a:pt x="2437" y="3395"/>
                  <a:pt x="2437" y="3395"/>
                  <a:pt x="2437" y="3395"/>
                </a:cubicBezTo>
                <a:lnTo>
                  <a:pt x="2437" y="3395"/>
                </a:lnTo>
                <a:cubicBezTo>
                  <a:pt x="2416" y="3397"/>
                  <a:pt x="2395" y="3400"/>
                  <a:pt x="2375" y="3401"/>
                </a:cubicBezTo>
                <a:cubicBezTo>
                  <a:pt x="2330" y="3403"/>
                  <a:pt x="2284" y="3406"/>
                  <a:pt x="2240" y="3406"/>
                </a:cubicBezTo>
                <a:cubicBezTo>
                  <a:pt x="2226" y="3406"/>
                  <a:pt x="2211" y="3406"/>
                  <a:pt x="2197" y="3406"/>
                </a:cubicBezTo>
                <a:cubicBezTo>
                  <a:pt x="2163" y="3406"/>
                  <a:pt x="2129" y="3405"/>
                  <a:pt x="2094" y="3403"/>
                </a:cubicBezTo>
                <a:cubicBezTo>
                  <a:pt x="2081" y="3402"/>
                  <a:pt x="2067" y="3400"/>
                  <a:pt x="2054" y="3398"/>
                </a:cubicBezTo>
                <a:lnTo>
                  <a:pt x="2054" y="3398"/>
                </a:lnTo>
                <a:cubicBezTo>
                  <a:pt x="1975" y="3376"/>
                  <a:pt x="1893" y="3365"/>
                  <a:pt x="1814" y="3340"/>
                </a:cubicBezTo>
                <a:cubicBezTo>
                  <a:pt x="1797" y="3334"/>
                  <a:pt x="1778" y="3326"/>
                  <a:pt x="1762" y="3321"/>
                </a:cubicBezTo>
                <a:cubicBezTo>
                  <a:pt x="1752" y="3318"/>
                  <a:pt x="1745" y="3316"/>
                  <a:pt x="1740" y="3315"/>
                </a:cubicBezTo>
                <a:lnTo>
                  <a:pt x="1740" y="3315"/>
                </a:lnTo>
                <a:cubicBezTo>
                  <a:pt x="1716" y="3301"/>
                  <a:pt x="1691" y="3283"/>
                  <a:pt x="1679" y="3277"/>
                </a:cubicBezTo>
                <a:cubicBezTo>
                  <a:pt x="1648" y="3258"/>
                  <a:pt x="1616" y="3241"/>
                  <a:pt x="1587" y="3220"/>
                </a:cubicBezTo>
                <a:cubicBezTo>
                  <a:pt x="1572" y="3210"/>
                  <a:pt x="1557" y="3199"/>
                  <a:pt x="1543" y="3191"/>
                </a:cubicBezTo>
                <a:cubicBezTo>
                  <a:pt x="1525" y="3180"/>
                  <a:pt x="1519" y="3175"/>
                  <a:pt x="1519" y="3175"/>
                </a:cubicBezTo>
                <a:lnTo>
                  <a:pt x="1519" y="3175"/>
                </a:lnTo>
                <a:cubicBezTo>
                  <a:pt x="1518" y="3175"/>
                  <a:pt x="1582" y="3218"/>
                  <a:pt x="1580" y="3218"/>
                </a:cubicBezTo>
                <a:cubicBezTo>
                  <a:pt x="1580" y="3218"/>
                  <a:pt x="1579" y="3218"/>
                  <a:pt x="1578" y="3218"/>
                </a:cubicBezTo>
                <a:cubicBezTo>
                  <a:pt x="1542" y="3218"/>
                  <a:pt x="1420" y="3070"/>
                  <a:pt x="1399" y="3045"/>
                </a:cubicBezTo>
                <a:cubicBezTo>
                  <a:pt x="1384" y="3030"/>
                  <a:pt x="1353" y="2977"/>
                  <a:pt x="1351" y="2977"/>
                </a:cubicBezTo>
                <a:lnTo>
                  <a:pt x="1351" y="2977"/>
                </a:lnTo>
                <a:cubicBezTo>
                  <a:pt x="1350" y="2977"/>
                  <a:pt x="1354" y="2985"/>
                  <a:pt x="1363" y="3005"/>
                </a:cubicBezTo>
                <a:cubicBezTo>
                  <a:pt x="1372" y="3025"/>
                  <a:pt x="1375" y="3032"/>
                  <a:pt x="1374" y="3032"/>
                </a:cubicBezTo>
                <a:cubicBezTo>
                  <a:pt x="1372" y="3032"/>
                  <a:pt x="1335" y="2962"/>
                  <a:pt x="1326" y="2946"/>
                </a:cubicBezTo>
                <a:cubicBezTo>
                  <a:pt x="1285" y="2881"/>
                  <a:pt x="1252" y="2814"/>
                  <a:pt x="1215" y="2746"/>
                </a:cubicBezTo>
                <a:lnTo>
                  <a:pt x="1215" y="2746"/>
                </a:lnTo>
                <a:cubicBezTo>
                  <a:pt x="1214" y="2743"/>
                  <a:pt x="1213" y="2740"/>
                  <a:pt x="1212" y="2736"/>
                </a:cubicBezTo>
                <a:cubicBezTo>
                  <a:pt x="1199" y="2702"/>
                  <a:pt x="1187" y="2668"/>
                  <a:pt x="1176" y="2635"/>
                </a:cubicBezTo>
                <a:cubicBezTo>
                  <a:pt x="1153" y="2559"/>
                  <a:pt x="1132" y="2481"/>
                  <a:pt x="1119" y="2403"/>
                </a:cubicBezTo>
                <a:cubicBezTo>
                  <a:pt x="1119" y="2401"/>
                  <a:pt x="1118" y="2399"/>
                  <a:pt x="1118" y="2397"/>
                </a:cubicBezTo>
                <a:lnTo>
                  <a:pt x="1118" y="2397"/>
                </a:lnTo>
                <a:cubicBezTo>
                  <a:pt x="1122" y="2365"/>
                  <a:pt x="1108" y="2315"/>
                  <a:pt x="1106" y="2283"/>
                </a:cubicBezTo>
                <a:cubicBezTo>
                  <a:pt x="1102" y="2203"/>
                  <a:pt x="1102" y="2123"/>
                  <a:pt x="1106" y="2043"/>
                </a:cubicBezTo>
                <a:cubicBezTo>
                  <a:pt x="1107" y="2033"/>
                  <a:pt x="1110" y="2004"/>
                  <a:pt x="1113" y="1978"/>
                </a:cubicBezTo>
                <a:lnTo>
                  <a:pt x="1113" y="1978"/>
                </a:lnTo>
                <a:cubicBezTo>
                  <a:pt x="1117" y="1953"/>
                  <a:pt x="1123" y="1911"/>
                  <a:pt x="1125" y="1899"/>
                </a:cubicBezTo>
                <a:cubicBezTo>
                  <a:pt x="1144" y="1813"/>
                  <a:pt x="1170" y="1731"/>
                  <a:pt x="1197" y="1647"/>
                </a:cubicBezTo>
                <a:cubicBezTo>
                  <a:pt x="1199" y="1642"/>
                  <a:pt x="1200" y="1637"/>
                  <a:pt x="1201" y="1634"/>
                </a:cubicBezTo>
                <a:lnTo>
                  <a:pt x="1201" y="1634"/>
                </a:lnTo>
                <a:cubicBezTo>
                  <a:pt x="1203" y="1630"/>
                  <a:pt x="1205" y="1626"/>
                  <a:pt x="1208" y="1621"/>
                </a:cubicBezTo>
                <a:cubicBezTo>
                  <a:pt x="1227" y="1583"/>
                  <a:pt x="1246" y="1543"/>
                  <a:pt x="1269" y="1507"/>
                </a:cubicBezTo>
                <a:cubicBezTo>
                  <a:pt x="1290" y="1470"/>
                  <a:pt x="1313" y="1434"/>
                  <a:pt x="1338" y="1398"/>
                </a:cubicBezTo>
                <a:cubicBezTo>
                  <a:pt x="1341" y="1394"/>
                  <a:pt x="1344" y="1390"/>
                  <a:pt x="1346" y="1386"/>
                </a:cubicBezTo>
                <a:lnTo>
                  <a:pt x="1346" y="1386"/>
                </a:lnTo>
                <a:cubicBezTo>
                  <a:pt x="1346" y="1386"/>
                  <a:pt x="1346" y="1386"/>
                  <a:pt x="1347" y="1385"/>
                </a:cubicBezTo>
                <a:cubicBezTo>
                  <a:pt x="1399" y="1329"/>
                  <a:pt x="1454" y="1275"/>
                  <a:pt x="1511" y="1223"/>
                </a:cubicBezTo>
                <a:lnTo>
                  <a:pt x="1511" y="1223"/>
                </a:lnTo>
                <a:cubicBezTo>
                  <a:pt x="1524" y="1213"/>
                  <a:pt x="1537" y="1203"/>
                  <a:pt x="1551" y="1194"/>
                </a:cubicBezTo>
                <a:cubicBezTo>
                  <a:pt x="1589" y="1170"/>
                  <a:pt x="1627" y="1147"/>
                  <a:pt x="1667" y="1126"/>
                </a:cubicBezTo>
                <a:cubicBezTo>
                  <a:pt x="1682" y="1119"/>
                  <a:pt x="1697" y="1111"/>
                  <a:pt x="1712" y="1103"/>
                </a:cubicBezTo>
                <a:lnTo>
                  <a:pt x="1712" y="1103"/>
                </a:lnTo>
                <a:cubicBezTo>
                  <a:pt x="1755" y="1090"/>
                  <a:pt x="1797" y="1075"/>
                  <a:pt x="1840" y="1063"/>
                </a:cubicBezTo>
                <a:cubicBezTo>
                  <a:pt x="1884" y="1050"/>
                  <a:pt x="1928" y="1042"/>
                  <a:pt x="1970" y="1031"/>
                </a:cubicBezTo>
                <a:cubicBezTo>
                  <a:pt x="1976" y="1030"/>
                  <a:pt x="1983" y="1028"/>
                  <a:pt x="1990" y="1026"/>
                </a:cubicBezTo>
                <a:lnTo>
                  <a:pt x="1990" y="1026"/>
                </a:lnTo>
                <a:cubicBezTo>
                  <a:pt x="2008" y="1025"/>
                  <a:pt x="2026" y="1024"/>
                  <a:pt x="2042" y="1023"/>
                </a:cubicBezTo>
                <a:cubicBezTo>
                  <a:pt x="2063" y="1021"/>
                  <a:pt x="2083" y="1018"/>
                  <a:pt x="2104" y="1015"/>
                </a:cubicBezTo>
                <a:lnTo>
                  <a:pt x="2104" y="1015"/>
                </a:lnTo>
                <a:cubicBezTo>
                  <a:pt x="2127" y="1013"/>
                  <a:pt x="2151" y="1010"/>
                  <a:pt x="2175" y="1006"/>
                </a:cubicBezTo>
                <a:cubicBezTo>
                  <a:pt x="2200" y="1002"/>
                  <a:pt x="2223" y="998"/>
                  <a:pt x="2248" y="996"/>
                </a:cubicBezTo>
                <a:lnTo>
                  <a:pt x="2248" y="996"/>
                </a:lnTo>
                <a:cubicBezTo>
                  <a:pt x="2202" y="1002"/>
                  <a:pt x="2186" y="1004"/>
                  <a:pt x="2186" y="1004"/>
                </a:cubicBezTo>
                <a:cubicBezTo>
                  <a:pt x="2187" y="1004"/>
                  <a:pt x="2227" y="999"/>
                  <a:pt x="2246" y="998"/>
                </a:cubicBezTo>
                <a:cubicBezTo>
                  <a:pt x="2293" y="996"/>
                  <a:pt x="2341" y="991"/>
                  <a:pt x="2387" y="989"/>
                </a:cubicBezTo>
                <a:close/>
                <a:moveTo>
                  <a:pt x="2431" y="0"/>
                </a:moveTo>
                <a:cubicBezTo>
                  <a:pt x="2283" y="0"/>
                  <a:pt x="2134" y="12"/>
                  <a:pt x="1987" y="33"/>
                </a:cubicBezTo>
                <a:lnTo>
                  <a:pt x="1987" y="33"/>
                </a:lnTo>
                <a:cubicBezTo>
                  <a:pt x="1519" y="79"/>
                  <a:pt x="1082" y="246"/>
                  <a:pt x="738" y="578"/>
                </a:cubicBezTo>
                <a:cubicBezTo>
                  <a:pt x="443" y="863"/>
                  <a:pt x="236" y="1259"/>
                  <a:pt x="158" y="1661"/>
                </a:cubicBezTo>
                <a:cubicBezTo>
                  <a:pt x="0" y="2477"/>
                  <a:pt x="228" y="3403"/>
                  <a:pt x="896" y="3941"/>
                </a:cubicBezTo>
                <a:cubicBezTo>
                  <a:pt x="1283" y="4251"/>
                  <a:pt x="1777" y="4404"/>
                  <a:pt x="2272" y="4404"/>
                </a:cubicBezTo>
                <a:cubicBezTo>
                  <a:pt x="2762" y="4404"/>
                  <a:pt x="3253" y="4255"/>
                  <a:pt x="3645" y="3962"/>
                </a:cubicBezTo>
                <a:cubicBezTo>
                  <a:pt x="4395" y="3401"/>
                  <a:pt x="4700" y="2409"/>
                  <a:pt x="4443" y="1512"/>
                </a:cubicBezTo>
                <a:cubicBezTo>
                  <a:pt x="4302" y="1025"/>
                  <a:pt x="4003" y="604"/>
                  <a:pt x="3582" y="321"/>
                </a:cubicBezTo>
                <a:cubicBezTo>
                  <a:pt x="3236" y="89"/>
                  <a:pt x="2836" y="0"/>
                  <a:pt x="2431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63" name="Google Shape;6263;p18"/>
          <p:cNvSpPr/>
          <p:nvPr/>
        </p:nvSpPr>
        <p:spPr>
          <a:xfrm rot="-900008">
            <a:off x="1858649" y="4153738"/>
            <a:ext cx="585793" cy="623413"/>
          </a:xfrm>
          <a:custGeom>
            <a:rect b="b" l="l" r="r" t="t"/>
            <a:pathLst>
              <a:path extrusionOk="0" h="29017" w="27269">
                <a:moveTo>
                  <a:pt x="22507" y="0"/>
                </a:moveTo>
                <a:cubicBezTo>
                  <a:pt x="21719" y="0"/>
                  <a:pt x="20932" y="201"/>
                  <a:pt x="20248" y="603"/>
                </a:cubicBezTo>
                <a:cubicBezTo>
                  <a:pt x="20101" y="684"/>
                  <a:pt x="19960" y="774"/>
                  <a:pt x="19827" y="877"/>
                </a:cubicBezTo>
                <a:cubicBezTo>
                  <a:pt x="19689" y="973"/>
                  <a:pt x="19562" y="1080"/>
                  <a:pt x="19439" y="1195"/>
                </a:cubicBezTo>
                <a:cubicBezTo>
                  <a:pt x="19306" y="1313"/>
                  <a:pt x="19214" y="1408"/>
                  <a:pt x="19117" y="1505"/>
                </a:cubicBezTo>
                <a:lnTo>
                  <a:pt x="18821" y="1800"/>
                </a:lnTo>
                <a:lnTo>
                  <a:pt x="17642" y="2975"/>
                </a:lnTo>
                <a:lnTo>
                  <a:pt x="8210" y="12373"/>
                </a:lnTo>
                <a:lnTo>
                  <a:pt x="3494" y="17071"/>
                </a:lnTo>
                <a:lnTo>
                  <a:pt x="2315" y="18246"/>
                </a:lnTo>
                <a:lnTo>
                  <a:pt x="1721" y="18842"/>
                </a:lnTo>
                <a:cubicBezTo>
                  <a:pt x="1504" y="19073"/>
                  <a:pt x="1291" y="19311"/>
                  <a:pt x="1110" y="19576"/>
                </a:cubicBezTo>
                <a:cubicBezTo>
                  <a:pt x="744" y="20099"/>
                  <a:pt x="454" y="20675"/>
                  <a:pt x="267" y="21287"/>
                </a:cubicBezTo>
                <a:cubicBezTo>
                  <a:pt x="86" y="21900"/>
                  <a:pt x="1" y="22538"/>
                  <a:pt x="13" y="23174"/>
                </a:cubicBezTo>
                <a:cubicBezTo>
                  <a:pt x="35" y="24451"/>
                  <a:pt x="496" y="25713"/>
                  <a:pt x="1281" y="26719"/>
                </a:cubicBezTo>
                <a:cubicBezTo>
                  <a:pt x="1679" y="27216"/>
                  <a:pt x="2146" y="27657"/>
                  <a:pt x="2675" y="28015"/>
                </a:cubicBezTo>
                <a:cubicBezTo>
                  <a:pt x="3210" y="28365"/>
                  <a:pt x="3798" y="28634"/>
                  <a:pt x="4413" y="28805"/>
                </a:cubicBezTo>
                <a:cubicBezTo>
                  <a:pt x="4924" y="28947"/>
                  <a:pt x="5453" y="29016"/>
                  <a:pt x="5983" y="29016"/>
                </a:cubicBezTo>
                <a:cubicBezTo>
                  <a:pt x="6728" y="29016"/>
                  <a:pt x="7474" y="28878"/>
                  <a:pt x="8170" y="28610"/>
                </a:cubicBezTo>
                <a:cubicBezTo>
                  <a:pt x="8765" y="28375"/>
                  <a:pt x="9319" y="28045"/>
                  <a:pt x="9814" y="27642"/>
                </a:cubicBezTo>
                <a:lnTo>
                  <a:pt x="10170" y="27323"/>
                </a:lnTo>
                <a:cubicBezTo>
                  <a:pt x="10285" y="27216"/>
                  <a:pt x="10371" y="27125"/>
                  <a:pt x="10472" y="27025"/>
                </a:cubicBezTo>
                <a:lnTo>
                  <a:pt x="11063" y="26437"/>
                </a:lnTo>
                <a:lnTo>
                  <a:pt x="20495" y="17039"/>
                </a:lnTo>
                <a:cubicBezTo>
                  <a:pt x="21385" y="16152"/>
                  <a:pt x="21860" y="15184"/>
                  <a:pt x="21554" y="14878"/>
                </a:cubicBezTo>
                <a:cubicBezTo>
                  <a:pt x="21491" y="14814"/>
                  <a:pt x="21400" y="14784"/>
                  <a:pt x="21287" y="14784"/>
                </a:cubicBezTo>
                <a:cubicBezTo>
                  <a:pt x="20852" y="14784"/>
                  <a:pt x="20096" y="15227"/>
                  <a:pt x="19389" y="15931"/>
                </a:cubicBezTo>
                <a:lnTo>
                  <a:pt x="9957" y="25329"/>
                </a:lnTo>
                <a:lnTo>
                  <a:pt x="9369" y="25916"/>
                </a:lnTo>
                <a:cubicBezTo>
                  <a:pt x="9272" y="26009"/>
                  <a:pt x="9166" y="26121"/>
                  <a:pt x="9079" y="26200"/>
                </a:cubicBezTo>
                <a:lnTo>
                  <a:pt x="8814" y="26439"/>
                </a:lnTo>
                <a:cubicBezTo>
                  <a:pt x="8448" y="26735"/>
                  <a:pt x="8041" y="26978"/>
                  <a:pt x="7603" y="27152"/>
                </a:cubicBezTo>
                <a:cubicBezTo>
                  <a:pt x="7090" y="27349"/>
                  <a:pt x="6538" y="27451"/>
                  <a:pt x="5987" y="27451"/>
                </a:cubicBezTo>
                <a:cubicBezTo>
                  <a:pt x="5595" y="27451"/>
                  <a:pt x="5204" y="27399"/>
                  <a:pt x="4826" y="27294"/>
                </a:cubicBezTo>
                <a:cubicBezTo>
                  <a:pt x="4373" y="27166"/>
                  <a:pt x="3939" y="26970"/>
                  <a:pt x="3544" y="26715"/>
                </a:cubicBezTo>
                <a:cubicBezTo>
                  <a:pt x="3154" y="26449"/>
                  <a:pt x="2808" y="26121"/>
                  <a:pt x="2512" y="25753"/>
                </a:cubicBezTo>
                <a:cubicBezTo>
                  <a:pt x="1935" y="25011"/>
                  <a:pt x="1591" y="24083"/>
                  <a:pt x="1577" y="23138"/>
                </a:cubicBezTo>
                <a:cubicBezTo>
                  <a:pt x="1570" y="22667"/>
                  <a:pt x="1633" y="22194"/>
                  <a:pt x="1764" y="21743"/>
                </a:cubicBezTo>
                <a:cubicBezTo>
                  <a:pt x="1902" y="21291"/>
                  <a:pt x="2118" y="20866"/>
                  <a:pt x="2387" y="20480"/>
                </a:cubicBezTo>
                <a:cubicBezTo>
                  <a:pt x="2520" y="20285"/>
                  <a:pt x="2677" y="20110"/>
                  <a:pt x="2838" y="19937"/>
                </a:cubicBezTo>
                <a:lnTo>
                  <a:pt x="3418" y="19355"/>
                </a:lnTo>
                <a:lnTo>
                  <a:pt x="4597" y="18180"/>
                </a:lnTo>
                <a:lnTo>
                  <a:pt x="9313" y="13480"/>
                </a:lnTo>
                <a:lnTo>
                  <a:pt x="18747" y="4082"/>
                </a:lnTo>
                <a:lnTo>
                  <a:pt x="19926" y="2907"/>
                </a:lnTo>
                <a:lnTo>
                  <a:pt x="20220" y="2615"/>
                </a:lnTo>
                <a:cubicBezTo>
                  <a:pt x="20318" y="2515"/>
                  <a:pt x="20421" y="2412"/>
                  <a:pt x="20497" y="2348"/>
                </a:cubicBezTo>
                <a:cubicBezTo>
                  <a:pt x="20576" y="2273"/>
                  <a:pt x="20660" y="2201"/>
                  <a:pt x="20751" y="2140"/>
                </a:cubicBezTo>
                <a:cubicBezTo>
                  <a:pt x="20836" y="2070"/>
                  <a:pt x="20930" y="2014"/>
                  <a:pt x="21027" y="1961"/>
                </a:cubicBezTo>
                <a:cubicBezTo>
                  <a:pt x="21473" y="1696"/>
                  <a:pt x="21990" y="1565"/>
                  <a:pt x="22507" y="1565"/>
                </a:cubicBezTo>
                <a:cubicBezTo>
                  <a:pt x="22870" y="1565"/>
                  <a:pt x="23232" y="1629"/>
                  <a:pt x="23570" y="1758"/>
                </a:cubicBezTo>
                <a:cubicBezTo>
                  <a:pt x="24397" y="2056"/>
                  <a:pt x="25065" y="2764"/>
                  <a:pt x="25342" y="3593"/>
                </a:cubicBezTo>
                <a:cubicBezTo>
                  <a:pt x="25634" y="4424"/>
                  <a:pt x="25517" y="5384"/>
                  <a:pt x="25051" y="6128"/>
                </a:cubicBezTo>
                <a:cubicBezTo>
                  <a:pt x="24938" y="6315"/>
                  <a:pt x="24797" y="6486"/>
                  <a:pt x="24646" y="6647"/>
                </a:cubicBezTo>
                <a:lnTo>
                  <a:pt x="24063" y="7229"/>
                </a:lnTo>
                <a:lnTo>
                  <a:pt x="22884" y="8404"/>
                </a:lnTo>
                <a:lnTo>
                  <a:pt x="20526" y="10752"/>
                </a:lnTo>
                <a:lnTo>
                  <a:pt x="15811" y="15452"/>
                </a:lnTo>
                <a:lnTo>
                  <a:pt x="11095" y="20150"/>
                </a:lnTo>
                <a:lnTo>
                  <a:pt x="10506" y="20739"/>
                </a:lnTo>
                <a:cubicBezTo>
                  <a:pt x="10283" y="20961"/>
                  <a:pt x="10170" y="21073"/>
                  <a:pt x="10011" y="21174"/>
                </a:cubicBezTo>
                <a:cubicBezTo>
                  <a:pt x="9754" y="21340"/>
                  <a:pt x="9447" y="21423"/>
                  <a:pt x="9141" y="21423"/>
                </a:cubicBezTo>
                <a:cubicBezTo>
                  <a:pt x="9072" y="21423"/>
                  <a:pt x="9004" y="21419"/>
                  <a:pt x="8936" y="21411"/>
                </a:cubicBezTo>
                <a:cubicBezTo>
                  <a:pt x="8184" y="21331"/>
                  <a:pt x="7552" y="20653"/>
                  <a:pt x="7524" y="19898"/>
                </a:cubicBezTo>
                <a:cubicBezTo>
                  <a:pt x="7500" y="19524"/>
                  <a:pt x="7607" y="19142"/>
                  <a:pt x="7834" y="18846"/>
                </a:cubicBezTo>
                <a:cubicBezTo>
                  <a:pt x="7858" y="18806"/>
                  <a:pt x="7890" y="18770"/>
                  <a:pt x="7922" y="18737"/>
                </a:cubicBezTo>
                <a:cubicBezTo>
                  <a:pt x="7951" y="18701"/>
                  <a:pt x="7979" y="18667"/>
                  <a:pt x="8035" y="18611"/>
                </a:cubicBezTo>
                <a:lnTo>
                  <a:pt x="8325" y="18313"/>
                </a:lnTo>
                <a:lnTo>
                  <a:pt x="8906" y="17717"/>
                </a:lnTo>
                <a:lnTo>
                  <a:pt x="11224" y="15333"/>
                </a:lnTo>
                <a:lnTo>
                  <a:pt x="15864" y="10561"/>
                </a:lnTo>
                <a:cubicBezTo>
                  <a:pt x="16739" y="9661"/>
                  <a:pt x="17200" y="8685"/>
                  <a:pt x="16894" y="8380"/>
                </a:cubicBezTo>
                <a:cubicBezTo>
                  <a:pt x="16832" y="8319"/>
                  <a:pt x="16743" y="8290"/>
                  <a:pt x="16633" y="8290"/>
                </a:cubicBezTo>
                <a:cubicBezTo>
                  <a:pt x="16201" y="8290"/>
                  <a:pt x="15448" y="8744"/>
                  <a:pt x="14749" y="9464"/>
                </a:cubicBezTo>
                <a:lnTo>
                  <a:pt x="10105" y="14239"/>
                </a:lnTo>
                <a:lnTo>
                  <a:pt x="7784" y="16627"/>
                </a:lnTo>
                <a:lnTo>
                  <a:pt x="7204" y="17224"/>
                </a:lnTo>
                <a:lnTo>
                  <a:pt x="6914" y="17522"/>
                </a:lnTo>
                <a:cubicBezTo>
                  <a:pt x="6870" y="17566"/>
                  <a:pt x="6806" y="17635"/>
                  <a:pt x="6745" y="17705"/>
                </a:cubicBezTo>
                <a:cubicBezTo>
                  <a:pt x="6685" y="17774"/>
                  <a:pt x="6625" y="17844"/>
                  <a:pt x="6574" y="17920"/>
                </a:cubicBezTo>
                <a:cubicBezTo>
                  <a:pt x="6130" y="18510"/>
                  <a:pt x="5916" y="19262"/>
                  <a:pt x="5963" y="19993"/>
                </a:cubicBezTo>
                <a:cubicBezTo>
                  <a:pt x="6005" y="20725"/>
                  <a:pt x="6307" y="21448"/>
                  <a:pt x="6816" y="21979"/>
                </a:cubicBezTo>
                <a:cubicBezTo>
                  <a:pt x="7313" y="22514"/>
                  <a:pt x="8009" y="22878"/>
                  <a:pt x="8739" y="22963"/>
                </a:cubicBezTo>
                <a:cubicBezTo>
                  <a:pt x="8873" y="22981"/>
                  <a:pt x="9009" y="22989"/>
                  <a:pt x="9144" y="22989"/>
                </a:cubicBezTo>
                <a:cubicBezTo>
                  <a:pt x="9743" y="22989"/>
                  <a:pt x="10342" y="22822"/>
                  <a:pt x="10848" y="22496"/>
                </a:cubicBezTo>
                <a:cubicBezTo>
                  <a:pt x="11003" y="22395"/>
                  <a:pt x="11152" y="22287"/>
                  <a:pt x="11286" y="22162"/>
                </a:cubicBezTo>
                <a:cubicBezTo>
                  <a:pt x="11439" y="22025"/>
                  <a:pt x="11502" y="21951"/>
                  <a:pt x="11612" y="21848"/>
                </a:cubicBezTo>
                <a:lnTo>
                  <a:pt x="12200" y="21260"/>
                </a:lnTo>
                <a:lnTo>
                  <a:pt x="16916" y="16562"/>
                </a:lnTo>
                <a:lnTo>
                  <a:pt x="21632" y="11862"/>
                </a:lnTo>
                <a:lnTo>
                  <a:pt x="23990" y="9514"/>
                </a:lnTo>
                <a:lnTo>
                  <a:pt x="25169" y="8339"/>
                </a:lnTo>
                <a:lnTo>
                  <a:pt x="25763" y="7742"/>
                </a:lnTo>
                <a:cubicBezTo>
                  <a:pt x="25994" y="7502"/>
                  <a:pt x="26206" y="7241"/>
                  <a:pt x="26381" y="6955"/>
                </a:cubicBezTo>
                <a:cubicBezTo>
                  <a:pt x="27093" y="5816"/>
                  <a:pt x="27268" y="4360"/>
                  <a:pt x="26825" y="3092"/>
                </a:cubicBezTo>
                <a:cubicBezTo>
                  <a:pt x="26397" y="1820"/>
                  <a:pt x="25389" y="758"/>
                  <a:pt x="24125" y="295"/>
                </a:cubicBezTo>
                <a:cubicBezTo>
                  <a:pt x="23609" y="98"/>
                  <a:pt x="23058" y="0"/>
                  <a:pt x="2250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64" name="Google Shape;6264;p18"/>
          <p:cNvSpPr/>
          <p:nvPr/>
        </p:nvSpPr>
        <p:spPr>
          <a:xfrm>
            <a:off x="7655050" y="845325"/>
            <a:ext cx="146125" cy="136975"/>
          </a:xfrm>
          <a:custGeom>
            <a:rect b="b" l="l" r="r" t="t"/>
            <a:pathLst>
              <a:path extrusionOk="0" h="5479" w="5845">
                <a:moveTo>
                  <a:pt x="3075" y="4462"/>
                </a:moveTo>
                <a:cubicBezTo>
                  <a:pt x="3073" y="4462"/>
                  <a:pt x="3072" y="4463"/>
                  <a:pt x="3071" y="4463"/>
                </a:cubicBezTo>
                <a:lnTo>
                  <a:pt x="3071" y="4463"/>
                </a:lnTo>
                <a:cubicBezTo>
                  <a:pt x="3072" y="4463"/>
                  <a:pt x="3073" y="4462"/>
                  <a:pt x="3075" y="4462"/>
                </a:cubicBezTo>
                <a:close/>
                <a:moveTo>
                  <a:pt x="3051" y="4466"/>
                </a:moveTo>
                <a:cubicBezTo>
                  <a:pt x="3036" y="4468"/>
                  <a:pt x="3030" y="4469"/>
                  <a:pt x="3030" y="4469"/>
                </a:cubicBezTo>
                <a:cubicBezTo>
                  <a:pt x="3030" y="4469"/>
                  <a:pt x="3040" y="4467"/>
                  <a:pt x="3051" y="4466"/>
                </a:cubicBezTo>
                <a:close/>
                <a:moveTo>
                  <a:pt x="3032" y="988"/>
                </a:moveTo>
                <a:cubicBezTo>
                  <a:pt x="3081" y="988"/>
                  <a:pt x="3130" y="990"/>
                  <a:pt x="3180" y="993"/>
                </a:cubicBezTo>
                <a:cubicBezTo>
                  <a:pt x="3209" y="995"/>
                  <a:pt x="3237" y="997"/>
                  <a:pt x="3266" y="999"/>
                </a:cubicBezTo>
                <a:cubicBezTo>
                  <a:pt x="3274" y="999"/>
                  <a:pt x="3280" y="999"/>
                  <a:pt x="3284" y="1000"/>
                </a:cubicBezTo>
                <a:lnTo>
                  <a:pt x="3284" y="1000"/>
                </a:lnTo>
                <a:cubicBezTo>
                  <a:pt x="3395" y="1021"/>
                  <a:pt x="3505" y="1046"/>
                  <a:pt x="3612" y="1081"/>
                </a:cubicBezTo>
                <a:cubicBezTo>
                  <a:pt x="3641" y="1090"/>
                  <a:pt x="3709" y="1119"/>
                  <a:pt x="3711" y="1119"/>
                </a:cubicBezTo>
                <a:cubicBezTo>
                  <a:pt x="3712" y="1119"/>
                  <a:pt x="3702" y="1114"/>
                  <a:pt x="3673" y="1100"/>
                </a:cubicBezTo>
                <a:lnTo>
                  <a:pt x="3673" y="1100"/>
                </a:lnTo>
                <a:cubicBezTo>
                  <a:pt x="3730" y="1125"/>
                  <a:pt x="3787" y="1153"/>
                  <a:pt x="3841" y="1184"/>
                </a:cubicBezTo>
                <a:cubicBezTo>
                  <a:pt x="3883" y="1208"/>
                  <a:pt x="3923" y="1235"/>
                  <a:pt x="3966" y="1262"/>
                </a:cubicBezTo>
                <a:cubicBezTo>
                  <a:pt x="3985" y="1274"/>
                  <a:pt x="3997" y="1281"/>
                  <a:pt x="4005" y="1285"/>
                </a:cubicBezTo>
                <a:lnTo>
                  <a:pt x="4005" y="1285"/>
                </a:lnTo>
                <a:cubicBezTo>
                  <a:pt x="4007" y="1287"/>
                  <a:pt x="4009" y="1289"/>
                  <a:pt x="4012" y="1292"/>
                </a:cubicBezTo>
                <a:cubicBezTo>
                  <a:pt x="4096" y="1368"/>
                  <a:pt x="4181" y="1443"/>
                  <a:pt x="4254" y="1530"/>
                </a:cubicBezTo>
                <a:cubicBezTo>
                  <a:pt x="4264" y="1542"/>
                  <a:pt x="4273" y="1553"/>
                  <a:pt x="4283" y="1565"/>
                </a:cubicBezTo>
                <a:lnTo>
                  <a:pt x="4283" y="1565"/>
                </a:lnTo>
                <a:cubicBezTo>
                  <a:pt x="4284" y="1566"/>
                  <a:pt x="4285" y="1568"/>
                  <a:pt x="4286" y="1570"/>
                </a:cubicBezTo>
                <a:cubicBezTo>
                  <a:pt x="4315" y="1614"/>
                  <a:pt x="4347" y="1656"/>
                  <a:pt x="4374" y="1703"/>
                </a:cubicBezTo>
                <a:cubicBezTo>
                  <a:pt x="4400" y="1743"/>
                  <a:pt x="4423" y="1785"/>
                  <a:pt x="4444" y="1827"/>
                </a:cubicBezTo>
                <a:cubicBezTo>
                  <a:pt x="4458" y="1852"/>
                  <a:pt x="4499" y="1948"/>
                  <a:pt x="4501" y="1948"/>
                </a:cubicBezTo>
                <a:cubicBezTo>
                  <a:pt x="4501" y="1948"/>
                  <a:pt x="4497" y="1936"/>
                  <a:pt x="4484" y="1903"/>
                </a:cubicBezTo>
                <a:lnTo>
                  <a:pt x="4484" y="1903"/>
                </a:lnTo>
                <a:cubicBezTo>
                  <a:pt x="4520" y="1991"/>
                  <a:pt x="4551" y="2082"/>
                  <a:pt x="4577" y="2174"/>
                </a:cubicBezTo>
                <a:cubicBezTo>
                  <a:pt x="4589" y="2221"/>
                  <a:pt x="4600" y="2267"/>
                  <a:pt x="4610" y="2314"/>
                </a:cubicBezTo>
                <a:cubicBezTo>
                  <a:pt x="4616" y="2344"/>
                  <a:pt x="4628" y="2444"/>
                  <a:pt x="4630" y="2444"/>
                </a:cubicBezTo>
                <a:cubicBezTo>
                  <a:pt x="4631" y="2444"/>
                  <a:pt x="4630" y="2431"/>
                  <a:pt x="4627" y="2396"/>
                </a:cubicBezTo>
                <a:lnTo>
                  <a:pt x="4627" y="2396"/>
                </a:lnTo>
                <a:cubicBezTo>
                  <a:pt x="4636" y="2497"/>
                  <a:pt x="4644" y="2600"/>
                  <a:pt x="4644" y="2703"/>
                </a:cubicBezTo>
                <a:cubicBezTo>
                  <a:pt x="4642" y="2756"/>
                  <a:pt x="4642" y="2811"/>
                  <a:pt x="4638" y="2865"/>
                </a:cubicBezTo>
                <a:cubicBezTo>
                  <a:pt x="4636" y="2887"/>
                  <a:pt x="4632" y="2911"/>
                  <a:pt x="4631" y="2933"/>
                </a:cubicBezTo>
                <a:lnTo>
                  <a:pt x="4631" y="2933"/>
                </a:lnTo>
                <a:cubicBezTo>
                  <a:pt x="4631" y="2933"/>
                  <a:pt x="4631" y="2933"/>
                  <a:pt x="4631" y="2933"/>
                </a:cubicBezTo>
                <a:cubicBezTo>
                  <a:pt x="4614" y="3034"/>
                  <a:pt x="4596" y="3135"/>
                  <a:pt x="4566" y="3234"/>
                </a:cubicBezTo>
                <a:cubicBezTo>
                  <a:pt x="4553" y="3280"/>
                  <a:pt x="4537" y="3327"/>
                  <a:pt x="4522" y="3373"/>
                </a:cubicBezTo>
                <a:cubicBezTo>
                  <a:pt x="4513" y="3396"/>
                  <a:pt x="4503" y="3417"/>
                  <a:pt x="4497" y="3441"/>
                </a:cubicBezTo>
                <a:cubicBezTo>
                  <a:pt x="4496" y="3441"/>
                  <a:pt x="4496" y="3441"/>
                  <a:pt x="4496" y="3441"/>
                </a:cubicBezTo>
                <a:lnTo>
                  <a:pt x="4496" y="3441"/>
                </a:lnTo>
                <a:cubicBezTo>
                  <a:pt x="4494" y="3445"/>
                  <a:pt x="4491" y="3450"/>
                  <a:pt x="4488" y="3455"/>
                </a:cubicBezTo>
                <a:cubicBezTo>
                  <a:pt x="4440" y="3542"/>
                  <a:pt x="4400" y="3630"/>
                  <a:pt x="4347" y="3712"/>
                </a:cubicBezTo>
                <a:cubicBezTo>
                  <a:pt x="4337" y="3727"/>
                  <a:pt x="4283" y="3802"/>
                  <a:pt x="4272" y="3820"/>
                </a:cubicBezTo>
                <a:lnTo>
                  <a:pt x="4272" y="3820"/>
                </a:lnTo>
                <a:cubicBezTo>
                  <a:pt x="4267" y="3826"/>
                  <a:pt x="4263" y="3832"/>
                  <a:pt x="4261" y="3835"/>
                </a:cubicBezTo>
                <a:cubicBezTo>
                  <a:pt x="4235" y="3862"/>
                  <a:pt x="4210" y="3891"/>
                  <a:pt x="4185" y="3919"/>
                </a:cubicBezTo>
                <a:cubicBezTo>
                  <a:pt x="4151" y="3955"/>
                  <a:pt x="4115" y="3990"/>
                  <a:pt x="4077" y="4024"/>
                </a:cubicBezTo>
                <a:cubicBezTo>
                  <a:pt x="4063" y="4037"/>
                  <a:pt x="3977" y="4106"/>
                  <a:pt x="3981" y="4106"/>
                </a:cubicBezTo>
                <a:cubicBezTo>
                  <a:pt x="3982" y="4106"/>
                  <a:pt x="3992" y="4099"/>
                  <a:pt x="4016" y="4081"/>
                </a:cubicBezTo>
                <a:lnTo>
                  <a:pt x="4016" y="4081"/>
                </a:lnTo>
                <a:cubicBezTo>
                  <a:pt x="3919" y="4153"/>
                  <a:pt x="3818" y="4216"/>
                  <a:pt x="3713" y="4271"/>
                </a:cubicBezTo>
                <a:cubicBezTo>
                  <a:pt x="3692" y="4282"/>
                  <a:pt x="3605" y="4320"/>
                  <a:pt x="3609" y="4320"/>
                </a:cubicBezTo>
                <a:cubicBezTo>
                  <a:pt x="3609" y="4320"/>
                  <a:pt x="3609" y="4320"/>
                  <a:pt x="3611" y="4319"/>
                </a:cubicBezTo>
                <a:lnTo>
                  <a:pt x="3611" y="4319"/>
                </a:lnTo>
                <a:cubicBezTo>
                  <a:pt x="3569" y="4335"/>
                  <a:pt x="3527" y="4350"/>
                  <a:pt x="3483" y="4365"/>
                </a:cubicBezTo>
                <a:cubicBezTo>
                  <a:pt x="3353" y="4408"/>
                  <a:pt x="3218" y="4437"/>
                  <a:pt x="3083" y="4460"/>
                </a:cubicBezTo>
                <a:cubicBezTo>
                  <a:pt x="3075" y="4462"/>
                  <a:pt x="3068" y="4463"/>
                  <a:pt x="3062" y="4464"/>
                </a:cubicBezTo>
                <a:lnTo>
                  <a:pt x="3062" y="4464"/>
                </a:lnTo>
                <a:cubicBezTo>
                  <a:pt x="3028" y="4467"/>
                  <a:pt x="2994" y="4471"/>
                  <a:pt x="2959" y="4473"/>
                </a:cubicBezTo>
                <a:cubicBezTo>
                  <a:pt x="2900" y="4477"/>
                  <a:pt x="2841" y="4481"/>
                  <a:pt x="2782" y="4481"/>
                </a:cubicBezTo>
                <a:cubicBezTo>
                  <a:pt x="2718" y="4481"/>
                  <a:pt x="2653" y="4479"/>
                  <a:pt x="2590" y="4475"/>
                </a:cubicBezTo>
                <a:cubicBezTo>
                  <a:pt x="2563" y="4473"/>
                  <a:pt x="2536" y="4471"/>
                  <a:pt x="2509" y="4469"/>
                </a:cubicBezTo>
                <a:lnTo>
                  <a:pt x="2509" y="4469"/>
                </a:lnTo>
                <a:cubicBezTo>
                  <a:pt x="2506" y="4468"/>
                  <a:pt x="2503" y="4467"/>
                  <a:pt x="2499" y="4467"/>
                </a:cubicBezTo>
                <a:cubicBezTo>
                  <a:pt x="2392" y="4445"/>
                  <a:pt x="2287" y="4422"/>
                  <a:pt x="2181" y="4389"/>
                </a:cubicBezTo>
                <a:cubicBezTo>
                  <a:pt x="2154" y="4379"/>
                  <a:pt x="2102" y="4357"/>
                  <a:pt x="2090" y="4352"/>
                </a:cubicBezTo>
                <a:lnTo>
                  <a:pt x="2090" y="4352"/>
                </a:lnTo>
                <a:cubicBezTo>
                  <a:pt x="2048" y="4332"/>
                  <a:pt x="2007" y="4312"/>
                  <a:pt x="1966" y="4290"/>
                </a:cubicBezTo>
                <a:cubicBezTo>
                  <a:pt x="1924" y="4266"/>
                  <a:pt x="1884" y="4241"/>
                  <a:pt x="1844" y="4214"/>
                </a:cubicBezTo>
                <a:cubicBezTo>
                  <a:pt x="1820" y="4198"/>
                  <a:pt x="1770" y="4158"/>
                  <a:pt x="1769" y="4158"/>
                </a:cubicBezTo>
                <a:lnTo>
                  <a:pt x="1769" y="4158"/>
                </a:lnTo>
                <a:cubicBezTo>
                  <a:pt x="1769" y="4158"/>
                  <a:pt x="1769" y="4158"/>
                  <a:pt x="1770" y="4159"/>
                </a:cubicBezTo>
                <a:lnTo>
                  <a:pt x="1770" y="4159"/>
                </a:lnTo>
                <a:cubicBezTo>
                  <a:pt x="1698" y="4097"/>
                  <a:pt x="1630" y="4032"/>
                  <a:pt x="1566" y="3961"/>
                </a:cubicBezTo>
                <a:cubicBezTo>
                  <a:pt x="1559" y="3952"/>
                  <a:pt x="1523" y="3908"/>
                  <a:pt x="1505" y="3886"/>
                </a:cubicBezTo>
                <a:lnTo>
                  <a:pt x="1505" y="3886"/>
                </a:lnTo>
                <a:cubicBezTo>
                  <a:pt x="1487" y="3859"/>
                  <a:pt x="1452" y="3809"/>
                  <a:pt x="1446" y="3799"/>
                </a:cubicBezTo>
                <a:cubicBezTo>
                  <a:pt x="1389" y="3710"/>
                  <a:pt x="1347" y="3618"/>
                  <a:pt x="1296" y="3525"/>
                </a:cubicBezTo>
                <a:cubicBezTo>
                  <a:pt x="1293" y="3520"/>
                  <a:pt x="1291" y="3516"/>
                  <a:pt x="1289" y="3513"/>
                </a:cubicBezTo>
                <a:lnTo>
                  <a:pt x="1289" y="3513"/>
                </a:lnTo>
                <a:cubicBezTo>
                  <a:pt x="1287" y="3505"/>
                  <a:pt x="1284" y="3496"/>
                  <a:pt x="1280" y="3485"/>
                </a:cubicBezTo>
                <a:cubicBezTo>
                  <a:pt x="1263" y="3441"/>
                  <a:pt x="1248" y="3396"/>
                  <a:pt x="1233" y="3352"/>
                </a:cubicBezTo>
                <a:cubicBezTo>
                  <a:pt x="1202" y="3251"/>
                  <a:pt x="1176" y="3150"/>
                  <a:pt x="1157" y="3047"/>
                </a:cubicBezTo>
                <a:cubicBezTo>
                  <a:pt x="1153" y="3023"/>
                  <a:pt x="1148" y="2988"/>
                  <a:pt x="1146" y="2969"/>
                </a:cubicBezTo>
                <a:lnTo>
                  <a:pt x="1146" y="2969"/>
                </a:lnTo>
                <a:cubicBezTo>
                  <a:pt x="1142" y="2928"/>
                  <a:pt x="1138" y="2887"/>
                  <a:pt x="1134" y="2847"/>
                </a:cubicBezTo>
                <a:cubicBezTo>
                  <a:pt x="1128" y="2743"/>
                  <a:pt x="1130" y="2638"/>
                  <a:pt x="1136" y="2533"/>
                </a:cubicBezTo>
                <a:cubicBezTo>
                  <a:pt x="1138" y="2513"/>
                  <a:pt x="1146" y="2433"/>
                  <a:pt x="1149" y="2401"/>
                </a:cubicBezTo>
                <a:lnTo>
                  <a:pt x="1149" y="2401"/>
                </a:lnTo>
                <a:cubicBezTo>
                  <a:pt x="1155" y="2369"/>
                  <a:pt x="1164" y="2316"/>
                  <a:pt x="1166" y="2301"/>
                </a:cubicBezTo>
                <a:cubicBezTo>
                  <a:pt x="1191" y="2189"/>
                  <a:pt x="1225" y="2080"/>
                  <a:pt x="1261" y="1970"/>
                </a:cubicBezTo>
                <a:cubicBezTo>
                  <a:pt x="1267" y="1952"/>
                  <a:pt x="1270" y="1940"/>
                  <a:pt x="1272" y="1933"/>
                </a:cubicBezTo>
                <a:lnTo>
                  <a:pt x="1272" y="1933"/>
                </a:lnTo>
                <a:cubicBezTo>
                  <a:pt x="1276" y="1925"/>
                  <a:pt x="1282" y="1914"/>
                  <a:pt x="1290" y="1898"/>
                </a:cubicBezTo>
                <a:cubicBezTo>
                  <a:pt x="1315" y="1848"/>
                  <a:pt x="1341" y="1797"/>
                  <a:pt x="1370" y="1747"/>
                </a:cubicBezTo>
                <a:cubicBezTo>
                  <a:pt x="1398" y="1698"/>
                  <a:pt x="1429" y="1652"/>
                  <a:pt x="1461" y="1604"/>
                </a:cubicBezTo>
                <a:cubicBezTo>
                  <a:pt x="1470" y="1590"/>
                  <a:pt x="1476" y="1580"/>
                  <a:pt x="1480" y="1574"/>
                </a:cubicBezTo>
                <a:lnTo>
                  <a:pt x="1480" y="1574"/>
                </a:lnTo>
                <a:cubicBezTo>
                  <a:pt x="1484" y="1570"/>
                  <a:pt x="1489" y="1565"/>
                  <a:pt x="1497" y="1557"/>
                </a:cubicBezTo>
                <a:cubicBezTo>
                  <a:pt x="1572" y="1477"/>
                  <a:pt x="1648" y="1401"/>
                  <a:pt x="1728" y="1328"/>
                </a:cubicBezTo>
                <a:cubicBezTo>
                  <a:pt x="1729" y="1327"/>
                  <a:pt x="1729" y="1327"/>
                  <a:pt x="1730" y="1326"/>
                </a:cubicBezTo>
                <a:lnTo>
                  <a:pt x="1730" y="1326"/>
                </a:lnTo>
                <a:cubicBezTo>
                  <a:pt x="1753" y="1312"/>
                  <a:pt x="1774" y="1295"/>
                  <a:pt x="1796" y="1281"/>
                </a:cubicBezTo>
                <a:cubicBezTo>
                  <a:pt x="1846" y="1248"/>
                  <a:pt x="1899" y="1218"/>
                  <a:pt x="1952" y="1191"/>
                </a:cubicBezTo>
                <a:cubicBezTo>
                  <a:pt x="1973" y="1180"/>
                  <a:pt x="1996" y="1170"/>
                  <a:pt x="2015" y="1159"/>
                </a:cubicBezTo>
                <a:cubicBezTo>
                  <a:pt x="2019" y="1157"/>
                  <a:pt x="2023" y="1154"/>
                  <a:pt x="2026" y="1152"/>
                </a:cubicBezTo>
                <a:lnTo>
                  <a:pt x="2026" y="1152"/>
                </a:lnTo>
                <a:cubicBezTo>
                  <a:pt x="2028" y="1152"/>
                  <a:pt x="2030" y="1151"/>
                  <a:pt x="2032" y="1151"/>
                </a:cubicBezTo>
                <a:cubicBezTo>
                  <a:pt x="2093" y="1132"/>
                  <a:pt x="2152" y="1108"/>
                  <a:pt x="2213" y="1092"/>
                </a:cubicBezTo>
                <a:cubicBezTo>
                  <a:pt x="2272" y="1075"/>
                  <a:pt x="2329" y="1064"/>
                  <a:pt x="2388" y="1052"/>
                </a:cubicBezTo>
                <a:cubicBezTo>
                  <a:pt x="2406" y="1047"/>
                  <a:pt x="2452" y="1041"/>
                  <a:pt x="2450" y="1041"/>
                </a:cubicBezTo>
                <a:lnTo>
                  <a:pt x="2450" y="1041"/>
                </a:lnTo>
                <a:cubicBezTo>
                  <a:pt x="2449" y="1041"/>
                  <a:pt x="2434" y="1042"/>
                  <a:pt x="2396" y="1047"/>
                </a:cubicBezTo>
                <a:cubicBezTo>
                  <a:pt x="2438" y="1041"/>
                  <a:pt x="2480" y="1037"/>
                  <a:pt x="2523" y="1035"/>
                </a:cubicBezTo>
                <a:cubicBezTo>
                  <a:pt x="2551" y="1033"/>
                  <a:pt x="2579" y="1028"/>
                  <a:pt x="2607" y="1022"/>
                </a:cubicBezTo>
                <a:lnTo>
                  <a:pt x="2607" y="1022"/>
                </a:lnTo>
                <a:cubicBezTo>
                  <a:pt x="2623" y="1021"/>
                  <a:pt x="2639" y="1018"/>
                  <a:pt x="2655" y="1016"/>
                </a:cubicBezTo>
                <a:cubicBezTo>
                  <a:pt x="2677" y="1012"/>
                  <a:pt x="2699" y="1009"/>
                  <a:pt x="2720" y="1006"/>
                </a:cubicBezTo>
                <a:lnTo>
                  <a:pt x="2720" y="1006"/>
                </a:lnTo>
                <a:cubicBezTo>
                  <a:pt x="2727" y="1005"/>
                  <a:pt x="2777" y="1000"/>
                  <a:pt x="2792" y="999"/>
                </a:cubicBezTo>
                <a:cubicBezTo>
                  <a:pt x="2853" y="995"/>
                  <a:pt x="2917" y="991"/>
                  <a:pt x="2978" y="988"/>
                </a:cubicBezTo>
                <a:cubicBezTo>
                  <a:pt x="2996" y="988"/>
                  <a:pt x="3014" y="988"/>
                  <a:pt x="3032" y="988"/>
                </a:cubicBezTo>
                <a:close/>
                <a:moveTo>
                  <a:pt x="3031" y="0"/>
                </a:moveTo>
                <a:cubicBezTo>
                  <a:pt x="2841" y="0"/>
                  <a:pt x="2651" y="16"/>
                  <a:pt x="2463" y="44"/>
                </a:cubicBezTo>
                <a:lnTo>
                  <a:pt x="2463" y="44"/>
                </a:lnTo>
                <a:cubicBezTo>
                  <a:pt x="1887" y="101"/>
                  <a:pt x="1345" y="305"/>
                  <a:pt x="921" y="715"/>
                </a:cubicBezTo>
                <a:cubicBezTo>
                  <a:pt x="551" y="1073"/>
                  <a:pt x="298" y="1566"/>
                  <a:pt x="199" y="2071"/>
                </a:cubicBezTo>
                <a:cubicBezTo>
                  <a:pt x="1" y="3089"/>
                  <a:pt x="296" y="4250"/>
                  <a:pt x="1128" y="4915"/>
                </a:cubicBezTo>
                <a:cubicBezTo>
                  <a:pt x="1602" y="5295"/>
                  <a:pt x="2207" y="5479"/>
                  <a:pt x="2815" y="5479"/>
                </a:cubicBezTo>
                <a:cubicBezTo>
                  <a:pt x="3435" y="5479"/>
                  <a:pt x="4059" y="5288"/>
                  <a:pt x="4551" y="4917"/>
                </a:cubicBezTo>
                <a:cubicBezTo>
                  <a:pt x="5478" y="4222"/>
                  <a:pt x="5845" y="2981"/>
                  <a:pt x="5529" y="1873"/>
                </a:cubicBezTo>
                <a:cubicBezTo>
                  <a:pt x="5356" y="1275"/>
                  <a:pt x="4989" y="750"/>
                  <a:pt x="4469" y="401"/>
                </a:cubicBezTo>
                <a:cubicBezTo>
                  <a:pt x="4037" y="112"/>
                  <a:pt x="3537" y="0"/>
                  <a:pt x="3031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65" name="Google Shape;6265;p18"/>
          <p:cNvSpPr/>
          <p:nvPr/>
        </p:nvSpPr>
        <p:spPr>
          <a:xfrm>
            <a:off x="7551813" y="4088550"/>
            <a:ext cx="117525" cy="110100"/>
          </a:xfrm>
          <a:custGeom>
            <a:rect b="b" l="l" r="r" t="t"/>
            <a:pathLst>
              <a:path extrusionOk="0" h="4404" w="4701">
                <a:moveTo>
                  <a:pt x="1951" y="1032"/>
                </a:moveTo>
                <a:cubicBezTo>
                  <a:pt x="1950" y="1033"/>
                  <a:pt x="1949" y="1033"/>
                  <a:pt x="1947" y="1033"/>
                </a:cubicBezTo>
                <a:cubicBezTo>
                  <a:pt x="1948" y="1033"/>
                  <a:pt x="1950" y="1033"/>
                  <a:pt x="1951" y="1032"/>
                </a:cubicBezTo>
                <a:close/>
                <a:moveTo>
                  <a:pt x="2857" y="1059"/>
                </a:moveTo>
                <a:cubicBezTo>
                  <a:pt x="2871" y="1059"/>
                  <a:pt x="2889" y="1066"/>
                  <a:pt x="2907" y="1075"/>
                </a:cubicBezTo>
                <a:lnTo>
                  <a:pt x="2907" y="1075"/>
                </a:lnTo>
                <a:cubicBezTo>
                  <a:pt x="2887" y="1068"/>
                  <a:pt x="2858" y="1059"/>
                  <a:pt x="2857" y="1059"/>
                </a:cubicBezTo>
                <a:close/>
                <a:moveTo>
                  <a:pt x="3091" y="1185"/>
                </a:moveTo>
                <a:cubicBezTo>
                  <a:pt x="3091" y="1185"/>
                  <a:pt x="3091" y="1185"/>
                  <a:pt x="3091" y="1185"/>
                </a:cubicBezTo>
                <a:lnTo>
                  <a:pt x="3091" y="1185"/>
                </a:lnTo>
                <a:cubicBezTo>
                  <a:pt x="3091" y="1185"/>
                  <a:pt x="3091" y="1185"/>
                  <a:pt x="3091" y="1185"/>
                </a:cubicBezTo>
                <a:close/>
                <a:moveTo>
                  <a:pt x="3104" y="1198"/>
                </a:moveTo>
                <a:cubicBezTo>
                  <a:pt x="3111" y="1203"/>
                  <a:pt x="3118" y="1208"/>
                  <a:pt x="3125" y="1213"/>
                </a:cubicBezTo>
                <a:cubicBezTo>
                  <a:pt x="3142" y="1224"/>
                  <a:pt x="3149" y="1229"/>
                  <a:pt x="3148" y="1229"/>
                </a:cubicBezTo>
                <a:cubicBezTo>
                  <a:pt x="3148" y="1229"/>
                  <a:pt x="3121" y="1211"/>
                  <a:pt x="3104" y="1198"/>
                </a:cubicBezTo>
                <a:close/>
                <a:moveTo>
                  <a:pt x="1747" y="3319"/>
                </a:moveTo>
                <a:cubicBezTo>
                  <a:pt x="1767" y="3326"/>
                  <a:pt x="1803" y="3338"/>
                  <a:pt x="1802" y="3338"/>
                </a:cubicBezTo>
                <a:cubicBezTo>
                  <a:pt x="1800" y="3339"/>
                  <a:pt x="1799" y="3339"/>
                  <a:pt x="1797" y="3339"/>
                </a:cubicBezTo>
                <a:cubicBezTo>
                  <a:pt x="1785" y="3339"/>
                  <a:pt x="1766" y="3330"/>
                  <a:pt x="1747" y="3319"/>
                </a:cubicBezTo>
                <a:close/>
                <a:moveTo>
                  <a:pt x="2463" y="3393"/>
                </a:moveTo>
                <a:cubicBezTo>
                  <a:pt x="2461" y="3393"/>
                  <a:pt x="2459" y="3393"/>
                  <a:pt x="2456" y="3393"/>
                </a:cubicBezTo>
                <a:lnTo>
                  <a:pt x="2456" y="3393"/>
                </a:lnTo>
                <a:cubicBezTo>
                  <a:pt x="2459" y="3393"/>
                  <a:pt x="2462" y="3393"/>
                  <a:pt x="2463" y="3393"/>
                </a:cubicBezTo>
                <a:close/>
                <a:moveTo>
                  <a:pt x="2387" y="989"/>
                </a:moveTo>
                <a:cubicBezTo>
                  <a:pt x="2440" y="989"/>
                  <a:pt x="2491" y="989"/>
                  <a:pt x="2541" y="993"/>
                </a:cubicBezTo>
                <a:cubicBezTo>
                  <a:pt x="2560" y="993"/>
                  <a:pt x="2582" y="997"/>
                  <a:pt x="2601" y="998"/>
                </a:cubicBezTo>
                <a:lnTo>
                  <a:pt x="2601" y="998"/>
                </a:lnTo>
                <a:cubicBezTo>
                  <a:pt x="2682" y="1018"/>
                  <a:pt x="2761" y="1029"/>
                  <a:pt x="2840" y="1057"/>
                </a:cubicBezTo>
                <a:cubicBezTo>
                  <a:pt x="2857" y="1061"/>
                  <a:pt x="2876" y="1069"/>
                  <a:pt x="2895" y="1076"/>
                </a:cubicBezTo>
                <a:cubicBezTo>
                  <a:pt x="2906" y="1079"/>
                  <a:pt x="2914" y="1081"/>
                  <a:pt x="2919" y="1082"/>
                </a:cubicBezTo>
                <a:lnTo>
                  <a:pt x="2919" y="1082"/>
                </a:lnTo>
                <a:cubicBezTo>
                  <a:pt x="2944" y="1096"/>
                  <a:pt x="2968" y="1113"/>
                  <a:pt x="2984" y="1122"/>
                </a:cubicBezTo>
                <a:cubicBezTo>
                  <a:pt x="3015" y="1139"/>
                  <a:pt x="3049" y="1160"/>
                  <a:pt x="3080" y="1181"/>
                </a:cubicBezTo>
                <a:cubicBezTo>
                  <a:pt x="3084" y="1184"/>
                  <a:pt x="3088" y="1186"/>
                  <a:pt x="3092" y="1189"/>
                </a:cubicBezTo>
                <a:lnTo>
                  <a:pt x="3092" y="1189"/>
                </a:lnTo>
                <a:cubicBezTo>
                  <a:pt x="3107" y="1217"/>
                  <a:pt x="3258" y="1347"/>
                  <a:pt x="3274" y="1366"/>
                </a:cubicBezTo>
                <a:cubicBezTo>
                  <a:pt x="3278" y="1370"/>
                  <a:pt x="3281" y="1374"/>
                  <a:pt x="3284" y="1378"/>
                </a:cubicBezTo>
                <a:lnTo>
                  <a:pt x="3284" y="1378"/>
                </a:lnTo>
                <a:cubicBezTo>
                  <a:pt x="3304" y="1410"/>
                  <a:pt x="3328" y="1440"/>
                  <a:pt x="3348" y="1474"/>
                </a:cubicBezTo>
                <a:cubicBezTo>
                  <a:pt x="3367" y="1503"/>
                  <a:pt x="3386" y="1535"/>
                  <a:pt x="3403" y="1569"/>
                </a:cubicBezTo>
                <a:cubicBezTo>
                  <a:pt x="3409" y="1579"/>
                  <a:pt x="3414" y="1591"/>
                  <a:pt x="3420" y="1604"/>
                </a:cubicBezTo>
                <a:lnTo>
                  <a:pt x="3420" y="1604"/>
                </a:lnTo>
                <a:cubicBezTo>
                  <a:pt x="3420" y="1602"/>
                  <a:pt x="3420" y="1600"/>
                  <a:pt x="3420" y="1598"/>
                </a:cubicBezTo>
                <a:lnTo>
                  <a:pt x="3420" y="1598"/>
                </a:lnTo>
                <a:cubicBezTo>
                  <a:pt x="3420" y="1600"/>
                  <a:pt x="3420" y="1602"/>
                  <a:pt x="3420" y="1604"/>
                </a:cubicBezTo>
                <a:lnTo>
                  <a:pt x="3420" y="1604"/>
                </a:lnTo>
                <a:cubicBezTo>
                  <a:pt x="3420" y="1604"/>
                  <a:pt x="3420" y="1604"/>
                  <a:pt x="3420" y="1604"/>
                </a:cubicBezTo>
                <a:lnTo>
                  <a:pt x="3420" y="1604"/>
                </a:lnTo>
                <a:cubicBezTo>
                  <a:pt x="3420" y="1621"/>
                  <a:pt x="3423" y="1634"/>
                  <a:pt x="3427" y="1644"/>
                </a:cubicBezTo>
                <a:lnTo>
                  <a:pt x="3427" y="1644"/>
                </a:lnTo>
                <a:cubicBezTo>
                  <a:pt x="3423" y="1630"/>
                  <a:pt x="3420" y="1616"/>
                  <a:pt x="3420" y="1604"/>
                </a:cubicBezTo>
                <a:lnTo>
                  <a:pt x="3420" y="1604"/>
                </a:lnTo>
                <a:cubicBezTo>
                  <a:pt x="3422" y="1608"/>
                  <a:pt x="3424" y="1613"/>
                  <a:pt x="3426" y="1617"/>
                </a:cubicBezTo>
                <a:cubicBezTo>
                  <a:pt x="3442" y="1646"/>
                  <a:pt x="3443" y="1659"/>
                  <a:pt x="3439" y="1659"/>
                </a:cubicBezTo>
                <a:cubicBezTo>
                  <a:pt x="3436" y="1659"/>
                  <a:pt x="3432" y="1654"/>
                  <a:pt x="3427" y="1644"/>
                </a:cubicBezTo>
                <a:lnTo>
                  <a:pt x="3427" y="1644"/>
                </a:lnTo>
                <a:cubicBezTo>
                  <a:pt x="3443" y="1697"/>
                  <a:pt x="3479" y="1760"/>
                  <a:pt x="3491" y="1802"/>
                </a:cubicBezTo>
                <a:cubicBezTo>
                  <a:pt x="3500" y="1838"/>
                  <a:pt x="3508" y="1874"/>
                  <a:pt x="3517" y="1910"/>
                </a:cubicBezTo>
                <a:cubicBezTo>
                  <a:pt x="3521" y="1933"/>
                  <a:pt x="3525" y="1954"/>
                  <a:pt x="3529" y="1977"/>
                </a:cubicBezTo>
                <a:cubicBezTo>
                  <a:pt x="3534" y="2005"/>
                  <a:pt x="3537" y="2015"/>
                  <a:pt x="3538" y="2015"/>
                </a:cubicBezTo>
                <a:cubicBezTo>
                  <a:pt x="3540" y="2015"/>
                  <a:pt x="3530" y="1942"/>
                  <a:pt x="3525" y="1939"/>
                </a:cubicBezTo>
                <a:lnTo>
                  <a:pt x="3525" y="1939"/>
                </a:lnTo>
                <a:cubicBezTo>
                  <a:pt x="3550" y="1954"/>
                  <a:pt x="3538" y="2142"/>
                  <a:pt x="3538" y="2173"/>
                </a:cubicBezTo>
                <a:cubicBezTo>
                  <a:pt x="3538" y="2215"/>
                  <a:pt x="3535" y="2257"/>
                  <a:pt x="3533" y="2297"/>
                </a:cubicBezTo>
                <a:cubicBezTo>
                  <a:pt x="3532" y="2312"/>
                  <a:pt x="3530" y="2326"/>
                  <a:pt x="3529" y="2339"/>
                </a:cubicBezTo>
                <a:lnTo>
                  <a:pt x="3529" y="2339"/>
                </a:lnTo>
                <a:cubicBezTo>
                  <a:pt x="3514" y="2409"/>
                  <a:pt x="3504" y="2477"/>
                  <a:pt x="3483" y="2546"/>
                </a:cubicBezTo>
                <a:cubicBezTo>
                  <a:pt x="3472" y="2582"/>
                  <a:pt x="3462" y="2618"/>
                  <a:pt x="3449" y="2651"/>
                </a:cubicBezTo>
                <a:cubicBezTo>
                  <a:pt x="3445" y="2663"/>
                  <a:pt x="3440" y="2676"/>
                  <a:pt x="3436" y="2688"/>
                </a:cubicBezTo>
                <a:lnTo>
                  <a:pt x="3436" y="2688"/>
                </a:lnTo>
                <a:cubicBezTo>
                  <a:pt x="3398" y="2751"/>
                  <a:pt x="3369" y="2818"/>
                  <a:pt x="3329" y="2881"/>
                </a:cubicBezTo>
                <a:cubicBezTo>
                  <a:pt x="3324" y="2889"/>
                  <a:pt x="3300" y="2922"/>
                  <a:pt x="3284" y="2945"/>
                </a:cubicBezTo>
                <a:lnTo>
                  <a:pt x="3284" y="2945"/>
                </a:lnTo>
                <a:cubicBezTo>
                  <a:pt x="3263" y="2968"/>
                  <a:pt x="3232" y="3005"/>
                  <a:pt x="3224" y="3014"/>
                </a:cubicBezTo>
                <a:cubicBezTo>
                  <a:pt x="3198" y="3041"/>
                  <a:pt x="3171" y="3069"/>
                  <a:pt x="3142" y="3094"/>
                </a:cubicBezTo>
                <a:cubicBezTo>
                  <a:pt x="3127" y="3106"/>
                  <a:pt x="3112" y="3119"/>
                  <a:pt x="3099" y="3132"/>
                </a:cubicBezTo>
                <a:cubicBezTo>
                  <a:pt x="3075" y="3154"/>
                  <a:pt x="3071" y="3163"/>
                  <a:pt x="3076" y="3163"/>
                </a:cubicBezTo>
                <a:cubicBezTo>
                  <a:pt x="3076" y="3163"/>
                  <a:pt x="3077" y="3163"/>
                  <a:pt x="3078" y="3162"/>
                </a:cubicBezTo>
                <a:lnTo>
                  <a:pt x="3078" y="3162"/>
                </a:lnTo>
                <a:cubicBezTo>
                  <a:pt x="3021" y="3203"/>
                  <a:pt x="2923" y="3245"/>
                  <a:pt x="2889" y="3262"/>
                </a:cubicBezTo>
                <a:cubicBezTo>
                  <a:pt x="2863" y="3275"/>
                  <a:pt x="2803" y="3296"/>
                  <a:pt x="2805" y="3296"/>
                </a:cubicBezTo>
                <a:cubicBezTo>
                  <a:pt x="2806" y="3296"/>
                  <a:pt x="2822" y="3291"/>
                  <a:pt x="2866" y="3277"/>
                </a:cubicBezTo>
                <a:lnTo>
                  <a:pt x="2866" y="3277"/>
                </a:lnTo>
                <a:cubicBezTo>
                  <a:pt x="2823" y="3292"/>
                  <a:pt x="2783" y="3309"/>
                  <a:pt x="2741" y="3323"/>
                </a:cubicBezTo>
                <a:cubicBezTo>
                  <a:pt x="2642" y="3355"/>
                  <a:pt x="2541" y="3376"/>
                  <a:pt x="2438" y="3395"/>
                </a:cubicBezTo>
                <a:cubicBezTo>
                  <a:pt x="2437" y="3395"/>
                  <a:pt x="2437" y="3395"/>
                  <a:pt x="2437" y="3395"/>
                </a:cubicBezTo>
                <a:lnTo>
                  <a:pt x="2437" y="3395"/>
                </a:lnTo>
                <a:cubicBezTo>
                  <a:pt x="2416" y="3397"/>
                  <a:pt x="2395" y="3400"/>
                  <a:pt x="2375" y="3401"/>
                </a:cubicBezTo>
                <a:cubicBezTo>
                  <a:pt x="2330" y="3403"/>
                  <a:pt x="2284" y="3406"/>
                  <a:pt x="2240" y="3406"/>
                </a:cubicBezTo>
                <a:cubicBezTo>
                  <a:pt x="2226" y="3406"/>
                  <a:pt x="2211" y="3406"/>
                  <a:pt x="2197" y="3406"/>
                </a:cubicBezTo>
                <a:cubicBezTo>
                  <a:pt x="2163" y="3406"/>
                  <a:pt x="2129" y="3405"/>
                  <a:pt x="2094" y="3403"/>
                </a:cubicBezTo>
                <a:cubicBezTo>
                  <a:pt x="2081" y="3402"/>
                  <a:pt x="2067" y="3400"/>
                  <a:pt x="2054" y="3398"/>
                </a:cubicBezTo>
                <a:lnTo>
                  <a:pt x="2054" y="3398"/>
                </a:lnTo>
                <a:cubicBezTo>
                  <a:pt x="1975" y="3376"/>
                  <a:pt x="1893" y="3365"/>
                  <a:pt x="1814" y="3340"/>
                </a:cubicBezTo>
                <a:cubicBezTo>
                  <a:pt x="1797" y="3334"/>
                  <a:pt x="1778" y="3326"/>
                  <a:pt x="1762" y="3321"/>
                </a:cubicBezTo>
                <a:cubicBezTo>
                  <a:pt x="1752" y="3318"/>
                  <a:pt x="1745" y="3316"/>
                  <a:pt x="1740" y="3315"/>
                </a:cubicBezTo>
                <a:lnTo>
                  <a:pt x="1740" y="3315"/>
                </a:lnTo>
                <a:cubicBezTo>
                  <a:pt x="1716" y="3301"/>
                  <a:pt x="1691" y="3283"/>
                  <a:pt x="1679" y="3277"/>
                </a:cubicBezTo>
                <a:cubicBezTo>
                  <a:pt x="1648" y="3258"/>
                  <a:pt x="1616" y="3241"/>
                  <a:pt x="1587" y="3220"/>
                </a:cubicBezTo>
                <a:cubicBezTo>
                  <a:pt x="1572" y="3210"/>
                  <a:pt x="1557" y="3199"/>
                  <a:pt x="1543" y="3191"/>
                </a:cubicBezTo>
                <a:cubicBezTo>
                  <a:pt x="1525" y="3180"/>
                  <a:pt x="1519" y="3175"/>
                  <a:pt x="1519" y="3175"/>
                </a:cubicBezTo>
                <a:lnTo>
                  <a:pt x="1519" y="3175"/>
                </a:lnTo>
                <a:cubicBezTo>
                  <a:pt x="1518" y="3175"/>
                  <a:pt x="1582" y="3218"/>
                  <a:pt x="1580" y="3218"/>
                </a:cubicBezTo>
                <a:cubicBezTo>
                  <a:pt x="1580" y="3218"/>
                  <a:pt x="1579" y="3218"/>
                  <a:pt x="1578" y="3218"/>
                </a:cubicBezTo>
                <a:cubicBezTo>
                  <a:pt x="1542" y="3218"/>
                  <a:pt x="1420" y="3070"/>
                  <a:pt x="1399" y="3045"/>
                </a:cubicBezTo>
                <a:cubicBezTo>
                  <a:pt x="1384" y="3030"/>
                  <a:pt x="1353" y="2977"/>
                  <a:pt x="1351" y="2977"/>
                </a:cubicBezTo>
                <a:lnTo>
                  <a:pt x="1351" y="2977"/>
                </a:lnTo>
                <a:cubicBezTo>
                  <a:pt x="1350" y="2977"/>
                  <a:pt x="1354" y="2985"/>
                  <a:pt x="1363" y="3005"/>
                </a:cubicBezTo>
                <a:cubicBezTo>
                  <a:pt x="1372" y="3025"/>
                  <a:pt x="1375" y="3032"/>
                  <a:pt x="1374" y="3032"/>
                </a:cubicBezTo>
                <a:cubicBezTo>
                  <a:pt x="1372" y="3032"/>
                  <a:pt x="1335" y="2962"/>
                  <a:pt x="1326" y="2946"/>
                </a:cubicBezTo>
                <a:cubicBezTo>
                  <a:pt x="1285" y="2881"/>
                  <a:pt x="1252" y="2814"/>
                  <a:pt x="1215" y="2746"/>
                </a:cubicBezTo>
                <a:lnTo>
                  <a:pt x="1215" y="2746"/>
                </a:lnTo>
                <a:cubicBezTo>
                  <a:pt x="1214" y="2743"/>
                  <a:pt x="1213" y="2740"/>
                  <a:pt x="1212" y="2736"/>
                </a:cubicBezTo>
                <a:cubicBezTo>
                  <a:pt x="1199" y="2702"/>
                  <a:pt x="1187" y="2668"/>
                  <a:pt x="1176" y="2635"/>
                </a:cubicBezTo>
                <a:cubicBezTo>
                  <a:pt x="1153" y="2559"/>
                  <a:pt x="1132" y="2481"/>
                  <a:pt x="1119" y="2403"/>
                </a:cubicBezTo>
                <a:cubicBezTo>
                  <a:pt x="1119" y="2401"/>
                  <a:pt x="1118" y="2399"/>
                  <a:pt x="1118" y="2397"/>
                </a:cubicBezTo>
                <a:lnTo>
                  <a:pt x="1118" y="2397"/>
                </a:lnTo>
                <a:cubicBezTo>
                  <a:pt x="1122" y="2365"/>
                  <a:pt x="1108" y="2315"/>
                  <a:pt x="1106" y="2283"/>
                </a:cubicBezTo>
                <a:cubicBezTo>
                  <a:pt x="1102" y="2203"/>
                  <a:pt x="1102" y="2123"/>
                  <a:pt x="1106" y="2043"/>
                </a:cubicBezTo>
                <a:cubicBezTo>
                  <a:pt x="1107" y="2033"/>
                  <a:pt x="1110" y="2004"/>
                  <a:pt x="1113" y="1978"/>
                </a:cubicBezTo>
                <a:lnTo>
                  <a:pt x="1113" y="1978"/>
                </a:lnTo>
                <a:cubicBezTo>
                  <a:pt x="1117" y="1953"/>
                  <a:pt x="1123" y="1911"/>
                  <a:pt x="1125" y="1899"/>
                </a:cubicBezTo>
                <a:cubicBezTo>
                  <a:pt x="1144" y="1813"/>
                  <a:pt x="1170" y="1731"/>
                  <a:pt x="1197" y="1647"/>
                </a:cubicBezTo>
                <a:cubicBezTo>
                  <a:pt x="1199" y="1642"/>
                  <a:pt x="1200" y="1637"/>
                  <a:pt x="1201" y="1634"/>
                </a:cubicBezTo>
                <a:lnTo>
                  <a:pt x="1201" y="1634"/>
                </a:lnTo>
                <a:cubicBezTo>
                  <a:pt x="1203" y="1630"/>
                  <a:pt x="1205" y="1626"/>
                  <a:pt x="1208" y="1621"/>
                </a:cubicBezTo>
                <a:cubicBezTo>
                  <a:pt x="1227" y="1583"/>
                  <a:pt x="1246" y="1543"/>
                  <a:pt x="1269" y="1507"/>
                </a:cubicBezTo>
                <a:cubicBezTo>
                  <a:pt x="1290" y="1470"/>
                  <a:pt x="1313" y="1434"/>
                  <a:pt x="1338" y="1398"/>
                </a:cubicBezTo>
                <a:cubicBezTo>
                  <a:pt x="1341" y="1394"/>
                  <a:pt x="1344" y="1390"/>
                  <a:pt x="1346" y="1386"/>
                </a:cubicBezTo>
                <a:lnTo>
                  <a:pt x="1346" y="1386"/>
                </a:lnTo>
                <a:cubicBezTo>
                  <a:pt x="1346" y="1386"/>
                  <a:pt x="1346" y="1386"/>
                  <a:pt x="1347" y="1385"/>
                </a:cubicBezTo>
                <a:cubicBezTo>
                  <a:pt x="1399" y="1329"/>
                  <a:pt x="1454" y="1275"/>
                  <a:pt x="1511" y="1223"/>
                </a:cubicBezTo>
                <a:lnTo>
                  <a:pt x="1511" y="1223"/>
                </a:lnTo>
                <a:cubicBezTo>
                  <a:pt x="1524" y="1213"/>
                  <a:pt x="1537" y="1203"/>
                  <a:pt x="1551" y="1194"/>
                </a:cubicBezTo>
                <a:cubicBezTo>
                  <a:pt x="1589" y="1170"/>
                  <a:pt x="1627" y="1147"/>
                  <a:pt x="1667" y="1126"/>
                </a:cubicBezTo>
                <a:cubicBezTo>
                  <a:pt x="1682" y="1119"/>
                  <a:pt x="1697" y="1111"/>
                  <a:pt x="1712" y="1103"/>
                </a:cubicBezTo>
                <a:lnTo>
                  <a:pt x="1712" y="1103"/>
                </a:lnTo>
                <a:cubicBezTo>
                  <a:pt x="1755" y="1090"/>
                  <a:pt x="1797" y="1075"/>
                  <a:pt x="1840" y="1063"/>
                </a:cubicBezTo>
                <a:cubicBezTo>
                  <a:pt x="1884" y="1050"/>
                  <a:pt x="1928" y="1042"/>
                  <a:pt x="1970" y="1031"/>
                </a:cubicBezTo>
                <a:cubicBezTo>
                  <a:pt x="1976" y="1030"/>
                  <a:pt x="1983" y="1028"/>
                  <a:pt x="1990" y="1026"/>
                </a:cubicBezTo>
                <a:lnTo>
                  <a:pt x="1990" y="1026"/>
                </a:lnTo>
                <a:cubicBezTo>
                  <a:pt x="2008" y="1025"/>
                  <a:pt x="2026" y="1024"/>
                  <a:pt x="2042" y="1023"/>
                </a:cubicBezTo>
                <a:cubicBezTo>
                  <a:pt x="2063" y="1021"/>
                  <a:pt x="2083" y="1018"/>
                  <a:pt x="2104" y="1015"/>
                </a:cubicBezTo>
                <a:lnTo>
                  <a:pt x="2104" y="1015"/>
                </a:lnTo>
                <a:cubicBezTo>
                  <a:pt x="2127" y="1013"/>
                  <a:pt x="2151" y="1010"/>
                  <a:pt x="2175" y="1006"/>
                </a:cubicBezTo>
                <a:cubicBezTo>
                  <a:pt x="2200" y="1002"/>
                  <a:pt x="2223" y="998"/>
                  <a:pt x="2248" y="996"/>
                </a:cubicBezTo>
                <a:lnTo>
                  <a:pt x="2248" y="996"/>
                </a:lnTo>
                <a:cubicBezTo>
                  <a:pt x="2202" y="1002"/>
                  <a:pt x="2186" y="1004"/>
                  <a:pt x="2186" y="1004"/>
                </a:cubicBezTo>
                <a:cubicBezTo>
                  <a:pt x="2187" y="1004"/>
                  <a:pt x="2227" y="999"/>
                  <a:pt x="2246" y="998"/>
                </a:cubicBezTo>
                <a:cubicBezTo>
                  <a:pt x="2293" y="996"/>
                  <a:pt x="2341" y="991"/>
                  <a:pt x="2387" y="989"/>
                </a:cubicBezTo>
                <a:close/>
                <a:moveTo>
                  <a:pt x="2431" y="0"/>
                </a:moveTo>
                <a:cubicBezTo>
                  <a:pt x="2283" y="0"/>
                  <a:pt x="2134" y="12"/>
                  <a:pt x="1987" y="33"/>
                </a:cubicBezTo>
                <a:lnTo>
                  <a:pt x="1987" y="33"/>
                </a:lnTo>
                <a:cubicBezTo>
                  <a:pt x="1519" y="79"/>
                  <a:pt x="1082" y="246"/>
                  <a:pt x="738" y="578"/>
                </a:cubicBezTo>
                <a:cubicBezTo>
                  <a:pt x="443" y="863"/>
                  <a:pt x="236" y="1259"/>
                  <a:pt x="158" y="1661"/>
                </a:cubicBezTo>
                <a:cubicBezTo>
                  <a:pt x="0" y="2477"/>
                  <a:pt x="228" y="3403"/>
                  <a:pt x="896" y="3941"/>
                </a:cubicBezTo>
                <a:cubicBezTo>
                  <a:pt x="1283" y="4251"/>
                  <a:pt x="1777" y="4404"/>
                  <a:pt x="2272" y="4404"/>
                </a:cubicBezTo>
                <a:cubicBezTo>
                  <a:pt x="2762" y="4404"/>
                  <a:pt x="3253" y="4255"/>
                  <a:pt x="3645" y="3962"/>
                </a:cubicBezTo>
                <a:cubicBezTo>
                  <a:pt x="4395" y="3401"/>
                  <a:pt x="4700" y="2409"/>
                  <a:pt x="4443" y="1512"/>
                </a:cubicBezTo>
                <a:cubicBezTo>
                  <a:pt x="4302" y="1025"/>
                  <a:pt x="4003" y="604"/>
                  <a:pt x="3582" y="321"/>
                </a:cubicBezTo>
                <a:cubicBezTo>
                  <a:pt x="3236" y="89"/>
                  <a:pt x="2836" y="0"/>
                  <a:pt x="2431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266" name="Google Shape;6266;p18"/>
          <p:cNvGrpSpPr/>
          <p:nvPr/>
        </p:nvGrpSpPr>
        <p:grpSpPr>
          <a:xfrm flipH="1" rot="-6299880">
            <a:off x="1406840" y="476245"/>
            <a:ext cx="708049" cy="444266"/>
            <a:chOff x="1445125" y="3867675"/>
            <a:chExt cx="803300" cy="502950"/>
          </a:xfrm>
        </p:grpSpPr>
        <p:sp>
          <p:nvSpPr>
            <p:cNvPr id="6267" name="Google Shape;6267;p18"/>
            <p:cNvSpPr/>
            <p:nvPr/>
          </p:nvSpPr>
          <p:spPr>
            <a:xfrm>
              <a:off x="1445125" y="3867675"/>
              <a:ext cx="535450" cy="502950"/>
            </a:xfrm>
            <a:custGeom>
              <a:rect b="b" l="l" r="r" t="t"/>
              <a:pathLst>
                <a:path extrusionOk="0" h="20118" w="21418">
                  <a:moveTo>
                    <a:pt x="5846" y="993"/>
                  </a:moveTo>
                  <a:cubicBezTo>
                    <a:pt x="6726" y="993"/>
                    <a:pt x="7300" y="1814"/>
                    <a:pt x="7545" y="2688"/>
                  </a:cubicBezTo>
                  <a:cubicBezTo>
                    <a:pt x="7686" y="3200"/>
                    <a:pt x="7749" y="3726"/>
                    <a:pt x="7770" y="4255"/>
                  </a:cubicBezTo>
                  <a:cubicBezTo>
                    <a:pt x="7787" y="4700"/>
                    <a:pt x="7676" y="5216"/>
                    <a:pt x="7812" y="5641"/>
                  </a:cubicBezTo>
                  <a:cubicBezTo>
                    <a:pt x="8017" y="6280"/>
                    <a:pt x="8790" y="6621"/>
                    <a:pt x="9352" y="6861"/>
                  </a:cubicBezTo>
                  <a:cubicBezTo>
                    <a:pt x="10899" y="7523"/>
                    <a:pt x="12588" y="7895"/>
                    <a:pt x="14238" y="8195"/>
                  </a:cubicBezTo>
                  <a:cubicBezTo>
                    <a:pt x="14279" y="8202"/>
                    <a:pt x="14320" y="8206"/>
                    <a:pt x="14360" y="8206"/>
                  </a:cubicBezTo>
                  <a:cubicBezTo>
                    <a:pt x="14538" y="8206"/>
                    <a:pt x="14697" y="8128"/>
                    <a:pt x="14800" y="7965"/>
                  </a:cubicBezTo>
                  <a:cubicBezTo>
                    <a:pt x="15658" y="6602"/>
                    <a:pt x="16673" y="5266"/>
                    <a:pt x="17868" y="4181"/>
                  </a:cubicBezTo>
                  <a:cubicBezTo>
                    <a:pt x="18246" y="3837"/>
                    <a:pt x="19055" y="3130"/>
                    <a:pt x="19662" y="3130"/>
                  </a:cubicBezTo>
                  <a:cubicBezTo>
                    <a:pt x="19761" y="3130"/>
                    <a:pt x="19855" y="3149"/>
                    <a:pt x="19941" y="3191"/>
                  </a:cubicBezTo>
                  <a:cubicBezTo>
                    <a:pt x="19972" y="3206"/>
                    <a:pt x="20042" y="3282"/>
                    <a:pt x="20078" y="3334"/>
                  </a:cubicBezTo>
                  <a:cubicBezTo>
                    <a:pt x="20170" y="3474"/>
                    <a:pt x="20200" y="3554"/>
                    <a:pt x="20244" y="3703"/>
                  </a:cubicBezTo>
                  <a:cubicBezTo>
                    <a:pt x="20356" y="4074"/>
                    <a:pt x="20385" y="4459"/>
                    <a:pt x="20391" y="4845"/>
                  </a:cubicBezTo>
                  <a:cubicBezTo>
                    <a:pt x="20434" y="7253"/>
                    <a:pt x="19715" y="9724"/>
                    <a:pt x="18959" y="11987"/>
                  </a:cubicBezTo>
                  <a:cubicBezTo>
                    <a:pt x="18546" y="13223"/>
                    <a:pt x="18074" y="14443"/>
                    <a:pt x="17505" y="15619"/>
                  </a:cubicBezTo>
                  <a:cubicBezTo>
                    <a:pt x="16974" y="16720"/>
                    <a:pt x="16385" y="17795"/>
                    <a:pt x="15472" y="18631"/>
                  </a:cubicBezTo>
                  <a:cubicBezTo>
                    <a:pt x="15279" y="18808"/>
                    <a:pt x="15055" y="19008"/>
                    <a:pt x="14800" y="19090"/>
                  </a:cubicBezTo>
                  <a:cubicBezTo>
                    <a:pt x="14731" y="19114"/>
                    <a:pt x="14679" y="19127"/>
                    <a:pt x="14633" y="19127"/>
                  </a:cubicBezTo>
                  <a:cubicBezTo>
                    <a:pt x="14584" y="19127"/>
                    <a:pt x="14541" y="19112"/>
                    <a:pt x="14491" y="19078"/>
                  </a:cubicBezTo>
                  <a:cubicBezTo>
                    <a:pt x="14179" y="18859"/>
                    <a:pt x="14040" y="18279"/>
                    <a:pt x="13943" y="17913"/>
                  </a:cubicBezTo>
                  <a:cubicBezTo>
                    <a:pt x="13496" y="16204"/>
                    <a:pt x="13420" y="14392"/>
                    <a:pt x="13231" y="12644"/>
                  </a:cubicBezTo>
                  <a:cubicBezTo>
                    <a:pt x="13231" y="12642"/>
                    <a:pt x="13231" y="12641"/>
                    <a:pt x="13230" y="12640"/>
                  </a:cubicBezTo>
                  <a:lnTo>
                    <a:pt x="13230" y="12640"/>
                  </a:lnTo>
                  <a:cubicBezTo>
                    <a:pt x="13241" y="12479"/>
                    <a:pt x="13172" y="12316"/>
                    <a:pt x="12984" y="12214"/>
                  </a:cubicBezTo>
                  <a:cubicBezTo>
                    <a:pt x="12340" y="11860"/>
                    <a:pt x="11598" y="11675"/>
                    <a:pt x="10890" y="11496"/>
                  </a:cubicBezTo>
                  <a:cubicBezTo>
                    <a:pt x="10069" y="11291"/>
                    <a:pt x="9239" y="11119"/>
                    <a:pt x="8404" y="10971"/>
                  </a:cubicBezTo>
                  <a:cubicBezTo>
                    <a:pt x="7943" y="10890"/>
                    <a:pt x="7439" y="10757"/>
                    <a:pt x="6964" y="10757"/>
                  </a:cubicBezTo>
                  <a:cubicBezTo>
                    <a:pt x="6933" y="10757"/>
                    <a:pt x="6903" y="10757"/>
                    <a:pt x="6873" y="10758"/>
                  </a:cubicBezTo>
                  <a:cubicBezTo>
                    <a:pt x="6281" y="10782"/>
                    <a:pt x="5857" y="11237"/>
                    <a:pt x="5518" y="11671"/>
                  </a:cubicBezTo>
                  <a:cubicBezTo>
                    <a:pt x="4848" y="12532"/>
                    <a:pt x="4110" y="13945"/>
                    <a:pt x="2900" y="13945"/>
                  </a:cubicBezTo>
                  <a:cubicBezTo>
                    <a:pt x="2748" y="13945"/>
                    <a:pt x="2589" y="13923"/>
                    <a:pt x="2421" y="13874"/>
                  </a:cubicBezTo>
                  <a:cubicBezTo>
                    <a:pt x="1265" y="13539"/>
                    <a:pt x="1147" y="12161"/>
                    <a:pt x="1191" y="11150"/>
                  </a:cubicBezTo>
                  <a:cubicBezTo>
                    <a:pt x="1259" y="9547"/>
                    <a:pt x="1735" y="7959"/>
                    <a:pt x="2242" y="6446"/>
                  </a:cubicBezTo>
                  <a:cubicBezTo>
                    <a:pt x="2666" y="5186"/>
                    <a:pt x="3155" y="3943"/>
                    <a:pt x="3669" y="2717"/>
                  </a:cubicBezTo>
                  <a:cubicBezTo>
                    <a:pt x="4014" y="1894"/>
                    <a:pt x="4701" y="1150"/>
                    <a:pt x="5619" y="1011"/>
                  </a:cubicBezTo>
                  <a:cubicBezTo>
                    <a:pt x="5697" y="999"/>
                    <a:pt x="5772" y="993"/>
                    <a:pt x="5846" y="993"/>
                  </a:cubicBezTo>
                  <a:close/>
                  <a:moveTo>
                    <a:pt x="5851" y="1"/>
                  </a:moveTo>
                  <a:cubicBezTo>
                    <a:pt x="4753" y="1"/>
                    <a:pt x="3750" y="699"/>
                    <a:pt x="3144" y="1580"/>
                  </a:cubicBezTo>
                  <a:cubicBezTo>
                    <a:pt x="2849" y="2009"/>
                    <a:pt x="2683" y="2515"/>
                    <a:pt x="2487" y="2993"/>
                  </a:cubicBezTo>
                  <a:cubicBezTo>
                    <a:pt x="2217" y="3653"/>
                    <a:pt x="1954" y="4314"/>
                    <a:pt x="1705" y="4982"/>
                  </a:cubicBezTo>
                  <a:cubicBezTo>
                    <a:pt x="1113" y="6581"/>
                    <a:pt x="576" y="8224"/>
                    <a:pt x="323" y="9914"/>
                  </a:cubicBezTo>
                  <a:cubicBezTo>
                    <a:pt x="121" y="11253"/>
                    <a:pt x="1" y="12901"/>
                    <a:pt x="913" y="14026"/>
                  </a:cubicBezTo>
                  <a:cubicBezTo>
                    <a:pt x="1411" y="14639"/>
                    <a:pt x="2111" y="14918"/>
                    <a:pt x="2824" y="14918"/>
                  </a:cubicBezTo>
                  <a:cubicBezTo>
                    <a:pt x="3509" y="14918"/>
                    <a:pt x="4207" y="14660"/>
                    <a:pt x="4751" y="14192"/>
                  </a:cubicBezTo>
                  <a:cubicBezTo>
                    <a:pt x="5371" y="13659"/>
                    <a:pt x="5777" y="12949"/>
                    <a:pt x="6272" y="12311"/>
                  </a:cubicBezTo>
                  <a:cubicBezTo>
                    <a:pt x="6566" y="11931"/>
                    <a:pt x="6732" y="11776"/>
                    <a:pt x="7065" y="11776"/>
                  </a:cubicBezTo>
                  <a:cubicBezTo>
                    <a:pt x="7129" y="11776"/>
                    <a:pt x="7199" y="11782"/>
                    <a:pt x="7277" y="11793"/>
                  </a:cubicBezTo>
                  <a:cubicBezTo>
                    <a:pt x="8166" y="11915"/>
                    <a:pt x="9053" y="12094"/>
                    <a:pt x="9930" y="12292"/>
                  </a:cubicBezTo>
                  <a:cubicBezTo>
                    <a:pt x="10726" y="12472"/>
                    <a:pt x="11550" y="12626"/>
                    <a:pt x="12268" y="12966"/>
                  </a:cubicBezTo>
                  <a:lnTo>
                    <a:pt x="12268" y="12966"/>
                  </a:lnTo>
                  <a:cubicBezTo>
                    <a:pt x="12439" y="14633"/>
                    <a:pt x="12548" y="16332"/>
                    <a:pt x="12930" y="17963"/>
                  </a:cubicBezTo>
                  <a:cubicBezTo>
                    <a:pt x="13136" y="18845"/>
                    <a:pt x="13555" y="20118"/>
                    <a:pt x="14640" y="20118"/>
                  </a:cubicBezTo>
                  <a:cubicBezTo>
                    <a:pt x="14672" y="20118"/>
                    <a:pt x="14706" y="20116"/>
                    <a:pt x="14739" y="20114"/>
                  </a:cubicBezTo>
                  <a:cubicBezTo>
                    <a:pt x="15314" y="20074"/>
                    <a:pt x="15818" y="19674"/>
                    <a:pt x="16220" y="19295"/>
                  </a:cubicBezTo>
                  <a:cubicBezTo>
                    <a:pt x="16778" y="18770"/>
                    <a:pt x="17242" y="18165"/>
                    <a:pt x="17630" y="17506"/>
                  </a:cubicBezTo>
                  <a:cubicBezTo>
                    <a:pt x="18329" y="16326"/>
                    <a:pt x="18879" y="15058"/>
                    <a:pt x="19372" y="13779"/>
                  </a:cubicBezTo>
                  <a:cubicBezTo>
                    <a:pt x="20387" y="11140"/>
                    <a:pt x="21255" y="8266"/>
                    <a:pt x="21379" y="5422"/>
                  </a:cubicBezTo>
                  <a:cubicBezTo>
                    <a:pt x="21417" y="4558"/>
                    <a:pt x="21409" y="3509"/>
                    <a:pt x="20893" y="2768"/>
                  </a:cubicBezTo>
                  <a:cubicBezTo>
                    <a:pt x="20591" y="2334"/>
                    <a:pt x="20167" y="2169"/>
                    <a:pt x="19717" y="2169"/>
                  </a:cubicBezTo>
                  <a:cubicBezTo>
                    <a:pt x="19269" y="2169"/>
                    <a:pt x="18796" y="2332"/>
                    <a:pt x="18392" y="2557"/>
                  </a:cubicBezTo>
                  <a:cubicBezTo>
                    <a:pt x="17206" y="3219"/>
                    <a:pt x="16258" y="4331"/>
                    <a:pt x="15430" y="5382"/>
                  </a:cubicBezTo>
                  <a:cubicBezTo>
                    <a:pt x="14975" y="5959"/>
                    <a:pt x="14535" y="6551"/>
                    <a:pt x="14131" y="7165"/>
                  </a:cubicBezTo>
                  <a:lnTo>
                    <a:pt x="14131" y="7165"/>
                  </a:lnTo>
                  <a:cubicBezTo>
                    <a:pt x="12741" y="6903"/>
                    <a:pt x="11340" y="6572"/>
                    <a:pt x="10022" y="6067"/>
                  </a:cubicBezTo>
                  <a:cubicBezTo>
                    <a:pt x="9692" y="5938"/>
                    <a:pt x="9355" y="5795"/>
                    <a:pt x="9057" y="5599"/>
                  </a:cubicBezTo>
                  <a:cubicBezTo>
                    <a:pt x="8975" y="5544"/>
                    <a:pt x="8902" y="5490"/>
                    <a:pt x="8830" y="5420"/>
                  </a:cubicBezTo>
                  <a:cubicBezTo>
                    <a:pt x="8801" y="5393"/>
                    <a:pt x="8791" y="5386"/>
                    <a:pt x="8788" y="5385"/>
                  </a:cubicBezTo>
                  <a:lnTo>
                    <a:pt x="8788" y="5385"/>
                  </a:lnTo>
                  <a:cubicBezTo>
                    <a:pt x="8787" y="5381"/>
                    <a:pt x="8781" y="5370"/>
                    <a:pt x="8767" y="5346"/>
                  </a:cubicBezTo>
                  <a:cubicBezTo>
                    <a:pt x="8764" y="5342"/>
                    <a:pt x="8761" y="5338"/>
                    <a:pt x="8759" y="5334"/>
                  </a:cubicBezTo>
                  <a:lnTo>
                    <a:pt x="8759" y="5334"/>
                  </a:lnTo>
                  <a:cubicBezTo>
                    <a:pt x="8759" y="5333"/>
                    <a:pt x="8759" y="5331"/>
                    <a:pt x="8758" y="5329"/>
                  </a:cubicBezTo>
                  <a:cubicBezTo>
                    <a:pt x="8680" y="4813"/>
                    <a:pt x="8779" y="4238"/>
                    <a:pt x="8729" y="3712"/>
                  </a:cubicBezTo>
                  <a:cubicBezTo>
                    <a:pt x="8683" y="3244"/>
                    <a:pt x="8611" y="2774"/>
                    <a:pt x="8476" y="2325"/>
                  </a:cubicBezTo>
                  <a:cubicBezTo>
                    <a:pt x="8116" y="1129"/>
                    <a:pt x="7256" y="33"/>
                    <a:pt x="5914" y="2"/>
                  </a:cubicBezTo>
                  <a:cubicBezTo>
                    <a:pt x="5893" y="1"/>
                    <a:pt x="5872" y="1"/>
                    <a:pt x="585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68" name="Google Shape;6268;p18"/>
            <p:cNvSpPr/>
            <p:nvPr/>
          </p:nvSpPr>
          <p:spPr>
            <a:xfrm>
              <a:off x="1903525" y="4088100"/>
              <a:ext cx="344900" cy="185850"/>
            </a:xfrm>
            <a:custGeom>
              <a:rect b="b" l="l" r="r" t="t"/>
              <a:pathLst>
                <a:path extrusionOk="0" h="7434" w="13796">
                  <a:moveTo>
                    <a:pt x="2035" y="1"/>
                  </a:moveTo>
                  <a:cubicBezTo>
                    <a:pt x="1593" y="1"/>
                    <a:pt x="1301" y="661"/>
                    <a:pt x="1777" y="928"/>
                  </a:cubicBezTo>
                  <a:cubicBezTo>
                    <a:pt x="5023" y="2748"/>
                    <a:pt x="8420" y="4238"/>
                    <a:pt x="11476" y="6352"/>
                  </a:cubicBezTo>
                  <a:lnTo>
                    <a:pt x="11476" y="6352"/>
                  </a:lnTo>
                  <a:cubicBezTo>
                    <a:pt x="7847" y="6103"/>
                    <a:pt x="4252" y="5482"/>
                    <a:pt x="636" y="5110"/>
                  </a:cubicBezTo>
                  <a:cubicBezTo>
                    <a:pt x="615" y="5108"/>
                    <a:pt x="596" y="5107"/>
                    <a:pt x="577" y="5107"/>
                  </a:cubicBezTo>
                  <a:cubicBezTo>
                    <a:pt x="0" y="5107"/>
                    <a:pt x="24" y="6045"/>
                    <a:pt x="636" y="6106"/>
                  </a:cubicBezTo>
                  <a:cubicBezTo>
                    <a:pt x="4792" y="6534"/>
                    <a:pt x="8919" y="7290"/>
                    <a:pt x="13101" y="7434"/>
                  </a:cubicBezTo>
                  <a:cubicBezTo>
                    <a:pt x="13106" y="7434"/>
                    <a:pt x="13111" y="7434"/>
                    <a:pt x="13115" y="7434"/>
                  </a:cubicBezTo>
                  <a:cubicBezTo>
                    <a:pt x="13508" y="7434"/>
                    <a:pt x="13796" y="6851"/>
                    <a:pt x="13455" y="6582"/>
                  </a:cubicBezTo>
                  <a:cubicBezTo>
                    <a:pt x="11767" y="5262"/>
                    <a:pt x="9981" y="4109"/>
                    <a:pt x="8087" y="3106"/>
                  </a:cubicBezTo>
                  <a:cubicBezTo>
                    <a:pt x="6157" y="2083"/>
                    <a:pt x="4187" y="1139"/>
                    <a:pt x="2281" y="69"/>
                  </a:cubicBezTo>
                  <a:cubicBezTo>
                    <a:pt x="2197" y="21"/>
                    <a:pt x="2114" y="1"/>
                    <a:pt x="203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69" name="Google Shape;6269;p18"/>
            <p:cNvSpPr/>
            <p:nvPr/>
          </p:nvSpPr>
          <p:spPr>
            <a:xfrm>
              <a:off x="1462675" y="3884050"/>
              <a:ext cx="125100" cy="332450"/>
            </a:xfrm>
            <a:custGeom>
              <a:rect b="b" l="l" r="r" t="t"/>
              <a:pathLst>
                <a:path extrusionOk="0" h="13298" w="5004">
                  <a:moveTo>
                    <a:pt x="4226" y="0"/>
                  </a:moveTo>
                  <a:cubicBezTo>
                    <a:pt x="3978" y="0"/>
                    <a:pt x="3745" y="159"/>
                    <a:pt x="3776" y="478"/>
                  </a:cubicBezTo>
                  <a:cubicBezTo>
                    <a:pt x="3995" y="2762"/>
                    <a:pt x="3470" y="4910"/>
                    <a:pt x="2764" y="7066"/>
                  </a:cubicBezTo>
                  <a:cubicBezTo>
                    <a:pt x="2160" y="8913"/>
                    <a:pt x="1574" y="10906"/>
                    <a:pt x="310" y="12425"/>
                  </a:cubicBezTo>
                  <a:cubicBezTo>
                    <a:pt x="1" y="12799"/>
                    <a:pt x="333" y="13298"/>
                    <a:pt x="690" y="13298"/>
                  </a:cubicBezTo>
                  <a:cubicBezTo>
                    <a:pt x="802" y="13298"/>
                    <a:pt x="916" y="13249"/>
                    <a:pt x="1014" y="13131"/>
                  </a:cubicBezTo>
                  <a:cubicBezTo>
                    <a:pt x="2366" y="11506"/>
                    <a:pt x="3030" y="9452"/>
                    <a:pt x="3679" y="7474"/>
                  </a:cubicBezTo>
                  <a:cubicBezTo>
                    <a:pt x="4424" y="5193"/>
                    <a:pt x="5004" y="2899"/>
                    <a:pt x="4772" y="478"/>
                  </a:cubicBezTo>
                  <a:cubicBezTo>
                    <a:pt x="4741" y="160"/>
                    <a:pt x="4476" y="0"/>
                    <a:pt x="422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270" name="Google Shape;6270;p18"/>
          <p:cNvSpPr/>
          <p:nvPr/>
        </p:nvSpPr>
        <p:spPr>
          <a:xfrm>
            <a:off x="2712775" y="831288"/>
            <a:ext cx="176025" cy="165050"/>
          </a:xfrm>
          <a:custGeom>
            <a:rect b="b" l="l" r="r" t="t"/>
            <a:pathLst>
              <a:path extrusionOk="0" h="6602" w="7041">
                <a:moveTo>
                  <a:pt x="4935" y="1378"/>
                </a:moveTo>
                <a:cubicBezTo>
                  <a:pt x="4939" y="1380"/>
                  <a:pt x="4948" y="1387"/>
                  <a:pt x="4965" y="1400"/>
                </a:cubicBezTo>
                <a:cubicBezTo>
                  <a:pt x="4955" y="1392"/>
                  <a:pt x="4945" y="1385"/>
                  <a:pt x="4935" y="1378"/>
                </a:cubicBezTo>
                <a:close/>
                <a:moveTo>
                  <a:pt x="1630" y="1762"/>
                </a:moveTo>
                <a:lnTo>
                  <a:pt x="1630" y="1762"/>
                </a:lnTo>
                <a:cubicBezTo>
                  <a:pt x="1621" y="1773"/>
                  <a:pt x="1618" y="1778"/>
                  <a:pt x="1618" y="1778"/>
                </a:cubicBezTo>
                <a:cubicBezTo>
                  <a:pt x="1618" y="1778"/>
                  <a:pt x="1623" y="1771"/>
                  <a:pt x="1630" y="1762"/>
                </a:cubicBezTo>
                <a:close/>
                <a:moveTo>
                  <a:pt x="3639" y="986"/>
                </a:moveTo>
                <a:cubicBezTo>
                  <a:pt x="4036" y="986"/>
                  <a:pt x="4418" y="1072"/>
                  <a:pt x="4734" y="1250"/>
                </a:cubicBezTo>
                <a:cubicBezTo>
                  <a:pt x="4786" y="1280"/>
                  <a:pt x="4839" y="1313"/>
                  <a:pt x="4890" y="1347"/>
                </a:cubicBezTo>
                <a:cubicBezTo>
                  <a:pt x="4906" y="1357"/>
                  <a:pt x="4921" y="1367"/>
                  <a:pt x="4935" y="1378"/>
                </a:cubicBezTo>
                <a:lnTo>
                  <a:pt x="4935" y="1378"/>
                </a:lnTo>
                <a:cubicBezTo>
                  <a:pt x="4934" y="1377"/>
                  <a:pt x="4933" y="1376"/>
                  <a:pt x="4933" y="1376"/>
                </a:cubicBezTo>
                <a:lnTo>
                  <a:pt x="4933" y="1376"/>
                </a:lnTo>
                <a:cubicBezTo>
                  <a:pt x="4934" y="1376"/>
                  <a:pt x="4964" y="1397"/>
                  <a:pt x="4972" y="1404"/>
                </a:cubicBezTo>
                <a:cubicBezTo>
                  <a:pt x="5081" y="1495"/>
                  <a:pt x="5182" y="1594"/>
                  <a:pt x="5275" y="1701"/>
                </a:cubicBezTo>
                <a:cubicBezTo>
                  <a:pt x="5296" y="1724"/>
                  <a:pt x="5315" y="1747"/>
                  <a:pt x="5332" y="1771"/>
                </a:cubicBezTo>
                <a:cubicBezTo>
                  <a:pt x="5336" y="1776"/>
                  <a:pt x="5339" y="1780"/>
                  <a:pt x="5342" y="1782"/>
                </a:cubicBezTo>
                <a:lnTo>
                  <a:pt x="5342" y="1782"/>
                </a:lnTo>
                <a:cubicBezTo>
                  <a:pt x="5378" y="1835"/>
                  <a:pt x="5414" y="1889"/>
                  <a:pt x="5446" y="1943"/>
                </a:cubicBezTo>
                <a:cubicBezTo>
                  <a:pt x="5477" y="1994"/>
                  <a:pt x="5507" y="2045"/>
                  <a:pt x="5534" y="2097"/>
                </a:cubicBezTo>
                <a:cubicBezTo>
                  <a:pt x="5548" y="2126"/>
                  <a:pt x="5603" y="2244"/>
                  <a:pt x="5604" y="2244"/>
                </a:cubicBezTo>
                <a:cubicBezTo>
                  <a:pt x="5605" y="2244"/>
                  <a:pt x="5604" y="2244"/>
                  <a:pt x="5604" y="2242"/>
                </a:cubicBezTo>
                <a:lnTo>
                  <a:pt x="5604" y="2242"/>
                </a:lnTo>
                <a:cubicBezTo>
                  <a:pt x="5646" y="2347"/>
                  <a:pt x="5682" y="2454"/>
                  <a:pt x="5711" y="2561"/>
                </a:cubicBezTo>
                <a:cubicBezTo>
                  <a:pt x="5726" y="2620"/>
                  <a:pt x="5741" y="2679"/>
                  <a:pt x="5751" y="2738"/>
                </a:cubicBezTo>
                <a:cubicBezTo>
                  <a:pt x="5756" y="2758"/>
                  <a:pt x="5778" y="2901"/>
                  <a:pt x="5781" y="2901"/>
                </a:cubicBezTo>
                <a:cubicBezTo>
                  <a:pt x="5781" y="2901"/>
                  <a:pt x="5781" y="2892"/>
                  <a:pt x="5779" y="2872"/>
                </a:cubicBezTo>
                <a:lnTo>
                  <a:pt x="5779" y="2872"/>
                </a:lnTo>
                <a:cubicBezTo>
                  <a:pt x="5793" y="2999"/>
                  <a:pt x="5800" y="3127"/>
                  <a:pt x="5800" y="3256"/>
                </a:cubicBezTo>
                <a:cubicBezTo>
                  <a:pt x="5798" y="3323"/>
                  <a:pt x="5796" y="3393"/>
                  <a:pt x="5791" y="3460"/>
                </a:cubicBezTo>
                <a:cubicBezTo>
                  <a:pt x="5787" y="3518"/>
                  <a:pt x="5781" y="3572"/>
                  <a:pt x="5780" y="3582"/>
                </a:cubicBezTo>
                <a:lnTo>
                  <a:pt x="5780" y="3582"/>
                </a:lnTo>
                <a:cubicBezTo>
                  <a:pt x="5759" y="3706"/>
                  <a:pt x="5734" y="3831"/>
                  <a:pt x="5699" y="3953"/>
                </a:cubicBezTo>
                <a:cubicBezTo>
                  <a:pt x="5682" y="4012"/>
                  <a:pt x="5663" y="4069"/>
                  <a:pt x="5642" y="4126"/>
                </a:cubicBezTo>
                <a:cubicBezTo>
                  <a:pt x="5631" y="4155"/>
                  <a:pt x="5621" y="4183"/>
                  <a:pt x="5610" y="4212"/>
                </a:cubicBezTo>
                <a:cubicBezTo>
                  <a:pt x="5606" y="4223"/>
                  <a:pt x="5602" y="4232"/>
                  <a:pt x="5600" y="4238"/>
                </a:cubicBezTo>
                <a:lnTo>
                  <a:pt x="5600" y="4238"/>
                </a:lnTo>
                <a:cubicBezTo>
                  <a:pt x="5597" y="4244"/>
                  <a:pt x="5593" y="4252"/>
                  <a:pt x="5589" y="4261"/>
                </a:cubicBezTo>
                <a:cubicBezTo>
                  <a:pt x="5534" y="4370"/>
                  <a:pt x="5477" y="4478"/>
                  <a:pt x="5412" y="4581"/>
                </a:cubicBezTo>
                <a:cubicBezTo>
                  <a:pt x="5311" y="4737"/>
                  <a:pt x="5324" y="4720"/>
                  <a:pt x="5189" y="4863"/>
                </a:cubicBezTo>
                <a:cubicBezTo>
                  <a:pt x="4814" y="5261"/>
                  <a:pt x="4355" y="5476"/>
                  <a:pt x="3756" y="5573"/>
                </a:cubicBezTo>
                <a:cubicBezTo>
                  <a:pt x="3620" y="5595"/>
                  <a:pt x="3482" y="5605"/>
                  <a:pt x="3344" y="5605"/>
                </a:cubicBezTo>
                <a:cubicBezTo>
                  <a:pt x="2954" y="5605"/>
                  <a:pt x="2572" y="5519"/>
                  <a:pt x="2265" y="5346"/>
                </a:cubicBezTo>
                <a:cubicBezTo>
                  <a:pt x="2214" y="5316"/>
                  <a:pt x="2164" y="5285"/>
                  <a:pt x="2113" y="5253"/>
                </a:cubicBezTo>
                <a:cubicBezTo>
                  <a:pt x="2098" y="5243"/>
                  <a:pt x="2015" y="5180"/>
                  <a:pt x="2013" y="5180"/>
                </a:cubicBezTo>
                <a:lnTo>
                  <a:pt x="2013" y="5180"/>
                </a:lnTo>
                <a:cubicBezTo>
                  <a:pt x="2013" y="5180"/>
                  <a:pt x="2019" y="5186"/>
                  <a:pt x="2037" y="5200"/>
                </a:cubicBezTo>
                <a:cubicBezTo>
                  <a:pt x="1930" y="5114"/>
                  <a:pt x="1831" y="5019"/>
                  <a:pt x="1740" y="4916"/>
                </a:cubicBezTo>
                <a:cubicBezTo>
                  <a:pt x="1728" y="4902"/>
                  <a:pt x="1675" y="4837"/>
                  <a:pt x="1657" y="4816"/>
                </a:cubicBezTo>
                <a:lnTo>
                  <a:pt x="1657" y="4816"/>
                </a:lnTo>
                <a:cubicBezTo>
                  <a:pt x="1647" y="4801"/>
                  <a:pt x="1584" y="4711"/>
                  <a:pt x="1570" y="4688"/>
                </a:cubicBezTo>
                <a:cubicBezTo>
                  <a:pt x="1500" y="4579"/>
                  <a:pt x="1439" y="4465"/>
                  <a:pt x="1382" y="4347"/>
                </a:cubicBezTo>
                <a:cubicBezTo>
                  <a:pt x="1372" y="4327"/>
                  <a:pt x="1369" y="4322"/>
                  <a:pt x="1368" y="4322"/>
                </a:cubicBezTo>
                <a:lnTo>
                  <a:pt x="1368" y="4322"/>
                </a:lnTo>
                <a:cubicBezTo>
                  <a:pt x="1368" y="4322"/>
                  <a:pt x="1368" y="4322"/>
                  <a:pt x="1368" y="4322"/>
                </a:cubicBezTo>
                <a:lnTo>
                  <a:pt x="1368" y="4322"/>
                </a:lnTo>
                <a:cubicBezTo>
                  <a:pt x="1366" y="4315"/>
                  <a:pt x="1360" y="4299"/>
                  <a:pt x="1348" y="4265"/>
                </a:cubicBezTo>
                <a:cubicBezTo>
                  <a:pt x="1329" y="4210"/>
                  <a:pt x="1308" y="4155"/>
                  <a:pt x="1291" y="4101"/>
                </a:cubicBezTo>
                <a:cubicBezTo>
                  <a:pt x="1251" y="3974"/>
                  <a:pt x="1220" y="3848"/>
                  <a:pt x="1197" y="3717"/>
                </a:cubicBezTo>
                <a:cubicBezTo>
                  <a:pt x="1192" y="3696"/>
                  <a:pt x="1179" y="3596"/>
                  <a:pt x="1178" y="3596"/>
                </a:cubicBezTo>
                <a:lnTo>
                  <a:pt x="1178" y="3596"/>
                </a:lnTo>
                <a:cubicBezTo>
                  <a:pt x="1178" y="3596"/>
                  <a:pt x="1179" y="3606"/>
                  <a:pt x="1182" y="3633"/>
                </a:cubicBezTo>
                <a:cubicBezTo>
                  <a:pt x="1173" y="3568"/>
                  <a:pt x="1167" y="3502"/>
                  <a:pt x="1165" y="3437"/>
                </a:cubicBezTo>
                <a:cubicBezTo>
                  <a:pt x="1157" y="3304"/>
                  <a:pt x="1157" y="3174"/>
                  <a:pt x="1165" y="3041"/>
                </a:cubicBezTo>
                <a:cubicBezTo>
                  <a:pt x="1167" y="3011"/>
                  <a:pt x="1179" y="2898"/>
                  <a:pt x="1181" y="2870"/>
                </a:cubicBezTo>
                <a:lnTo>
                  <a:pt x="1181" y="2870"/>
                </a:lnTo>
                <a:cubicBezTo>
                  <a:pt x="1186" y="2847"/>
                  <a:pt x="1203" y="2750"/>
                  <a:pt x="1209" y="2721"/>
                </a:cubicBezTo>
                <a:cubicBezTo>
                  <a:pt x="1239" y="2580"/>
                  <a:pt x="1281" y="2443"/>
                  <a:pt x="1327" y="2306"/>
                </a:cubicBezTo>
                <a:cubicBezTo>
                  <a:pt x="1342" y="2262"/>
                  <a:pt x="1345" y="2248"/>
                  <a:pt x="1346" y="2244"/>
                </a:cubicBezTo>
                <a:lnTo>
                  <a:pt x="1346" y="2244"/>
                </a:lnTo>
                <a:cubicBezTo>
                  <a:pt x="1348" y="2241"/>
                  <a:pt x="1355" y="2229"/>
                  <a:pt x="1376" y="2188"/>
                </a:cubicBezTo>
                <a:cubicBezTo>
                  <a:pt x="1407" y="2125"/>
                  <a:pt x="1439" y="2059"/>
                  <a:pt x="1475" y="1998"/>
                </a:cubicBezTo>
                <a:cubicBezTo>
                  <a:pt x="1511" y="1937"/>
                  <a:pt x="1551" y="1878"/>
                  <a:pt x="1588" y="1819"/>
                </a:cubicBezTo>
                <a:cubicBezTo>
                  <a:pt x="1603" y="1799"/>
                  <a:pt x="1618" y="1779"/>
                  <a:pt x="1632" y="1759"/>
                </a:cubicBezTo>
                <a:lnTo>
                  <a:pt x="1632" y="1759"/>
                </a:lnTo>
                <a:cubicBezTo>
                  <a:pt x="1639" y="1751"/>
                  <a:pt x="1646" y="1741"/>
                  <a:pt x="1654" y="1733"/>
                </a:cubicBezTo>
                <a:cubicBezTo>
                  <a:pt x="1744" y="1632"/>
                  <a:pt x="1839" y="1535"/>
                  <a:pt x="1945" y="1446"/>
                </a:cubicBezTo>
                <a:cubicBezTo>
                  <a:pt x="1949" y="1443"/>
                  <a:pt x="1952" y="1440"/>
                  <a:pt x="1955" y="1437"/>
                </a:cubicBezTo>
                <a:lnTo>
                  <a:pt x="1955" y="1437"/>
                </a:lnTo>
                <a:cubicBezTo>
                  <a:pt x="1958" y="1435"/>
                  <a:pt x="1960" y="1434"/>
                  <a:pt x="1963" y="1431"/>
                </a:cubicBezTo>
                <a:cubicBezTo>
                  <a:pt x="1993" y="1410"/>
                  <a:pt x="2022" y="1389"/>
                  <a:pt x="2054" y="1370"/>
                </a:cubicBezTo>
                <a:cubicBezTo>
                  <a:pt x="2115" y="1328"/>
                  <a:pt x="2180" y="1292"/>
                  <a:pt x="2246" y="1257"/>
                </a:cubicBezTo>
                <a:cubicBezTo>
                  <a:pt x="2372" y="1191"/>
                  <a:pt x="2412" y="1174"/>
                  <a:pt x="2604" y="1120"/>
                </a:cubicBezTo>
                <a:cubicBezTo>
                  <a:pt x="2802" y="1065"/>
                  <a:pt x="2859" y="1059"/>
                  <a:pt x="3023" y="1044"/>
                </a:cubicBezTo>
                <a:cubicBezTo>
                  <a:pt x="3046" y="1042"/>
                  <a:pt x="3069" y="1039"/>
                  <a:pt x="3092" y="1035"/>
                </a:cubicBezTo>
                <a:lnTo>
                  <a:pt x="3092" y="1035"/>
                </a:lnTo>
                <a:cubicBezTo>
                  <a:pt x="3113" y="1033"/>
                  <a:pt x="3134" y="1031"/>
                  <a:pt x="3156" y="1027"/>
                </a:cubicBezTo>
                <a:cubicBezTo>
                  <a:pt x="3317" y="1000"/>
                  <a:pt x="3479" y="986"/>
                  <a:pt x="3639" y="986"/>
                </a:cubicBezTo>
                <a:close/>
                <a:moveTo>
                  <a:pt x="3656" y="0"/>
                </a:moveTo>
                <a:cubicBezTo>
                  <a:pt x="3424" y="0"/>
                  <a:pt x="3191" y="20"/>
                  <a:pt x="2962" y="55"/>
                </a:cubicBezTo>
                <a:lnTo>
                  <a:pt x="2962" y="55"/>
                </a:lnTo>
                <a:cubicBezTo>
                  <a:pt x="1592" y="189"/>
                  <a:pt x="506" y="1128"/>
                  <a:pt x="238" y="2500"/>
                </a:cubicBezTo>
                <a:cubicBezTo>
                  <a:pt x="0" y="3730"/>
                  <a:pt x="360" y="5131"/>
                  <a:pt x="1367" y="5933"/>
                </a:cubicBezTo>
                <a:cubicBezTo>
                  <a:pt x="1934" y="6385"/>
                  <a:pt x="2656" y="6602"/>
                  <a:pt x="3382" y="6602"/>
                </a:cubicBezTo>
                <a:cubicBezTo>
                  <a:pt x="4138" y="6602"/>
                  <a:pt x="4898" y="6367"/>
                  <a:pt x="5494" y="5917"/>
                </a:cubicBezTo>
                <a:cubicBezTo>
                  <a:pt x="6607" y="5078"/>
                  <a:pt x="7041" y="3580"/>
                  <a:pt x="6659" y="2253"/>
                </a:cubicBezTo>
                <a:cubicBezTo>
                  <a:pt x="6453" y="1537"/>
                  <a:pt x="6015" y="905"/>
                  <a:pt x="5393" y="488"/>
                </a:cubicBezTo>
                <a:cubicBezTo>
                  <a:pt x="4872" y="137"/>
                  <a:pt x="4267" y="0"/>
                  <a:pt x="3656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5">
  <p:cSld name="CUSTOM_2_1_1_1_1">
    <p:bg>
      <p:bgPr>
        <a:solidFill>
          <a:schemeClr val="lt1"/>
        </a:solidFill>
      </p:bgPr>
    </p:bg>
    <p:spTree>
      <p:nvGrpSpPr>
        <p:cNvPr id="6271" name="Shape 6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72" name="Google Shape;6272;p19"/>
          <p:cNvGrpSpPr/>
          <p:nvPr/>
        </p:nvGrpSpPr>
        <p:grpSpPr>
          <a:xfrm>
            <a:off x="0" y="0"/>
            <a:ext cx="9144125" cy="5143391"/>
            <a:chOff x="0" y="0"/>
            <a:chExt cx="9144125" cy="5143391"/>
          </a:xfrm>
        </p:grpSpPr>
        <p:sp>
          <p:nvSpPr>
            <p:cNvPr id="6273" name="Google Shape;6273;p19"/>
            <p:cNvSpPr/>
            <p:nvPr/>
          </p:nvSpPr>
          <p:spPr>
            <a:xfrm>
              <a:off x="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74" name="Google Shape;6274;p19"/>
            <p:cNvSpPr/>
            <p:nvPr/>
          </p:nvSpPr>
          <p:spPr>
            <a:xfrm>
              <a:off x="38100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75" name="Google Shape;6275;p19"/>
            <p:cNvSpPr/>
            <p:nvPr/>
          </p:nvSpPr>
          <p:spPr>
            <a:xfrm>
              <a:off x="76201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76" name="Google Shape;6276;p19"/>
            <p:cNvSpPr/>
            <p:nvPr/>
          </p:nvSpPr>
          <p:spPr>
            <a:xfrm>
              <a:off x="114301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77" name="Google Shape;6277;p19"/>
            <p:cNvSpPr/>
            <p:nvPr/>
          </p:nvSpPr>
          <p:spPr>
            <a:xfrm>
              <a:off x="152402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78" name="Google Shape;6278;p19"/>
            <p:cNvSpPr/>
            <p:nvPr/>
          </p:nvSpPr>
          <p:spPr>
            <a:xfrm>
              <a:off x="190502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79" name="Google Shape;6279;p19"/>
            <p:cNvSpPr/>
            <p:nvPr/>
          </p:nvSpPr>
          <p:spPr>
            <a:xfrm>
              <a:off x="228603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80" name="Google Shape;6280;p19"/>
            <p:cNvSpPr/>
            <p:nvPr/>
          </p:nvSpPr>
          <p:spPr>
            <a:xfrm>
              <a:off x="266703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81" name="Google Shape;6281;p19"/>
            <p:cNvSpPr/>
            <p:nvPr/>
          </p:nvSpPr>
          <p:spPr>
            <a:xfrm>
              <a:off x="304804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82" name="Google Shape;6282;p19"/>
            <p:cNvSpPr/>
            <p:nvPr/>
          </p:nvSpPr>
          <p:spPr>
            <a:xfrm>
              <a:off x="342904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83" name="Google Shape;6283;p19"/>
            <p:cNvSpPr/>
            <p:nvPr/>
          </p:nvSpPr>
          <p:spPr>
            <a:xfrm>
              <a:off x="381005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84" name="Google Shape;6284;p19"/>
            <p:cNvSpPr/>
            <p:nvPr/>
          </p:nvSpPr>
          <p:spPr>
            <a:xfrm>
              <a:off x="419105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85" name="Google Shape;6285;p19"/>
            <p:cNvSpPr/>
            <p:nvPr/>
          </p:nvSpPr>
          <p:spPr>
            <a:xfrm>
              <a:off x="457206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86" name="Google Shape;6286;p19"/>
            <p:cNvSpPr/>
            <p:nvPr/>
          </p:nvSpPr>
          <p:spPr>
            <a:xfrm>
              <a:off x="495306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87" name="Google Shape;6287;p19"/>
            <p:cNvSpPr/>
            <p:nvPr/>
          </p:nvSpPr>
          <p:spPr>
            <a:xfrm>
              <a:off x="533407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88" name="Google Shape;6288;p19"/>
            <p:cNvSpPr/>
            <p:nvPr/>
          </p:nvSpPr>
          <p:spPr>
            <a:xfrm>
              <a:off x="571507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89" name="Google Shape;6289;p19"/>
            <p:cNvSpPr/>
            <p:nvPr/>
          </p:nvSpPr>
          <p:spPr>
            <a:xfrm>
              <a:off x="609608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90" name="Google Shape;6290;p19"/>
            <p:cNvSpPr/>
            <p:nvPr/>
          </p:nvSpPr>
          <p:spPr>
            <a:xfrm>
              <a:off x="647708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91" name="Google Shape;6291;p19"/>
            <p:cNvSpPr/>
            <p:nvPr/>
          </p:nvSpPr>
          <p:spPr>
            <a:xfrm>
              <a:off x="685809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92" name="Google Shape;6292;p19"/>
            <p:cNvSpPr/>
            <p:nvPr/>
          </p:nvSpPr>
          <p:spPr>
            <a:xfrm>
              <a:off x="723909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93" name="Google Shape;6293;p19"/>
            <p:cNvSpPr/>
            <p:nvPr/>
          </p:nvSpPr>
          <p:spPr>
            <a:xfrm>
              <a:off x="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94" name="Google Shape;6294;p19"/>
            <p:cNvSpPr/>
            <p:nvPr/>
          </p:nvSpPr>
          <p:spPr>
            <a:xfrm>
              <a:off x="38100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95" name="Google Shape;6295;p19"/>
            <p:cNvSpPr/>
            <p:nvPr/>
          </p:nvSpPr>
          <p:spPr>
            <a:xfrm>
              <a:off x="76201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96" name="Google Shape;6296;p19"/>
            <p:cNvSpPr/>
            <p:nvPr/>
          </p:nvSpPr>
          <p:spPr>
            <a:xfrm>
              <a:off x="114301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97" name="Google Shape;6297;p19"/>
            <p:cNvSpPr/>
            <p:nvPr/>
          </p:nvSpPr>
          <p:spPr>
            <a:xfrm>
              <a:off x="152402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98" name="Google Shape;6298;p19"/>
            <p:cNvSpPr/>
            <p:nvPr/>
          </p:nvSpPr>
          <p:spPr>
            <a:xfrm>
              <a:off x="190502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99" name="Google Shape;6299;p19"/>
            <p:cNvSpPr/>
            <p:nvPr/>
          </p:nvSpPr>
          <p:spPr>
            <a:xfrm>
              <a:off x="228603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00" name="Google Shape;6300;p19"/>
            <p:cNvSpPr/>
            <p:nvPr/>
          </p:nvSpPr>
          <p:spPr>
            <a:xfrm>
              <a:off x="266703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01" name="Google Shape;6301;p19"/>
            <p:cNvSpPr/>
            <p:nvPr/>
          </p:nvSpPr>
          <p:spPr>
            <a:xfrm>
              <a:off x="304804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02" name="Google Shape;6302;p19"/>
            <p:cNvSpPr/>
            <p:nvPr/>
          </p:nvSpPr>
          <p:spPr>
            <a:xfrm>
              <a:off x="342904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03" name="Google Shape;6303;p19"/>
            <p:cNvSpPr/>
            <p:nvPr/>
          </p:nvSpPr>
          <p:spPr>
            <a:xfrm>
              <a:off x="381005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04" name="Google Shape;6304;p19"/>
            <p:cNvSpPr/>
            <p:nvPr/>
          </p:nvSpPr>
          <p:spPr>
            <a:xfrm>
              <a:off x="419105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05" name="Google Shape;6305;p19"/>
            <p:cNvSpPr/>
            <p:nvPr/>
          </p:nvSpPr>
          <p:spPr>
            <a:xfrm>
              <a:off x="457206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06" name="Google Shape;6306;p19"/>
            <p:cNvSpPr/>
            <p:nvPr/>
          </p:nvSpPr>
          <p:spPr>
            <a:xfrm>
              <a:off x="495306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07" name="Google Shape;6307;p19"/>
            <p:cNvSpPr/>
            <p:nvPr/>
          </p:nvSpPr>
          <p:spPr>
            <a:xfrm>
              <a:off x="533407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08" name="Google Shape;6308;p19"/>
            <p:cNvSpPr/>
            <p:nvPr/>
          </p:nvSpPr>
          <p:spPr>
            <a:xfrm>
              <a:off x="571507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09" name="Google Shape;6309;p19"/>
            <p:cNvSpPr/>
            <p:nvPr/>
          </p:nvSpPr>
          <p:spPr>
            <a:xfrm>
              <a:off x="609608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10" name="Google Shape;6310;p19"/>
            <p:cNvSpPr/>
            <p:nvPr/>
          </p:nvSpPr>
          <p:spPr>
            <a:xfrm>
              <a:off x="647708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11" name="Google Shape;6311;p19"/>
            <p:cNvSpPr/>
            <p:nvPr/>
          </p:nvSpPr>
          <p:spPr>
            <a:xfrm>
              <a:off x="685809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12" name="Google Shape;6312;p19"/>
            <p:cNvSpPr/>
            <p:nvPr/>
          </p:nvSpPr>
          <p:spPr>
            <a:xfrm>
              <a:off x="723909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13" name="Google Shape;6313;p19"/>
            <p:cNvSpPr/>
            <p:nvPr/>
          </p:nvSpPr>
          <p:spPr>
            <a:xfrm>
              <a:off x="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14" name="Google Shape;6314;p19"/>
            <p:cNvSpPr/>
            <p:nvPr/>
          </p:nvSpPr>
          <p:spPr>
            <a:xfrm>
              <a:off x="38100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15" name="Google Shape;6315;p19"/>
            <p:cNvSpPr/>
            <p:nvPr/>
          </p:nvSpPr>
          <p:spPr>
            <a:xfrm>
              <a:off x="76201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16" name="Google Shape;6316;p19"/>
            <p:cNvSpPr/>
            <p:nvPr/>
          </p:nvSpPr>
          <p:spPr>
            <a:xfrm>
              <a:off x="114301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17" name="Google Shape;6317;p19"/>
            <p:cNvSpPr/>
            <p:nvPr/>
          </p:nvSpPr>
          <p:spPr>
            <a:xfrm>
              <a:off x="152402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18" name="Google Shape;6318;p19"/>
            <p:cNvSpPr/>
            <p:nvPr/>
          </p:nvSpPr>
          <p:spPr>
            <a:xfrm>
              <a:off x="190502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19" name="Google Shape;6319;p19"/>
            <p:cNvSpPr/>
            <p:nvPr/>
          </p:nvSpPr>
          <p:spPr>
            <a:xfrm>
              <a:off x="228603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20" name="Google Shape;6320;p19"/>
            <p:cNvSpPr/>
            <p:nvPr/>
          </p:nvSpPr>
          <p:spPr>
            <a:xfrm>
              <a:off x="266703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21" name="Google Shape;6321;p19"/>
            <p:cNvSpPr/>
            <p:nvPr/>
          </p:nvSpPr>
          <p:spPr>
            <a:xfrm>
              <a:off x="304804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22" name="Google Shape;6322;p19"/>
            <p:cNvSpPr/>
            <p:nvPr/>
          </p:nvSpPr>
          <p:spPr>
            <a:xfrm>
              <a:off x="342904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23" name="Google Shape;6323;p19"/>
            <p:cNvSpPr/>
            <p:nvPr/>
          </p:nvSpPr>
          <p:spPr>
            <a:xfrm>
              <a:off x="381005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24" name="Google Shape;6324;p19"/>
            <p:cNvSpPr/>
            <p:nvPr/>
          </p:nvSpPr>
          <p:spPr>
            <a:xfrm>
              <a:off x="419105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25" name="Google Shape;6325;p19"/>
            <p:cNvSpPr/>
            <p:nvPr/>
          </p:nvSpPr>
          <p:spPr>
            <a:xfrm>
              <a:off x="457206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26" name="Google Shape;6326;p19"/>
            <p:cNvSpPr/>
            <p:nvPr/>
          </p:nvSpPr>
          <p:spPr>
            <a:xfrm>
              <a:off x="495306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27" name="Google Shape;6327;p19"/>
            <p:cNvSpPr/>
            <p:nvPr/>
          </p:nvSpPr>
          <p:spPr>
            <a:xfrm>
              <a:off x="533407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28" name="Google Shape;6328;p19"/>
            <p:cNvSpPr/>
            <p:nvPr/>
          </p:nvSpPr>
          <p:spPr>
            <a:xfrm>
              <a:off x="571507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29" name="Google Shape;6329;p19"/>
            <p:cNvSpPr/>
            <p:nvPr/>
          </p:nvSpPr>
          <p:spPr>
            <a:xfrm>
              <a:off x="609608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30" name="Google Shape;6330;p19"/>
            <p:cNvSpPr/>
            <p:nvPr/>
          </p:nvSpPr>
          <p:spPr>
            <a:xfrm>
              <a:off x="647708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31" name="Google Shape;6331;p19"/>
            <p:cNvSpPr/>
            <p:nvPr/>
          </p:nvSpPr>
          <p:spPr>
            <a:xfrm>
              <a:off x="685809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32" name="Google Shape;6332;p19"/>
            <p:cNvSpPr/>
            <p:nvPr/>
          </p:nvSpPr>
          <p:spPr>
            <a:xfrm>
              <a:off x="723909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33" name="Google Shape;6333;p19"/>
            <p:cNvSpPr/>
            <p:nvPr/>
          </p:nvSpPr>
          <p:spPr>
            <a:xfrm>
              <a:off x="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34" name="Google Shape;6334;p19"/>
            <p:cNvSpPr/>
            <p:nvPr/>
          </p:nvSpPr>
          <p:spPr>
            <a:xfrm>
              <a:off x="38100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35" name="Google Shape;6335;p19"/>
            <p:cNvSpPr/>
            <p:nvPr/>
          </p:nvSpPr>
          <p:spPr>
            <a:xfrm>
              <a:off x="76201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36" name="Google Shape;6336;p19"/>
            <p:cNvSpPr/>
            <p:nvPr/>
          </p:nvSpPr>
          <p:spPr>
            <a:xfrm>
              <a:off x="114301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37" name="Google Shape;6337;p19"/>
            <p:cNvSpPr/>
            <p:nvPr/>
          </p:nvSpPr>
          <p:spPr>
            <a:xfrm>
              <a:off x="152402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38" name="Google Shape;6338;p19"/>
            <p:cNvSpPr/>
            <p:nvPr/>
          </p:nvSpPr>
          <p:spPr>
            <a:xfrm>
              <a:off x="190502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39" name="Google Shape;6339;p19"/>
            <p:cNvSpPr/>
            <p:nvPr/>
          </p:nvSpPr>
          <p:spPr>
            <a:xfrm>
              <a:off x="228603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40" name="Google Shape;6340;p19"/>
            <p:cNvSpPr/>
            <p:nvPr/>
          </p:nvSpPr>
          <p:spPr>
            <a:xfrm>
              <a:off x="266703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41" name="Google Shape;6341;p19"/>
            <p:cNvSpPr/>
            <p:nvPr/>
          </p:nvSpPr>
          <p:spPr>
            <a:xfrm>
              <a:off x="304804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42" name="Google Shape;6342;p19"/>
            <p:cNvSpPr/>
            <p:nvPr/>
          </p:nvSpPr>
          <p:spPr>
            <a:xfrm>
              <a:off x="342904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43" name="Google Shape;6343;p19"/>
            <p:cNvSpPr/>
            <p:nvPr/>
          </p:nvSpPr>
          <p:spPr>
            <a:xfrm>
              <a:off x="381005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44" name="Google Shape;6344;p19"/>
            <p:cNvSpPr/>
            <p:nvPr/>
          </p:nvSpPr>
          <p:spPr>
            <a:xfrm>
              <a:off x="419105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45" name="Google Shape;6345;p19"/>
            <p:cNvSpPr/>
            <p:nvPr/>
          </p:nvSpPr>
          <p:spPr>
            <a:xfrm>
              <a:off x="457206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46" name="Google Shape;6346;p19"/>
            <p:cNvSpPr/>
            <p:nvPr/>
          </p:nvSpPr>
          <p:spPr>
            <a:xfrm>
              <a:off x="495306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47" name="Google Shape;6347;p19"/>
            <p:cNvSpPr/>
            <p:nvPr/>
          </p:nvSpPr>
          <p:spPr>
            <a:xfrm>
              <a:off x="533407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48" name="Google Shape;6348;p19"/>
            <p:cNvSpPr/>
            <p:nvPr/>
          </p:nvSpPr>
          <p:spPr>
            <a:xfrm>
              <a:off x="571507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49" name="Google Shape;6349;p19"/>
            <p:cNvSpPr/>
            <p:nvPr/>
          </p:nvSpPr>
          <p:spPr>
            <a:xfrm>
              <a:off x="609608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50" name="Google Shape;6350;p19"/>
            <p:cNvSpPr/>
            <p:nvPr/>
          </p:nvSpPr>
          <p:spPr>
            <a:xfrm>
              <a:off x="647708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51" name="Google Shape;6351;p19"/>
            <p:cNvSpPr/>
            <p:nvPr/>
          </p:nvSpPr>
          <p:spPr>
            <a:xfrm>
              <a:off x="685809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52" name="Google Shape;6352;p19"/>
            <p:cNvSpPr/>
            <p:nvPr/>
          </p:nvSpPr>
          <p:spPr>
            <a:xfrm>
              <a:off x="723909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53" name="Google Shape;6353;p19"/>
            <p:cNvSpPr/>
            <p:nvPr/>
          </p:nvSpPr>
          <p:spPr>
            <a:xfrm>
              <a:off x="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54" name="Google Shape;6354;p19"/>
            <p:cNvSpPr/>
            <p:nvPr/>
          </p:nvSpPr>
          <p:spPr>
            <a:xfrm>
              <a:off x="38100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55" name="Google Shape;6355;p19"/>
            <p:cNvSpPr/>
            <p:nvPr/>
          </p:nvSpPr>
          <p:spPr>
            <a:xfrm>
              <a:off x="76201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56" name="Google Shape;6356;p19"/>
            <p:cNvSpPr/>
            <p:nvPr/>
          </p:nvSpPr>
          <p:spPr>
            <a:xfrm>
              <a:off x="114301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57" name="Google Shape;6357;p19"/>
            <p:cNvSpPr/>
            <p:nvPr/>
          </p:nvSpPr>
          <p:spPr>
            <a:xfrm>
              <a:off x="152402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58" name="Google Shape;6358;p19"/>
            <p:cNvSpPr/>
            <p:nvPr/>
          </p:nvSpPr>
          <p:spPr>
            <a:xfrm>
              <a:off x="190502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59" name="Google Shape;6359;p19"/>
            <p:cNvSpPr/>
            <p:nvPr/>
          </p:nvSpPr>
          <p:spPr>
            <a:xfrm>
              <a:off x="228603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60" name="Google Shape;6360;p19"/>
            <p:cNvSpPr/>
            <p:nvPr/>
          </p:nvSpPr>
          <p:spPr>
            <a:xfrm>
              <a:off x="266703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61" name="Google Shape;6361;p19"/>
            <p:cNvSpPr/>
            <p:nvPr/>
          </p:nvSpPr>
          <p:spPr>
            <a:xfrm>
              <a:off x="304804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62" name="Google Shape;6362;p19"/>
            <p:cNvSpPr/>
            <p:nvPr/>
          </p:nvSpPr>
          <p:spPr>
            <a:xfrm>
              <a:off x="342904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63" name="Google Shape;6363;p19"/>
            <p:cNvSpPr/>
            <p:nvPr/>
          </p:nvSpPr>
          <p:spPr>
            <a:xfrm>
              <a:off x="381005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64" name="Google Shape;6364;p19"/>
            <p:cNvSpPr/>
            <p:nvPr/>
          </p:nvSpPr>
          <p:spPr>
            <a:xfrm>
              <a:off x="419105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65" name="Google Shape;6365;p19"/>
            <p:cNvSpPr/>
            <p:nvPr/>
          </p:nvSpPr>
          <p:spPr>
            <a:xfrm>
              <a:off x="457206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66" name="Google Shape;6366;p19"/>
            <p:cNvSpPr/>
            <p:nvPr/>
          </p:nvSpPr>
          <p:spPr>
            <a:xfrm>
              <a:off x="495306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67" name="Google Shape;6367;p19"/>
            <p:cNvSpPr/>
            <p:nvPr/>
          </p:nvSpPr>
          <p:spPr>
            <a:xfrm>
              <a:off x="533407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68" name="Google Shape;6368;p19"/>
            <p:cNvSpPr/>
            <p:nvPr/>
          </p:nvSpPr>
          <p:spPr>
            <a:xfrm>
              <a:off x="571507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69" name="Google Shape;6369;p19"/>
            <p:cNvSpPr/>
            <p:nvPr/>
          </p:nvSpPr>
          <p:spPr>
            <a:xfrm>
              <a:off x="609608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70" name="Google Shape;6370;p19"/>
            <p:cNvSpPr/>
            <p:nvPr/>
          </p:nvSpPr>
          <p:spPr>
            <a:xfrm>
              <a:off x="647708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71" name="Google Shape;6371;p19"/>
            <p:cNvSpPr/>
            <p:nvPr/>
          </p:nvSpPr>
          <p:spPr>
            <a:xfrm>
              <a:off x="685809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72" name="Google Shape;6372;p19"/>
            <p:cNvSpPr/>
            <p:nvPr/>
          </p:nvSpPr>
          <p:spPr>
            <a:xfrm>
              <a:off x="723909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73" name="Google Shape;6373;p19"/>
            <p:cNvSpPr/>
            <p:nvPr/>
          </p:nvSpPr>
          <p:spPr>
            <a:xfrm>
              <a:off x="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74" name="Google Shape;6374;p19"/>
            <p:cNvSpPr/>
            <p:nvPr/>
          </p:nvSpPr>
          <p:spPr>
            <a:xfrm>
              <a:off x="38100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75" name="Google Shape;6375;p19"/>
            <p:cNvSpPr/>
            <p:nvPr/>
          </p:nvSpPr>
          <p:spPr>
            <a:xfrm>
              <a:off x="76201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76" name="Google Shape;6376;p19"/>
            <p:cNvSpPr/>
            <p:nvPr/>
          </p:nvSpPr>
          <p:spPr>
            <a:xfrm>
              <a:off x="114301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77" name="Google Shape;6377;p19"/>
            <p:cNvSpPr/>
            <p:nvPr/>
          </p:nvSpPr>
          <p:spPr>
            <a:xfrm>
              <a:off x="152402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78" name="Google Shape;6378;p19"/>
            <p:cNvSpPr/>
            <p:nvPr/>
          </p:nvSpPr>
          <p:spPr>
            <a:xfrm>
              <a:off x="190502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79" name="Google Shape;6379;p19"/>
            <p:cNvSpPr/>
            <p:nvPr/>
          </p:nvSpPr>
          <p:spPr>
            <a:xfrm>
              <a:off x="228603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80" name="Google Shape;6380;p19"/>
            <p:cNvSpPr/>
            <p:nvPr/>
          </p:nvSpPr>
          <p:spPr>
            <a:xfrm>
              <a:off x="266703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81" name="Google Shape;6381;p19"/>
            <p:cNvSpPr/>
            <p:nvPr/>
          </p:nvSpPr>
          <p:spPr>
            <a:xfrm>
              <a:off x="304804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82" name="Google Shape;6382;p19"/>
            <p:cNvSpPr/>
            <p:nvPr/>
          </p:nvSpPr>
          <p:spPr>
            <a:xfrm>
              <a:off x="342904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83" name="Google Shape;6383;p19"/>
            <p:cNvSpPr/>
            <p:nvPr/>
          </p:nvSpPr>
          <p:spPr>
            <a:xfrm>
              <a:off x="381005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84" name="Google Shape;6384;p19"/>
            <p:cNvSpPr/>
            <p:nvPr/>
          </p:nvSpPr>
          <p:spPr>
            <a:xfrm>
              <a:off x="419105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85" name="Google Shape;6385;p19"/>
            <p:cNvSpPr/>
            <p:nvPr/>
          </p:nvSpPr>
          <p:spPr>
            <a:xfrm>
              <a:off x="457206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86" name="Google Shape;6386;p19"/>
            <p:cNvSpPr/>
            <p:nvPr/>
          </p:nvSpPr>
          <p:spPr>
            <a:xfrm>
              <a:off x="495306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87" name="Google Shape;6387;p19"/>
            <p:cNvSpPr/>
            <p:nvPr/>
          </p:nvSpPr>
          <p:spPr>
            <a:xfrm>
              <a:off x="533407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88" name="Google Shape;6388;p19"/>
            <p:cNvSpPr/>
            <p:nvPr/>
          </p:nvSpPr>
          <p:spPr>
            <a:xfrm>
              <a:off x="571507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89" name="Google Shape;6389;p19"/>
            <p:cNvSpPr/>
            <p:nvPr/>
          </p:nvSpPr>
          <p:spPr>
            <a:xfrm>
              <a:off x="609608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90" name="Google Shape;6390;p19"/>
            <p:cNvSpPr/>
            <p:nvPr/>
          </p:nvSpPr>
          <p:spPr>
            <a:xfrm>
              <a:off x="647708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91" name="Google Shape;6391;p19"/>
            <p:cNvSpPr/>
            <p:nvPr/>
          </p:nvSpPr>
          <p:spPr>
            <a:xfrm>
              <a:off x="685809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92" name="Google Shape;6392;p19"/>
            <p:cNvSpPr/>
            <p:nvPr/>
          </p:nvSpPr>
          <p:spPr>
            <a:xfrm>
              <a:off x="723909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93" name="Google Shape;6393;p19"/>
            <p:cNvSpPr/>
            <p:nvPr/>
          </p:nvSpPr>
          <p:spPr>
            <a:xfrm>
              <a:off x="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94" name="Google Shape;6394;p19"/>
            <p:cNvSpPr/>
            <p:nvPr/>
          </p:nvSpPr>
          <p:spPr>
            <a:xfrm>
              <a:off x="38100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95" name="Google Shape;6395;p19"/>
            <p:cNvSpPr/>
            <p:nvPr/>
          </p:nvSpPr>
          <p:spPr>
            <a:xfrm>
              <a:off x="76201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96" name="Google Shape;6396;p19"/>
            <p:cNvSpPr/>
            <p:nvPr/>
          </p:nvSpPr>
          <p:spPr>
            <a:xfrm>
              <a:off x="114301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97" name="Google Shape;6397;p19"/>
            <p:cNvSpPr/>
            <p:nvPr/>
          </p:nvSpPr>
          <p:spPr>
            <a:xfrm>
              <a:off x="152402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98" name="Google Shape;6398;p19"/>
            <p:cNvSpPr/>
            <p:nvPr/>
          </p:nvSpPr>
          <p:spPr>
            <a:xfrm>
              <a:off x="190502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99" name="Google Shape;6399;p19"/>
            <p:cNvSpPr/>
            <p:nvPr/>
          </p:nvSpPr>
          <p:spPr>
            <a:xfrm>
              <a:off x="228603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00" name="Google Shape;6400;p19"/>
            <p:cNvSpPr/>
            <p:nvPr/>
          </p:nvSpPr>
          <p:spPr>
            <a:xfrm>
              <a:off x="266703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01" name="Google Shape;6401;p19"/>
            <p:cNvSpPr/>
            <p:nvPr/>
          </p:nvSpPr>
          <p:spPr>
            <a:xfrm>
              <a:off x="304804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02" name="Google Shape;6402;p19"/>
            <p:cNvSpPr/>
            <p:nvPr/>
          </p:nvSpPr>
          <p:spPr>
            <a:xfrm>
              <a:off x="342904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03" name="Google Shape;6403;p19"/>
            <p:cNvSpPr/>
            <p:nvPr/>
          </p:nvSpPr>
          <p:spPr>
            <a:xfrm>
              <a:off x="381005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04" name="Google Shape;6404;p19"/>
            <p:cNvSpPr/>
            <p:nvPr/>
          </p:nvSpPr>
          <p:spPr>
            <a:xfrm>
              <a:off x="419105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05" name="Google Shape;6405;p19"/>
            <p:cNvSpPr/>
            <p:nvPr/>
          </p:nvSpPr>
          <p:spPr>
            <a:xfrm>
              <a:off x="457206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06" name="Google Shape;6406;p19"/>
            <p:cNvSpPr/>
            <p:nvPr/>
          </p:nvSpPr>
          <p:spPr>
            <a:xfrm>
              <a:off x="495306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07" name="Google Shape;6407;p19"/>
            <p:cNvSpPr/>
            <p:nvPr/>
          </p:nvSpPr>
          <p:spPr>
            <a:xfrm>
              <a:off x="533407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08" name="Google Shape;6408;p19"/>
            <p:cNvSpPr/>
            <p:nvPr/>
          </p:nvSpPr>
          <p:spPr>
            <a:xfrm>
              <a:off x="571507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09" name="Google Shape;6409;p19"/>
            <p:cNvSpPr/>
            <p:nvPr/>
          </p:nvSpPr>
          <p:spPr>
            <a:xfrm>
              <a:off x="609608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10" name="Google Shape;6410;p19"/>
            <p:cNvSpPr/>
            <p:nvPr/>
          </p:nvSpPr>
          <p:spPr>
            <a:xfrm>
              <a:off x="647708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11" name="Google Shape;6411;p19"/>
            <p:cNvSpPr/>
            <p:nvPr/>
          </p:nvSpPr>
          <p:spPr>
            <a:xfrm>
              <a:off x="685809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12" name="Google Shape;6412;p19"/>
            <p:cNvSpPr/>
            <p:nvPr/>
          </p:nvSpPr>
          <p:spPr>
            <a:xfrm>
              <a:off x="723909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13" name="Google Shape;6413;p19"/>
            <p:cNvSpPr/>
            <p:nvPr/>
          </p:nvSpPr>
          <p:spPr>
            <a:xfrm>
              <a:off x="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14" name="Google Shape;6414;p19"/>
            <p:cNvSpPr/>
            <p:nvPr/>
          </p:nvSpPr>
          <p:spPr>
            <a:xfrm>
              <a:off x="38100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15" name="Google Shape;6415;p19"/>
            <p:cNvSpPr/>
            <p:nvPr/>
          </p:nvSpPr>
          <p:spPr>
            <a:xfrm>
              <a:off x="76201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16" name="Google Shape;6416;p19"/>
            <p:cNvSpPr/>
            <p:nvPr/>
          </p:nvSpPr>
          <p:spPr>
            <a:xfrm>
              <a:off x="114301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17" name="Google Shape;6417;p19"/>
            <p:cNvSpPr/>
            <p:nvPr/>
          </p:nvSpPr>
          <p:spPr>
            <a:xfrm>
              <a:off x="152402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18" name="Google Shape;6418;p19"/>
            <p:cNvSpPr/>
            <p:nvPr/>
          </p:nvSpPr>
          <p:spPr>
            <a:xfrm>
              <a:off x="190502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19" name="Google Shape;6419;p19"/>
            <p:cNvSpPr/>
            <p:nvPr/>
          </p:nvSpPr>
          <p:spPr>
            <a:xfrm>
              <a:off x="228603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20" name="Google Shape;6420;p19"/>
            <p:cNvSpPr/>
            <p:nvPr/>
          </p:nvSpPr>
          <p:spPr>
            <a:xfrm>
              <a:off x="266703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21" name="Google Shape;6421;p19"/>
            <p:cNvSpPr/>
            <p:nvPr/>
          </p:nvSpPr>
          <p:spPr>
            <a:xfrm>
              <a:off x="304804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22" name="Google Shape;6422;p19"/>
            <p:cNvSpPr/>
            <p:nvPr/>
          </p:nvSpPr>
          <p:spPr>
            <a:xfrm>
              <a:off x="342904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23" name="Google Shape;6423;p19"/>
            <p:cNvSpPr/>
            <p:nvPr/>
          </p:nvSpPr>
          <p:spPr>
            <a:xfrm>
              <a:off x="381005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24" name="Google Shape;6424;p19"/>
            <p:cNvSpPr/>
            <p:nvPr/>
          </p:nvSpPr>
          <p:spPr>
            <a:xfrm>
              <a:off x="419105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25" name="Google Shape;6425;p19"/>
            <p:cNvSpPr/>
            <p:nvPr/>
          </p:nvSpPr>
          <p:spPr>
            <a:xfrm>
              <a:off x="457206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26" name="Google Shape;6426;p19"/>
            <p:cNvSpPr/>
            <p:nvPr/>
          </p:nvSpPr>
          <p:spPr>
            <a:xfrm>
              <a:off x="495306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27" name="Google Shape;6427;p19"/>
            <p:cNvSpPr/>
            <p:nvPr/>
          </p:nvSpPr>
          <p:spPr>
            <a:xfrm>
              <a:off x="533407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28" name="Google Shape;6428;p19"/>
            <p:cNvSpPr/>
            <p:nvPr/>
          </p:nvSpPr>
          <p:spPr>
            <a:xfrm>
              <a:off x="571507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29" name="Google Shape;6429;p19"/>
            <p:cNvSpPr/>
            <p:nvPr/>
          </p:nvSpPr>
          <p:spPr>
            <a:xfrm>
              <a:off x="609608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30" name="Google Shape;6430;p19"/>
            <p:cNvSpPr/>
            <p:nvPr/>
          </p:nvSpPr>
          <p:spPr>
            <a:xfrm>
              <a:off x="647708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31" name="Google Shape;6431;p19"/>
            <p:cNvSpPr/>
            <p:nvPr/>
          </p:nvSpPr>
          <p:spPr>
            <a:xfrm>
              <a:off x="685809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32" name="Google Shape;6432;p19"/>
            <p:cNvSpPr/>
            <p:nvPr/>
          </p:nvSpPr>
          <p:spPr>
            <a:xfrm>
              <a:off x="723909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33" name="Google Shape;6433;p19"/>
            <p:cNvSpPr/>
            <p:nvPr/>
          </p:nvSpPr>
          <p:spPr>
            <a:xfrm>
              <a:off x="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34" name="Google Shape;6434;p19"/>
            <p:cNvSpPr/>
            <p:nvPr/>
          </p:nvSpPr>
          <p:spPr>
            <a:xfrm>
              <a:off x="38100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35" name="Google Shape;6435;p19"/>
            <p:cNvSpPr/>
            <p:nvPr/>
          </p:nvSpPr>
          <p:spPr>
            <a:xfrm>
              <a:off x="76201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36" name="Google Shape;6436;p19"/>
            <p:cNvSpPr/>
            <p:nvPr/>
          </p:nvSpPr>
          <p:spPr>
            <a:xfrm>
              <a:off x="114301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37" name="Google Shape;6437;p19"/>
            <p:cNvSpPr/>
            <p:nvPr/>
          </p:nvSpPr>
          <p:spPr>
            <a:xfrm>
              <a:off x="152402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38" name="Google Shape;6438;p19"/>
            <p:cNvSpPr/>
            <p:nvPr/>
          </p:nvSpPr>
          <p:spPr>
            <a:xfrm>
              <a:off x="190502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39" name="Google Shape;6439;p19"/>
            <p:cNvSpPr/>
            <p:nvPr/>
          </p:nvSpPr>
          <p:spPr>
            <a:xfrm>
              <a:off x="228603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40" name="Google Shape;6440;p19"/>
            <p:cNvSpPr/>
            <p:nvPr/>
          </p:nvSpPr>
          <p:spPr>
            <a:xfrm>
              <a:off x="266703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41" name="Google Shape;6441;p19"/>
            <p:cNvSpPr/>
            <p:nvPr/>
          </p:nvSpPr>
          <p:spPr>
            <a:xfrm>
              <a:off x="304804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42" name="Google Shape;6442;p19"/>
            <p:cNvSpPr/>
            <p:nvPr/>
          </p:nvSpPr>
          <p:spPr>
            <a:xfrm>
              <a:off x="342904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43" name="Google Shape;6443;p19"/>
            <p:cNvSpPr/>
            <p:nvPr/>
          </p:nvSpPr>
          <p:spPr>
            <a:xfrm>
              <a:off x="381005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44" name="Google Shape;6444;p19"/>
            <p:cNvSpPr/>
            <p:nvPr/>
          </p:nvSpPr>
          <p:spPr>
            <a:xfrm>
              <a:off x="419105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45" name="Google Shape;6445;p19"/>
            <p:cNvSpPr/>
            <p:nvPr/>
          </p:nvSpPr>
          <p:spPr>
            <a:xfrm>
              <a:off x="457206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46" name="Google Shape;6446;p19"/>
            <p:cNvSpPr/>
            <p:nvPr/>
          </p:nvSpPr>
          <p:spPr>
            <a:xfrm>
              <a:off x="495306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47" name="Google Shape;6447;p19"/>
            <p:cNvSpPr/>
            <p:nvPr/>
          </p:nvSpPr>
          <p:spPr>
            <a:xfrm>
              <a:off x="533407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48" name="Google Shape;6448;p19"/>
            <p:cNvSpPr/>
            <p:nvPr/>
          </p:nvSpPr>
          <p:spPr>
            <a:xfrm>
              <a:off x="571507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49" name="Google Shape;6449;p19"/>
            <p:cNvSpPr/>
            <p:nvPr/>
          </p:nvSpPr>
          <p:spPr>
            <a:xfrm>
              <a:off x="609608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50" name="Google Shape;6450;p19"/>
            <p:cNvSpPr/>
            <p:nvPr/>
          </p:nvSpPr>
          <p:spPr>
            <a:xfrm>
              <a:off x="647708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51" name="Google Shape;6451;p19"/>
            <p:cNvSpPr/>
            <p:nvPr/>
          </p:nvSpPr>
          <p:spPr>
            <a:xfrm>
              <a:off x="685809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52" name="Google Shape;6452;p19"/>
            <p:cNvSpPr/>
            <p:nvPr/>
          </p:nvSpPr>
          <p:spPr>
            <a:xfrm>
              <a:off x="723909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53" name="Google Shape;6453;p19"/>
            <p:cNvSpPr/>
            <p:nvPr/>
          </p:nvSpPr>
          <p:spPr>
            <a:xfrm>
              <a:off x="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54" name="Google Shape;6454;p19"/>
            <p:cNvSpPr/>
            <p:nvPr/>
          </p:nvSpPr>
          <p:spPr>
            <a:xfrm>
              <a:off x="38100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55" name="Google Shape;6455;p19"/>
            <p:cNvSpPr/>
            <p:nvPr/>
          </p:nvSpPr>
          <p:spPr>
            <a:xfrm>
              <a:off x="76201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56" name="Google Shape;6456;p19"/>
            <p:cNvSpPr/>
            <p:nvPr/>
          </p:nvSpPr>
          <p:spPr>
            <a:xfrm>
              <a:off x="114301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57" name="Google Shape;6457;p19"/>
            <p:cNvSpPr/>
            <p:nvPr/>
          </p:nvSpPr>
          <p:spPr>
            <a:xfrm>
              <a:off x="152402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58" name="Google Shape;6458;p19"/>
            <p:cNvSpPr/>
            <p:nvPr/>
          </p:nvSpPr>
          <p:spPr>
            <a:xfrm>
              <a:off x="190502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59" name="Google Shape;6459;p19"/>
            <p:cNvSpPr/>
            <p:nvPr/>
          </p:nvSpPr>
          <p:spPr>
            <a:xfrm>
              <a:off x="228603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60" name="Google Shape;6460;p19"/>
            <p:cNvSpPr/>
            <p:nvPr/>
          </p:nvSpPr>
          <p:spPr>
            <a:xfrm>
              <a:off x="266703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61" name="Google Shape;6461;p19"/>
            <p:cNvSpPr/>
            <p:nvPr/>
          </p:nvSpPr>
          <p:spPr>
            <a:xfrm>
              <a:off x="304804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62" name="Google Shape;6462;p19"/>
            <p:cNvSpPr/>
            <p:nvPr/>
          </p:nvSpPr>
          <p:spPr>
            <a:xfrm>
              <a:off x="342904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63" name="Google Shape;6463;p19"/>
            <p:cNvSpPr/>
            <p:nvPr/>
          </p:nvSpPr>
          <p:spPr>
            <a:xfrm>
              <a:off x="381005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64" name="Google Shape;6464;p19"/>
            <p:cNvSpPr/>
            <p:nvPr/>
          </p:nvSpPr>
          <p:spPr>
            <a:xfrm>
              <a:off x="419105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65" name="Google Shape;6465;p19"/>
            <p:cNvSpPr/>
            <p:nvPr/>
          </p:nvSpPr>
          <p:spPr>
            <a:xfrm>
              <a:off x="457206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66" name="Google Shape;6466;p19"/>
            <p:cNvSpPr/>
            <p:nvPr/>
          </p:nvSpPr>
          <p:spPr>
            <a:xfrm>
              <a:off x="495306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67" name="Google Shape;6467;p19"/>
            <p:cNvSpPr/>
            <p:nvPr/>
          </p:nvSpPr>
          <p:spPr>
            <a:xfrm>
              <a:off x="533407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68" name="Google Shape;6468;p19"/>
            <p:cNvSpPr/>
            <p:nvPr/>
          </p:nvSpPr>
          <p:spPr>
            <a:xfrm>
              <a:off x="571507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69" name="Google Shape;6469;p19"/>
            <p:cNvSpPr/>
            <p:nvPr/>
          </p:nvSpPr>
          <p:spPr>
            <a:xfrm>
              <a:off x="609608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70" name="Google Shape;6470;p19"/>
            <p:cNvSpPr/>
            <p:nvPr/>
          </p:nvSpPr>
          <p:spPr>
            <a:xfrm>
              <a:off x="647708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71" name="Google Shape;6471;p19"/>
            <p:cNvSpPr/>
            <p:nvPr/>
          </p:nvSpPr>
          <p:spPr>
            <a:xfrm>
              <a:off x="685809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72" name="Google Shape;6472;p19"/>
            <p:cNvSpPr/>
            <p:nvPr/>
          </p:nvSpPr>
          <p:spPr>
            <a:xfrm>
              <a:off x="723909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73" name="Google Shape;6473;p19"/>
            <p:cNvSpPr/>
            <p:nvPr/>
          </p:nvSpPr>
          <p:spPr>
            <a:xfrm>
              <a:off x="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74" name="Google Shape;6474;p19"/>
            <p:cNvSpPr/>
            <p:nvPr/>
          </p:nvSpPr>
          <p:spPr>
            <a:xfrm>
              <a:off x="38100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75" name="Google Shape;6475;p19"/>
            <p:cNvSpPr/>
            <p:nvPr/>
          </p:nvSpPr>
          <p:spPr>
            <a:xfrm>
              <a:off x="76201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76" name="Google Shape;6476;p19"/>
            <p:cNvSpPr/>
            <p:nvPr/>
          </p:nvSpPr>
          <p:spPr>
            <a:xfrm>
              <a:off x="114301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77" name="Google Shape;6477;p19"/>
            <p:cNvSpPr/>
            <p:nvPr/>
          </p:nvSpPr>
          <p:spPr>
            <a:xfrm>
              <a:off x="152402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78" name="Google Shape;6478;p19"/>
            <p:cNvSpPr/>
            <p:nvPr/>
          </p:nvSpPr>
          <p:spPr>
            <a:xfrm>
              <a:off x="190502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79" name="Google Shape;6479;p19"/>
            <p:cNvSpPr/>
            <p:nvPr/>
          </p:nvSpPr>
          <p:spPr>
            <a:xfrm>
              <a:off x="228603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80" name="Google Shape;6480;p19"/>
            <p:cNvSpPr/>
            <p:nvPr/>
          </p:nvSpPr>
          <p:spPr>
            <a:xfrm>
              <a:off x="266703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81" name="Google Shape;6481;p19"/>
            <p:cNvSpPr/>
            <p:nvPr/>
          </p:nvSpPr>
          <p:spPr>
            <a:xfrm>
              <a:off x="304804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82" name="Google Shape;6482;p19"/>
            <p:cNvSpPr/>
            <p:nvPr/>
          </p:nvSpPr>
          <p:spPr>
            <a:xfrm>
              <a:off x="342904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83" name="Google Shape;6483;p19"/>
            <p:cNvSpPr/>
            <p:nvPr/>
          </p:nvSpPr>
          <p:spPr>
            <a:xfrm>
              <a:off x="381005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84" name="Google Shape;6484;p19"/>
            <p:cNvSpPr/>
            <p:nvPr/>
          </p:nvSpPr>
          <p:spPr>
            <a:xfrm>
              <a:off x="419105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85" name="Google Shape;6485;p19"/>
            <p:cNvSpPr/>
            <p:nvPr/>
          </p:nvSpPr>
          <p:spPr>
            <a:xfrm>
              <a:off x="457206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86" name="Google Shape;6486;p19"/>
            <p:cNvSpPr/>
            <p:nvPr/>
          </p:nvSpPr>
          <p:spPr>
            <a:xfrm>
              <a:off x="495306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87" name="Google Shape;6487;p19"/>
            <p:cNvSpPr/>
            <p:nvPr/>
          </p:nvSpPr>
          <p:spPr>
            <a:xfrm>
              <a:off x="533407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88" name="Google Shape;6488;p19"/>
            <p:cNvSpPr/>
            <p:nvPr/>
          </p:nvSpPr>
          <p:spPr>
            <a:xfrm>
              <a:off x="571507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89" name="Google Shape;6489;p19"/>
            <p:cNvSpPr/>
            <p:nvPr/>
          </p:nvSpPr>
          <p:spPr>
            <a:xfrm>
              <a:off x="609608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90" name="Google Shape;6490;p19"/>
            <p:cNvSpPr/>
            <p:nvPr/>
          </p:nvSpPr>
          <p:spPr>
            <a:xfrm>
              <a:off x="647708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91" name="Google Shape;6491;p19"/>
            <p:cNvSpPr/>
            <p:nvPr/>
          </p:nvSpPr>
          <p:spPr>
            <a:xfrm>
              <a:off x="685809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92" name="Google Shape;6492;p19"/>
            <p:cNvSpPr/>
            <p:nvPr/>
          </p:nvSpPr>
          <p:spPr>
            <a:xfrm>
              <a:off x="723909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93" name="Google Shape;6493;p19"/>
            <p:cNvSpPr/>
            <p:nvPr/>
          </p:nvSpPr>
          <p:spPr>
            <a:xfrm>
              <a:off x="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94" name="Google Shape;6494;p19"/>
            <p:cNvSpPr/>
            <p:nvPr/>
          </p:nvSpPr>
          <p:spPr>
            <a:xfrm>
              <a:off x="38100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95" name="Google Shape;6495;p19"/>
            <p:cNvSpPr/>
            <p:nvPr/>
          </p:nvSpPr>
          <p:spPr>
            <a:xfrm>
              <a:off x="76201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96" name="Google Shape;6496;p19"/>
            <p:cNvSpPr/>
            <p:nvPr/>
          </p:nvSpPr>
          <p:spPr>
            <a:xfrm>
              <a:off x="114301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97" name="Google Shape;6497;p19"/>
            <p:cNvSpPr/>
            <p:nvPr/>
          </p:nvSpPr>
          <p:spPr>
            <a:xfrm>
              <a:off x="152402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98" name="Google Shape;6498;p19"/>
            <p:cNvSpPr/>
            <p:nvPr/>
          </p:nvSpPr>
          <p:spPr>
            <a:xfrm>
              <a:off x="190502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99" name="Google Shape;6499;p19"/>
            <p:cNvSpPr/>
            <p:nvPr/>
          </p:nvSpPr>
          <p:spPr>
            <a:xfrm>
              <a:off x="228603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00" name="Google Shape;6500;p19"/>
            <p:cNvSpPr/>
            <p:nvPr/>
          </p:nvSpPr>
          <p:spPr>
            <a:xfrm>
              <a:off x="266703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01" name="Google Shape;6501;p19"/>
            <p:cNvSpPr/>
            <p:nvPr/>
          </p:nvSpPr>
          <p:spPr>
            <a:xfrm>
              <a:off x="304804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02" name="Google Shape;6502;p19"/>
            <p:cNvSpPr/>
            <p:nvPr/>
          </p:nvSpPr>
          <p:spPr>
            <a:xfrm>
              <a:off x="342904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03" name="Google Shape;6503;p19"/>
            <p:cNvSpPr/>
            <p:nvPr/>
          </p:nvSpPr>
          <p:spPr>
            <a:xfrm>
              <a:off x="381005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04" name="Google Shape;6504;p19"/>
            <p:cNvSpPr/>
            <p:nvPr/>
          </p:nvSpPr>
          <p:spPr>
            <a:xfrm>
              <a:off x="419105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05" name="Google Shape;6505;p19"/>
            <p:cNvSpPr/>
            <p:nvPr/>
          </p:nvSpPr>
          <p:spPr>
            <a:xfrm>
              <a:off x="457206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06" name="Google Shape;6506;p19"/>
            <p:cNvSpPr/>
            <p:nvPr/>
          </p:nvSpPr>
          <p:spPr>
            <a:xfrm>
              <a:off x="495306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07" name="Google Shape;6507;p19"/>
            <p:cNvSpPr/>
            <p:nvPr/>
          </p:nvSpPr>
          <p:spPr>
            <a:xfrm>
              <a:off x="533407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08" name="Google Shape;6508;p19"/>
            <p:cNvSpPr/>
            <p:nvPr/>
          </p:nvSpPr>
          <p:spPr>
            <a:xfrm>
              <a:off x="571507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09" name="Google Shape;6509;p19"/>
            <p:cNvSpPr/>
            <p:nvPr/>
          </p:nvSpPr>
          <p:spPr>
            <a:xfrm>
              <a:off x="609608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10" name="Google Shape;6510;p19"/>
            <p:cNvSpPr/>
            <p:nvPr/>
          </p:nvSpPr>
          <p:spPr>
            <a:xfrm>
              <a:off x="647708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11" name="Google Shape;6511;p19"/>
            <p:cNvSpPr/>
            <p:nvPr/>
          </p:nvSpPr>
          <p:spPr>
            <a:xfrm>
              <a:off x="685809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12" name="Google Shape;6512;p19"/>
            <p:cNvSpPr/>
            <p:nvPr/>
          </p:nvSpPr>
          <p:spPr>
            <a:xfrm>
              <a:off x="723909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13" name="Google Shape;6513;p19"/>
            <p:cNvSpPr/>
            <p:nvPr/>
          </p:nvSpPr>
          <p:spPr>
            <a:xfrm>
              <a:off x="7620110" y="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14" name="Google Shape;6514;p19"/>
            <p:cNvSpPr/>
            <p:nvPr/>
          </p:nvSpPr>
          <p:spPr>
            <a:xfrm>
              <a:off x="8001115" y="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15" name="Google Shape;6515;p19"/>
            <p:cNvSpPr/>
            <p:nvPr/>
          </p:nvSpPr>
          <p:spPr>
            <a:xfrm>
              <a:off x="8382120" y="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16" name="Google Shape;6516;p19"/>
            <p:cNvSpPr/>
            <p:nvPr/>
          </p:nvSpPr>
          <p:spPr>
            <a:xfrm>
              <a:off x="8763125" y="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17" name="Google Shape;6517;p19"/>
            <p:cNvSpPr/>
            <p:nvPr/>
          </p:nvSpPr>
          <p:spPr>
            <a:xfrm>
              <a:off x="7620110" y="342894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18" name="Google Shape;6518;p19"/>
            <p:cNvSpPr/>
            <p:nvPr/>
          </p:nvSpPr>
          <p:spPr>
            <a:xfrm>
              <a:off x="8001115" y="342894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19" name="Google Shape;6519;p19"/>
            <p:cNvSpPr/>
            <p:nvPr/>
          </p:nvSpPr>
          <p:spPr>
            <a:xfrm>
              <a:off x="8382120" y="342894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20" name="Google Shape;6520;p19"/>
            <p:cNvSpPr/>
            <p:nvPr/>
          </p:nvSpPr>
          <p:spPr>
            <a:xfrm>
              <a:off x="8763125" y="342894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21" name="Google Shape;6521;p19"/>
            <p:cNvSpPr/>
            <p:nvPr/>
          </p:nvSpPr>
          <p:spPr>
            <a:xfrm>
              <a:off x="7620110" y="685788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22" name="Google Shape;6522;p19"/>
            <p:cNvSpPr/>
            <p:nvPr/>
          </p:nvSpPr>
          <p:spPr>
            <a:xfrm>
              <a:off x="8001115" y="685788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23" name="Google Shape;6523;p19"/>
            <p:cNvSpPr/>
            <p:nvPr/>
          </p:nvSpPr>
          <p:spPr>
            <a:xfrm>
              <a:off x="8382120" y="685788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24" name="Google Shape;6524;p19"/>
            <p:cNvSpPr/>
            <p:nvPr/>
          </p:nvSpPr>
          <p:spPr>
            <a:xfrm>
              <a:off x="8763125" y="685788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25" name="Google Shape;6525;p19"/>
            <p:cNvSpPr/>
            <p:nvPr/>
          </p:nvSpPr>
          <p:spPr>
            <a:xfrm>
              <a:off x="7620110" y="1028682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26" name="Google Shape;6526;p19"/>
            <p:cNvSpPr/>
            <p:nvPr/>
          </p:nvSpPr>
          <p:spPr>
            <a:xfrm>
              <a:off x="8001115" y="1028682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27" name="Google Shape;6527;p19"/>
            <p:cNvSpPr/>
            <p:nvPr/>
          </p:nvSpPr>
          <p:spPr>
            <a:xfrm>
              <a:off x="8382120" y="1028682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28" name="Google Shape;6528;p19"/>
            <p:cNvSpPr/>
            <p:nvPr/>
          </p:nvSpPr>
          <p:spPr>
            <a:xfrm>
              <a:off x="8763125" y="1028682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29" name="Google Shape;6529;p19"/>
            <p:cNvSpPr/>
            <p:nvPr/>
          </p:nvSpPr>
          <p:spPr>
            <a:xfrm>
              <a:off x="7620110" y="1371576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30" name="Google Shape;6530;p19"/>
            <p:cNvSpPr/>
            <p:nvPr/>
          </p:nvSpPr>
          <p:spPr>
            <a:xfrm>
              <a:off x="8001115" y="1371576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31" name="Google Shape;6531;p19"/>
            <p:cNvSpPr/>
            <p:nvPr/>
          </p:nvSpPr>
          <p:spPr>
            <a:xfrm>
              <a:off x="8382120" y="1371576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32" name="Google Shape;6532;p19"/>
            <p:cNvSpPr/>
            <p:nvPr/>
          </p:nvSpPr>
          <p:spPr>
            <a:xfrm>
              <a:off x="8763125" y="1371576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33" name="Google Shape;6533;p19"/>
            <p:cNvSpPr/>
            <p:nvPr/>
          </p:nvSpPr>
          <p:spPr>
            <a:xfrm>
              <a:off x="7620110" y="171447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34" name="Google Shape;6534;p19"/>
            <p:cNvSpPr/>
            <p:nvPr/>
          </p:nvSpPr>
          <p:spPr>
            <a:xfrm>
              <a:off x="8001115" y="171447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35" name="Google Shape;6535;p19"/>
            <p:cNvSpPr/>
            <p:nvPr/>
          </p:nvSpPr>
          <p:spPr>
            <a:xfrm>
              <a:off x="8382120" y="171447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36" name="Google Shape;6536;p19"/>
            <p:cNvSpPr/>
            <p:nvPr/>
          </p:nvSpPr>
          <p:spPr>
            <a:xfrm>
              <a:off x="8763125" y="171447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37" name="Google Shape;6537;p19"/>
            <p:cNvSpPr/>
            <p:nvPr/>
          </p:nvSpPr>
          <p:spPr>
            <a:xfrm>
              <a:off x="7620110" y="205736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38" name="Google Shape;6538;p19"/>
            <p:cNvSpPr/>
            <p:nvPr/>
          </p:nvSpPr>
          <p:spPr>
            <a:xfrm>
              <a:off x="8001115" y="205736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39" name="Google Shape;6539;p19"/>
            <p:cNvSpPr/>
            <p:nvPr/>
          </p:nvSpPr>
          <p:spPr>
            <a:xfrm>
              <a:off x="8382120" y="205736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40" name="Google Shape;6540;p19"/>
            <p:cNvSpPr/>
            <p:nvPr/>
          </p:nvSpPr>
          <p:spPr>
            <a:xfrm>
              <a:off x="8763125" y="205736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41" name="Google Shape;6541;p19"/>
            <p:cNvSpPr/>
            <p:nvPr/>
          </p:nvSpPr>
          <p:spPr>
            <a:xfrm>
              <a:off x="7620110" y="2400259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42" name="Google Shape;6542;p19"/>
            <p:cNvSpPr/>
            <p:nvPr/>
          </p:nvSpPr>
          <p:spPr>
            <a:xfrm>
              <a:off x="8001115" y="2400259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43" name="Google Shape;6543;p19"/>
            <p:cNvSpPr/>
            <p:nvPr/>
          </p:nvSpPr>
          <p:spPr>
            <a:xfrm>
              <a:off x="8382120" y="2400259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44" name="Google Shape;6544;p19"/>
            <p:cNvSpPr/>
            <p:nvPr/>
          </p:nvSpPr>
          <p:spPr>
            <a:xfrm>
              <a:off x="8763125" y="2400259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45" name="Google Shape;6545;p19"/>
            <p:cNvSpPr/>
            <p:nvPr/>
          </p:nvSpPr>
          <p:spPr>
            <a:xfrm>
              <a:off x="7620110" y="274315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46" name="Google Shape;6546;p19"/>
            <p:cNvSpPr/>
            <p:nvPr/>
          </p:nvSpPr>
          <p:spPr>
            <a:xfrm>
              <a:off x="8001115" y="274315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47" name="Google Shape;6547;p19"/>
            <p:cNvSpPr/>
            <p:nvPr/>
          </p:nvSpPr>
          <p:spPr>
            <a:xfrm>
              <a:off x="8382120" y="274315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48" name="Google Shape;6548;p19"/>
            <p:cNvSpPr/>
            <p:nvPr/>
          </p:nvSpPr>
          <p:spPr>
            <a:xfrm>
              <a:off x="8763125" y="274315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49" name="Google Shape;6549;p19"/>
            <p:cNvSpPr/>
            <p:nvPr/>
          </p:nvSpPr>
          <p:spPr>
            <a:xfrm>
              <a:off x="7620110" y="308604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50" name="Google Shape;6550;p19"/>
            <p:cNvSpPr/>
            <p:nvPr/>
          </p:nvSpPr>
          <p:spPr>
            <a:xfrm>
              <a:off x="8001115" y="308604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51" name="Google Shape;6551;p19"/>
            <p:cNvSpPr/>
            <p:nvPr/>
          </p:nvSpPr>
          <p:spPr>
            <a:xfrm>
              <a:off x="8382120" y="308604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52" name="Google Shape;6552;p19"/>
            <p:cNvSpPr/>
            <p:nvPr/>
          </p:nvSpPr>
          <p:spPr>
            <a:xfrm>
              <a:off x="8763125" y="308604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53" name="Google Shape;6553;p19"/>
            <p:cNvSpPr/>
            <p:nvPr/>
          </p:nvSpPr>
          <p:spPr>
            <a:xfrm>
              <a:off x="7620110" y="342894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54" name="Google Shape;6554;p19"/>
            <p:cNvSpPr/>
            <p:nvPr/>
          </p:nvSpPr>
          <p:spPr>
            <a:xfrm>
              <a:off x="8001115" y="342894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55" name="Google Shape;6555;p19"/>
            <p:cNvSpPr/>
            <p:nvPr/>
          </p:nvSpPr>
          <p:spPr>
            <a:xfrm>
              <a:off x="8382120" y="342894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56" name="Google Shape;6556;p19"/>
            <p:cNvSpPr/>
            <p:nvPr/>
          </p:nvSpPr>
          <p:spPr>
            <a:xfrm>
              <a:off x="8763125" y="342894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57" name="Google Shape;6557;p19"/>
            <p:cNvSpPr/>
            <p:nvPr/>
          </p:nvSpPr>
          <p:spPr>
            <a:xfrm>
              <a:off x="7620110" y="377182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58" name="Google Shape;6558;p19"/>
            <p:cNvSpPr/>
            <p:nvPr/>
          </p:nvSpPr>
          <p:spPr>
            <a:xfrm>
              <a:off x="8001115" y="377182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59" name="Google Shape;6559;p19"/>
            <p:cNvSpPr/>
            <p:nvPr/>
          </p:nvSpPr>
          <p:spPr>
            <a:xfrm>
              <a:off x="8382120" y="377182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60" name="Google Shape;6560;p19"/>
            <p:cNvSpPr/>
            <p:nvPr/>
          </p:nvSpPr>
          <p:spPr>
            <a:xfrm>
              <a:off x="8763125" y="377182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61" name="Google Shape;6561;p19"/>
            <p:cNvSpPr/>
            <p:nvPr/>
          </p:nvSpPr>
          <p:spPr>
            <a:xfrm>
              <a:off x="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62" name="Google Shape;6562;p19"/>
            <p:cNvSpPr/>
            <p:nvPr/>
          </p:nvSpPr>
          <p:spPr>
            <a:xfrm>
              <a:off x="38100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63" name="Google Shape;6563;p19"/>
            <p:cNvSpPr/>
            <p:nvPr/>
          </p:nvSpPr>
          <p:spPr>
            <a:xfrm>
              <a:off x="76201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64" name="Google Shape;6564;p19"/>
            <p:cNvSpPr/>
            <p:nvPr/>
          </p:nvSpPr>
          <p:spPr>
            <a:xfrm>
              <a:off x="114301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65" name="Google Shape;6565;p19"/>
            <p:cNvSpPr/>
            <p:nvPr/>
          </p:nvSpPr>
          <p:spPr>
            <a:xfrm>
              <a:off x="152402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66" name="Google Shape;6566;p19"/>
            <p:cNvSpPr/>
            <p:nvPr/>
          </p:nvSpPr>
          <p:spPr>
            <a:xfrm>
              <a:off x="190502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67" name="Google Shape;6567;p19"/>
            <p:cNvSpPr/>
            <p:nvPr/>
          </p:nvSpPr>
          <p:spPr>
            <a:xfrm>
              <a:off x="228603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68" name="Google Shape;6568;p19"/>
            <p:cNvSpPr/>
            <p:nvPr/>
          </p:nvSpPr>
          <p:spPr>
            <a:xfrm>
              <a:off x="266703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69" name="Google Shape;6569;p19"/>
            <p:cNvSpPr/>
            <p:nvPr/>
          </p:nvSpPr>
          <p:spPr>
            <a:xfrm>
              <a:off x="304804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70" name="Google Shape;6570;p19"/>
            <p:cNvSpPr/>
            <p:nvPr/>
          </p:nvSpPr>
          <p:spPr>
            <a:xfrm>
              <a:off x="342904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71" name="Google Shape;6571;p19"/>
            <p:cNvSpPr/>
            <p:nvPr/>
          </p:nvSpPr>
          <p:spPr>
            <a:xfrm>
              <a:off x="381005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72" name="Google Shape;6572;p19"/>
            <p:cNvSpPr/>
            <p:nvPr/>
          </p:nvSpPr>
          <p:spPr>
            <a:xfrm>
              <a:off x="419105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73" name="Google Shape;6573;p19"/>
            <p:cNvSpPr/>
            <p:nvPr/>
          </p:nvSpPr>
          <p:spPr>
            <a:xfrm>
              <a:off x="457206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74" name="Google Shape;6574;p19"/>
            <p:cNvSpPr/>
            <p:nvPr/>
          </p:nvSpPr>
          <p:spPr>
            <a:xfrm>
              <a:off x="495306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75" name="Google Shape;6575;p19"/>
            <p:cNvSpPr/>
            <p:nvPr/>
          </p:nvSpPr>
          <p:spPr>
            <a:xfrm>
              <a:off x="533407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76" name="Google Shape;6576;p19"/>
            <p:cNvSpPr/>
            <p:nvPr/>
          </p:nvSpPr>
          <p:spPr>
            <a:xfrm>
              <a:off x="571507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77" name="Google Shape;6577;p19"/>
            <p:cNvSpPr/>
            <p:nvPr/>
          </p:nvSpPr>
          <p:spPr>
            <a:xfrm>
              <a:off x="609608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78" name="Google Shape;6578;p19"/>
            <p:cNvSpPr/>
            <p:nvPr/>
          </p:nvSpPr>
          <p:spPr>
            <a:xfrm>
              <a:off x="647708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79" name="Google Shape;6579;p19"/>
            <p:cNvSpPr/>
            <p:nvPr/>
          </p:nvSpPr>
          <p:spPr>
            <a:xfrm>
              <a:off x="685809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80" name="Google Shape;6580;p19"/>
            <p:cNvSpPr/>
            <p:nvPr/>
          </p:nvSpPr>
          <p:spPr>
            <a:xfrm>
              <a:off x="723909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81" name="Google Shape;6581;p19"/>
            <p:cNvSpPr/>
            <p:nvPr/>
          </p:nvSpPr>
          <p:spPr>
            <a:xfrm>
              <a:off x="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82" name="Google Shape;6582;p19"/>
            <p:cNvSpPr/>
            <p:nvPr/>
          </p:nvSpPr>
          <p:spPr>
            <a:xfrm>
              <a:off x="38100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83" name="Google Shape;6583;p19"/>
            <p:cNvSpPr/>
            <p:nvPr/>
          </p:nvSpPr>
          <p:spPr>
            <a:xfrm>
              <a:off x="76201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84" name="Google Shape;6584;p19"/>
            <p:cNvSpPr/>
            <p:nvPr/>
          </p:nvSpPr>
          <p:spPr>
            <a:xfrm>
              <a:off x="114301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85" name="Google Shape;6585;p19"/>
            <p:cNvSpPr/>
            <p:nvPr/>
          </p:nvSpPr>
          <p:spPr>
            <a:xfrm>
              <a:off x="152402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86" name="Google Shape;6586;p19"/>
            <p:cNvSpPr/>
            <p:nvPr/>
          </p:nvSpPr>
          <p:spPr>
            <a:xfrm>
              <a:off x="190502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87" name="Google Shape;6587;p19"/>
            <p:cNvSpPr/>
            <p:nvPr/>
          </p:nvSpPr>
          <p:spPr>
            <a:xfrm>
              <a:off x="228603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88" name="Google Shape;6588;p19"/>
            <p:cNvSpPr/>
            <p:nvPr/>
          </p:nvSpPr>
          <p:spPr>
            <a:xfrm>
              <a:off x="266703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89" name="Google Shape;6589;p19"/>
            <p:cNvSpPr/>
            <p:nvPr/>
          </p:nvSpPr>
          <p:spPr>
            <a:xfrm>
              <a:off x="304804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90" name="Google Shape;6590;p19"/>
            <p:cNvSpPr/>
            <p:nvPr/>
          </p:nvSpPr>
          <p:spPr>
            <a:xfrm>
              <a:off x="342904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91" name="Google Shape;6591;p19"/>
            <p:cNvSpPr/>
            <p:nvPr/>
          </p:nvSpPr>
          <p:spPr>
            <a:xfrm>
              <a:off x="381005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92" name="Google Shape;6592;p19"/>
            <p:cNvSpPr/>
            <p:nvPr/>
          </p:nvSpPr>
          <p:spPr>
            <a:xfrm>
              <a:off x="419105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93" name="Google Shape;6593;p19"/>
            <p:cNvSpPr/>
            <p:nvPr/>
          </p:nvSpPr>
          <p:spPr>
            <a:xfrm>
              <a:off x="457206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94" name="Google Shape;6594;p19"/>
            <p:cNvSpPr/>
            <p:nvPr/>
          </p:nvSpPr>
          <p:spPr>
            <a:xfrm>
              <a:off x="495306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95" name="Google Shape;6595;p19"/>
            <p:cNvSpPr/>
            <p:nvPr/>
          </p:nvSpPr>
          <p:spPr>
            <a:xfrm>
              <a:off x="533407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96" name="Google Shape;6596;p19"/>
            <p:cNvSpPr/>
            <p:nvPr/>
          </p:nvSpPr>
          <p:spPr>
            <a:xfrm>
              <a:off x="571507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97" name="Google Shape;6597;p19"/>
            <p:cNvSpPr/>
            <p:nvPr/>
          </p:nvSpPr>
          <p:spPr>
            <a:xfrm>
              <a:off x="609608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98" name="Google Shape;6598;p19"/>
            <p:cNvSpPr/>
            <p:nvPr/>
          </p:nvSpPr>
          <p:spPr>
            <a:xfrm>
              <a:off x="647708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99" name="Google Shape;6599;p19"/>
            <p:cNvSpPr/>
            <p:nvPr/>
          </p:nvSpPr>
          <p:spPr>
            <a:xfrm>
              <a:off x="685809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00" name="Google Shape;6600;p19"/>
            <p:cNvSpPr/>
            <p:nvPr/>
          </p:nvSpPr>
          <p:spPr>
            <a:xfrm>
              <a:off x="723909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01" name="Google Shape;6601;p19"/>
            <p:cNvSpPr/>
            <p:nvPr/>
          </p:nvSpPr>
          <p:spPr>
            <a:xfrm>
              <a:off x="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02" name="Google Shape;6602;p19"/>
            <p:cNvSpPr/>
            <p:nvPr/>
          </p:nvSpPr>
          <p:spPr>
            <a:xfrm>
              <a:off x="38100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03" name="Google Shape;6603;p19"/>
            <p:cNvSpPr/>
            <p:nvPr/>
          </p:nvSpPr>
          <p:spPr>
            <a:xfrm>
              <a:off x="76201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04" name="Google Shape;6604;p19"/>
            <p:cNvSpPr/>
            <p:nvPr/>
          </p:nvSpPr>
          <p:spPr>
            <a:xfrm>
              <a:off x="114301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05" name="Google Shape;6605;p19"/>
            <p:cNvSpPr/>
            <p:nvPr/>
          </p:nvSpPr>
          <p:spPr>
            <a:xfrm>
              <a:off x="152402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06" name="Google Shape;6606;p19"/>
            <p:cNvSpPr/>
            <p:nvPr/>
          </p:nvSpPr>
          <p:spPr>
            <a:xfrm>
              <a:off x="190502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07" name="Google Shape;6607;p19"/>
            <p:cNvSpPr/>
            <p:nvPr/>
          </p:nvSpPr>
          <p:spPr>
            <a:xfrm>
              <a:off x="228603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08" name="Google Shape;6608;p19"/>
            <p:cNvSpPr/>
            <p:nvPr/>
          </p:nvSpPr>
          <p:spPr>
            <a:xfrm>
              <a:off x="266703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09" name="Google Shape;6609;p19"/>
            <p:cNvSpPr/>
            <p:nvPr/>
          </p:nvSpPr>
          <p:spPr>
            <a:xfrm>
              <a:off x="304804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10" name="Google Shape;6610;p19"/>
            <p:cNvSpPr/>
            <p:nvPr/>
          </p:nvSpPr>
          <p:spPr>
            <a:xfrm>
              <a:off x="342904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11" name="Google Shape;6611;p19"/>
            <p:cNvSpPr/>
            <p:nvPr/>
          </p:nvSpPr>
          <p:spPr>
            <a:xfrm>
              <a:off x="381005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12" name="Google Shape;6612;p19"/>
            <p:cNvSpPr/>
            <p:nvPr/>
          </p:nvSpPr>
          <p:spPr>
            <a:xfrm>
              <a:off x="419105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13" name="Google Shape;6613;p19"/>
            <p:cNvSpPr/>
            <p:nvPr/>
          </p:nvSpPr>
          <p:spPr>
            <a:xfrm>
              <a:off x="457206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14" name="Google Shape;6614;p19"/>
            <p:cNvSpPr/>
            <p:nvPr/>
          </p:nvSpPr>
          <p:spPr>
            <a:xfrm>
              <a:off x="495306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15" name="Google Shape;6615;p19"/>
            <p:cNvSpPr/>
            <p:nvPr/>
          </p:nvSpPr>
          <p:spPr>
            <a:xfrm>
              <a:off x="533407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16" name="Google Shape;6616;p19"/>
            <p:cNvSpPr/>
            <p:nvPr/>
          </p:nvSpPr>
          <p:spPr>
            <a:xfrm>
              <a:off x="571507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17" name="Google Shape;6617;p19"/>
            <p:cNvSpPr/>
            <p:nvPr/>
          </p:nvSpPr>
          <p:spPr>
            <a:xfrm>
              <a:off x="609608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18" name="Google Shape;6618;p19"/>
            <p:cNvSpPr/>
            <p:nvPr/>
          </p:nvSpPr>
          <p:spPr>
            <a:xfrm>
              <a:off x="647708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19" name="Google Shape;6619;p19"/>
            <p:cNvSpPr/>
            <p:nvPr/>
          </p:nvSpPr>
          <p:spPr>
            <a:xfrm>
              <a:off x="685809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20" name="Google Shape;6620;p19"/>
            <p:cNvSpPr/>
            <p:nvPr/>
          </p:nvSpPr>
          <p:spPr>
            <a:xfrm>
              <a:off x="723909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21" name="Google Shape;6621;p19"/>
            <p:cNvSpPr/>
            <p:nvPr/>
          </p:nvSpPr>
          <p:spPr>
            <a:xfrm>
              <a:off x="7620110" y="411471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22" name="Google Shape;6622;p19"/>
            <p:cNvSpPr/>
            <p:nvPr/>
          </p:nvSpPr>
          <p:spPr>
            <a:xfrm>
              <a:off x="8001115" y="411471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23" name="Google Shape;6623;p19"/>
            <p:cNvSpPr/>
            <p:nvPr/>
          </p:nvSpPr>
          <p:spPr>
            <a:xfrm>
              <a:off x="8382120" y="411471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24" name="Google Shape;6624;p19"/>
            <p:cNvSpPr/>
            <p:nvPr/>
          </p:nvSpPr>
          <p:spPr>
            <a:xfrm>
              <a:off x="8763125" y="411471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25" name="Google Shape;6625;p19"/>
            <p:cNvSpPr/>
            <p:nvPr/>
          </p:nvSpPr>
          <p:spPr>
            <a:xfrm>
              <a:off x="7620110" y="445760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26" name="Google Shape;6626;p19"/>
            <p:cNvSpPr/>
            <p:nvPr/>
          </p:nvSpPr>
          <p:spPr>
            <a:xfrm>
              <a:off x="8001115" y="445760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27" name="Google Shape;6627;p19"/>
            <p:cNvSpPr/>
            <p:nvPr/>
          </p:nvSpPr>
          <p:spPr>
            <a:xfrm>
              <a:off x="8382120" y="445760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28" name="Google Shape;6628;p19"/>
            <p:cNvSpPr/>
            <p:nvPr/>
          </p:nvSpPr>
          <p:spPr>
            <a:xfrm>
              <a:off x="8763125" y="445760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29" name="Google Shape;6629;p19"/>
            <p:cNvSpPr/>
            <p:nvPr/>
          </p:nvSpPr>
          <p:spPr>
            <a:xfrm>
              <a:off x="7620110" y="480049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30" name="Google Shape;6630;p19"/>
            <p:cNvSpPr/>
            <p:nvPr/>
          </p:nvSpPr>
          <p:spPr>
            <a:xfrm>
              <a:off x="8001115" y="480049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31" name="Google Shape;6631;p19"/>
            <p:cNvSpPr/>
            <p:nvPr/>
          </p:nvSpPr>
          <p:spPr>
            <a:xfrm>
              <a:off x="8382120" y="480049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32" name="Google Shape;6632;p19"/>
            <p:cNvSpPr/>
            <p:nvPr/>
          </p:nvSpPr>
          <p:spPr>
            <a:xfrm>
              <a:off x="8763125" y="480049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633" name="Google Shape;6633;p19"/>
          <p:cNvSpPr/>
          <p:nvPr/>
        </p:nvSpPr>
        <p:spPr>
          <a:xfrm flipH="1">
            <a:off x="0" y="0"/>
            <a:ext cx="9144000" cy="5143500"/>
          </a:xfrm>
          <a:prstGeom prst="rtTriangle">
            <a:avLst/>
          </a:prstGeom>
          <a:solidFill>
            <a:srgbClr val="005051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634" name="Google Shape;6634;p19"/>
          <p:cNvGrpSpPr/>
          <p:nvPr/>
        </p:nvGrpSpPr>
        <p:grpSpPr>
          <a:xfrm>
            <a:off x="553048" y="535000"/>
            <a:ext cx="8105852" cy="4302000"/>
            <a:chOff x="553048" y="535000"/>
            <a:chExt cx="8105852" cy="4302000"/>
          </a:xfrm>
        </p:grpSpPr>
        <p:sp>
          <p:nvSpPr>
            <p:cNvPr id="6635" name="Google Shape;6635;p19"/>
            <p:cNvSpPr/>
            <p:nvPr/>
          </p:nvSpPr>
          <p:spPr>
            <a:xfrm>
              <a:off x="942300" y="763600"/>
              <a:ext cx="7716600" cy="4073400"/>
            </a:xfrm>
            <a:prstGeom prst="roundRect">
              <a:avLst>
                <a:gd fmla="val 2480" name="adj"/>
              </a:avLst>
            </a:prstGeom>
            <a:solidFill>
              <a:srgbClr val="222828">
                <a:alpha val="2039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36" name="Google Shape;6636;p19"/>
            <p:cNvSpPr/>
            <p:nvPr/>
          </p:nvSpPr>
          <p:spPr>
            <a:xfrm>
              <a:off x="712275" y="535000"/>
              <a:ext cx="7716600" cy="4073400"/>
            </a:xfrm>
            <a:prstGeom prst="roundRect">
              <a:avLst>
                <a:gd fmla="val 2480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37" name="Google Shape;6637;p19"/>
            <p:cNvSpPr/>
            <p:nvPr/>
          </p:nvSpPr>
          <p:spPr>
            <a:xfrm>
              <a:off x="848698" y="898261"/>
              <a:ext cx="317374" cy="317436"/>
            </a:xfrm>
            <a:custGeom>
              <a:rect b="b" l="l" r="r" t="t"/>
              <a:pathLst>
                <a:path extrusionOk="0" h="15212" w="15209">
                  <a:moveTo>
                    <a:pt x="7604" y="0"/>
                  </a:moveTo>
                  <a:cubicBezTo>
                    <a:pt x="3404" y="0"/>
                    <a:pt x="0" y="3405"/>
                    <a:pt x="0" y="7605"/>
                  </a:cubicBezTo>
                  <a:cubicBezTo>
                    <a:pt x="0" y="11805"/>
                    <a:pt x="3404" y="15212"/>
                    <a:pt x="7604" y="15212"/>
                  </a:cubicBezTo>
                  <a:cubicBezTo>
                    <a:pt x="11804" y="15212"/>
                    <a:pt x="15209" y="11805"/>
                    <a:pt x="15209" y="7605"/>
                  </a:cubicBezTo>
                  <a:cubicBezTo>
                    <a:pt x="15209" y="3405"/>
                    <a:pt x="11804" y="0"/>
                    <a:pt x="760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38" name="Google Shape;6638;p19"/>
            <p:cNvSpPr/>
            <p:nvPr/>
          </p:nvSpPr>
          <p:spPr>
            <a:xfrm>
              <a:off x="553048" y="931482"/>
              <a:ext cx="549400" cy="250994"/>
            </a:xfrm>
            <a:custGeom>
              <a:rect b="b" l="l" r="r" t="t"/>
              <a:pathLst>
                <a:path extrusionOk="0" h="12028" w="26328">
                  <a:moveTo>
                    <a:pt x="1493" y="0"/>
                  </a:moveTo>
                  <a:cubicBezTo>
                    <a:pt x="671" y="0"/>
                    <a:pt x="0" y="668"/>
                    <a:pt x="0" y="1494"/>
                  </a:cubicBezTo>
                  <a:cubicBezTo>
                    <a:pt x="0" y="2319"/>
                    <a:pt x="671" y="2990"/>
                    <a:pt x="1493" y="2990"/>
                  </a:cubicBezTo>
                  <a:lnTo>
                    <a:pt x="19596" y="2990"/>
                  </a:lnTo>
                  <a:cubicBezTo>
                    <a:pt x="21591" y="2990"/>
                    <a:pt x="23340" y="4081"/>
                    <a:pt x="23340" y="5330"/>
                  </a:cubicBezTo>
                  <a:lnTo>
                    <a:pt x="23340" y="6698"/>
                  </a:lnTo>
                  <a:cubicBezTo>
                    <a:pt x="23340" y="7944"/>
                    <a:pt x="21591" y="9038"/>
                    <a:pt x="19596" y="9038"/>
                  </a:cubicBezTo>
                  <a:lnTo>
                    <a:pt x="1493" y="9038"/>
                  </a:lnTo>
                  <a:cubicBezTo>
                    <a:pt x="671" y="9038"/>
                    <a:pt x="0" y="9706"/>
                    <a:pt x="0" y="10532"/>
                  </a:cubicBezTo>
                  <a:cubicBezTo>
                    <a:pt x="0" y="11357"/>
                    <a:pt x="671" y="12028"/>
                    <a:pt x="1493" y="12028"/>
                  </a:cubicBezTo>
                  <a:lnTo>
                    <a:pt x="19596" y="12028"/>
                  </a:lnTo>
                  <a:lnTo>
                    <a:pt x="19596" y="12025"/>
                  </a:lnTo>
                  <a:cubicBezTo>
                    <a:pt x="23370" y="12025"/>
                    <a:pt x="26327" y="9685"/>
                    <a:pt x="26327" y="6695"/>
                  </a:cubicBezTo>
                  <a:lnTo>
                    <a:pt x="26327" y="5327"/>
                  </a:lnTo>
                  <a:cubicBezTo>
                    <a:pt x="26327" y="2340"/>
                    <a:pt x="23370" y="0"/>
                    <a:pt x="19596" y="0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39" name="Google Shape;6639;p19"/>
            <p:cNvSpPr/>
            <p:nvPr/>
          </p:nvSpPr>
          <p:spPr>
            <a:xfrm>
              <a:off x="848698" y="1332681"/>
              <a:ext cx="317374" cy="317457"/>
            </a:xfrm>
            <a:custGeom>
              <a:rect b="b" l="l" r="r" t="t"/>
              <a:pathLst>
                <a:path extrusionOk="0" h="15213" w="15209">
                  <a:moveTo>
                    <a:pt x="7604" y="1"/>
                  </a:moveTo>
                  <a:cubicBezTo>
                    <a:pt x="3404" y="1"/>
                    <a:pt x="0" y="3408"/>
                    <a:pt x="0" y="7608"/>
                  </a:cubicBezTo>
                  <a:cubicBezTo>
                    <a:pt x="0" y="11808"/>
                    <a:pt x="3404" y="15212"/>
                    <a:pt x="7604" y="15212"/>
                  </a:cubicBezTo>
                  <a:cubicBezTo>
                    <a:pt x="11804" y="15212"/>
                    <a:pt x="15209" y="11808"/>
                    <a:pt x="15209" y="7608"/>
                  </a:cubicBezTo>
                  <a:cubicBezTo>
                    <a:pt x="15209" y="3408"/>
                    <a:pt x="11804" y="1"/>
                    <a:pt x="760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40" name="Google Shape;6640;p19"/>
            <p:cNvSpPr/>
            <p:nvPr/>
          </p:nvSpPr>
          <p:spPr>
            <a:xfrm>
              <a:off x="553048" y="1365902"/>
              <a:ext cx="549400" cy="251015"/>
            </a:xfrm>
            <a:custGeom>
              <a:rect b="b" l="l" r="r" t="t"/>
              <a:pathLst>
                <a:path extrusionOk="0" h="12029" w="26328">
                  <a:moveTo>
                    <a:pt x="1493" y="1"/>
                  </a:moveTo>
                  <a:cubicBezTo>
                    <a:pt x="671" y="1"/>
                    <a:pt x="0" y="671"/>
                    <a:pt x="0" y="1497"/>
                  </a:cubicBezTo>
                  <a:cubicBezTo>
                    <a:pt x="0" y="2320"/>
                    <a:pt x="671" y="2990"/>
                    <a:pt x="1493" y="2990"/>
                  </a:cubicBezTo>
                  <a:lnTo>
                    <a:pt x="19596" y="2990"/>
                  </a:lnTo>
                  <a:cubicBezTo>
                    <a:pt x="21591" y="2990"/>
                    <a:pt x="23340" y="4084"/>
                    <a:pt x="23340" y="5330"/>
                  </a:cubicBezTo>
                  <a:lnTo>
                    <a:pt x="23340" y="6699"/>
                  </a:lnTo>
                  <a:cubicBezTo>
                    <a:pt x="23340" y="7948"/>
                    <a:pt x="21591" y="9042"/>
                    <a:pt x="19596" y="9042"/>
                  </a:cubicBezTo>
                  <a:lnTo>
                    <a:pt x="1493" y="9042"/>
                  </a:lnTo>
                  <a:cubicBezTo>
                    <a:pt x="671" y="9042"/>
                    <a:pt x="0" y="9709"/>
                    <a:pt x="0" y="10535"/>
                  </a:cubicBezTo>
                  <a:cubicBezTo>
                    <a:pt x="0" y="11361"/>
                    <a:pt x="671" y="12028"/>
                    <a:pt x="1493" y="12028"/>
                  </a:cubicBezTo>
                  <a:lnTo>
                    <a:pt x="19596" y="12028"/>
                  </a:lnTo>
                  <a:cubicBezTo>
                    <a:pt x="23370" y="12028"/>
                    <a:pt x="26327" y="9688"/>
                    <a:pt x="26327" y="6699"/>
                  </a:cubicBezTo>
                  <a:lnTo>
                    <a:pt x="26327" y="5330"/>
                  </a:lnTo>
                  <a:cubicBezTo>
                    <a:pt x="26327" y="2344"/>
                    <a:pt x="23370" y="1"/>
                    <a:pt x="19596" y="1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41" name="Google Shape;6641;p19"/>
            <p:cNvSpPr/>
            <p:nvPr/>
          </p:nvSpPr>
          <p:spPr>
            <a:xfrm>
              <a:off x="848698" y="1767184"/>
              <a:ext cx="317374" cy="317436"/>
            </a:xfrm>
            <a:custGeom>
              <a:rect b="b" l="l" r="r" t="t"/>
              <a:pathLst>
                <a:path extrusionOk="0" h="15212" w="15209">
                  <a:moveTo>
                    <a:pt x="7604" y="0"/>
                  </a:moveTo>
                  <a:cubicBezTo>
                    <a:pt x="3404" y="0"/>
                    <a:pt x="0" y="3404"/>
                    <a:pt x="0" y="7605"/>
                  </a:cubicBezTo>
                  <a:cubicBezTo>
                    <a:pt x="0" y="11805"/>
                    <a:pt x="3404" y="15212"/>
                    <a:pt x="7604" y="15212"/>
                  </a:cubicBezTo>
                  <a:cubicBezTo>
                    <a:pt x="11804" y="15212"/>
                    <a:pt x="15209" y="11805"/>
                    <a:pt x="15209" y="7605"/>
                  </a:cubicBezTo>
                  <a:cubicBezTo>
                    <a:pt x="15209" y="3404"/>
                    <a:pt x="11804" y="0"/>
                    <a:pt x="760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42" name="Google Shape;6642;p19"/>
            <p:cNvSpPr/>
            <p:nvPr/>
          </p:nvSpPr>
          <p:spPr>
            <a:xfrm>
              <a:off x="553048" y="1800405"/>
              <a:ext cx="549400" cy="250994"/>
            </a:xfrm>
            <a:custGeom>
              <a:rect b="b" l="l" r="r" t="t"/>
              <a:pathLst>
                <a:path extrusionOk="0" h="12028" w="26328">
                  <a:moveTo>
                    <a:pt x="1493" y="0"/>
                  </a:moveTo>
                  <a:cubicBezTo>
                    <a:pt x="671" y="0"/>
                    <a:pt x="0" y="668"/>
                    <a:pt x="0" y="1493"/>
                  </a:cubicBezTo>
                  <a:cubicBezTo>
                    <a:pt x="0" y="2319"/>
                    <a:pt x="671" y="2990"/>
                    <a:pt x="1493" y="2990"/>
                  </a:cubicBezTo>
                  <a:lnTo>
                    <a:pt x="19596" y="2990"/>
                  </a:lnTo>
                  <a:cubicBezTo>
                    <a:pt x="21591" y="2990"/>
                    <a:pt x="23340" y="4081"/>
                    <a:pt x="23340" y="5330"/>
                  </a:cubicBezTo>
                  <a:lnTo>
                    <a:pt x="23340" y="6695"/>
                  </a:lnTo>
                  <a:cubicBezTo>
                    <a:pt x="23340" y="7944"/>
                    <a:pt x="21591" y="9038"/>
                    <a:pt x="19596" y="9038"/>
                  </a:cubicBezTo>
                  <a:lnTo>
                    <a:pt x="1493" y="9038"/>
                  </a:lnTo>
                  <a:cubicBezTo>
                    <a:pt x="671" y="9038"/>
                    <a:pt x="0" y="9706"/>
                    <a:pt x="0" y="10532"/>
                  </a:cubicBezTo>
                  <a:cubicBezTo>
                    <a:pt x="0" y="11357"/>
                    <a:pt x="671" y="12028"/>
                    <a:pt x="1493" y="12028"/>
                  </a:cubicBezTo>
                  <a:lnTo>
                    <a:pt x="19596" y="12028"/>
                  </a:lnTo>
                  <a:lnTo>
                    <a:pt x="19596" y="12025"/>
                  </a:lnTo>
                  <a:cubicBezTo>
                    <a:pt x="23370" y="12025"/>
                    <a:pt x="26327" y="9685"/>
                    <a:pt x="26327" y="6695"/>
                  </a:cubicBezTo>
                  <a:lnTo>
                    <a:pt x="26327" y="5327"/>
                  </a:lnTo>
                  <a:cubicBezTo>
                    <a:pt x="26327" y="2340"/>
                    <a:pt x="23370" y="0"/>
                    <a:pt x="19596" y="0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43" name="Google Shape;6643;p19"/>
            <p:cNvSpPr/>
            <p:nvPr/>
          </p:nvSpPr>
          <p:spPr>
            <a:xfrm>
              <a:off x="848698" y="2201603"/>
              <a:ext cx="317374" cy="317457"/>
            </a:xfrm>
            <a:custGeom>
              <a:rect b="b" l="l" r="r" t="t"/>
              <a:pathLst>
                <a:path extrusionOk="0" h="15213" w="15209">
                  <a:moveTo>
                    <a:pt x="7604" y="1"/>
                  </a:moveTo>
                  <a:cubicBezTo>
                    <a:pt x="3404" y="1"/>
                    <a:pt x="0" y="3405"/>
                    <a:pt x="0" y="7608"/>
                  </a:cubicBezTo>
                  <a:cubicBezTo>
                    <a:pt x="0" y="11808"/>
                    <a:pt x="3404" y="15212"/>
                    <a:pt x="7604" y="15212"/>
                  </a:cubicBezTo>
                  <a:cubicBezTo>
                    <a:pt x="11804" y="15212"/>
                    <a:pt x="15209" y="11808"/>
                    <a:pt x="15209" y="7608"/>
                  </a:cubicBezTo>
                  <a:cubicBezTo>
                    <a:pt x="15209" y="3405"/>
                    <a:pt x="11804" y="1"/>
                    <a:pt x="760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44" name="Google Shape;6644;p19"/>
            <p:cNvSpPr/>
            <p:nvPr/>
          </p:nvSpPr>
          <p:spPr>
            <a:xfrm>
              <a:off x="553048" y="2234824"/>
              <a:ext cx="549400" cy="251015"/>
            </a:xfrm>
            <a:custGeom>
              <a:rect b="b" l="l" r="r" t="t"/>
              <a:pathLst>
                <a:path extrusionOk="0" h="12029" w="26328">
                  <a:moveTo>
                    <a:pt x="1493" y="1"/>
                  </a:moveTo>
                  <a:cubicBezTo>
                    <a:pt x="671" y="1"/>
                    <a:pt x="0" y="668"/>
                    <a:pt x="0" y="1494"/>
                  </a:cubicBezTo>
                  <a:cubicBezTo>
                    <a:pt x="0" y="2320"/>
                    <a:pt x="671" y="2990"/>
                    <a:pt x="1493" y="2990"/>
                  </a:cubicBezTo>
                  <a:lnTo>
                    <a:pt x="19596" y="2990"/>
                  </a:lnTo>
                  <a:cubicBezTo>
                    <a:pt x="21591" y="2990"/>
                    <a:pt x="23340" y="4084"/>
                    <a:pt x="23340" y="5330"/>
                  </a:cubicBezTo>
                  <a:lnTo>
                    <a:pt x="23340" y="6699"/>
                  </a:lnTo>
                  <a:cubicBezTo>
                    <a:pt x="23340" y="7945"/>
                    <a:pt x="21591" y="9039"/>
                    <a:pt x="19596" y="9039"/>
                  </a:cubicBezTo>
                  <a:lnTo>
                    <a:pt x="1493" y="9039"/>
                  </a:lnTo>
                  <a:cubicBezTo>
                    <a:pt x="671" y="9039"/>
                    <a:pt x="0" y="9706"/>
                    <a:pt x="0" y="10532"/>
                  </a:cubicBezTo>
                  <a:cubicBezTo>
                    <a:pt x="0" y="11358"/>
                    <a:pt x="671" y="12028"/>
                    <a:pt x="1493" y="12028"/>
                  </a:cubicBezTo>
                  <a:lnTo>
                    <a:pt x="19596" y="12028"/>
                  </a:lnTo>
                  <a:lnTo>
                    <a:pt x="19596" y="12025"/>
                  </a:lnTo>
                  <a:cubicBezTo>
                    <a:pt x="23370" y="12025"/>
                    <a:pt x="26327" y="9685"/>
                    <a:pt x="26327" y="6699"/>
                  </a:cubicBezTo>
                  <a:lnTo>
                    <a:pt x="26327" y="5330"/>
                  </a:lnTo>
                  <a:cubicBezTo>
                    <a:pt x="26327" y="2341"/>
                    <a:pt x="23370" y="1"/>
                    <a:pt x="19596" y="1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45" name="Google Shape;6645;p19"/>
            <p:cNvSpPr/>
            <p:nvPr/>
          </p:nvSpPr>
          <p:spPr>
            <a:xfrm>
              <a:off x="848698" y="2636106"/>
              <a:ext cx="317374" cy="317374"/>
            </a:xfrm>
            <a:custGeom>
              <a:rect b="b" l="l" r="r" t="t"/>
              <a:pathLst>
                <a:path extrusionOk="0" h="15209" w="15209">
                  <a:moveTo>
                    <a:pt x="7604" y="0"/>
                  </a:moveTo>
                  <a:cubicBezTo>
                    <a:pt x="3404" y="0"/>
                    <a:pt x="0" y="3404"/>
                    <a:pt x="0" y="7604"/>
                  </a:cubicBezTo>
                  <a:cubicBezTo>
                    <a:pt x="0" y="11805"/>
                    <a:pt x="3404" y="15209"/>
                    <a:pt x="7604" y="15209"/>
                  </a:cubicBezTo>
                  <a:cubicBezTo>
                    <a:pt x="11804" y="15209"/>
                    <a:pt x="15209" y="11805"/>
                    <a:pt x="15209" y="7604"/>
                  </a:cubicBezTo>
                  <a:cubicBezTo>
                    <a:pt x="15209" y="3404"/>
                    <a:pt x="11804" y="0"/>
                    <a:pt x="760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46" name="Google Shape;6646;p19"/>
            <p:cNvSpPr/>
            <p:nvPr/>
          </p:nvSpPr>
          <p:spPr>
            <a:xfrm>
              <a:off x="553048" y="2669265"/>
              <a:ext cx="549400" cy="250994"/>
            </a:xfrm>
            <a:custGeom>
              <a:rect b="b" l="l" r="r" t="t"/>
              <a:pathLst>
                <a:path extrusionOk="0" h="12028" w="26328">
                  <a:moveTo>
                    <a:pt x="1493" y="0"/>
                  </a:moveTo>
                  <a:cubicBezTo>
                    <a:pt x="671" y="0"/>
                    <a:pt x="0" y="671"/>
                    <a:pt x="0" y="1496"/>
                  </a:cubicBezTo>
                  <a:cubicBezTo>
                    <a:pt x="0" y="2322"/>
                    <a:pt x="671" y="2990"/>
                    <a:pt x="1493" y="2990"/>
                  </a:cubicBezTo>
                  <a:lnTo>
                    <a:pt x="19596" y="2990"/>
                  </a:lnTo>
                  <a:cubicBezTo>
                    <a:pt x="21591" y="2990"/>
                    <a:pt x="23340" y="4084"/>
                    <a:pt x="23340" y="5330"/>
                  </a:cubicBezTo>
                  <a:lnTo>
                    <a:pt x="23340" y="6698"/>
                  </a:lnTo>
                  <a:cubicBezTo>
                    <a:pt x="23340" y="7947"/>
                    <a:pt x="21591" y="9041"/>
                    <a:pt x="19596" y="9041"/>
                  </a:cubicBezTo>
                  <a:lnTo>
                    <a:pt x="1493" y="9041"/>
                  </a:lnTo>
                  <a:cubicBezTo>
                    <a:pt x="671" y="9041"/>
                    <a:pt x="0" y="9709"/>
                    <a:pt x="0" y="10534"/>
                  </a:cubicBezTo>
                  <a:cubicBezTo>
                    <a:pt x="0" y="11360"/>
                    <a:pt x="671" y="12028"/>
                    <a:pt x="1493" y="12028"/>
                  </a:cubicBezTo>
                  <a:lnTo>
                    <a:pt x="19596" y="12028"/>
                  </a:lnTo>
                  <a:cubicBezTo>
                    <a:pt x="23370" y="12028"/>
                    <a:pt x="26327" y="9688"/>
                    <a:pt x="26327" y="6698"/>
                  </a:cubicBezTo>
                  <a:lnTo>
                    <a:pt x="26327" y="5330"/>
                  </a:lnTo>
                  <a:cubicBezTo>
                    <a:pt x="26327" y="2343"/>
                    <a:pt x="23370" y="0"/>
                    <a:pt x="19596" y="0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47" name="Google Shape;6647;p19"/>
            <p:cNvSpPr/>
            <p:nvPr/>
          </p:nvSpPr>
          <p:spPr>
            <a:xfrm>
              <a:off x="848698" y="3070526"/>
              <a:ext cx="317374" cy="317457"/>
            </a:xfrm>
            <a:custGeom>
              <a:rect b="b" l="l" r="r" t="t"/>
              <a:pathLst>
                <a:path extrusionOk="0" h="15213" w="15209">
                  <a:moveTo>
                    <a:pt x="7604" y="1"/>
                  </a:moveTo>
                  <a:cubicBezTo>
                    <a:pt x="3404" y="1"/>
                    <a:pt x="0" y="3405"/>
                    <a:pt x="0" y="7605"/>
                  </a:cubicBezTo>
                  <a:cubicBezTo>
                    <a:pt x="0" y="11805"/>
                    <a:pt x="3404" y="15212"/>
                    <a:pt x="7604" y="15212"/>
                  </a:cubicBezTo>
                  <a:cubicBezTo>
                    <a:pt x="11804" y="15212"/>
                    <a:pt x="15209" y="11805"/>
                    <a:pt x="15209" y="7605"/>
                  </a:cubicBezTo>
                  <a:cubicBezTo>
                    <a:pt x="15209" y="3405"/>
                    <a:pt x="11804" y="1"/>
                    <a:pt x="760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48" name="Google Shape;6648;p19"/>
            <p:cNvSpPr/>
            <p:nvPr/>
          </p:nvSpPr>
          <p:spPr>
            <a:xfrm>
              <a:off x="553048" y="3103747"/>
              <a:ext cx="549400" cy="251015"/>
            </a:xfrm>
            <a:custGeom>
              <a:rect b="b" l="l" r="r" t="t"/>
              <a:pathLst>
                <a:path extrusionOk="0" h="12029" w="26328">
                  <a:moveTo>
                    <a:pt x="1493" y="0"/>
                  </a:moveTo>
                  <a:cubicBezTo>
                    <a:pt x="671" y="0"/>
                    <a:pt x="0" y="668"/>
                    <a:pt x="0" y="1494"/>
                  </a:cubicBezTo>
                  <a:cubicBezTo>
                    <a:pt x="0" y="2320"/>
                    <a:pt x="671" y="2987"/>
                    <a:pt x="1493" y="2987"/>
                  </a:cubicBezTo>
                  <a:lnTo>
                    <a:pt x="19596" y="2987"/>
                  </a:lnTo>
                  <a:cubicBezTo>
                    <a:pt x="21591" y="2987"/>
                    <a:pt x="23340" y="4081"/>
                    <a:pt x="23340" y="5330"/>
                  </a:cubicBezTo>
                  <a:lnTo>
                    <a:pt x="23340" y="6696"/>
                  </a:lnTo>
                  <a:cubicBezTo>
                    <a:pt x="23340" y="7945"/>
                    <a:pt x="21591" y="9039"/>
                    <a:pt x="19596" y="9039"/>
                  </a:cubicBezTo>
                  <a:lnTo>
                    <a:pt x="1493" y="9039"/>
                  </a:lnTo>
                  <a:cubicBezTo>
                    <a:pt x="671" y="9039"/>
                    <a:pt x="0" y="9706"/>
                    <a:pt x="0" y="10532"/>
                  </a:cubicBezTo>
                  <a:cubicBezTo>
                    <a:pt x="0" y="11358"/>
                    <a:pt x="671" y="12028"/>
                    <a:pt x="1493" y="12028"/>
                  </a:cubicBezTo>
                  <a:lnTo>
                    <a:pt x="19596" y="12028"/>
                  </a:lnTo>
                  <a:lnTo>
                    <a:pt x="19596" y="12025"/>
                  </a:lnTo>
                  <a:cubicBezTo>
                    <a:pt x="23370" y="12025"/>
                    <a:pt x="26327" y="9685"/>
                    <a:pt x="26327" y="6696"/>
                  </a:cubicBezTo>
                  <a:lnTo>
                    <a:pt x="26327" y="5330"/>
                  </a:lnTo>
                  <a:cubicBezTo>
                    <a:pt x="26327" y="2340"/>
                    <a:pt x="23370" y="0"/>
                    <a:pt x="19596" y="0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49" name="Google Shape;6649;p19"/>
            <p:cNvSpPr/>
            <p:nvPr/>
          </p:nvSpPr>
          <p:spPr>
            <a:xfrm>
              <a:off x="848698" y="3504966"/>
              <a:ext cx="317374" cy="317436"/>
            </a:xfrm>
            <a:custGeom>
              <a:rect b="b" l="l" r="r" t="t"/>
              <a:pathLst>
                <a:path extrusionOk="0" h="15212" w="15209">
                  <a:moveTo>
                    <a:pt x="7604" y="0"/>
                  </a:moveTo>
                  <a:cubicBezTo>
                    <a:pt x="3404" y="0"/>
                    <a:pt x="0" y="3407"/>
                    <a:pt x="0" y="7607"/>
                  </a:cubicBezTo>
                  <a:cubicBezTo>
                    <a:pt x="0" y="11807"/>
                    <a:pt x="3404" y="15212"/>
                    <a:pt x="7604" y="15212"/>
                  </a:cubicBezTo>
                  <a:cubicBezTo>
                    <a:pt x="11804" y="15212"/>
                    <a:pt x="15209" y="11807"/>
                    <a:pt x="15209" y="7607"/>
                  </a:cubicBezTo>
                  <a:cubicBezTo>
                    <a:pt x="15209" y="3407"/>
                    <a:pt x="11804" y="0"/>
                    <a:pt x="760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50" name="Google Shape;6650;p19"/>
            <p:cNvSpPr/>
            <p:nvPr/>
          </p:nvSpPr>
          <p:spPr>
            <a:xfrm>
              <a:off x="553048" y="3538167"/>
              <a:ext cx="549400" cy="251015"/>
            </a:xfrm>
            <a:custGeom>
              <a:rect b="b" l="l" r="r" t="t"/>
              <a:pathLst>
                <a:path extrusionOk="0" h="12029" w="26328">
                  <a:moveTo>
                    <a:pt x="1493" y="1"/>
                  </a:moveTo>
                  <a:cubicBezTo>
                    <a:pt x="671" y="1"/>
                    <a:pt x="0" y="672"/>
                    <a:pt x="0" y="1497"/>
                  </a:cubicBezTo>
                  <a:cubicBezTo>
                    <a:pt x="0" y="2320"/>
                    <a:pt x="671" y="2991"/>
                    <a:pt x="1493" y="2991"/>
                  </a:cubicBezTo>
                  <a:lnTo>
                    <a:pt x="19596" y="2991"/>
                  </a:lnTo>
                  <a:cubicBezTo>
                    <a:pt x="21591" y="2991"/>
                    <a:pt x="23340" y="4085"/>
                    <a:pt x="23340" y="5331"/>
                  </a:cubicBezTo>
                  <a:lnTo>
                    <a:pt x="23340" y="6699"/>
                  </a:lnTo>
                  <a:cubicBezTo>
                    <a:pt x="23340" y="7948"/>
                    <a:pt x="21591" y="9042"/>
                    <a:pt x="19596" y="9042"/>
                  </a:cubicBezTo>
                  <a:lnTo>
                    <a:pt x="1493" y="9042"/>
                  </a:lnTo>
                  <a:cubicBezTo>
                    <a:pt x="671" y="9042"/>
                    <a:pt x="0" y="9710"/>
                    <a:pt x="0" y="10535"/>
                  </a:cubicBezTo>
                  <a:cubicBezTo>
                    <a:pt x="0" y="11361"/>
                    <a:pt x="671" y="12029"/>
                    <a:pt x="1493" y="12029"/>
                  </a:cubicBezTo>
                  <a:lnTo>
                    <a:pt x="19596" y="12029"/>
                  </a:lnTo>
                  <a:cubicBezTo>
                    <a:pt x="23370" y="12029"/>
                    <a:pt x="26327" y="9689"/>
                    <a:pt x="26327" y="6699"/>
                  </a:cubicBezTo>
                  <a:lnTo>
                    <a:pt x="26327" y="5331"/>
                  </a:lnTo>
                  <a:cubicBezTo>
                    <a:pt x="26327" y="2344"/>
                    <a:pt x="23370" y="1"/>
                    <a:pt x="19596" y="1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51" name="Google Shape;6651;p19"/>
            <p:cNvSpPr/>
            <p:nvPr/>
          </p:nvSpPr>
          <p:spPr>
            <a:xfrm>
              <a:off x="848698" y="3939449"/>
              <a:ext cx="317374" cy="317395"/>
            </a:xfrm>
            <a:custGeom>
              <a:rect b="b" l="l" r="r" t="t"/>
              <a:pathLst>
                <a:path extrusionOk="0" h="15210" w="15209">
                  <a:moveTo>
                    <a:pt x="7604" y="1"/>
                  </a:moveTo>
                  <a:cubicBezTo>
                    <a:pt x="3404" y="1"/>
                    <a:pt x="0" y="3405"/>
                    <a:pt x="0" y="7605"/>
                  </a:cubicBezTo>
                  <a:cubicBezTo>
                    <a:pt x="0" y="11805"/>
                    <a:pt x="3404" y="15209"/>
                    <a:pt x="7604" y="15209"/>
                  </a:cubicBezTo>
                  <a:cubicBezTo>
                    <a:pt x="11804" y="15209"/>
                    <a:pt x="15209" y="11805"/>
                    <a:pt x="15209" y="7605"/>
                  </a:cubicBezTo>
                  <a:cubicBezTo>
                    <a:pt x="15209" y="3405"/>
                    <a:pt x="11804" y="1"/>
                    <a:pt x="760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52" name="Google Shape;6652;p19"/>
            <p:cNvSpPr/>
            <p:nvPr/>
          </p:nvSpPr>
          <p:spPr>
            <a:xfrm>
              <a:off x="553048" y="3972670"/>
              <a:ext cx="549400" cy="251015"/>
            </a:xfrm>
            <a:custGeom>
              <a:rect b="b" l="l" r="r" t="t"/>
              <a:pathLst>
                <a:path extrusionOk="0" h="12029" w="26328">
                  <a:moveTo>
                    <a:pt x="1493" y="0"/>
                  </a:moveTo>
                  <a:cubicBezTo>
                    <a:pt x="671" y="0"/>
                    <a:pt x="0" y="668"/>
                    <a:pt x="0" y="1494"/>
                  </a:cubicBezTo>
                  <a:cubicBezTo>
                    <a:pt x="0" y="2320"/>
                    <a:pt x="671" y="2990"/>
                    <a:pt x="1493" y="2990"/>
                  </a:cubicBezTo>
                  <a:lnTo>
                    <a:pt x="19596" y="2990"/>
                  </a:lnTo>
                  <a:cubicBezTo>
                    <a:pt x="21591" y="2990"/>
                    <a:pt x="23340" y="4081"/>
                    <a:pt x="23340" y="5330"/>
                  </a:cubicBezTo>
                  <a:lnTo>
                    <a:pt x="23340" y="6695"/>
                  </a:lnTo>
                  <a:cubicBezTo>
                    <a:pt x="23340" y="7944"/>
                    <a:pt x="21591" y="9038"/>
                    <a:pt x="19596" y="9038"/>
                  </a:cubicBezTo>
                  <a:lnTo>
                    <a:pt x="1493" y="9038"/>
                  </a:lnTo>
                  <a:cubicBezTo>
                    <a:pt x="671" y="9038"/>
                    <a:pt x="0" y="9706"/>
                    <a:pt x="0" y="10532"/>
                  </a:cubicBezTo>
                  <a:cubicBezTo>
                    <a:pt x="0" y="11358"/>
                    <a:pt x="671" y="12028"/>
                    <a:pt x="1493" y="12028"/>
                  </a:cubicBezTo>
                  <a:lnTo>
                    <a:pt x="19596" y="12028"/>
                  </a:lnTo>
                  <a:lnTo>
                    <a:pt x="19596" y="12025"/>
                  </a:lnTo>
                  <a:cubicBezTo>
                    <a:pt x="23370" y="12025"/>
                    <a:pt x="26327" y="9685"/>
                    <a:pt x="26327" y="6695"/>
                  </a:cubicBezTo>
                  <a:lnTo>
                    <a:pt x="26327" y="5327"/>
                  </a:lnTo>
                  <a:cubicBezTo>
                    <a:pt x="26327" y="2340"/>
                    <a:pt x="23370" y="0"/>
                    <a:pt x="19596" y="0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653" name="Google Shape;6653;p19"/>
          <p:cNvSpPr/>
          <p:nvPr/>
        </p:nvSpPr>
        <p:spPr>
          <a:xfrm>
            <a:off x="8428900" y="1041975"/>
            <a:ext cx="143750" cy="647425"/>
          </a:xfrm>
          <a:custGeom>
            <a:rect b="b" l="l" r="r" t="t"/>
            <a:pathLst>
              <a:path extrusionOk="0" h="25897" w="5750">
                <a:moveTo>
                  <a:pt x="0" y="0"/>
                </a:moveTo>
                <a:lnTo>
                  <a:pt x="0" y="25897"/>
                </a:lnTo>
                <a:cubicBezTo>
                  <a:pt x="3176" y="25897"/>
                  <a:pt x="5749" y="23323"/>
                  <a:pt x="5749" y="20147"/>
                </a:cubicBezTo>
                <a:lnTo>
                  <a:pt x="5749" y="5752"/>
                </a:lnTo>
                <a:cubicBezTo>
                  <a:pt x="5749" y="2576"/>
                  <a:pt x="3176" y="0"/>
                  <a:pt x="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54" name="Google Shape;6654;p19"/>
          <p:cNvSpPr/>
          <p:nvPr/>
        </p:nvSpPr>
        <p:spPr>
          <a:xfrm>
            <a:off x="8428900" y="2620900"/>
            <a:ext cx="143750" cy="647425"/>
          </a:xfrm>
          <a:custGeom>
            <a:rect b="b" l="l" r="r" t="t"/>
            <a:pathLst>
              <a:path extrusionOk="0" h="25897" w="5750">
                <a:moveTo>
                  <a:pt x="0" y="0"/>
                </a:moveTo>
                <a:lnTo>
                  <a:pt x="0" y="25897"/>
                </a:lnTo>
                <a:cubicBezTo>
                  <a:pt x="3176" y="25897"/>
                  <a:pt x="5749" y="23323"/>
                  <a:pt x="5749" y="20148"/>
                </a:cubicBezTo>
                <a:lnTo>
                  <a:pt x="5749" y="5752"/>
                </a:lnTo>
                <a:cubicBezTo>
                  <a:pt x="5749" y="2577"/>
                  <a:pt x="3176" y="0"/>
                  <a:pt x="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55" name="Google Shape;6655;p19"/>
          <p:cNvSpPr/>
          <p:nvPr/>
        </p:nvSpPr>
        <p:spPr>
          <a:xfrm>
            <a:off x="8428900" y="1811900"/>
            <a:ext cx="143750" cy="647425"/>
          </a:xfrm>
          <a:custGeom>
            <a:rect b="b" l="l" r="r" t="t"/>
            <a:pathLst>
              <a:path extrusionOk="0" h="25897" w="5750">
                <a:moveTo>
                  <a:pt x="0" y="0"/>
                </a:moveTo>
                <a:lnTo>
                  <a:pt x="0" y="25897"/>
                </a:lnTo>
                <a:cubicBezTo>
                  <a:pt x="3176" y="25897"/>
                  <a:pt x="5749" y="23320"/>
                  <a:pt x="5749" y="20147"/>
                </a:cubicBezTo>
                <a:lnTo>
                  <a:pt x="5749" y="5749"/>
                </a:lnTo>
                <a:cubicBezTo>
                  <a:pt x="5749" y="2574"/>
                  <a:pt x="3176" y="0"/>
                  <a:pt x="0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56" name="Google Shape;6656;p19"/>
          <p:cNvSpPr/>
          <p:nvPr/>
        </p:nvSpPr>
        <p:spPr>
          <a:xfrm>
            <a:off x="8428900" y="3454000"/>
            <a:ext cx="143750" cy="647425"/>
          </a:xfrm>
          <a:custGeom>
            <a:rect b="b" l="l" r="r" t="t"/>
            <a:pathLst>
              <a:path extrusionOk="0" h="25897" w="5750">
                <a:moveTo>
                  <a:pt x="0" y="1"/>
                </a:moveTo>
                <a:lnTo>
                  <a:pt x="0" y="25897"/>
                </a:lnTo>
                <a:cubicBezTo>
                  <a:pt x="3176" y="25897"/>
                  <a:pt x="5749" y="23323"/>
                  <a:pt x="5749" y="20148"/>
                </a:cubicBezTo>
                <a:lnTo>
                  <a:pt x="5749" y="5752"/>
                </a:lnTo>
                <a:cubicBezTo>
                  <a:pt x="5749" y="2577"/>
                  <a:pt x="3176" y="1"/>
                  <a:pt x="0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657" name="Google Shape;6657;p19"/>
          <p:cNvGrpSpPr/>
          <p:nvPr/>
        </p:nvGrpSpPr>
        <p:grpSpPr>
          <a:xfrm>
            <a:off x="1542913" y="4027231"/>
            <a:ext cx="1055760" cy="753780"/>
            <a:chOff x="3308425" y="649500"/>
            <a:chExt cx="947975" cy="676825"/>
          </a:xfrm>
        </p:grpSpPr>
        <p:sp>
          <p:nvSpPr>
            <p:cNvPr id="6658" name="Google Shape;6658;p19"/>
            <p:cNvSpPr/>
            <p:nvPr/>
          </p:nvSpPr>
          <p:spPr>
            <a:xfrm>
              <a:off x="3308425" y="649500"/>
              <a:ext cx="947975" cy="676275"/>
            </a:xfrm>
            <a:custGeom>
              <a:rect b="b" l="l" r="r" t="t"/>
              <a:pathLst>
                <a:path extrusionOk="0" h="27051" w="37919">
                  <a:moveTo>
                    <a:pt x="12816" y="19976"/>
                  </a:moveTo>
                  <a:cubicBezTo>
                    <a:pt x="12818" y="19976"/>
                    <a:pt x="12821" y="19976"/>
                    <a:pt x="12824" y="19976"/>
                  </a:cubicBezTo>
                  <a:lnTo>
                    <a:pt x="12824" y="19976"/>
                  </a:lnTo>
                  <a:cubicBezTo>
                    <a:pt x="12815" y="19979"/>
                    <a:pt x="12808" y="19979"/>
                    <a:pt x="12804" y="19979"/>
                  </a:cubicBezTo>
                  <a:cubicBezTo>
                    <a:pt x="12796" y="19979"/>
                    <a:pt x="12800" y="19976"/>
                    <a:pt x="12816" y="19976"/>
                  </a:cubicBezTo>
                  <a:close/>
                  <a:moveTo>
                    <a:pt x="23205" y="24113"/>
                  </a:moveTo>
                  <a:cubicBezTo>
                    <a:pt x="23209" y="24113"/>
                    <a:pt x="23211" y="24115"/>
                    <a:pt x="23210" y="24120"/>
                  </a:cubicBezTo>
                  <a:cubicBezTo>
                    <a:pt x="23210" y="24121"/>
                    <a:pt x="23207" y="24122"/>
                    <a:pt x="23199" y="24122"/>
                  </a:cubicBezTo>
                  <a:cubicBezTo>
                    <a:pt x="23195" y="24122"/>
                    <a:pt x="23190" y="24121"/>
                    <a:pt x="23183" y="24121"/>
                  </a:cubicBezTo>
                  <a:lnTo>
                    <a:pt x="23183" y="24121"/>
                  </a:lnTo>
                  <a:cubicBezTo>
                    <a:pt x="23192" y="24116"/>
                    <a:pt x="23200" y="24113"/>
                    <a:pt x="23205" y="24113"/>
                  </a:cubicBezTo>
                  <a:close/>
                  <a:moveTo>
                    <a:pt x="36242" y="1377"/>
                  </a:moveTo>
                  <a:cubicBezTo>
                    <a:pt x="35424" y="2822"/>
                    <a:pt x="34606" y="4266"/>
                    <a:pt x="33786" y="5709"/>
                  </a:cubicBezTo>
                  <a:cubicBezTo>
                    <a:pt x="31759" y="9274"/>
                    <a:pt x="29728" y="12836"/>
                    <a:pt x="27681" y="16390"/>
                  </a:cubicBezTo>
                  <a:cubicBezTo>
                    <a:pt x="26227" y="18914"/>
                    <a:pt x="24824" y="21495"/>
                    <a:pt x="23229" y="23934"/>
                  </a:cubicBezTo>
                  <a:cubicBezTo>
                    <a:pt x="23191" y="23992"/>
                    <a:pt x="23148" y="24050"/>
                    <a:pt x="23106" y="24108"/>
                  </a:cubicBezTo>
                  <a:lnTo>
                    <a:pt x="23106" y="24108"/>
                  </a:lnTo>
                  <a:cubicBezTo>
                    <a:pt x="23088" y="24104"/>
                    <a:pt x="23067" y="24099"/>
                    <a:pt x="23044" y="24092"/>
                  </a:cubicBezTo>
                  <a:cubicBezTo>
                    <a:pt x="22905" y="24054"/>
                    <a:pt x="22768" y="24012"/>
                    <a:pt x="22633" y="23962"/>
                  </a:cubicBezTo>
                  <a:cubicBezTo>
                    <a:pt x="22302" y="23842"/>
                    <a:pt x="21982" y="23692"/>
                    <a:pt x="21664" y="23540"/>
                  </a:cubicBezTo>
                  <a:cubicBezTo>
                    <a:pt x="19793" y="22645"/>
                    <a:pt x="18001" y="21587"/>
                    <a:pt x="16189" y="20578"/>
                  </a:cubicBezTo>
                  <a:cubicBezTo>
                    <a:pt x="15443" y="20163"/>
                    <a:pt x="14697" y="19740"/>
                    <a:pt x="13928" y="19365"/>
                  </a:cubicBezTo>
                  <a:cubicBezTo>
                    <a:pt x="13607" y="19207"/>
                    <a:pt x="13229" y="18985"/>
                    <a:pt x="12857" y="18985"/>
                  </a:cubicBezTo>
                  <a:cubicBezTo>
                    <a:pt x="12737" y="18985"/>
                    <a:pt x="12617" y="19009"/>
                    <a:pt x="12500" y="19066"/>
                  </a:cubicBezTo>
                  <a:cubicBezTo>
                    <a:pt x="12209" y="19207"/>
                    <a:pt x="11959" y="19472"/>
                    <a:pt x="11729" y="19693"/>
                  </a:cubicBezTo>
                  <a:cubicBezTo>
                    <a:pt x="11318" y="20094"/>
                    <a:pt x="10928" y="20513"/>
                    <a:pt x="10534" y="20928"/>
                  </a:cubicBezTo>
                  <a:cubicBezTo>
                    <a:pt x="9428" y="22101"/>
                    <a:pt x="8325" y="23277"/>
                    <a:pt x="7166" y="24400"/>
                  </a:cubicBezTo>
                  <a:cubicBezTo>
                    <a:pt x="6929" y="24629"/>
                    <a:pt x="6690" y="24856"/>
                    <a:pt x="6448" y="25080"/>
                  </a:cubicBezTo>
                  <a:lnTo>
                    <a:pt x="6448" y="25080"/>
                  </a:lnTo>
                  <a:cubicBezTo>
                    <a:pt x="7055" y="22855"/>
                    <a:pt x="7613" y="20617"/>
                    <a:pt x="8177" y="18381"/>
                  </a:cubicBezTo>
                  <a:cubicBezTo>
                    <a:pt x="8331" y="17766"/>
                    <a:pt x="8727" y="16974"/>
                    <a:pt x="8278" y="16415"/>
                  </a:cubicBezTo>
                  <a:cubicBezTo>
                    <a:pt x="7575" y="15537"/>
                    <a:pt x="6292" y="15010"/>
                    <a:pt x="5320" y="14501"/>
                  </a:cubicBezTo>
                  <a:cubicBezTo>
                    <a:pt x="4122" y="13870"/>
                    <a:pt x="2890" y="13287"/>
                    <a:pt x="1708" y="12620"/>
                  </a:cubicBezTo>
                  <a:lnTo>
                    <a:pt x="1708" y="12620"/>
                  </a:lnTo>
                  <a:cubicBezTo>
                    <a:pt x="6998" y="10932"/>
                    <a:pt x="12278" y="9210"/>
                    <a:pt x="17556" y="7490"/>
                  </a:cubicBezTo>
                  <a:cubicBezTo>
                    <a:pt x="23048" y="5699"/>
                    <a:pt x="28536" y="3904"/>
                    <a:pt x="34026" y="2105"/>
                  </a:cubicBezTo>
                  <a:cubicBezTo>
                    <a:pt x="34765" y="1863"/>
                    <a:pt x="35503" y="1620"/>
                    <a:pt x="36242" y="1377"/>
                  </a:cubicBezTo>
                  <a:close/>
                  <a:moveTo>
                    <a:pt x="37319" y="0"/>
                  </a:moveTo>
                  <a:cubicBezTo>
                    <a:pt x="37273" y="0"/>
                    <a:pt x="37225" y="7"/>
                    <a:pt x="37176" y="23"/>
                  </a:cubicBezTo>
                  <a:cubicBezTo>
                    <a:pt x="33967" y="1077"/>
                    <a:pt x="30757" y="2128"/>
                    <a:pt x="27546" y="3179"/>
                  </a:cubicBezTo>
                  <a:cubicBezTo>
                    <a:pt x="21382" y="5195"/>
                    <a:pt x="15218" y="7209"/>
                    <a:pt x="9047" y="9209"/>
                  </a:cubicBezTo>
                  <a:cubicBezTo>
                    <a:pt x="6184" y="10137"/>
                    <a:pt x="3319" y="11064"/>
                    <a:pt x="452" y="11976"/>
                  </a:cubicBezTo>
                  <a:lnTo>
                    <a:pt x="452" y="11976"/>
                  </a:lnTo>
                  <a:cubicBezTo>
                    <a:pt x="371" y="11985"/>
                    <a:pt x="297" y="12018"/>
                    <a:pt x="233" y="12067"/>
                  </a:cubicBezTo>
                  <a:lnTo>
                    <a:pt x="233" y="12067"/>
                  </a:lnTo>
                  <a:cubicBezTo>
                    <a:pt x="111" y="12148"/>
                    <a:pt x="46" y="12272"/>
                    <a:pt x="28" y="12402"/>
                  </a:cubicBezTo>
                  <a:lnTo>
                    <a:pt x="28" y="12402"/>
                  </a:lnTo>
                  <a:cubicBezTo>
                    <a:pt x="0" y="12540"/>
                    <a:pt x="26" y="12688"/>
                    <a:pt x="128" y="12807"/>
                  </a:cubicBezTo>
                  <a:lnTo>
                    <a:pt x="128" y="12807"/>
                  </a:lnTo>
                  <a:cubicBezTo>
                    <a:pt x="180" y="12878"/>
                    <a:pt x="249" y="12934"/>
                    <a:pt x="332" y="12964"/>
                  </a:cubicBezTo>
                  <a:lnTo>
                    <a:pt x="332" y="12964"/>
                  </a:lnTo>
                  <a:cubicBezTo>
                    <a:pt x="1532" y="13711"/>
                    <a:pt x="2813" y="14326"/>
                    <a:pt x="4069" y="14970"/>
                  </a:cubicBezTo>
                  <a:cubicBezTo>
                    <a:pt x="5152" y="15529"/>
                    <a:pt x="6416" y="16055"/>
                    <a:pt x="7339" y="16873"/>
                  </a:cubicBezTo>
                  <a:cubicBezTo>
                    <a:pt x="7383" y="16913"/>
                    <a:pt x="7435" y="16989"/>
                    <a:pt x="7487" y="17027"/>
                  </a:cubicBezTo>
                  <a:lnTo>
                    <a:pt x="7487" y="17027"/>
                  </a:lnTo>
                  <a:cubicBezTo>
                    <a:pt x="7393" y="17359"/>
                    <a:pt x="7319" y="17699"/>
                    <a:pt x="7235" y="18033"/>
                  </a:cubicBezTo>
                  <a:cubicBezTo>
                    <a:pt x="6913" y="19321"/>
                    <a:pt x="6584" y="20606"/>
                    <a:pt x="6254" y="21891"/>
                  </a:cubicBezTo>
                  <a:cubicBezTo>
                    <a:pt x="5860" y="23410"/>
                    <a:pt x="5464" y="24931"/>
                    <a:pt x="5034" y="26439"/>
                  </a:cubicBezTo>
                  <a:cubicBezTo>
                    <a:pt x="4930" y="26803"/>
                    <a:pt x="5214" y="27050"/>
                    <a:pt x="5517" y="27050"/>
                  </a:cubicBezTo>
                  <a:cubicBezTo>
                    <a:pt x="5639" y="27050"/>
                    <a:pt x="5763" y="27011"/>
                    <a:pt x="5866" y="26924"/>
                  </a:cubicBezTo>
                  <a:cubicBezTo>
                    <a:pt x="8247" y="24910"/>
                    <a:pt x="10227" y="22525"/>
                    <a:pt x="12464" y="20370"/>
                  </a:cubicBezTo>
                  <a:cubicBezTo>
                    <a:pt x="12589" y="20250"/>
                    <a:pt x="12713" y="20123"/>
                    <a:pt x="12852" y="20018"/>
                  </a:cubicBezTo>
                  <a:cubicBezTo>
                    <a:pt x="12863" y="20009"/>
                    <a:pt x="12877" y="19999"/>
                    <a:pt x="12890" y="19990"/>
                  </a:cubicBezTo>
                  <a:lnTo>
                    <a:pt x="12890" y="19990"/>
                  </a:lnTo>
                  <a:cubicBezTo>
                    <a:pt x="12900" y="19993"/>
                    <a:pt x="12910" y="19997"/>
                    <a:pt x="12921" y="20001"/>
                  </a:cubicBezTo>
                  <a:cubicBezTo>
                    <a:pt x="13088" y="20068"/>
                    <a:pt x="13031" y="20039"/>
                    <a:pt x="13176" y="20106"/>
                  </a:cubicBezTo>
                  <a:cubicBezTo>
                    <a:pt x="13893" y="20437"/>
                    <a:pt x="14584" y="20827"/>
                    <a:pt x="15275" y="21210"/>
                  </a:cubicBezTo>
                  <a:cubicBezTo>
                    <a:pt x="17105" y="22224"/>
                    <a:pt x="18913" y="23285"/>
                    <a:pt x="20786" y="24217"/>
                  </a:cubicBezTo>
                  <a:cubicBezTo>
                    <a:pt x="21424" y="24535"/>
                    <a:pt x="22098" y="24897"/>
                    <a:pt x="22800" y="25057"/>
                  </a:cubicBezTo>
                  <a:cubicBezTo>
                    <a:pt x="22930" y="25087"/>
                    <a:pt x="23053" y="25105"/>
                    <a:pt x="23169" y="25105"/>
                  </a:cubicBezTo>
                  <a:cubicBezTo>
                    <a:pt x="23448" y="25105"/>
                    <a:pt x="23685" y="25004"/>
                    <a:pt x="23880" y="24741"/>
                  </a:cubicBezTo>
                  <a:cubicBezTo>
                    <a:pt x="24388" y="24059"/>
                    <a:pt x="24801" y="23292"/>
                    <a:pt x="25237" y="22563"/>
                  </a:cubicBezTo>
                  <a:cubicBezTo>
                    <a:pt x="26092" y="21124"/>
                    <a:pt x="26933" y="19677"/>
                    <a:pt x="27771" y="18227"/>
                  </a:cubicBezTo>
                  <a:cubicBezTo>
                    <a:pt x="29844" y="14642"/>
                    <a:pt x="31898" y="11043"/>
                    <a:pt x="33946" y="7443"/>
                  </a:cubicBezTo>
                  <a:cubicBezTo>
                    <a:pt x="35191" y="5254"/>
                    <a:pt x="36493" y="3084"/>
                    <a:pt x="37679" y="860"/>
                  </a:cubicBezTo>
                  <a:cubicBezTo>
                    <a:pt x="37698" y="826"/>
                    <a:pt x="37717" y="790"/>
                    <a:pt x="37738" y="754"/>
                  </a:cubicBezTo>
                  <a:cubicBezTo>
                    <a:pt x="37919" y="436"/>
                    <a:pt x="37673" y="0"/>
                    <a:pt x="3731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59" name="Google Shape;6659;p19"/>
            <p:cNvSpPr/>
            <p:nvPr/>
          </p:nvSpPr>
          <p:spPr>
            <a:xfrm>
              <a:off x="3492300" y="863350"/>
              <a:ext cx="474450" cy="278325"/>
            </a:xfrm>
            <a:custGeom>
              <a:rect b="b" l="l" r="r" t="t"/>
              <a:pathLst>
                <a:path extrusionOk="0" h="11133" w="18978">
                  <a:moveTo>
                    <a:pt x="18335" y="1"/>
                  </a:moveTo>
                  <a:cubicBezTo>
                    <a:pt x="18285" y="1"/>
                    <a:pt x="18233" y="10"/>
                    <a:pt x="18179" y="31"/>
                  </a:cubicBezTo>
                  <a:cubicBezTo>
                    <a:pt x="15036" y="1249"/>
                    <a:pt x="11985" y="2675"/>
                    <a:pt x="8954" y="4143"/>
                  </a:cubicBezTo>
                  <a:cubicBezTo>
                    <a:pt x="6184" y="5485"/>
                    <a:pt x="3415" y="6829"/>
                    <a:pt x="534" y="7916"/>
                  </a:cubicBezTo>
                  <a:cubicBezTo>
                    <a:pt x="1" y="8116"/>
                    <a:pt x="152" y="8911"/>
                    <a:pt x="623" y="8911"/>
                  </a:cubicBezTo>
                  <a:cubicBezTo>
                    <a:pt x="678" y="8911"/>
                    <a:pt x="737" y="8900"/>
                    <a:pt x="799" y="8877"/>
                  </a:cubicBezTo>
                  <a:cubicBezTo>
                    <a:pt x="5885" y="6960"/>
                    <a:pt x="10658" y="4331"/>
                    <a:pt x="15633" y="2155"/>
                  </a:cubicBezTo>
                  <a:lnTo>
                    <a:pt x="15633" y="2155"/>
                  </a:lnTo>
                  <a:cubicBezTo>
                    <a:pt x="12206" y="4952"/>
                    <a:pt x="8533" y="7433"/>
                    <a:pt x="5160" y="10303"/>
                  </a:cubicBezTo>
                  <a:cubicBezTo>
                    <a:pt x="4776" y="10629"/>
                    <a:pt x="5131" y="11132"/>
                    <a:pt x="5535" y="11132"/>
                  </a:cubicBezTo>
                  <a:cubicBezTo>
                    <a:pt x="5646" y="11132"/>
                    <a:pt x="5760" y="11095"/>
                    <a:pt x="5863" y="11007"/>
                  </a:cubicBezTo>
                  <a:cubicBezTo>
                    <a:pt x="10016" y="7474"/>
                    <a:pt x="14621" y="4533"/>
                    <a:pt x="18664" y="863"/>
                  </a:cubicBezTo>
                  <a:cubicBezTo>
                    <a:pt x="18977" y="577"/>
                    <a:pt x="18723" y="1"/>
                    <a:pt x="1833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60" name="Google Shape;6660;p19"/>
            <p:cNvSpPr/>
            <p:nvPr/>
          </p:nvSpPr>
          <p:spPr>
            <a:xfrm>
              <a:off x="3428775" y="1197550"/>
              <a:ext cx="352850" cy="128775"/>
            </a:xfrm>
            <a:custGeom>
              <a:rect b="b" l="l" r="r" t="t"/>
              <a:pathLst>
                <a:path extrusionOk="0" h="5151" w="14114">
                  <a:moveTo>
                    <a:pt x="13430" y="0"/>
                  </a:moveTo>
                  <a:cubicBezTo>
                    <a:pt x="13384" y="0"/>
                    <a:pt x="13335" y="7"/>
                    <a:pt x="13283" y="21"/>
                  </a:cubicBezTo>
                  <a:cubicBezTo>
                    <a:pt x="8994" y="1241"/>
                    <a:pt x="4865" y="2969"/>
                    <a:pt x="568" y="4169"/>
                  </a:cubicBezTo>
                  <a:cubicBezTo>
                    <a:pt x="1" y="4328"/>
                    <a:pt x="175" y="5151"/>
                    <a:pt x="688" y="5151"/>
                  </a:cubicBezTo>
                  <a:cubicBezTo>
                    <a:pt x="734" y="5151"/>
                    <a:pt x="782" y="5144"/>
                    <a:pt x="833" y="5130"/>
                  </a:cubicBezTo>
                  <a:cubicBezTo>
                    <a:pt x="5131" y="3929"/>
                    <a:pt x="9260" y="2202"/>
                    <a:pt x="13549" y="982"/>
                  </a:cubicBezTo>
                  <a:cubicBezTo>
                    <a:pt x="14113" y="822"/>
                    <a:pt x="13940" y="0"/>
                    <a:pt x="1343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661" name="Google Shape;6661;p19"/>
          <p:cNvSpPr/>
          <p:nvPr/>
        </p:nvSpPr>
        <p:spPr>
          <a:xfrm>
            <a:off x="1643313" y="3635363"/>
            <a:ext cx="117525" cy="110100"/>
          </a:xfrm>
          <a:custGeom>
            <a:rect b="b" l="l" r="r" t="t"/>
            <a:pathLst>
              <a:path extrusionOk="0" h="4404" w="4701">
                <a:moveTo>
                  <a:pt x="1951" y="1032"/>
                </a:moveTo>
                <a:cubicBezTo>
                  <a:pt x="1950" y="1033"/>
                  <a:pt x="1949" y="1033"/>
                  <a:pt x="1947" y="1033"/>
                </a:cubicBezTo>
                <a:cubicBezTo>
                  <a:pt x="1948" y="1033"/>
                  <a:pt x="1950" y="1033"/>
                  <a:pt x="1951" y="1032"/>
                </a:cubicBezTo>
                <a:close/>
                <a:moveTo>
                  <a:pt x="2857" y="1059"/>
                </a:moveTo>
                <a:cubicBezTo>
                  <a:pt x="2871" y="1059"/>
                  <a:pt x="2889" y="1066"/>
                  <a:pt x="2907" y="1075"/>
                </a:cubicBezTo>
                <a:lnTo>
                  <a:pt x="2907" y="1075"/>
                </a:lnTo>
                <a:cubicBezTo>
                  <a:pt x="2887" y="1068"/>
                  <a:pt x="2858" y="1059"/>
                  <a:pt x="2857" y="1059"/>
                </a:cubicBezTo>
                <a:close/>
                <a:moveTo>
                  <a:pt x="3091" y="1185"/>
                </a:moveTo>
                <a:cubicBezTo>
                  <a:pt x="3091" y="1185"/>
                  <a:pt x="3091" y="1185"/>
                  <a:pt x="3091" y="1185"/>
                </a:cubicBezTo>
                <a:lnTo>
                  <a:pt x="3091" y="1185"/>
                </a:lnTo>
                <a:cubicBezTo>
                  <a:pt x="3091" y="1185"/>
                  <a:pt x="3091" y="1185"/>
                  <a:pt x="3091" y="1185"/>
                </a:cubicBezTo>
                <a:close/>
                <a:moveTo>
                  <a:pt x="3104" y="1198"/>
                </a:moveTo>
                <a:cubicBezTo>
                  <a:pt x="3111" y="1203"/>
                  <a:pt x="3118" y="1208"/>
                  <a:pt x="3125" y="1213"/>
                </a:cubicBezTo>
                <a:cubicBezTo>
                  <a:pt x="3142" y="1224"/>
                  <a:pt x="3149" y="1229"/>
                  <a:pt x="3148" y="1229"/>
                </a:cubicBezTo>
                <a:cubicBezTo>
                  <a:pt x="3148" y="1229"/>
                  <a:pt x="3121" y="1211"/>
                  <a:pt x="3104" y="1198"/>
                </a:cubicBezTo>
                <a:close/>
                <a:moveTo>
                  <a:pt x="1747" y="3319"/>
                </a:moveTo>
                <a:cubicBezTo>
                  <a:pt x="1767" y="3326"/>
                  <a:pt x="1803" y="3338"/>
                  <a:pt x="1802" y="3338"/>
                </a:cubicBezTo>
                <a:cubicBezTo>
                  <a:pt x="1800" y="3339"/>
                  <a:pt x="1799" y="3339"/>
                  <a:pt x="1797" y="3339"/>
                </a:cubicBezTo>
                <a:cubicBezTo>
                  <a:pt x="1785" y="3339"/>
                  <a:pt x="1766" y="3330"/>
                  <a:pt x="1747" y="3319"/>
                </a:cubicBezTo>
                <a:close/>
                <a:moveTo>
                  <a:pt x="2463" y="3393"/>
                </a:moveTo>
                <a:cubicBezTo>
                  <a:pt x="2461" y="3393"/>
                  <a:pt x="2459" y="3393"/>
                  <a:pt x="2456" y="3393"/>
                </a:cubicBezTo>
                <a:lnTo>
                  <a:pt x="2456" y="3393"/>
                </a:lnTo>
                <a:cubicBezTo>
                  <a:pt x="2459" y="3393"/>
                  <a:pt x="2462" y="3393"/>
                  <a:pt x="2463" y="3393"/>
                </a:cubicBezTo>
                <a:close/>
                <a:moveTo>
                  <a:pt x="2387" y="989"/>
                </a:moveTo>
                <a:cubicBezTo>
                  <a:pt x="2440" y="989"/>
                  <a:pt x="2491" y="989"/>
                  <a:pt x="2541" y="993"/>
                </a:cubicBezTo>
                <a:cubicBezTo>
                  <a:pt x="2560" y="993"/>
                  <a:pt x="2582" y="997"/>
                  <a:pt x="2601" y="998"/>
                </a:cubicBezTo>
                <a:lnTo>
                  <a:pt x="2601" y="998"/>
                </a:lnTo>
                <a:cubicBezTo>
                  <a:pt x="2682" y="1018"/>
                  <a:pt x="2761" y="1029"/>
                  <a:pt x="2840" y="1057"/>
                </a:cubicBezTo>
                <a:cubicBezTo>
                  <a:pt x="2857" y="1061"/>
                  <a:pt x="2876" y="1069"/>
                  <a:pt x="2895" y="1076"/>
                </a:cubicBezTo>
                <a:cubicBezTo>
                  <a:pt x="2906" y="1079"/>
                  <a:pt x="2914" y="1081"/>
                  <a:pt x="2919" y="1082"/>
                </a:cubicBezTo>
                <a:lnTo>
                  <a:pt x="2919" y="1082"/>
                </a:lnTo>
                <a:cubicBezTo>
                  <a:pt x="2944" y="1096"/>
                  <a:pt x="2968" y="1113"/>
                  <a:pt x="2984" y="1122"/>
                </a:cubicBezTo>
                <a:cubicBezTo>
                  <a:pt x="3015" y="1139"/>
                  <a:pt x="3049" y="1160"/>
                  <a:pt x="3080" y="1181"/>
                </a:cubicBezTo>
                <a:cubicBezTo>
                  <a:pt x="3084" y="1184"/>
                  <a:pt x="3088" y="1186"/>
                  <a:pt x="3092" y="1189"/>
                </a:cubicBezTo>
                <a:lnTo>
                  <a:pt x="3092" y="1189"/>
                </a:lnTo>
                <a:cubicBezTo>
                  <a:pt x="3107" y="1217"/>
                  <a:pt x="3258" y="1347"/>
                  <a:pt x="3274" y="1366"/>
                </a:cubicBezTo>
                <a:cubicBezTo>
                  <a:pt x="3278" y="1370"/>
                  <a:pt x="3281" y="1374"/>
                  <a:pt x="3284" y="1378"/>
                </a:cubicBezTo>
                <a:lnTo>
                  <a:pt x="3284" y="1378"/>
                </a:lnTo>
                <a:cubicBezTo>
                  <a:pt x="3304" y="1410"/>
                  <a:pt x="3328" y="1440"/>
                  <a:pt x="3348" y="1474"/>
                </a:cubicBezTo>
                <a:cubicBezTo>
                  <a:pt x="3367" y="1503"/>
                  <a:pt x="3386" y="1535"/>
                  <a:pt x="3403" y="1569"/>
                </a:cubicBezTo>
                <a:cubicBezTo>
                  <a:pt x="3409" y="1579"/>
                  <a:pt x="3414" y="1591"/>
                  <a:pt x="3420" y="1604"/>
                </a:cubicBezTo>
                <a:lnTo>
                  <a:pt x="3420" y="1604"/>
                </a:lnTo>
                <a:cubicBezTo>
                  <a:pt x="3420" y="1602"/>
                  <a:pt x="3420" y="1600"/>
                  <a:pt x="3420" y="1598"/>
                </a:cubicBezTo>
                <a:lnTo>
                  <a:pt x="3420" y="1598"/>
                </a:lnTo>
                <a:cubicBezTo>
                  <a:pt x="3420" y="1600"/>
                  <a:pt x="3420" y="1602"/>
                  <a:pt x="3420" y="1604"/>
                </a:cubicBezTo>
                <a:lnTo>
                  <a:pt x="3420" y="1604"/>
                </a:lnTo>
                <a:cubicBezTo>
                  <a:pt x="3420" y="1604"/>
                  <a:pt x="3420" y="1604"/>
                  <a:pt x="3420" y="1604"/>
                </a:cubicBezTo>
                <a:lnTo>
                  <a:pt x="3420" y="1604"/>
                </a:lnTo>
                <a:cubicBezTo>
                  <a:pt x="3420" y="1621"/>
                  <a:pt x="3423" y="1634"/>
                  <a:pt x="3427" y="1644"/>
                </a:cubicBezTo>
                <a:lnTo>
                  <a:pt x="3427" y="1644"/>
                </a:lnTo>
                <a:cubicBezTo>
                  <a:pt x="3423" y="1630"/>
                  <a:pt x="3420" y="1616"/>
                  <a:pt x="3420" y="1604"/>
                </a:cubicBezTo>
                <a:lnTo>
                  <a:pt x="3420" y="1604"/>
                </a:lnTo>
                <a:cubicBezTo>
                  <a:pt x="3422" y="1608"/>
                  <a:pt x="3424" y="1613"/>
                  <a:pt x="3426" y="1617"/>
                </a:cubicBezTo>
                <a:cubicBezTo>
                  <a:pt x="3442" y="1646"/>
                  <a:pt x="3443" y="1659"/>
                  <a:pt x="3439" y="1659"/>
                </a:cubicBezTo>
                <a:cubicBezTo>
                  <a:pt x="3436" y="1659"/>
                  <a:pt x="3432" y="1654"/>
                  <a:pt x="3427" y="1644"/>
                </a:cubicBezTo>
                <a:lnTo>
                  <a:pt x="3427" y="1644"/>
                </a:lnTo>
                <a:cubicBezTo>
                  <a:pt x="3443" y="1697"/>
                  <a:pt x="3479" y="1760"/>
                  <a:pt x="3491" y="1802"/>
                </a:cubicBezTo>
                <a:cubicBezTo>
                  <a:pt x="3500" y="1838"/>
                  <a:pt x="3508" y="1874"/>
                  <a:pt x="3517" y="1910"/>
                </a:cubicBezTo>
                <a:cubicBezTo>
                  <a:pt x="3521" y="1933"/>
                  <a:pt x="3525" y="1954"/>
                  <a:pt x="3529" y="1977"/>
                </a:cubicBezTo>
                <a:cubicBezTo>
                  <a:pt x="3534" y="2005"/>
                  <a:pt x="3537" y="2015"/>
                  <a:pt x="3538" y="2015"/>
                </a:cubicBezTo>
                <a:cubicBezTo>
                  <a:pt x="3540" y="2015"/>
                  <a:pt x="3530" y="1942"/>
                  <a:pt x="3525" y="1939"/>
                </a:cubicBezTo>
                <a:lnTo>
                  <a:pt x="3525" y="1939"/>
                </a:lnTo>
                <a:cubicBezTo>
                  <a:pt x="3550" y="1954"/>
                  <a:pt x="3538" y="2142"/>
                  <a:pt x="3538" y="2173"/>
                </a:cubicBezTo>
                <a:cubicBezTo>
                  <a:pt x="3538" y="2215"/>
                  <a:pt x="3535" y="2257"/>
                  <a:pt x="3533" y="2297"/>
                </a:cubicBezTo>
                <a:cubicBezTo>
                  <a:pt x="3532" y="2312"/>
                  <a:pt x="3530" y="2326"/>
                  <a:pt x="3529" y="2339"/>
                </a:cubicBezTo>
                <a:lnTo>
                  <a:pt x="3529" y="2339"/>
                </a:lnTo>
                <a:cubicBezTo>
                  <a:pt x="3514" y="2409"/>
                  <a:pt x="3504" y="2477"/>
                  <a:pt x="3483" y="2546"/>
                </a:cubicBezTo>
                <a:cubicBezTo>
                  <a:pt x="3472" y="2582"/>
                  <a:pt x="3462" y="2618"/>
                  <a:pt x="3449" y="2651"/>
                </a:cubicBezTo>
                <a:cubicBezTo>
                  <a:pt x="3445" y="2663"/>
                  <a:pt x="3440" y="2676"/>
                  <a:pt x="3436" y="2688"/>
                </a:cubicBezTo>
                <a:lnTo>
                  <a:pt x="3436" y="2688"/>
                </a:lnTo>
                <a:cubicBezTo>
                  <a:pt x="3398" y="2751"/>
                  <a:pt x="3369" y="2818"/>
                  <a:pt x="3329" y="2881"/>
                </a:cubicBezTo>
                <a:cubicBezTo>
                  <a:pt x="3324" y="2889"/>
                  <a:pt x="3300" y="2922"/>
                  <a:pt x="3284" y="2945"/>
                </a:cubicBezTo>
                <a:lnTo>
                  <a:pt x="3284" y="2945"/>
                </a:lnTo>
                <a:cubicBezTo>
                  <a:pt x="3263" y="2968"/>
                  <a:pt x="3232" y="3005"/>
                  <a:pt x="3224" y="3014"/>
                </a:cubicBezTo>
                <a:cubicBezTo>
                  <a:pt x="3198" y="3041"/>
                  <a:pt x="3171" y="3069"/>
                  <a:pt x="3142" y="3094"/>
                </a:cubicBezTo>
                <a:cubicBezTo>
                  <a:pt x="3127" y="3106"/>
                  <a:pt x="3112" y="3119"/>
                  <a:pt x="3099" y="3132"/>
                </a:cubicBezTo>
                <a:cubicBezTo>
                  <a:pt x="3075" y="3154"/>
                  <a:pt x="3071" y="3163"/>
                  <a:pt x="3076" y="3163"/>
                </a:cubicBezTo>
                <a:cubicBezTo>
                  <a:pt x="3076" y="3163"/>
                  <a:pt x="3077" y="3163"/>
                  <a:pt x="3078" y="3162"/>
                </a:cubicBezTo>
                <a:lnTo>
                  <a:pt x="3078" y="3162"/>
                </a:lnTo>
                <a:cubicBezTo>
                  <a:pt x="3021" y="3203"/>
                  <a:pt x="2923" y="3245"/>
                  <a:pt x="2889" y="3262"/>
                </a:cubicBezTo>
                <a:cubicBezTo>
                  <a:pt x="2863" y="3275"/>
                  <a:pt x="2803" y="3296"/>
                  <a:pt x="2805" y="3296"/>
                </a:cubicBezTo>
                <a:cubicBezTo>
                  <a:pt x="2806" y="3296"/>
                  <a:pt x="2822" y="3291"/>
                  <a:pt x="2866" y="3277"/>
                </a:cubicBezTo>
                <a:lnTo>
                  <a:pt x="2866" y="3277"/>
                </a:lnTo>
                <a:cubicBezTo>
                  <a:pt x="2823" y="3292"/>
                  <a:pt x="2783" y="3309"/>
                  <a:pt x="2741" y="3323"/>
                </a:cubicBezTo>
                <a:cubicBezTo>
                  <a:pt x="2642" y="3355"/>
                  <a:pt x="2541" y="3376"/>
                  <a:pt x="2438" y="3395"/>
                </a:cubicBezTo>
                <a:cubicBezTo>
                  <a:pt x="2437" y="3395"/>
                  <a:pt x="2437" y="3395"/>
                  <a:pt x="2437" y="3395"/>
                </a:cubicBezTo>
                <a:lnTo>
                  <a:pt x="2437" y="3395"/>
                </a:lnTo>
                <a:cubicBezTo>
                  <a:pt x="2416" y="3397"/>
                  <a:pt x="2395" y="3400"/>
                  <a:pt x="2375" y="3401"/>
                </a:cubicBezTo>
                <a:cubicBezTo>
                  <a:pt x="2330" y="3403"/>
                  <a:pt x="2284" y="3406"/>
                  <a:pt x="2240" y="3406"/>
                </a:cubicBezTo>
                <a:cubicBezTo>
                  <a:pt x="2226" y="3406"/>
                  <a:pt x="2211" y="3406"/>
                  <a:pt x="2197" y="3406"/>
                </a:cubicBezTo>
                <a:cubicBezTo>
                  <a:pt x="2163" y="3406"/>
                  <a:pt x="2129" y="3405"/>
                  <a:pt x="2094" y="3403"/>
                </a:cubicBezTo>
                <a:cubicBezTo>
                  <a:pt x="2081" y="3402"/>
                  <a:pt x="2067" y="3400"/>
                  <a:pt x="2054" y="3398"/>
                </a:cubicBezTo>
                <a:lnTo>
                  <a:pt x="2054" y="3398"/>
                </a:lnTo>
                <a:cubicBezTo>
                  <a:pt x="1975" y="3376"/>
                  <a:pt x="1893" y="3365"/>
                  <a:pt x="1814" y="3340"/>
                </a:cubicBezTo>
                <a:cubicBezTo>
                  <a:pt x="1797" y="3334"/>
                  <a:pt x="1778" y="3326"/>
                  <a:pt x="1762" y="3321"/>
                </a:cubicBezTo>
                <a:cubicBezTo>
                  <a:pt x="1752" y="3318"/>
                  <a:pt x="1745" y="3316"/>
                  <a:pt x="1740" y="3315"/>
                </a:cubicBezTo>
                <a:lnTo>
                  <a:pt x="1740" y="3315"/>
                </a:lnTo>
                <a:cubicBezTo>
                  <a:pt x="1716" y="3301"/>
                  <a:pt x="1691" y="3283"/>
                  <a:pt x="1679" y="3277"/>
                </a:cubicBezTo>
                <a:cubicBezTo>
                  <a:pt x="1648" y="3258"/>
                  <a:pt x="1616" y="3241"/>
                  <a:pt x="1587" y="3220"/>
                </a:cubicBezTo>
                <a:cubicBezTo>
                  <a:pt x="1572" y="3210"/>
                  <a:pt x="1557" y="3199"/>
                  <a:pt x="1543" y="3191"/>
                </a:cubicBezTo>
                <a:cubicBezTo>
                  <a:pt x="1525" y="3180"/>
                  <a:pt x="1519" y="3175"/>
                  <a:pt x="1519" y="3175"/>
                </a:cubicBezTo>
                <a:lnTo>
                  <a:pt x="1519" y="3175"/>
                </a:lnTo>
                <a:cubicBezTo>
                  <a:pt x="1518" y="3175"/>
                  <a:pt x="1582" y="3218"/>
                  <a:pt x="1580" y="3218"/>
                </a:cubicBezTo>
                <a:cubicBezTo>
                  <a:pt x="1580" y="3218"/>
                  <a:pt x="1579" y="3218"/>
                  <a:pt x="1578" y="3218"/>
                </a:cubicBezTo>
                <a:cubicBezTo>
                  <a:pt x="1542" y="3218"/>
                  <a:pt x="1420" y="3070"/>
                  <a:pt x="1399" y="3045"/>
                </a:cubicBezTo>
                <a:cubicBezTo>
                  <a:pt x="1384" y="3030"/>
                  <a:pt x="1353" y="2977"/>
                  <a:pt x="1351" y="2977"/>
                </a:cubicBezTo>
                <a:lnTo>
                  <a:pt x="1351" y="2977"/>
                </a:lnTo>
                <a:cubicBezTo>
                  <a:pt x="1350" y="2977"/>
                  <a:pt x="1354" y="2985"/>
                  <a:pt x="1363" y="3005"/>
                </a:cubicBezTo>
                <a:cubicBezTo>
                  <a:pt x="1372" y="3025"/>
                  <a:pt x="1375" y="3032"/>
                  <a:pt x="1374" y="3032"/>
                </a:cubicBezTo>
                <a:cubicBezTo>
                  <a:pt x="1372" y="3032"/>
                  <a:pt x="1335" y="2962"/>
                  <a:pt x="1326" y="2946"/>
                </a:cubicBezTo>
                <a:cubicBezTo>
                  <a:pt x="1285" y="2881"/>
                  <a:pt x="1252" y="2814"/>
                  <a:pt x="1215" y="2746"/>
                </a:cubicBezTo>
                <a:lnTo>
                  <a:pt x="1215" y="2746"/>
                </a:lnTo>
                <a:cubicBezTo>
                  <a:pt x="1214" y="2743"/>
                  <a:pt x="1213" y="2740"/>
                  <a:pt x="1212" y="2736"/>
                </a:cubicBezTo>
                <a:cubicBezTo>
                  <a:pt x="1199" y="2702"/>
                  <a:pt x="1187" y="2668"/>
                  <a:pt x="1176" y="2635"/>
                </a:cubicBezTo>
                <a:cubicBezTo>
                  <a:pt x="1153" y="2559"/>
                  <a:pt x="1132" y="2481"/>
                  <a:pt x="1119" y="2403"/>
                </a:cubicBezTo>
                <a:cubicBezTo>
                  <a:pt x="1119" y="2401"/>
                  <a:pt x="1118" y="2399"/>
                  <a:pt x="1118" y="2397"/>
                </a:cubicBezTo>
                <a:lnTo>
                  <a:pt x="1118" y="2397"/>
                </a:lnTo>
                <a:cubicBezTo>
                  <a:pt x="1122" y="2365"/>
                  <a:pt x="1108" y="2315"/>
                  <a:pt x="1106" y="2283"/>
                </a:cubicBezTo>
                <a:cubicBezTo>
                  <a:pt x="1102" y="2203"/>
                  <a:pt x="1102" y="2123"/>
                  <a:pt x="1106" y="2043"/>
                </a:cubicBezTo>
                <a:cubicBezTo>
                  <a:pt x="1107" y="2033"/>
                  <a:pt x="1110" y="2004"/>
                  <a:pt x="1113" y="1978"/>
                </a:cubicBezTo>
                <a:lnTo>
                  <a:pt x="1113" y="1978"/>
                </a:lnTo>
                <a:cubicBezTo>
                  <a:pt x="1117" y="1953"/>
                  <a:pt x="1123" y="1911"/>
                  <a:pt x="1125" y="1899"/>
                </a:cubicBezTo>
                <a:cubicBezTo>
                  <a:pt x="1144" y="1813"/>
                  <a:pt x="1170" y="1731"/>
                  <a:pt x="1197" y="1647"/>
                </a:cubicBezTo>
                <a:cubicBezTo>
                  <a:pt x="1199" y="1642"/>
                  <a:pt x="1200" y="1637"/>
                  <a:pt x="1201" y="1634"/>
                </a:cubicBezTo>
                <a:lnTo>
                  <a:pt x="1201" y="1634"/>
                </a:lnTo>
                <a:cubicBezTo>
                  <a:pt x="1203" y="1630"/>
                  <a:pt x="1205" y="1626"/>
                  <a:pt x="1208" y="1621"/>
                </a:cubicBezTo>
                <a:cubicBezTo>
                  <a:pt x="1227" y="1583"/>
                  <a:pt x="1246" y="1543"/>
                  <a:pt x="1269" y="1507"/>
                </a:cubicBezTo>
                <a:cubicBezTo>
                  <a:pt x="1290" y="1470"/>
                  <a:pt x="1313" y="1434"/>
                  <a:pt x="1338" y="1398"/>
                </a:cubicBezTo>
                <a:cubicBezTo>
                  <a:pt x="1341" y="1394"/>
                  <a:pt x="1344" y="1390"/>
                  <a:pt x="1346" y="1386"/>
                </a:cubicBezTo>
                <a:lnTo>
                  <a:pt x="1346" y="1386"/>
                </a:lnTo>
                <a:cubicBezTo>
                  <a:pt x="1346" y="1386"/>
                  <a:pt x="1346" y="1386"/>
                  <a:pt x="1347" y="1385"/>
                </a:cubicBezTo>
                <a:cubicBezTo>
                  <a:pt x="1399" y="1329"/>
                  <a:pt x="1454" y="1275"/>
                  <a:pt x="1511" y="1223"/>
                </a:cubicBezTo>
                <a:lnTo>
                  <a:pt x="1511" y="1223"/>
                </a:lnTo>
                <a:cubicBezTo>
                  <a:pt x="1524" y="1213"/>
                  <a:pt x="1537" y="1203"/>
                  <a:pt x="1551" y="1194"/>
                </a:cubicBezTo>
                <a:cubicBezTo>
                  <a:pt x="1589" y="1170"/>
                  <a:pt x="1627" y="1147"/>
                  <a:pt x="1667" y="1126"/>
                </a:cubicBezTo>
                <a:cubicBezTo>
                  <a:pt x="1682" y="1119"/>
                  <a:pt x="1697" y="1111"/>
                  <a:pt x="1712" y="1103"/>
                </a:cubicBezTo>
                <a:lnTo>
                  <a:pt x="1712" y="1103"/>
                </a:lnTo>
                <a:cubicBezTo>
                  <a:pt x="1755" y="1090"/>
                  <a:pt x="1797" y="1075"/>
                  <a:pt x="1840" y="1063"/>
                </a:cubicBezTo>
                <a:cubicBezTo>
                  <a:pt x="1884" y="1050"/>
                  <a:pt x="1928" y="1042"/>
                  <a:pt x="1970" y="1031"/>
                </a:cubicBezTo>
                <a:cubicBezTo>
                  <a:pt x="1976" y="1030"/>
                  <a:pt x="1983" y="1028"/>
                  <a:pt x="1990" y="1026"/>
                </a:cubicBezTo>
                <a:lnTo>
                  <a:pt x="1990" y="1026"/>
                </a:lnTo>
                <a:cubicBezTo>
                  <a:pt x="2008" y="1025"/>
                  <a:pt x="2026" y="1024"/>
                  <a:pt x="2042" y="1023"/>
                </a:cubicBezTo>
                <a:cubicBezTo>
                  <a:pt x="2063" y="1021"/>
                  <a:pt x="2083" y="1018"/>
                  <a:pt x="2104" y="1015"/>
                </a:cubicBezTo>
                <a:lnTo>
                  <a:pt x="2104" y="1015"/>
                </a:lnTo>
                <a:cubicBezTo>
                  <a:pt x="2127" y="1013"/>
                  <a:pt x="2151" y="1010"/>
                  <a:pt x="2175" y="1006"/>
                </a:cubicBezTo>
                <a:cubicBezTo>
                  <a:pt x="2200" y="1002"/>
                  <a:pt x="2223" y="998"/>
                  <a:pt x="2248" y="996"/>
                </a:cubicBezTo>
                <a:lnTo>
                  <a:pt x="2248" y="996"/>
                </a:lnTo>
                <a:cubicBezTo>
                  <a:pt x="2202" y="1002"/>
                  <a:pt x="2186" y="1004"/>
                  <a:pt x="2186" y="1004"/>
                </a:cubicBezTo>
                <a:cubicBezTo>
                  <a:pt x="2187" y="1004"/>
                  <a:pt x="2227" y="999"/>
                  <a:pt x="2246" y="998"/>
                </a:cubicBezTo>
                <a:cubicBezTo>
                  <a:pt x="2293" y="996"/>
                  <a:pt x="2341" y="991"/>
                  <a:pt x="2387" y="989"/>
                </a:cubicBezTo>
                <a:close/>
                <a:moveTo>
                  <a:pt x="2431" y="0"/>
                </a:moveTo>
                <a:cubicBezTo>
                  <a:pt x="2283" y="0"/>
                  <a:pt x="2134" y="12"/>
                  <a:pt x="1987" y="33"/>
                </a:cubicBezTo>
                <a:lnTo>
                  <a:pt x="1987" y="33"/>
                </a:lnTo>
                <a:cubicBezTo>
                  <a:pt x="1519" y="79"/>
                  <a:pt x="1082" y="246"/>
                  <a:pt x="738" y="578"/>
                </a:cubicBezTo>
                <a:cubicBezTo>
                  <a:pt x="443" y="863"/>
                  <a:pt x="236" y="1259"/>
                  <a:pt x="158" y="1661"/>
                </a:cubicBezTo>
                <a:cubicBezTo>
                  <a:pt x="0" y="2477"/>
                  <a:pt x="228" y="3403"/>
                  <a:pt x="896" y="3941"/>
                </a:cubicBezTo>
                <a:cubicBezTo>
                  <a:pt x="1283" y="4251"/>
                  <a:pt x="1777" y="4404"/>
                  <a:pt x="2272" y="4404"/>
                </a:cubicBezTo>
                <a:cubicBezTo>
                  <a:pt x="2762" y="4404"/>
                  <a:pt x="3253" y="4255"/>
                  <a:pt x="3645" y="3962"/>
                </a:cubicBezTo>
                <a:cubicBezTo>
                  <a:pt x="4395" y="3401"/>
                  <a:pt x="4700" y="2409"/>
                  <a:pt x="4443" y="1512"/>
                </a:cubicBezTo>
                <a:cubicBezTo>
                  <a:pt x="4302" y="1025"/>
                  <a:pt x="4003" y="604"/>
                  <a:pt x="3582" y="321"/>
                </a:cubicBezTo>
                <a:cubicBezTo>
                  <a:pt x="3236" y="89"/>
                  <a:pt x="2836" y="0"/>
                  <a:pt x="2431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62" name="Google Shape;6662;p19"/>
          <p:cNvSpPr/>
          <p:nvPr/>
        </p:nvSpPr>
        <p:spPr>
          <a:xfrm>
            <a:off x="3116850" y="4141988"/>
            <a:ext cx="146125" cy="136975"/>
          </a:xfrm>
          <a:custGeom>
            <a:rect b="b" l="l" r="r" t="t"/>
            <a:pathLst>
              <a:path extrusionOk="0" h="5479" w="5845">
                <a:moveTo>
                  <a:pt x="3075" y="4462"/>
                </a:moveTo>
                <a:cubicBezTo>
                  <a:pt x="3073" y="4462"/>
                  <a:pt x="3072" y="4463"/>
                  <a:pt x="3071" y="4463"/>
                </a:cubicBezTo>
                <a:lnTo>
                  <a:pt x="3071" y="4463"/>
                </a:lnTo>
                <a:cubicBezTo>
                  <a:pt x="3072" y="4463"/>
                  <a:pt x="3073" y="4462"/>
                  <a:pt x="3075" y="4462"/>
                </a:cubicBezTo>
                <a:close/>
                <a:moveTo>
                  <a:pt x="3051" y="4466"/>
                </a:moveTo>
                <a:cubicBezTo>
                  <a:pt x="3036" y="4468"/>
                  <a:pt x="3030" y="4469"/>
                  <a:pt x="3030" y="4469"/>
                </a:cubicBezTo>
                <a:cubicBezTo>
                  <a:pt x="3030" y="4469"/>
                  <a:pt x="3040" y="4467"/>
                  <a:pt x="3051" y="4466"/>
                </a:cubicBezTo>
                <a:close/>
                <a:moveTo>
                  <a:pt x="3032" y="988"/>
                </a:moveTo>
                <a:cubicBezTo>
                  <a:pt x="3081" y="988"/>
                  <a:pt x="3130" y="990"/>
                  <a:pt x="3180" y="993"/>
                </a:cubicBezTo>
                <a:cubicBezTo>
                  <a:pt x="3209" y="995"/>
                  <a:pt x="3237" y="997"/>
                  <a:pt x="3266" y="999"/>
                </a:cubicBezTo>
                <a:cubicBezTo>
                  <a:pt x="3274" y="999"/>
                  <a:pt x="3280" y="999"/>
                  <a:pt x="3284" y="1000"/>
                </a:cubicBezTo>
                <a:lnTo>
                  <a:pt x="3284" y="1000"/>
                </a:lnTo>
                <a:cubicBezTo>
                  <a:pt x="3395" y="1021"/>
                  <a:pt x="3505" y="1046"/>
                  <a:pt x="3612" y="1081"/>
                </a:cubicBezTo>
                <a:cubicBezTo>
                  <a:pt x="3641" y="1090"/>
                  <a:pt x="3709" y="1119"/>
                  <a:pt x="3711" y="1119"/>
                </a:cubicBezTo>
                <a:cubicBezTo>
                  <a:pt x="3712" y="1119"/>
                  <a:pt x="3702" y="1114"/>
                  <a:pt x="3673" y="1100"/>
                </a:cubicBezTo>
                <a:lnTo>
                  <a:pt x="3673" y="1100"/>
                </a:lnTo>
                <a:cubicBezTo>
                  <a:pt x="3730" y="1125"/>
                  <a:pt x="3787" y="1153"/>
                  <a:pt x="3841" y="1184"/>
                </a:cubicBezTo>
                <a:cubicBezTo>
                  <a:pt x="3883" y="1208"/>
                  <a:pt x="3923" y="1235"/>
                  <a:pt x="3966" y="1262"/>
                </a:cubicBezTo>
                <a:cubicBezTo>
                  <a:pt x="3985" y="1274"/>
                  <a:pt x="3997" y="1281"/>
                  <a:pt x="4005" y="1285"/>
                </a:cubicBezTo>
                <a:lnTo>
                  <a:pt x="4005" y="1285"/>
                </a:lnTo>
                <a:cubicBezTo>
                  <a:pt x="4007" y="1287"/>
                  <a:pt x="4009" y="1289"/>
                  <a:pt x="4012" y="1292"/>
                </a:cubicBezTo>
                <a:cubicBezTo>
                  <a:pt x="4096" y="1368"/>
                  <a:pt x="4181" y="1443"/>
                  <a:pt x="4254" y="1530"/>
                </a:cubicBezTo>
                <a:cubicBezTo>
                  <a:pt x="4264" y="1542"/>
                  <a:pt x="4273" y="1553"/>
                  <a:pt x="4283" y="1565"/>
                </a:cubicBezTo>
                <a:lnTo>
                  <a:pt x="4283" y="1565"/>
                </a:lnTo>
                <a:cubicBezTo>
                  <a:pt x="4284" y="1566"/>
                  <a:pt x="4285" y="1568"/>
                  <a:pt x="4286" y="1570"/>
                </a:cubicBezTo>
                <a:cubicBezTo>
                  <a:pt x="4315" y="1614"/>
                  <a:pt x="4347" y="1656"/>
                  <a:pt x="4374" y="1703"/>
                </a:cubicBezTo>
                <a:cubicBezTo>
                  <a:pt x="4400" y="1743"/>
                  <a:pt x="4423" y="1785"/>
                  <a:pt x="4444" y="1827"/>
                </a:cubicBezTo>
                <a:cubicBezTo>
                  <a:pt x="4458" y="1852"/>
                  <a:pt x="4499" y="1948"/>
                  <a:pt x="4501" y="1948"/>
                </a:cubicBezTo>
                <a:cubicBezTo>
                  <a:pt x="4501" y="1948"/>
                  <a:pt x="4497" y="1936"/>
                  <a:pt x="4484" y="1903"/>
                </a:cubicBezTo>
                <a:lnTo>
                  <a:pt x="4484" y="1903"/>
                </a:lnTo>
                <a:cubicBezTo>
                  <a:pt x="4520" y="1991"/>
                  <a:pt x="4551" y="2082"/>
                  <a:pt x="4577" y="2174"/>
                </a:cubicBezTo>
                <a:cubicBezTo>
                  <a:pt x="4589" y="2221"/>
                  <a:pt x="4600" y="2267"/>
                  <a:pt x="4610" y="2314"/>
                </a:cubicBezTo>
                <a:cubicBezTo>
                  <a:pt x="4616" y="2344"/>
                  <a:pt x="4628" y="2444"/>
                  <a:pt x="4630" y="2444"/>
                </a:cubicBezTo>
                <a:cubicBezTo>
                  <a:pt x="4631" y="2444"/>
                  <a:pt x="4630" y="2431"/>
                  <a:pt x="4627" y="2396"/>
                </a:cubicBezTo>
                <a:lnTo>
                  <a:pt x="4627" y="2396"/>
                </a:lnTo>
                <a:cubicBezTo>
                  <a:pt x="4636" y="2497"/>
                  <a:pt x="4644" y="2600"/>
                  <a:pt x="4644" y="2703"/>
                </a:cubicBezTo>
                <a:cubicBezTo>
                  <a:pt x="4642" y="2756"/>
                  <a:pt x="4642" y="2811"/>
                  <a:pt x="4638" y="2865"/>
                </a:cubicBezTo>
                <a:cubicBezTo>
                  <a:pt x="4636" y="2887"/>
                  <a:pt x="4632" y="2911"/>
                  <a:pt x="4631" y="2933"/>
                </a:cubicBezTo>
                <a:lnTo>
                  <a:pt x="4631" y="2933"/>
                </a:lnTo>
                <a:cubicBezTo>
                  <a:pt x="4631" y="2933"/>
                  <a:pt x="4631" y="2933"/>
                  <a:pt x="4631" y="2933"/>
                </a:cubicBezTo>
                <a:cubicBezTo>
                  <a:pt x="4614" y="3034"/>
                  <a:pt x="4596" y="3135"/>
                  <a:pt x="4566" y="3234"/>
                </a:cubicBezTo>
                <a:cubicBezTo>
                  <a:pt x="4553" y="3280"/>
                  <a:pt x="4537" y="3327"/>
                  <a:pt x="4522" y="3373"/>
                </a:cubicBezTo>
                <a:cubicBezTo>
                  <a:pt x="4513" y="3396"/>
                  <a:pt x="4503" y="3417"/>
                  <a:pt x="4497" y="3441"/>
                </a:cubicBezTo>
                <a:cubicBezTo>
                  <a:pt x="4496" y="3441"/>
                  <a:pt x="4496" y="3441"/>
                  <a:pt x="4496" y="3441"/>
                </a:cubicBezTo>
                <a:lnTo>
                  <a:pt x="4496" y="3441"/>
                </a:lnTo>
                <a:cubicBezTo>
                  <a:pt x="4494" y="3445"/>
                  <a:pt x="4491" y="3450"/>
                  <a:pt x="4488" y="3455"/>
                </a:cubicBezTo>
                <a:cubicBezTo>
                  <a:pt x="4440" y="3542"/>
                  <a:pt x="4400" y="3630"/>
                  <a:pt x="4347" y="3712"/>
                </a:cubicBezTo>
                <a:cubicBezTo>
                  <a:pt x="4337" y="3727"/>
                  <a:pt x="4283" y="3802"/>
                  <a:pt x="4272" y="3820"/>
                </a:cubicBezTo>
                <a:lnTo>
                  <a:pt x="4272" y="3820"/>
                </a:lnTo>
                <a:cubicBezTo>
                  <a:pt x="4267" y="3826"/>
                  <a:pt x="4263" y="3832"/>
                  <a:pt x="4261" y="3835"/>
                </a:cubicBezTo>
                <a:cubicBezTo>
                  <a:pt x="4235" y="3862"/>
                  <a:pt x="4210" y="3891"/>
                  <a:pt x="4185" y="3919"/>
                </a:cubicBezTo>
                <a:cubicBezTo>
                  <a:pt x="4151" y="3955"/>
                  <a:pt x="4115" y="3990"/>
                  <a:pt x="4077" y="4024"/>
                </a:cubicBezTo>
                <a:cubicBezTo>
                  <a:pt x="4063" y="4037"/>
                  <a:pt x="3977" y="4106"/>
                  <a:pt x="3981" y="4106"/>
                </a:cubicBezTo>
                <a:cubicBezTo>
                  <a:pt x="3982" y="4106"/>
                  <a:pt x="3992" y="4099"/>
                  <a:pt x="4016" y="4081"/>
                </a:cubicBezTo>
                <a:lnTo>
                  <a:pt x="4016" y="4081"/>
                </a:lnTo>
                <a:cubicBezTo>
                  <a:pt x="3919" y="4153"/>
                  <a:pt x="3818" y="4216"/>
                  <a:pt x="3713" y="4271"/>
                </a:cubicBezTo>
                <a:cubicBezTo>
                  <a:pt x="3692" y="4282"/>
                  <a:pt x="3605" y="4320"/>
                  <a:pt x="3609" y="4320"/>
                </a:cubicBezTo>
                <a:cubicBezTo>
                  <a:pt x="3609" y="4320"/>
                  <a:pt x="3609" y="4320"/>
                  <a:pt x="3611" y="4319"/>
                </a:cubicBezTo>
                <a:lnTo>
                  <a:pt x="3611" y="4319"/>
                </a:lnTo>
                <a:cubicBezTo>
                  <a:pt x="3569" y="4335"/>
                  <a:pt x="3527" y="4350"/>
                  <a:pt x="3483" y="4365"/>
                </a:cubicBezTo>
                <a:cubicBezTo>
                  <a:pt x="3353" y="4408"/>
                  <a:pt x="3218" y="4437"/>
                  <a:pt x="3083" y="4460"/>
                </a:cubicBezTo>
                <a:cubicBezTo>
                  <a:pt x="3075" y="4462"/>
                  <a:pt x="3068" y="4463"/>
                  <a:pt x="3062" y="4464"/>
                </a:cubicBezTo>
                <a:lnTo>
                  <a:pt x="3062" y="4464"/>
                </a:lnTo>
                <a:cubicBezTo>
                  <a:pt x="3028" y="4467"/>
                  <a:pt x="2994" y="4471"/>
                  <a:pt x="2959" y="4473"/>
                </a:cubicBezTo>
                <a:cubicBezTo>
                  <a:pt x="2900" y="4477"/>
                  <a:pt x="2841" y="4481"/>
                  <a:pt x="2782" y="4481"/>
                </a:cubicBezTo>
                <a:cubicBezTo>
                  <a:pt x="2718" y="4481"/>
                  <a:pt x="2653" y="4479"/>
                  <a:pt x="2590" y="4475"/>
                </a:cubicBezTo>
                <a:cubicBezTo>
                  <a:pt x="2563" y="4473"/>
                  <a:pt x="2536" y="4471"/>
                  <a:pt x="2509" y="4469"/>
                </a:cubicBezTo>
                <a:lnTo>
                  <a:pt x="2509" y="4469"/>
                </a:lnTo>
                <a:cubicBezTo>
                  <a:pt x="2506" y="4468"/>
                  <a:pt x="2503" y="4467"/>
                  <a:pt x="2499" y="4467"/>
                </a:cubicBezTo>
                <a:cubicBezTo>
                  <a:pt x="2392" y="4445"/>
                  <a:pt x="2287" y="4422"/>
                  <a:pt x="2181" y="4389"/>
                </a:cubicBezTo>
                <a:cubicBezTo>
                  <a:pt x="2154" y="4379"/>
                  <a:pt x="2102" y="4357"/>
                  <a:pt x="2090" y="4352"/>
                </a:cubicBezTo>
                <a:lnTo>
                  <a:pt x="2090" y="4352"/>
                </a:lnTo>
                <a:cubicBezTo>
                  <a:pt x="2048" y="4332"/>
                  <a:pt x="2007" y="4312"/>
                  <a:pt x="1966" y="4290"/>
                </a:cubicBezTo>
                <a:cubicBezTo>
                  <a:pt x="1924" y="4266"/>
                  <a:pt x="1884" y="4241"/>
                  <a:pt x="1844" y="4214"/>
                </a:cubicBezTo>
                <a:cubicBezTo>
                  <a:pt x="1820" y="4198"/>
                  <a:pt x="1770" y="4158"/>
                  <a:pt x="1769" y="4158"/>
                </a:cubicBezTo>
                <a:lnTo>
                  <a:pt x="1769" y="4158"/>
                </a:lnTo>
                <a:cubicBezTo>
                  <a:pt x="1769" y="4158"/>
                  <a:pt x="1769" y="4158"/>
                  <a:pt x="1770" y="4159"/>
                </a:cubicBezTo>
                <a:lnTo>
                  <a:pt x="1770" y="4159"/>
                </a:lnTo>
                <a:cubicBezTo>
                  <a:pt x="1698" y="4097"/>
                  <a:pt x="1630" y="4032"/>
                  <a:pt x="1566" y="3961"/>
                </a:cubicBezTo>
                <a:cubicBezTo>
                  <a:pt x="1559" y="3952"/>
                  <a:pt x="1523" y="3908"/>
                  <a:pt x="1505" y="3886"/>
                </a:cubicBezTo>
                <a:lnTo>
                  <a:pt x="1505" y="3886"/>
                </a:lnTo>
                <a:cubicBezTo>
                  <a:pt x="1487" y="3859"/>
                  <a:pt x="1452" y="3809"/>
                  <a:pt x="1446" y="3799"/>
                </a:cubicBezTo>
                <a:cubicBezTo>
                  <a:pt x="1389" y="3710"/>
                  <a:pt x="1347" y="3618"/>
                  <a:pt x="1296" y="3525"/>
                </a:cubicBezTo>
                <a:cubicBezTo>
                  <a:pt x="1293" y="3520"/>
                  <a:pt x="1291" y="3516"/>
                  <a:pt x="1289" y="3513"/>
                </a:cubicBezTo>
                <a:lnTo>
                  <a:pt x="1289" y="3513"/>
                </a:lnTo>
                <a:cubicBezTo>
                  <a:pt x="1287" y="3505"/>
                  <a:pt x="1284" y="3496"/>
                  <a:pt x="1280" y="3485"/>
                </a:cubicBezTo>
                <a:cubicBezTo>
                  <a:pt x="1263" y="3441"/>
                  <a:pt x="1248" y="3396"/>
                  <a:pt x="1233" y="3352"/>
                </a:cubicBezTo>
                <a:cubicBezTo>
                  <a:pt x="1202" y="3251"/>
                  <a:pt x="1176" y="3150"/>
                  <a:pt x="1157" y="3047"/>
                </a:cubicBezTo>
                <a:cubicBezTo>
                  <a:pt x="1153" y="3023"/>
                  <a:pt x="1148" y="2988"/>
                  <a:pt x="1146" y="2969"/>
                </a:cubicBezTo>
                <a:lnTo>
                  <a:pt x="1146" y="2969"/>
                </a:lnTo>
                <a:cubicBezTo>
                  <a:pt x="1142" y="2928"/>
                  <a:pt x="1138" y="2887"/>
                  <a:pt x="1134" y="2847"/>
                </a:cubicBezTo>
                <a:cubicBezTo>
                  <a:pt x="1128" y="2743"/>
                  <a:pt x="1130" y="2638"/>
                  <a:pt x="1136" y="2533"/>
                </a:cubicBezTo>
                <a:cubicBezTo>
                  <a:pt x="1138" y="2513"/>
                  <a:pt x="1146" y="2433"/>
                  <a:pt x="1149" y="2401"/>
                </a:cubicBezTo>
                <a:lnTo>
                  <a:pt x="1149" y="2401"/>
                </a:lnTo>
                <a:cubicBezTo>
                  <a:pt x="1155" y="2369"/>
                  <a:pt x="1164" y="2316"/>
                  <a:pt x="1166" y="2301"/>
                </a:cubicBezTo>
                <a:cubicBezTo>
                  <a:pt x="1191" y="2189"/>
                  <a:pt x="1225" y="2080"/>
                  <a:pt x="1261" y="1970"/>
                </a:cubicBezTo>
                <a:cubicBezTo>
                  <a:pt x="1267" y="1952"/>
                  <a:pt x="1270" y="1940"/>
                  <a:pt x="1272" y="1933"/>
                </a:cubicBezTo>
                <a:lnTo>
                  <a:pt x="1272" y="1933"/>
                </a:lnTo>
                <a:cubicBezTo>
                  <a:pt x="1276" y="1925"/>
                  <a:pt x="1282" y="1914"/>
                  <a:pt x="1290" y="1898"/>
                </a:cubicBezTo>
                <a:cubicBezTo>
                  <a:pt x="1315" y="1848"/>
                  <a:pt x="1341" y="1797"/>
                  <a:pt x="1370" y="1747"/>
                </a:cubicBezTo>
                <a:cubicBezTo>
                  <a:pt x="1398" y="1698"/>
                  <a:pt x="1429" y="1652"/>
                  <a:pt x="1461" y="1604"/>
                </a:cubicBezTo>
                <a:cubicBezTo>
                  <a:pt x="1470" y="1590"/>
                  <a:pt x="1476" y="1580"/>
                  <a:pt x="1480" y="1574"/>
                </a:cubicBezTo>
                <a:lnTo>
                  <a:pt x="1480" y="1574"/>
                </a:lnTo>
                <a:cubicBezTo>
                  <a:pt x="1484" y="1570"/>
                  <a:pt x="1489" y="1565"/>
                  <a:pt x="1497" y="1557"/>
                </a:cubicBezTo>
                <a:cubicBezTo>
                  <a:pt x="1572" y="1477"/>
                  <a:pt x="1648" y="1401"/>
                  <a:pt x="1728" y="1328"/>
                </a:cubicBezTo>
                <a:cubicBezTo>
                  <a:pt x="1729" y="1327"/>
                  <a:pt x="1729" y="1327"/>
                  <a:pt x="1730" y="1326"/>
                </a:cubicBezTo>
                <a:lnTo>
                  <a:pt x="1730" y="1326"/>
                </a:lnTo>
                <a:cubicBezTo>
                  <a:pt x="1753" y="1312"/>
                  <a:pt x="1774" y="1295"/>
                  <a:pt x="1796" y="1281"/>
                </a:cubicBezTo>
                <a:cubicBezTo>
                  <a:pt x="1846" y="1248"/>
                  <a:pt x="1899" y="1218"/>
                  <a:pt x="1952" y="1191"/>
                </a:cubicBezTo>
                <a:cubicBezTo>
                  <a:pt x="1973" y="1180"/>
                  <a:pt x="1996" y="1170"/>
                  <a:pt x="2015" y="1159"/>
                </a:cubicBezTo>
                <a:cubicBezTo>
                  <a:pt x="2019" y="1157"/>
                  <a:pt x="2023" y="1154"/>
                  <a:pt x="2026" y="1152"/>
                </a:cubicBezTo>
                <a:lnTo>
                  <a:pt x="2026" y="1152"/>
                </a:lnTo>
                <a:cubicBezTo>
                  <a:pt x="2028" y="1152"/>
                  <a:pt x="2030" y="1151"/>
                  <a:pt x="2032" y="1151"/>
                </a:cubicBezTo>
                <a:cubicBezTo>
                  <a:pt x="2093" y="1132"/>
                  <a:pt x="2152" y="1108"/>
                  <a:pt x="2213" y="1092"/>
                </a:cubicBezTo>
                <a:cubicBezTo>
                  <a:pt x="2272" y="1075"/>
                  <a:pt x="2329" y="1064"/>
                  <a:pt x="2388" y="1052"/>
                </a:cubicBezTo>
                <a:cubicBezTo>
                  <a:pt x="2406" y="1047"/>
                  <a:pt x="2452" y="1041"/>
                  <a:pt x="2450" y="1041"/>
                </a:cubicBezTo>
                <a:lnTo>
                  <a:pt x="2450" y="1041"/>
                </a:lnTo>
                <a:cubicBezTo>
                  <a:pt x="2449" y="1041"/>
                  <a:pt x="2434" y="1042"/>
                  <a:pt x="2396" y="1047"/>
                </a:cubicBezTo>
                <a:cubicBezTo>
                  <a:pt x="2438" y="1041"/>
                  <a:pt x="2480" y="1037"/>
                  <a:pt x="2523" y="1035"/>
                </a:cubicBezTo>
                <a:cubicBezTo>
                  <a:pt x="2551" y="1033"/>
                  <a:pt x="2579" y="1028"/>
                  <a:pt x="2607" y="1022"/>
                </a:cubicBezTo>
                <a:lnTo>
                  <a:pt x="2607" y="1022"/>
                </a:lnTo>
                <a:cubicBezTo>
                  <a:pt x="2623" y="1021"/>
                  <a:pt x="2639" y="1018"/>
                  <a:pt x="2655" y="1016"/>
                </a:cubicBezTo>
                <a:cubicBezTo>
                  <a:pt x="2677" y="1012"/>
                  <a:pt x="2699" y="1009"/>
                  <a:pt x="2720" y="1006"/>
                </a:cubicBezTo>
                <a:lnTo>
                  <a:pt x="2720" y="1006"/>
                </a:lnTo>
                <a:cubicBezTo>
                  <a:pt x="2727" y="1005"/>
                  <a:pt x="2777" y="1000"/>
                  <a:pt x="2792" y="999"/>
                </a:cubicBezTo>
                <a:cubicBezTo>
                  <a:pt x="2853" y="995"/>
                  <a:pt x="2917" y="991"/>
                  <a:pt x="2978" y="988"/>
                </a:cubicBezTo>
                <a:cubicBezTo>
                  <a:pt x="2996" y="988"/>
                  <a:pt x="3014" y="988"/>
                  <a:pt x="3032" y="988"/>
                </a:cubicBezTo>
                <a:close/>
                <a:moveTo>
                  <a:pt x="3031" y="0"/>
                </a:moveTo>
                <a:cubicBezTo>
                  <a:pt x="2841" y="0"/>
                  <a:pt x="2651" y="16"/>
                  <a:pt x="2463" y="44"/>
                </a:cubicBezTo>
                <a:lnTo>
                  <a:pt x="2463" y="44"/>
                </a:lnTo>
                <a:cubicBezTo>
                  <a:pt x="1887" y="101"/>
                  <a:pt x="1345" y="305"/>
                  <a:pt x="921" y="715"/>
                </a:cubicBezTo>
                <a:cubicBezTo>
                  <a:pt x="551" y="1073"/>
                  <a:pt x="298" y="1566"/>
                  <a:pt x="199" y="2071"/>
                </a:cubicBezTo>
                <a:cubicBezTo>
                  <a:pt x="1" y="3089"/>
                  <a:pt x="296" y="4250"/>
                  <a:pt x="1128" y="4915"/>
                </a:cubicBezTo>
                <a:cubicBezTo>
                  <a:pt x="1602" y="5295"/>
                  <a:pt x="2207" y="5479"/>
                  <a:pt x="2815" y="5479"/>
                </a:cubicBezTo>
                <a:cubicBezTo>
                  <a:pt x="3435" y="5479"/>
                  <a:pt x="4059" y="5288"/>
                  <a:pt x="4551" y="4917"/>
                </a:cubicBezTo>
                <a:cubicBezTo>
                  <a:pt x="5478" y="4222"/>
                  <a:pt x="5845" y="2981"/>
                  <a:pt x="5529" y="1873"/>
                </a:cubicBezTo>
                <a:cubicBezTo>
                  <a:pt x="5356" y="1275"/>
                  <a:pt x="4989" y="750"/>
                  <a:pt x="4469" y="401"/>
                </a:cubicBezTo>
                <a:cubicBezTo>
                  <a:pt x="4037" y="112"/>
                  <a:pt x="3537" y="0"/>
                  <a:pt x="3031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63" name="Google Shape;6663;p19"/>
          <p:cNvSpPr/>
          <p:nvPr/>
        </p:nvSpPr>
        <p:spPr>
          <a:xfrm rot="-899622">
            <a:off x="7108451" y="4165179"/>
            <a:ext cx="585775" cy="623413"/>
          </a:xfrm>
          <a:custGeom>
            <a:rect b="b" l="l" r="r" t="t"/>
            <a:pathLst>
              <a:path extrusionOk="0" h="29017" w="27269">
                <a:moveTo>
                  <a:pt x="22507" y="0"/>
                </a:moveTo>
                <a:cubicBezTo>
                  <a:pt x="21719" y="0"/>
                  <a:pt x="20932" y="201"/>
                  <a:pt x="20248" y="603"/>
                </a:cubicBezTo>
                <a:cubicBezTo>
                  <a:pt x="20101" y="684"/>
                  <a:pt x="19960" y="774"/>
                  <a:pt x="19827" y="877"/>
                </a:cubicBezTo>
                <a:cubicBezTo>
                  <a:pt x="19689" y="973"/>
                  <a:pt x="19562" y="1080"/>
                  <a:pt x="19439" y="1195"/>
                </a:cubicBezTo>
                <a:cubicBezTo>
                  <a:pt x="19306" y="1313"/>
                  <a:pt x="19214" y="1408"/>
                  <a:pt x="19117" y="1505"/>
                </a:cubicBezTo>
                <a:lnTo>
                  <a:pt x="18821" y="1800"/>
                </a:lnTo>
                <a:lnTo>
                  <a:pt x="17642" y="2975"/>
                </a:lnTo>
                <a:lnTo>
                  <a:pt x="8210" y="12373"/>
                </a:lnTo>
                <a:lnTo>
                  <a:pt x="3494" y="17071"/>
                </a:lnTo>
                <a:lnTo>
                  <a:pt x="2315" y="18246"/>
                </a:lnTo>
                <a:lnTo>
                  <a:pt x="1721" y="18842"/>
                </a:lnTo>
                <a:cubicBezTo>
                  <a:pt x="1504" y="19073"/>
                  <a:pt x="1291" y="19311"/>
                  <a:pt x="1110" y="19576"/>
                </a:cubicBezTo>
                <a:cubicBezTo>
                  <a:pt x="744" y="20099"/>
                  <a:pt x="454" y="20675"/>
                  <a:pt x="267" y="21287"/>
                </a:cubicBezTo>
                <a:cubicBezTo>
                  <a:pt x="86" y="21900"/>
                  <a:pt x="1" y="22538"/>
                  <a:pt x="13" y="23174"/>
                </a:cubicBezTo>
                <a:cubicBezTo>
                  <a:pt x="35" y="24451"/>
                  <a:pt x="496" y="25713"/>
                  <a:pt x="1281" y="26719"/>
                </a:cubicBezTo>
                <a:cubicBezTo>
                  <a:pt x="1679" y="27216"/>
                  <a:pt x="2146" y="27657"/>
                  <a:pt x="2675" y="28015"/>
                </a:cubicBezTo>
                <a:cubicBezTo>
                  <a:pt x="3210" y="28365"/>
                  <a:pt x="3798" y="28634"/>
                  <a:pt x="4413" y="28805"/>
                </a:cubicBezTo>
                <a:cubicBezTo>
                  <a:pt x="4924" y="28947"/>
                  <a:pt x="5453" y="29016"/>
                  <a:pt x="5983" y="29016"/>
                </a:cubicBezTo>
                <a:cubicBezTo>
                  <a:pt x="6728" y="29016"/>
                  <a:pt x="7474" y="28878"/>
                  <a:pt x="8170" y="28610"/>
                </a:cubicBezTo>
                <a:cubicBezTo>
                  <a:pt x="8765" y="28375"/>
                  <a:pt x="9319" y="28045"/>
                  <a:pt x="9814" y="27642"/>
                </a:cubicBezTo>
                <a:lnTo>
                  <a:pt x="10170" y="27323"/>
                </a:lnTo>
                <a:cubicBezTo>
                  <a:pt x="10285" y="27216"/>
                  <a:pt x="10371" y="27125"/>
                  <a:pt x="10472" y="27025"/>
                </a:cubicBezTo>
                <a:lnTo>
                  <a:pt x="11063" y="26437"/>
                </a:lnTo>
                <a:lnTo>
                  <a:pt x="20495" y="17039"/>
                </a:lnTo>
                <a:cubicBezTo>
                  <a:pt x="21385" y="16152"/>
                  <a:pt x="21860" y="15184"/>
                  <a:pt x="21554" y="14878"/>
                </a:cubicBezTo>
                <a:cubicBezTo>
                  <a:pt x="21491" y="14814"/>
                  <a:pt x="21400" y="14784"/>
                  <a:pt x="21287" y="14784"/>
                </a:cubicBezTo>
                <a:cubicBezTo>
                  <a:pt x="20852" y="14784"/>
                  <a:pt x="20096" y="15227"/>
                  <a:pt x="19389" y="15931"/>
                </a:cubicBezTo>
                <a:lnTo>
                  <a:pt x="9957" y="25329"/>
                </a:lnTo>
                <a:lnTo>
                  <a:pt x="9369" y="25916"/>
                </a:lnTo>
                <a:cubicBezTo>
                  <a:pt x="9272" y="26009"/>
                  <a:pt x="9166" y="26121"/>
                  <a:pt x="9079" y="26200"/>
                </a:cubicBezTo>
                <a:lnTo>
                  <a:pt x="8814" y="26439"/>
                </a:lnTo>
                <a:cubicBezTo>
                  <a:pt x="8448" y="26735"/>
                  <a:pt x="8041" y="26978"/>
                  <a:pt x="7603" y="27152"/>
                </a:cubicBezTo>
                <a:cubicBezTo>
                  <a:pt x="7090" y="27349"/>
                  <a:pt x="6538" y="27451"/>
                  <a:pt x="5987" y="27451"/>
                </a:cubicBezTo>
                <a:cubicBezTo>
                  <a:pt x="5595" y="27451"/>
                  <a:pt x="5204" y="27399"/>
                  <a:pt x="4826" y="27294"/>
                </a:cubicBezTo>
                <a:cubicBezTo>
                  <a:pt x="4373" y="27166"/>
                  <a:pt x="3939" y="26970"/>
                  <a:pt x="3544" y="26715"/>
                </a:cubicBezTo>
                <a:cubicBezTo>
                  <a:pt x="3154" y="26449"/>
                  <a:pt x="2808" y="26121"/>
                  <a:pt x="2512" y="25753"/>
                </a:cubicBezTo>
                <a:cubicBezTo>
                  <a:pt x="1935" y="25011"/>
                  <a:pt x="1591" y="24083"/>
                  <a:pt x="1577" y="23138"/>
                </a:cubicBezTo>
                <a:cubicBezTo>
                  <a:pt x="1570" y="22667"/>
                  <a:pt x="1633" y="22194"/>
                  <a:pt x="1764" y="21743"/>
                </a:cubicBezTo>
                <a:cubicBezTo>
                  <a:pt x="1902" y="21291"/>
                  <a:pt x="2118" y="20866"/>
                  <a:pt x="2387" y="20480"/>
                </a:cubicBezTo>
                <a:cubicBezTo>
                  <a:pt x="2520" y="20285"/>
                  <a:pt x="2677" y="20110"/>
                  <a:pt x="2838" y="19937"/>
                </a:cubicBezTo>
                <a:lnTo>
                  <a:pt x="3418" y="19355"/>
                </a:lnTo>
                <a:lnTo>
                  <a:pt x="4597" y="18180"/>
                </a:lnTo>
                <a:lnTo>
                  <a:pt x="9313" y="13480"/>
                </a:lnTo>
                <a:lnTo>
                  <a:pt x="18747" y="4082"/>
                </a:lnTo>
                <a:lnTo>
                  <a:pt x="19926" y="2907"/>
                </a:lnTo>
                <a:lnTo>
                  <a:pt x="20220" y="2615"/>
                </a:lnTo>
                <a:cubicBezTo>
                  <a:pt x="20318" y="2515"/>
                  <a:pt x="20421" y="2412"/>
                  <a:pt x="20497" y="2348"/>
                </a:cubicBezTo>
                <a:cubicBezTo>
                  <a:pt x="20576" y="2273"/>
                  <a:pt x="20660" y="2201"/>
                  <a:pt x="20751" y="2140"/>
                </a:cubicBezTo>
                <a:cubicBezTo>
                  <a:pt x="20836" y="2070"/>
                  <a:pt x="20930" y="2014"/>
                  <a:pt x="21027" y="1961"/>
                </a:cubicBezTo>
                <a:cubicBezTo>
                  <a:pt x="21473" y="1696"/>
                  <a:pt x="21990" y="1565"/>
                  <a:pt x="22507" y="1565"/>
                </a:cubicBezTo>
                <a:cubicBezTo>
                  <a:pt x="22870" y="1565"/>
                  <a:pt x="23232" y="1629"/>
                  <a:pt x="23570" y="1758"/>
                </a:cubicBezTo>
                <a:cubicBezTo>
                  <a:pt x="24397" y="2056"/>
                  <a:pt x="25065" y="2764"/>
                  <a:pt x="25342" y="3593"/>
                </a:cubicBezTo>
                <a:cubicBezTo>
                  <a:pt x="25634" y="4424"/>
                  <a:pt x="25517" y="5384"/>
                  <a:pt x="25051" y="6128"/>
                </a:cubicBezTo>
                <a:cubicBezTo>
                  <a:pt x="24938" y="6315"/>
                  <a:pt x="24797" y="6486"/>
                  <a:pt x="24646" y="6647"/>
                </a:cubicBezTo>
                <a:lnTo>
                  <a:pt x="24063" y="7229"/>
                </a:lnTo>
                <a:lnTo>
                  <a:pt x="22884" y="8404"/>
                </a:lnTo>
                <a:lnTo>
                  <a:pt x="20526" y="10752"/>
                </a:lnTo>
                <a:lnTo>
                  <a:pt x="15811" y="15452"/>
                </a:lnTo>
                <a:lnTo>
                  <a:pt x="11095" y="20150"/>
                </a:lnTo>
                <a:lnTo>
                  <a:pt x="10506" y="20739"/>
                </a:lnTo>
                <a:cubicBezTo>
                  <a:pt x="10283" y="20961"/>
                  <a:pt x="10170" y="21073"/>
                  <a:pt x="10011" y="21174"/>
                </a:cubicBezTo>
                <a:cubicBezTo>
                  <a:pt x="9754" y="21340"/>
                  <a:pt x="9447" y="21423"/>
                  <a:pt x="9141" y="21423"/>
                </a:cubicBezTo>
                <a:cubicBezTo>
                  <a:pt x="9072" y="21423"/>
                  <a:pt x="9004" y="21419"/>
                  <a:pt x="8936" y="21411"/>
                </a:cubicBezTo>
                <a:cubicBezTo>
                  <a:pt x="8184" y="21331"/>
                  <a:pt x="7552" y="20653"/>
                  <a:pt x="7524" y="19898"/>
                </a:cubicBezTo>
                <a:cubicBezTo>
                  <a:pt x="7500" y="19524"/>
                  <a:pt x="7607" y="19142"/>
                  <a:pt x="7834" y="18846"/>
                </a:cubicBezTo>
                <a:cubicBezTo>
                  <a:pt x="7858" y="18806"/>
                  <a:pt x="7890" y="18770"/>
                  <a:pt x="7922" y="18737"/>
                </a:cubicBezTo>
                <a:cubicBezTo>
                  <a:pt x="7951" y="18701"/>
                  <a:pt x="7979" y="18667"/>
                  <a:pt x="8035" y="18611"/>
                </a:cubicBezTo>
                <a:lnTo>
                  <a:pt x="8325" y="18313"/>
                </a:lnTo>
                <a:lnTo>
                  <a:pt x="8906" y="17717"/>
                </a:lnTo>
                <a:lnTo>
                  <a:pt x="11224" y="15333"/>
                </a:lnTo>
                <a:lnTo>
                  <a:pt x="15864" y="10561"/>
                </a:lnTo>
                <a:cubicBezTo>
                  <a:pt x="16739" y="9661"/>
                  <a:pt x="17200" y="8685"/>
                  <a:pt x="16894" y="8380"/>
                </a:cubicBezTo>
                <a:cubicBezTo>
                  <a:pt x="16832" y="8319"/>
                  <a:pt x="16743" y="8290"/>
                  <a:pt x="16633" y="8290"/>
                </a:cubicBezTo>
                <a:cubicBezTo>
                  <a:pt x="16201" y="8290"/>
                  <a:pt x="15448" y="8744"/>
                  <a:pt x="14749" y="9464"/>
                </a:cubicBezTo>
                <a:lnTo>
                  <a:pt x="10105" y="14239"/>
                </a:lnTo>
                <a:lnTo>
                  <a:pt x="7784" y="16627"/>
                </a:lnTo>
                <a:lnTo>
                  <a:pt x="7204" y="17224"/>
                </a:lnTo>
                <a:lnTo>
                  <a:pt x="6914" y="17522"/>
                </a:lnTo>
                <a:cubicBezTo>
                  <a:pt x="6870" y="17566"/>
                  <a:pt x="6806" y="17635"/>
                  <a:pt x="6745" y="17705"/>
                </a:cubicBezTo>
                <a:cubicBezTo>
                  <a:pt x="6685" y="17774"/>
                  <a:pt x="6625" y="17844"/>
                  <a:pt x="6574" y="17920"/>
                </a:cubicBezTo>
                <a:cubicBezTo>
                  <a:pt x="6130" y="18510"/>
                  <a:pt x="5916" y="19262"/>
                  <a:pt x="5963" y="19993"/>
                </a:cubicBezTo>
                <a:cubicBezTo>
                  <a:pt x="6005" y="20725"/>
                  <a:pt x="6307" y="21448"/>
                  <a:pt x="6816" y="21979"/>
                </a:cubicBezTo>
                <a:cubicBezTo>
                  <a:pt x="7313" y="22514"/>
                  <a:pt x="8009" y="22878"/>
                  <a:pt x="8739" y="22963"/>
                </a:cubicBezTo>
                <a:cubicBezTo>
                  <a:pt x="8873" y="22981"/>
                  <a:pt x="9009" y="22989"/>
                  <a:pt x="9144" y="22989"/>
                </a:cubicBezTo>
                <a:cubicBezTo>
                  <a:pt x="9743" y="22989"/>
                  <a:pt x="10342" y="22822"/>
                  <a:pt x="10848" y="22496"/>
                </a:cubicBezTo>
                <a:cubicBezTo>
                  <a:pt x="11003" y="22395"/>
                  <a:pt x="11152" y="22287"/>
                  <a:pt x="11286" y="22162"/>
                </a:cubicBezTo>
                <a:cubicBezTo>
                  <a:pt x="11439" y="22025"/>
                  <a:pt x="11502" y="21951"/>
                  <a:pt x="11612" y="21848"/>
                </a:cubicBezTo>
                <a:lnTo>
                  <a:pt x="12200" y="21260"/>
                </a:lnTo>
                <a:lnTo>
                  <a:pt x="16916" y="16562"/>
                </a:lnTo>
                <a:lnTo>
                  <a:pt x="21632" y="11862"/>
                </a:lnTo>
                <a:lnTo>
                  <a:pt x="23990" y="9514"/>
                </a:lnTo>
                <a:lnTo>
                  <a:pt x="25169" y="8339"/>
                </a:lnTo>
                <a:lnTo>
                  <a:pt x="25763" y="7742"/>
                </a:lnTo>
                <a:cubicBezTo>
                  <a:pt x="25994" y="7502"/>
                  <a:pt x="26206" y="7241"/>
                  <a:pt x="26381" y="6955"/>
                </a:cubicBezTo>
                <a:cubicBezTo>
                  <a:pt x="27093" y="5816"/>
                  <a:pt x="27268" y="4360"/>
                  <a:pt x="26825" y="3092"/>
                </a:cubicBezTo>
                <a:cubicBezTo>
                  <a:pt x="26397" y="1820"/>
                  <a:pt x="25389" y="758"/>
                  <a:pt x="24125" y="295"/>
                </a:cubicBezTo>
                <a:cubicBezTo>
                  <a:pt x="23609" y="98"/>
                  <a:pt x="23058" y="0"/>
                  <a:pt x="22507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64" name="Google Shape;6664;p19"/>
          <p:cNvSpPr/>
          <p:nvPr/>
        </p:nvSpPr>
        <p:spPr>
          <a:xfrm>
            <a:off x="2193500" y="790138"/>
            <a:ext cx="388400" cy="411925"/>
          </a:xfrm>
          <a:custGeom>
            <a:rect b="b" l="l" r="r" t="t"/>
            <a:pathLst>
              <a:path extrusionOk="0" h="16477" w="15536">
                <a:moveTo>
                  <a:pt x="6847" y="1663"/>
                </a:moveTo>
                <a:cubicBezTo>
                  <a:pt x="7694" y="2699"/>
                  <a:pt x="8474" y="3796"/>
                  <a:pt x="9217" y="4915"/>
                </a:cubicBezTo>
                <a:lnTo>
                  <a:pt x="9217" y="4915"/>
                </a:lnTo>
                <a:cubicBezTo>
                  <a:pt x="8312" y="5132"/>
                  <a:pt x="7406" y="5345"/>
                  <a:pt x="6499" y="5555"/>
                </a:cubicBezTo>
                <a:lnTo>
                  <a:pt x="6499" y="5555"/>
                </a:lnTo>
                <a:cubicBezTo>
                  <a:pt x="6577" y="4254"/>
                  <a:pt x="6686" y="2956"/>
                  <a:pt x="6847" y="1663"/>
                </a:cubicBezTo>
                <a:close/>
                <a:moveTo>
                  <a:pt x="13631" y="4832"/>
                </a:moveTo>
                <a:cubicBezTo>
                  <a:pt x="13054" y="5635"/>
                  <a:pt x="12464" y="6428"/>
                  <a:pt x="11865" y="7213"/>
                </a:cubicBezTo>
                <a:lnTo>
                  <a:pt x="11865" y="7213"/>
                </a:lnTo>
                <a:cubicBezTo>
                  <a:pt x="11783" y="7081"/>
                  <a:pt x="11700" y="6949"/>
                  <a:pt x="11617" y="6817"/>
                </a:cubicBezTo>
                <a:cubicBezTo>
                  <a:pt x="11353" y="6396"/>
                  <a:pt x="11086" y="5973"/>
                  <a:pt x="10816" y="5552"/>
                </a:cubicBezTo>
                <a:lnTo>
                  <a:pt x="10816" y="5552"/>
                </a:lnTo>
                <a:cubicBezTo>
                  <a:pt x="11756" y="5320"/>
                  <a:pt x="12695" y="5082"/>
                  <a:pt x="13631" y="4832"/>
                </a:cubicBezTo>
                <a:close/>
                <a:moveTo>
                  <a:pt x="5447" y="6821"/>
                </a:moveTo>
                <a:lnTo>
                  <a:pt x="5447" y="6821"/>
                </a:lnTo>
                <a:cubicBezTo>
                  <a:pt x="5412" y="7578"/>
                  <a:pt x="5383" y="8337"/>
                  <a:pt x="5358" y="9095"/>
                </a:cubicBezTo>
                <a:lnTo>
                  <a:pt x="5358" y="9095"/>
                </a:lnTo>
                <a:cubicBezTo>
                  <a:pt x="4278" y="8603"/>
                  <a:pt x="3200" y="8103"/>
                  <a:pt x="2127" y="7595"/>
                </a:cubicBezTo>
                <a:lnTo>
                  <a:pt x="2127" y="7595"/>
                </a:lnTo>
                <a:cubicBezTo>
                  <a:pt x="3233" y="7333"/>
                  <a:pt x="4340" y="7077"/>
                  <a:pt x="5447" y="6821"/>
                </a:cubicBezTo>
                <a:close/>
                <a:moveTo>
                  <a:pt x="9795" y="5801"/>
                </a:moveTo>
                <a:cubicBezTo>
                  <a:pt x="10147" y="6347"/>
                  <a:pt x="10492" y="6896"/>
                  <a:pt x="10833" y="7443"/>
                </a:cubicBezTo>
                <a:cubicBezTo>
                  <a:pt x="10961" y="7647"/>
                  <a:pt x="11089" y="7852"/>
                  <a:pt x="11216" y="8057"/>
                </a:cubicBezTo>
                <a:lnTo>
                  <a:pt x="11216" y="8057"/>
                </a:lnTo>
                <a:cubicBezTo>
                  <a:pt x="10515" y="8963"/>
                  <a:pt x="9804" y="9861"/>
                  <a:pt x="9090" y="10757"/>
                </a:cubicBezTo>
                <a:lnTo>
                  <a:pt x="9090" y="10757"/>
                </a:lnTo>
                <a:cubicBezTo>
                  <a:pt x="8168" y="10356"/>
                  <a:pt x="7249" y="9949"/>
                  <a:pt x="6332" y="9536"/>
                </a:cubicBezTo>
                <a:lnTo>
                  <a:pt x="6332" y="9536"/>
                </a:lnTo>
                <a:cubicBezTo>
                  <a:pt x="6362" y="8553"/>
                  <a:pt x="6396" y="7571"/>
                  <a:pt x="6443" y="6590"/>
                </a:cubicBezTo>
                <a:lnTo>
                  <a:pt x="6443" y="6590"/>
                </a:lnTo>
                <a:cubicBezTo>
                  <a:pt x="7562" y="6331"/>
                  <a:pt x="8679" y="6070"/>
                  <a:pt x="9795" y="5801"/>
                </a:cubicBezTo>
                <a:close/>
                <a:moveTo>
                  <a:pt x="11771" y="8958"/>
                </a:moveTo>
                <a:cubicBezTo>
                  <a:pt x="12536" y="10214"/>
                  <a:pt x="13278" y="11491"/>
                  <a:pt x="13947" y="12799"/>
                </a:cubicBezTo>
                <a:lnTo>
                  <a:pt x="13947" y="12799"/>
                </a:lnTo>
                <a:cubicBezTo>
                  <a:pt x="12637" y="12267"/>
                  <a:pt x="11332" y="11721"/>
                  <a:pt x="10032" y="11163"/>
                </a:cubicBezTo>
                <a:lnTo>
                  <a:pt x="10032" y="11163"/>
                </a:lnTo>
                <a:cubicBezTo>
                  <a:pt x="10616" y="10431"/>
                  <a:pt x="11196" y="9697"/>
                  <a:pt x="11771" y="8958"/>
                </a:cubicBezTo>
                <a:close/>
                <a:moveTo>
                  <a:pt x="6300" y="10607"/>
                </a:moveTo>
                <a:cubicBezTo>
                  <a:pt x="7016" y="10927"/>
                  <a:pt x="7732" y="11244"/>
                  <a:pt x="8451" y="11557"/>
                </a:cubicBezTo>
                <a:lnTo>
                  <a:pt x="8451" y="11557"/>
                </a:lnTo>
                <a:cubicBezTo>
                  <a:pt x="7691" y="12508"/>
                  <a:pt x="6929" y="13457"/>
                  <a:pt x="6174" y="14413"/>
                </a:cubicBezTo>
                <a:lnTo>
                  <a:pt x="6174" y="14413"/>
                </a:lnTo>
                <a:cubicBezTo>
                  <a:pt x="6229" y="13146"/>
                  <a:pt x="6264" y="11877"/>
                  <a:pt x="6300" y="10607"/>
                </a:cubicBezTo>
                <a:close/>
                <a:moveTo>
                  <a:pt x="6513" y="1"/>
                </a:moveTo>
                <a:cubicBezTo>
                  <a:pt x="6290" y="1"/>
                  <a:pt x="6060" y="131"/>
                  <a:pt x="6026" y="362"/>
                </a:cubicBezTo>
                <a:cubicBezTo>
                  <a:pt x="5760" y="2163"/>
                  <a:pt x="5604" y="3972"/>
                  <a:pt x="5501" y="5786"/>
                </a:cubicBezTo>
                <a:lnTo>
                  <a:pt x="5501" y="5786"/>
                </a:lnTo>
                <a:cubicBezTo>
                  <a:pt x="3837" y="6171"/>
                  <a:pt x="2172" y="6555"/>
                  <a:pt x="511" y="6958"/>
                </a:cubicBezTo>
                <a:cubicBezTo>
                  <a:pt x="115" y="7055"/>
                  <a:pt x="1" y="7681"/>
                  <a:pt x="393" y="7868"/>
                </a:cubicBezTo>
                <a:cubicBezTo>
                  <a:pt x="2028" y="8652"/>
                  <a:pt x="3672" y="9419"/>
                  <a:pt x="5324" y="10167"/>
                </a:cubicBezTo>
                <a:lnTo>
                  <a:pt x="5324" y="10167"/>
                </a:lnTo>
                <a:cubicBezTo>
                  <a:pt x="5265" y="12097"/>
                  <a:pt x="5213" y="14027"/>
                  <a:pt x="5099" y="15951"/>
                </a:cubicBezTo>
                <a:cubicBezTo>
                  <a:pt x="5085" y="16196"/>
                  <a:pt x="5221" y="16347"/>
                  <a:pt x="5397" y="16404"/>
                </a:cubicBezTo>
                <a:lnTo>
                  <a:pt x="5397" y="16404"/>
                </a:lnTo>
                <a:cubicBezTo>
                  <a:pt x="5468" y="16450"/>
                  <a:pt x="5548" y="16477"/>
                  <a:pt x="5628" y="16477"/>
                </a:cubicBezTo>
                <a:cubicBezTo>
                  <a:pt x="5740" y="16477"/>
                  <a:pt x="5853" y="16426"/>
                  <a:pt x="5948" y="16303"/>
                </a:cubicBezTo>
                <a:cubicBezTo>
                  <a:pt x="7084" y="14845"/>
                  <a:pt x="8241" y="13406"/>
                  <a:pt x="9393" y="11965"/>
                </a:cubicBezTo>
                <a:lnTo>
                  <a:pt x="9393" y="11965"/>
                </a:lnTo>
                <a:cubicBezTo>
                  <a:pt x="11196" y="12741"/>
                  <a:pt x="13009" y="13494"/>
                  <a:pt x="14832" y="14222"/>
                </a:cubicBezTo>
                <a:cubicBezTo>
                  <a:pt x="14891" y="14245"/>
                  <a:pt x="14947" y="14256"/>
                  <a:pt x="14999" y="14256"/>
                </a:cubicBezTo>
                <a:cubicBezTo>
                  <a:pt x="15344" y="14256"/>
                  <a:pt x="15535" y="13791"/>
                  <a:pt x="15394" y="13491"/>
                </a:cubicBezTo>
                <a:cubicBezTo>
                  <a:pt x="14529" y="11640"/>
                  <a:pt x="13496" y="9859"/>
                  <a:pt x="12424" y="8114"/>
                </a:cubicBezTo>
                <a:lnTo>
                  <a:pt x="12424" y="8114"/>
                </a:lnTo>
                <a:cubicBezTo>
                  <a:pt x="13397" y="6844"/>
                  <a:pt x="14350" y="5557"/>
                  <a:pt x="15264" y="4238"/>
                </a:cubicBezTo>
                <a:cubicBezTo>
                  <a:pt x="15493" y="3909"/>
                  <a:pt x="15177" y="3491"/>
                  <a:pt x="14822" y="3491"/>
                </a:cubicBezTo>
                <a:cubicBezTo>
                  <a:pt x="14782" y="3491"/>
                  <a:pt x="14741" y="3496"/>
                  <a:pt x="14701" y="3507"/>
                </a:cubicBezTo>
                <a:cubicBezTo>
                  <a:pt x="13221" y="3921"/>
                  <a:pt x="11733" y="4302"/>
                  <a:pt x="10242" y="4667"/>
                </a:cubicBezTo>
                <a:lnTo>
                  <a:pt x="10242" y="4667"/>
                </a:lnTo>
                <a:cubicBezTo>
                  <a:pt x="9206" y="3091"/>
                  <a:pt x="8105" y="1549"/>
                  <a:pt x="6860" y="143"/>
                </a:cubicBezTo>
                <a:cubicBezTo>
                  <a:pt x="6774" y="46"/>
                  <a:pt x="6645" y="1"/>
                  <a:pt x="6513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65" name="Google Shape;6665;p19"/>
          <p:cNvSpPr/>
          <p:nvPr/>
        </p:nvSpPr>
        <p:spPr>
          <a:xfrm>
            <a:off x="6701763" y="4100013"/>
            <a:ext cx="117525" cy="110100"/>
          </a:xfrm>
          <a:custGeom>
            <a:rect b="b" l="l" r="r" t="t"/>
            <a:pathLst>
              <a:path extrusionOk="0" h="4404" w="4701">
                <a:moveTo>
                  <a:pt x="1951" y="1032"/>
                </a:moveTo>
                <a:cubicBezTo>
                  <a:pt x="1950" y="1033"/>
                  <a:pt x="1949" y="1033"/>
                  <a:pt x="1947" y="1033"/>
                </a:cubicBezTo>
                <a:cubicBezTo>
                  <a:pt x="1948" y="1033"/>
                  <a:pt x="1950" y="1033"/>
                  <a:pt x="1951" y="1032"/>
                </a:cubicBezTo>
                <a:close/>
                <a:moveTo>
                  <a:pt x="2857" y="1059"/>
                </a:moveTo>
                <a:cubicBezTo>
                  <a:pt x="2871" y="1059"/>
                  <a:pt x="2889" y="1066"/>
                  <a:pt x="2907" y="1075"/>
                </a:cubicBezTo>
                <a:lnTo>
                  <a:pt x="2907" y="1075"/>
                </a:lnTo>
                <a:cubicBezTo>
                  <a:pt x="2887" y="1068"/>
                  <a:pt x="2858" y="1059"/>
                  <a:pt x="2857" y="1059"/>
                </a:cubicBezTo>
                <a:close/>
                <a:moveTo>
                  <a:pt x="3091" y="1185"/>
                </a:moveTo>
                <a:cubicBezTo>
                  <a:pt x="3091" y="1185"/>
                  <a:pt x="3091" y="1185"/>
                  <a:pt x="3091" y="1185"/>
                </a:cubicBezTo>
                <a:lnTo>
                  <a:pt x="3091" y="1185"/>
                </a:lnTo>
                <a:cubicBezTo>
                  <a:pt x="3091" y="1185"/>
                  <a:pt x="3091" y="1185"/>
                  <a:pt x="3091" y="1185"/>
                </a:cubicBezTo>
                <a:close/>
                <a:moveTo>
                  <a:pt x="3104" y="1198"/>
                </a:moveTo>
                <a:cubicBezTo>
                  <a:pt x="3111" y="1203"/>
                  <a:pt x="3118" y="1208"/>
                  <a:pt x="3125" y="1213"/>
                </a:cubicBezTo>
                <a:cubicBezTo>
                  <a:pt x="3142" y="1224"/>
                  <a:pt x="3149" y="1229"/>
                  <a:pt x="3148" y="1229"/>
                </a:cubicBezTo>
                <a:cubicBezTo>
                  <a:pt x="3148" y="1229"/>
                  <a:pt x="3121" y="1211"/>
                  <a:pt x="3104" y="1198"/>
                </a:cubicBezTo>
                <a:close/>
                <a:moveTo>
                  <a:pt x="1747" y="3319"/>
                </a:moveTo>
                <a:cubicBezTo>
                  <a:pt x="1767" y="3326"/>
                  <a:pt x="1803" y="3338"/>
                  <a:pt x="1802" y="3338"/>
                </a:cubicBezTo>
                <a:cubicBezTo>
                  <a:pt x="1800" y="3339"/>
                  <a:pt x="1799" y="3339"/>
                  <a:pt x="1797" y="3339"/>
                </a:cubicBezTo>
                <a:cubicBezTo>
                  <a:pt x="1785" y="3339"/>
                  <a:pt x="1766" y="3330"/>
                  <a:pt x="1747" y="3319"/>
                </a:cubicBezTo>
                <a:close/>
                <a:moveTo>
                  <a:pt x="2463" y="3393"/>
                </a:moveTo>
                <a:cubicBezTo>
                  <a:pt x="2461" y="3393"/>
                  <a:pt x="2459" y="3393"/>
                  <a:pt x="2456" y="3393"/>
                </a:cubicBezTo>
                <a:lnTo>
                  <a:pt x="2456" y="3393"/>
                </a:lnTo>
                <a:cubicBezTo>
                  <a:pt x="2459" y="3393"/>
                  <a:pt x="2462" y="3393"/>
                  <a:pt x="2463" y="3393"/>
                </a:cubicBezTo>
                <a:close/>
                <a:moveTo>
                  <a:pt x="2387" y="989"/>
                </a:moveTo>
                <a:cubicBezTo>
                  <a:pt x="2440" y="989"/>
                  <a:pt x="2491" y="989"/>
                  <a:pt x="2541" y="993"/>
                </a:cubicBezTo>
                <a:cubicBezTo>
                  <a:pt x="2560" y="993"/>
                  <a:pt x="2582" y="997"/>
                  <a:pt x="2601" y="998"/>
                </a:cubicBezTo>
                <a:lnTo>
                  <a:pt x="2601" y="998"/>
                </a:lnTo>
                <a:cubicBezTo>
                  <a:pt x="2682" y="1018"/>
                  <a:pt x="2761" y="1029"/>
                  <a:pt x="2840" y="1057"/>
                </a:cubicBezTo>
                <a:cubicBezTo>
                  <a:pt x="2857" y="1061"/>
                  <a:pt x="2876" y="1069"/>
                  <a:pt x="2895" y="1076"/>
                </a:cubicBezTo>
                <a:cubicBezTo>
                  <a:pt x="2906" y="1079"/>
                  <a:pt x="2914" y="1081"/>
                  <a:pt x="2919" y="1082"/>
                </a:cubicBezTo>
                <a:lnTo>
                  <a:pt x="2919" y="1082"/>
                </a:lnTo>
                <a:cubicBezTo>
                  <a:pt x="2944" y="1096"/>
                  <a:pt x="2968" y="1113"/>
                  <a:pt x="2984" y="1122"/>
                </a:cubicBezTo>
                <a:cubicBezTo>
                  <a:pt x="3015" y="1139"/>
                  <a:pt x="3049" y="1160"/>
                  <a:pt x="3080" y="1181"/>
                </a:cubicBezTo>
                <a:cubicBezTo>
                  <a:pt x="3084" y="1184"/>
                  <a:pt x="3088" y="1186"/>
                  <a:pt x="3092" y="1189"/>
                </a:cubicBezTo>
                <a:lnTo>
                  <a:pt x="3092" y="1189"/>
                </a:lnTo>
                <a:cubicBezTo>
                  <a:pt x="3107" y="1217"/>
                  <a:pt x="3258" y="1347"/>
                  <a:pt x="3274" y="1366"/>
                </a:cubicBezTo>
                <a:cubicBezTo>
                  <a:pt x="3278" y="1370"/>
                  <a:pt x="3281" y="1374"/>
                  <a:pt x="3284" y="1378"/>
                </a:cubicBezTo>
                <a:lnTo>
                  <a:pt x="3284" y="1378"/>
                </a:lnTo>
                <a:cubicBezTo>
                  <a:pt x="3304" y="1410"/>
                  <a:pt x="3328" y="1440"/>
                  <a:pt x="3348" y="1474"/>
                </a:cubicBezTo>
                <a:cubicBezTo>
                  <a:pt x="3367" y="1503"/>
                  <a:pt x="3386" y="1535"/>
                  <a:pt x="3403" y="1569"/>
                </a:cubicBezTo>
                <a:cubicBezTo>
                  <a:pt x="3409" y="1579"/>
                  <a:pt x="3414" y="1591"/>
                  <a:pt x="3420" y="1604"/>
                </a:cubicBezTo>
                <a:lnTo>
                  <a:pt x="3420" y="1604"/>
                </a:lnTo>
                <a:cubicBezTo>
                  <a:pt x="3420" y="1602"/>
                  <a:pt x="3420" y="1600"/>
                  <a:pt x="3420" y="1598"/>
                </a:cubicBezTo>
                <a:lnTo>
                  <a:pt x="3420" y="1598"/>
                </a:lnTo>
                <a:cubicBezTo>
                  <a:pt x="3420" y="1600"/>
                  <a:pt x="3420" y="1602"/>
                  <a:pt x="3420" y="1604"/>
                </a:cubicBezTo>
                <a:lnTo>
                  <a:pt x="3420" y="1604"/>
                </a:lnTo>
                <a:cubicBezTo>
                  <a:pt x="3420" y="1604"/>
                  <a:pt x="3420" y="1604"/>
                  <a:pt x="3420" y="1604"/>
                </a:cubicBezTo>
                <a:lnTo>
                  <a:pt x="3420" y="1604"/>
                </a:lnTo>
                <a:cubicBezTo>
                  <a:pt x="3420" y="1621"/>
                  <a:pt x="3423" y="1634"/>
                  <a:pt x="3427" y="1644"/>
                </a:cubicBezTo>
                <a:lnTo>
                  <a:pt x="3427" y="1644"/>
                </a:lnTo>
                <a:cubicBezTo>
                  <a:pt x="3423" y="1630"/>
                  <a:pt x="3420" y="1616"/>
                  <a:pt x="3420" y="1604"/>
                </a:cubicBezTo>
                <a:lnTo>
                  <a:pt x="3420" y="1604"/>
                </a:lnTo>
                <a:cubicBezTo>
                  <a:pt x="3422" y="1608"/>
                  <a:pt x="3424" y="1613"/>
                  <a:pt x="3426" y="1617"/>
                </a:cubicBezTo>
                <a:cubicBezTo>
                  <a:pt x="3442" y="1646"/>
                  <a:pt x="3443" y="1659"/>
                  <a:pt x="3439" y="1659"/>
                </a:cubicBezTo>
                <a:cubicBezTo>
                  <a:pt x="3436" y="1659"/>
                  <a:pt x="3432" y="1654"/>
                  <a:pt x="3427" y="1644"/>
                </a:cubicBezTo>
                <a:lnTo>
                  <a:pt x="3427" y="1644"/>
                </a:lnTo>
                <a:cubicBezTo>
                  <a:pt x="3443" y="1697"/>
                  <a:pt x="3479" y="1760"/>
                  <a:pt x="3491" y="1802"/>
                </a:cubicBezTo>
                <a:cubicBezTo>
                  <a:pt x="3500" y="1838"/>
                  <a:pt x="3508" y="1874"/>
                  <a:pt x="3517" y="1910"/>
                </a:cubicBezTo>
                <a:cubicBezTo>
                  <a:pt x="3521" y="1933"/>
                  <a:pt x="3525" y="1954"/>
                  <a:pt x="3529" y="1977"/>
                </a:cubicBezTo>
                <a:cubicBezTo>
                  <a:pt x="3534" y="2005"/>
                  <a:pt x="3537" y="2015"/>
                  <a:pt x="3538" y="2015"/>
                </a:cubicBezTo>
                <a:cubicBezTo>
                  <a:pt x="3540" y="2015"/>
                  <a:pt x="3530" y="1942"/>
                  <a:pt x="3525" y="1939"/>
                </a:cubicBezTo>
                <a:lnTo>
                  <a:pt x="3525" y="1939"/>
                </a:lnTo>
                <a:cubicBezTo>
                  <a:pt x="3550" y="1954"/>
                  <a:pt x="3538" y="2142"/>
                  <a:pt x="3538" y="2173"/>
                </a:cubicBezTo>
                <a:cubicBezTo>
                  <a:pt x="3538" y="2215"/>
                  <a:pt x="3535" y="2257"/>
                  <a:pt x="3533" y="2297"/>
                </a:cubicBezTo>
                <a:cubicBezTo>
                  <a:pt x="3532" y="2312"/>
                  <a:pt x="3530" y="2326"/>
                  <a:pt x="3529" y="2339"/>
                </a:cubicBezTo>
                <a:lnTo>
                  <a:pt x="3529" y="2339"/>
                </a:lnTo>
                <a:cubicBezTo>
                  <a:pt x="3514" y="2409"/>
                  <a:pt x="3504" y="2477"/>
                  <a:pt x="3483" y="2546"/>
                </a:cubicBezTo>
                <a:cubicBezTo>
                  <a:pt x="3472" y="2582"/>
                  <a:pt x="3462" y="2618"/>
                  <a:pt x="3449" y="2651"/>
                </a:cubicBezTo>
                <a:cubicBezTo>
                  <a:pt x="3445" y="2663"/>
                  <a:pt x="3440" y="2676"/>
                  <a:pt x="3436" y="2688"/>
                </a:cubicBezTo>
                <a:lnTo>
                  <a:pt x="3436" y="2688"/>
                </a:lnTo>
                <a:cubicBezTo>
                  <a:pt x="3398" y="2751"/>
                  <a:pt x="3369" y="2818"/>
                  <a:pt x="3329" y="2881"/>
                </a:cubicBezTo>
                <a:cubicBezTo>
                  <a:pt x="3324" y="2889"/>
                  <a:pt x="3300" y="2922"/>
                  <a:pt x="3284" y="2945"/>
                </a:cubicBezTo>
                <a:lnTo>
                  <a:pt x="3284" y="2945"/>
                </a:lnTo>
                <a:cubicBezTo>
                  <a:pt x="3263" y="2968"/>
                  <a:pt x="3232" y="3005"/>
                  <a:pt x="3224" y="3014"/>
                </a:cubicBezTo>
                <a:cubicBezTo>
                  <a:pt x="3198" y="3041"/>
                  <a:pt x="3171" y="3069"/>
                  <a:pt x="3142" y="3094"/>
                </a:cubicBezTo>
                <a:cubicBezTo>
                  <a:pt x="3127" y="3106"/>
                  <a:pt x="3112" y="3119"/>
                  <a:pt x="3099" y="3132"/>
                </a:cubicBezTo>
                <a:cubicBezTo>
                  <a:pt x="3075" y="3154"/>
                  <a:pt x="3071" y="3163"/>
                  <a:pt x="3076" y="3163"/>
                </a:cubicBezTo>
                <a:cubicBezTo>
                  <a:pt x="3076" y="3163"/>
                  <a:pt x="3077" y="3163"/>
                  <a:pt x="3078" y="3162"/>
                </a:cubicBezTo>
                <a:lnTo>
                  <a:pt x="3078" y="3162"/>
                </a:lnTo>
                <a:cubicBezTo>
                  <a:pt x="3021" y="3203"/>
                  <a:pt x="2923" y="3245"/>
                  <a:pt x="2889" y="3262"/>
                </a:cubicBezTo>
                <a:cubicBezTo>
                  <a:pt x="2863" y="3275"/>
                  <a:pt x="2803" y="3296"/>
                  <a:pt x="2805" y="3296"/>
                </a:cubicBezTo>
                <a:cubicBezTo>
                  <a:pt x="2806" y="3296"/>
                  <a:pt x="2822" y="3291"/>
                  <a:pt x="2866" y="3277"/>
                </a:cubicBezTo>
                <a:lnTo>
                  <a:pt x="2866" y="3277"/>
                </a:lnTo>
                <a:cubicBezTo>
                  <a:pt x="2823" y="3292"/>
                  <a:pt x="2783" y="3309"/>
                  <a:pt x="2741" y="3323"/>
                </a:cubicBezTo>
                <a:cubicBezTo>
                  <a:pt x="2642" y="3355"/>
                  <a:pt x="2541" y="3376"/>
                  <a:pt x="2438" y="3395"/>
                </a:cubicBezTo>
                <a:cubicBezTo>
                  <a:pt x="2437" y="3395"/>
                  <a:pt x="2437" y="3395"/>
                  <a:pt x="2437" y="3395"/>
                </a:cubicBezTo>
                <a:lnTo>
                  <a:pt x="2437" y="3395"/>
                </a:lnTo>
                <a:cubicBezTo>
                  <a:pt x="2416" y="3397"/>
                  <a:pt x="2395" y="3400"/>
                  <a:pt x="2375" y="3401"/>
                </a:cubicBezTo>
                <a:cubicBezTo>
                  <a:pt x="2330" y="3403"/>
                  <a:pt x="2284" y="3406"/>
                  <a:pt x="2240" y="3406"/>
                </a:cubicBezTo>
                <a:cubicBezTo>
                  <a:pt x="2226" y="3406"/>
                  <a:pt x="2211" y="3406"/>
                  <a:pt x="2197" y="3406"/>
                </a:cubicBezTo>
                <a:cubicBezTo>
                  <a:pt x="2163" y="3406"/>
                  <a:pt x="2129" y="3405"/>
                  <a:pt x="2094" y="3403"/>
                </a:cubicBezTo>
                <a:cubicBezTo>
                  <a:pt x="2081" y="3402"/>
                  <a:pt x="2067" y="3400"/>
                  <a:pt x="2054" y="3398"/>
                </a:cubicBezTo>
                <a:lnTo>
                  <a:pt x="2054" y="3398"/>
                </a:lnTo>
                <a:cubicBezTo>
                  <a:pt x="1975" y="3376"/>
                  <a:pt x="1893" y="3365"/>
                  <a:pt x="1814" y="3340"/>
                </a:cubicBezTo>
                <a:cubicBezTo>
                  <a:pt x="1797" y="3334"/>
                  <a:pt x="1778" y="3326"/>
                  <a:pt x="1762" y="3321"/>
                </a:cubicBezTo>
                <a:cubicBezTo>
                  <a:pt x="1752" y="3318"/>
                  <a:pt x="1745" y="3316"/>
                  <a:pt x="1740" y="3315"/>
                </a:cubicBezTo>
                <a:lnTo>
                  <a:pt x="1740" y="3315"/>
                </a:lnTo>
                <a:cubicBezTo>
                  <a:pt x="1716" y="3301"/>
                  <a:pt x="1691" y="3283"/>
                  <a:pt x="1679" y="3277"/>
                </a:cubicBezTo>
                <a:cubicBezTo>
                  <a:pt x="1648" y="3258"/>
                  <a:pt x="1616" y="3241"/>
                  <a:pt x="1587" y="3220"/>
                </a:cubicBezTo>
                <a:cubicBezTo>
                  <a:pt x="1572" y="3210"/>
                  <a:pt x="1557" y="3199"/>
                  <a:pt x="1543" y="3191"/>
                </a:cubicBezTo>
                <a:cubicBezTo>
                  <a:pt x="1525" y="3180"/>
                  <a:pt x="1519" y="3175"/>
                  <a:pt x="1519" y="3175"/>
                </a:cubicBezTo>
                <a:lnTo>
                  <a:pt x="1519" y="3175"/>
                </a:lnTo>
                <a:cubicBezTo>
                  <a:pt x="1518" y="3175"/>
                  <a:pt x="1582" y="3218"/>
                  <a:pt x="1580" y="3218"/>
                </a:cubicBezTo>
                <a:cubicBezTo>
                  <a:pt x="1580" y="3218"/>
                  <a:pt x="1579" y="3218"/>
                  <a:pt x="1578" y="3218"/>
                </a:cubicBezTo>
                <a:cubicBezTo>
                  <a:pt x="1542" y="3218"/>
                  <a:pt x="1420" y="3070"/>
                  <a:pt x="1399" y="3045"/>
                </a:cubicBezTo>
                <a:cubicBezTo>
                  <a:pt x="1384" y="3030"/>
                  <a:pt x="1353" y="2977"/>
                  <a:pt x="1351" y="2977"/>
                </a:cubicBezTo>
                <a:lnTo>
                  <a:pt x="1351" y="2977"/>
                </a:lnTo>
                <a:cubicBezTo>
                  <a:pt x="1350" y="2977"/>
                  <a:pt x="1354" y="2985"/>
                  <a:pt x="1363" y="3005"/>
                </a:cubicBezTo>
                <a:cubicBezTo>
                  <a:pt x="1372" y="3025"/>
                  <a:pt x="1375" y="3032"/>
                  <a:pt x="1374" y="3032"/>
                </a:cubicBezTo>
                <a:cubicBezTo>
                  <a:pt x="1372" y="3032"/>
                  <a:pt x="1335" y="2962"/>
                  <a:pt x="1326" y="2946"/>
                </a:cubicBezTo>
                <a:cubicBezTo>
                  <a:pt x="1285" y="2881"/>
                  <a:pt x="1252" y="2814"/>
                  <a:pt x="1215" y="2746"/>
                </a:cubicBezTo>
                <a:lnTo>
                  <a:pt x="1215" y="2746"/>
                </a:lnTo>
                <a:cubicBezTo>
                  <a:pt x="1214" y="2743"/>
                  <a:pt x="1213" y="2740"/>
                  <a:pt x="1212" y="2736"/>
                </a:cubicBezTo>
                <a:cubicBezTo>
                  <a:pt x="1199" y="2702"/>
                  <a:pt x="1187" y="2668"/>
                  <a:pt x="1176" y="2635"/>
                </a:cubicBezTo>
                <a:cubicBezTo>
                  <a:pt x="1153" y="2559"/>
                  <a:pt x="1132" y="2481"/>
                  <a:pt x="1119" y="2403"/>
                </a:cubicBezTo>
                <a:cubicBezTo>
                  <a:pt x="1119" y="2401"/>
                  <a:pt x="1118" y="2399"/>
                  <a:pt x="1118" y="2397"/>
                </a:cubicBezTo>
                <a:lnTo>
                  <a:pt x="1118" y="2397"/>
                </a:lnTo>
                <a:cubicBezTo>
                  <a:pt x="1122" y="2365"/>
                  <a:pt x="1108" y="2315"/>
                  <a:pt x="1106" y="2283"/>
                </a:cubicBezTo>
                <a:cubicBezTo>
                  <a:pt x="1102" y="2203"/>
                  <a:pt x="1102" y="2123"/>
                  <a:pt x="1106" y="2043"/>
                </a:cubicBezTo>
                <a:cubicBezTo>
                  <a:pt x="1107" y="2033"/>
                  <a:pt x="1110" y="2004"/>
                  <a:pt x="1113" y="1978"/>
                </a:cubicBezTo>
                <a:lnTo>
                  <a:pt x="1113" y="1978"/>
                </a:lnTo>
                <a:cubicBezTo>
                  <a:pt x="1117" y="1953"/>
                  <a:pt x="1123" y="1911"/>
                  <a:pt x="1125" y="1899"/>
                </a:cubicBezTo>
                <a:cubicBezTo>
                  <a:pt x="1144" y="1813"/>
                  <a:pt x="1170" y="1731"/>
                  <a:pt x="1197" y="1647"/>
                </a:cubicBezTo>
                <a:cubicBezTo>
                  <a:pt x="1199" y="1642"/>
                  <a:pt x="1200" y="1637"/>
                  <a:pt x="1201" y="1634"/>
                </a:cubicBezTo>
                <a:lnTo>
                  <a:pt x="1201" y="1634"/>
                </a:lnTo>
                <a:cubicBezTo>
                  <a:pt x="1203" y="1630"/>
                  <a:pt x="1205" y="1626"/>
                  <a:pt x="1208" y="1621"/>
                </a:cubicBezTo>
                <a:cubicBezTo>
                  <a:pt x="1227" y="1583"/>
                  <a:pt x="1246" y="1543"/>
                  <a:pt x="1269" y="1507"/>
                </a:cubicBezTo>
                <a:cubicBezTo>
                  <a:pt x="1290" y="1470"/>
                  <a:pt x="1313" y="1434"/>
                  <a:pt x="1338" y="1398"/>
                </a:cubicBezTo>
                <a:cubicBezTo>
                  <a:pt x="1341" y="1394"/>
                  <a:pt x="1344" y="1390"/>
                  <a:pt x="1346" y="1386"/>
                </a:cubicBezTo>
                <a:lnTo>
                  <a:pt x="1346" y="1386"/>
                </a:lnTo>
                <a:cubicBezTo>
                  <a:pt x="1346" y="1386"/>
                  <a:pt x="1346" y="1386"/>
                  <a:pt x="1347" y="1385"/>
                </a:cubicBezTo>
                <a:cubicBezTo>
                  <a:pt x="1399" y="1329"/>
                  <a:pt x="1454" y="1275"/>
                  <a:pt x="1511" y="1223"/>
                </a:cubicBezTo>
                <a:lnTo>
                  <a:pt x="1511" y="1223"/>
                </a:lnTo>
                <a:cubicBezTo>
                  <a:pt x="1524" y="1213"/>
                  <a:pt x="1537" y="1203"/>
                  <a:pt x="1551" y="1194"/>
                </a:cubicBezTo>
                <a:cubicBezTo>
                  <a:pt x="1589" y="1170"/>
                  <a:pt x="1627" y="1147"/>
                  <a:pt x="1667" y="1126"/>
                </a:cubicBezTo>
                <a:cubicBezTo>
                  <a:pt x="1682" y="1119"/>
                  <a:pt x="1697" y="1111"/>
                  <a:pt x="1712" y="1103"/>
                </a:cubicBezTo>
                <a:lnTo>
                  <a:pt x="1712" y="1103"/>
                </a:lnTo>
                <a:cubicBezTo>
                  <a:pt x="1755" y="1090"/>
                  <a:pt x="1797" y="1075"/>
                  <a:pt x="1840" y="1063"/>
                </a:cubicBezTo>
                <a:cubicBezTo>
                  <a:pt x="1884" y="1050"/>
                  <a:pt x="1928" y="1042"/>
                  <a:pt x="1970" y="1031"/>
                </a:cubicBezTo>
                <a:cubicBezTo>
                  <a:pt x="1976" y="1030"/>
                  <a:pt x="1983" y="1028"/>
                  <a:pt x="1990" y="1026"/>
                </a:cubicBezTo>
                <a:lnTo>
                  <a:pt x="1990" y="1026"/>
                </a:lnTo>
                <a:cubicBezTo>
                  <a:pt x="2008" y="1025"/>
                  <a:pt x="2026" y="1024"/>
                  <a:pt x="2042" y="1023"/>
                </a:cubicBezTo>
                <a:cubicBezTo>
                  <a:pt x="2063" y="1021"/>
                  <a:pt x="2083" y="1018"/>
                  <a:pt x="2104" y="1015"/>
                </a:cubicBezTo>
                <a:lnTo>
                  <a:pt x="2104" y="1015"/>
                </a:lnTo>
                <a:cubicBezTo>
                  <a:pt x="2127" y="1013"/>
                  <a:pt x="2151" y="1010"/>
                  <a:pt x="2175" y="1006"/>
                </a:cubicBezTo>
                <a:cubicBezTo>
                  <a:pt x="2200" y="1002"/>
                  <a:pt x="2223" y="998"/>
                  <a:pt x="2248" y="996"/>
                </a:cubicBezTo>
                <a:lnTo>
                  <a:pt x="2248" y="996"/>
                </a:lnTo>
                <a:cubicBezTo>
                  <a:pt x="2202" y="1002"/>
                  <a:pt x="2186" y="1004"/>
                  <a:pt x="2186" y="1004"/>
                </a:cubicBezTo>
                <a:cubicBezTo>
                  <a:pt x="2187" y="1004"/>
                  <a:pt x="2227" y="999"/>
                  <a:pt x="2246" y="998"/>
                </a:cubicBezTo>
                <a:cubicBezTo>
                  <a:pt x="2293" y="996"/>
                  <a:pt x="2341" y="991"/>
                  <a:pt x="2387" y="989"/>
                </a:cubicBezTo>
                <a:close/>
                <a:moveTo>
                  <a:pt x="2431" y="0"/>
                </a:moveTo>
                <a:cubicBezTo>
                  <a:pt x="2283" y="0"/>
                  <a:pt x="2134" y="12"/>
                  <a:pt x="1987" y="33"/>
                </a:cubicBezTo>
                <a:lnTo>
                  <a:pt x="1987" y="33"/>
                </a:lnTo>
                <a:cubicBezTo>
                  <a:pt x="1519" y="79"/>
                  <a:pt x="1082" y="246"/>
                  <a:pt x="738" y="578"/>
                </a:cubicBezTo>
                <a:cubicBezTo>
                  <a:pt x="443" y="863"/>
                  <a:pt x="236" y="1259"/>
                  <a:pt x="158" y="1661"/>
                </a:cubicBezTo>
                <a:cubicBezTo>
                  <a:pt x="0" y="2477"/>
                  <a:pt x="228" y="3403"/>
                  <a:pt x="896" y="3941"/>
                </a:cubicBezTo>
                <a:cubicBezTo>
                  <a:pt x="1283" y="4251"/>
                  <a:pt x="1777" y="4404"/>
                  <a:pt x="2272" y="4404"/>
                </a:cubicBezTo>
                <a:cubicBezTo>
                  <a:pt x="2762" y="4404"/>
                  <a:pt x="3253" y="4255"/>
                  <a:pt x="3645" y="3962"/>
                </a:cubicBezTo>
                <a:cubicBezTo>
                  <a:pt x="4395" y="3401"/>
                  <a:pt x="4700" y="2409"/>
                  <a:pt x="4443" y="1512"/>
                </a:cubicBezTo>
                <a:cubicBezTo>
                  <a:pt x="4302" y="1025"/>
                  <a:pt x="4003" y="604"/>
                  <a:pt x="3582" y="321"/>
                </a:cubicBezTo>
                <a:cubicBezTo>
                  <a:pt x="3236" y="89"/>
                  <a:pt x="2836" y="0"/>
                  <a:pt x="2431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66" name="Google Shape;6666;p19"/>
          <p:cNvSpPr/>
          <p:nvPr/>
        </p:nvSpPr>
        <p:spPr>
          <a:xfrm>
            <a:off x="7354550" y="989763"/>
            <a:ext cx="176025" cy="165050"/>
          </a:xfrm>
          <a:custGeom>
            <a:rect b="b" l="l" r="r" t="t"/>
            <a:pathLst>
              <a:path extrusionOk="0" h="6602" w="7041">
                <a:moveTo>
                  <a:pt x="4935" y="1378"/>
                </a:moveTo>
                <a:cubicBezTo>
                  <a:pt x="4939" y="1380"/>
                  <a:pt x="4948" y="1387"/>
                  <a:pt x="4965" y="1400"/>
                </a:cubicBezTo>
                <a:cubicBezTo>
                  <a:pt x="4955" y="1392"/>
                  <a:pt x="4945" y="1385"/>
                  <a:pt x="4935" y="1378"/>
                </a:cubicBezTo>
                <a:close/>
                <a:moveTo>
                  <a:pt x="1630" y="1762"/>
                </a:moveTo>
                <a:lnTo>
                  <a:pt x="1630" y="1762"/>
                </a:lnTo>
                <a:cubicBezTo>
                  <a:pt x="1621" y="1773"/>
                  <a:pt x="1618" y="1778"/>
                  <a:pt x="1618" y="1778"/>
                </a:cubicBezTo>
                <a:cubicBezTo>
                  <a:pt x="1618" y="1778"/>
                  <a:pt x="1623" y="1771"/>
                  <a:pt x="1630" y="1762"/>
                </a:cubicBezTo>
                <a:close/>
                <a:moveTo>
                  <a:pt x="3639" y="986"/>
                </a:moveTo>
                <a:cubicBezTo>
                  <a:pt x="4036" y="986"/>
                  <a:pt x="4418" y="1072"/>
                  <a:pt x="4734" y="1250"/>
                </a:cubicBezTo>
                <a:cubicBezTo>
                  <a:pt x="4786" y="1280"/>
                  <a:pt x="4839" y="1313"/>
                  <a:pt x="4890" y="1347"/>
                </a:cubicBezTo>
                <a:cubicBezTo>
                  <a:pt x="4906" y="1357"/>
                  <a:pt x="4921" y="1367"/>
                  <a:pt x="4935" y="1378"/>
                </a:cubicBezTo>
                <a:lnTo>
                  <a:pt x="4935" y="1378"/>
                </a:lnTo>
                <a:cubicBezTo>
                  <a:pt x="4934" y="1377"/>
                  <a:pt x="4933" y="1376"/>
                  <a:pt x="4933" y="1376"/>
                </a:cubicBezTo>
                <a:lnTo>
                  <a:pt x="4933" y="1376"/>
                </a:lnTo>
                <a:cubicBezTo>
                  <a:pt x="4934" y="1376"/>
                  <a:pt x="4964" y="1397"/>
                  <a:pt x="4972" y="1404"/>
                </a:cubicBezTo>
                <a:cubicBezTo>
                  <a:pt x="5081" y="1495"/>
                  <a:pt x="5182" y="1594"/>
                  <a:pt x="5275" y="1701"/>
                </a:cubicBezTo>
                <a:cubicBezTo>
                  <a:pt x="5296" y="1724"/>
                  <a:pt x="5315" y="1747"/>
                  <a:pt x="5332" y="1771"/>
                </a:cubicBezTo>
                <a:cubicBezTo>
                  <a:pt x="5336" y="1776"/>
                  <a:pt x="5339" y="1780"/>
                  <a:pt x="5342" y="1782"/>
                </a:cubicBezTo>
                <a:lnTo>
                  <a:pt x="5342" y="1782"/>
                </a:lnTo>
                <a:cubicBezTo>
                  <a:pt x="5378" y="1835"/>
                  <a:pt x="5414" y="1889"/>
                  <a:pt x="5446" y="1943"/>
                </a:cubicBezTo>
                <a:cubicBezTo>
                  <a:pt x="5477" y="1994"/>
                  <a:pt x="5507" y="2045"/>
                  <a:pt x="5534" y="2097"/>
                </a:cubicBezTo>
                <a:cubicBezTo>
                  <a:pt x="5548" y="2126"/>
                  <a:pt x="5603" y="2244"/>
                  <a:pt x="5604" y="2244"/>
                </a:cubicBezTo>
                <a:cubicBezTo>
                  <a:pt x="5605" y="2244"/>
                  <a:pt x="5604" y="2244"/>
                  <a:pt x="5604" y="2242"/>
                </a:cubicBezTo>
                <a:lnTo>
                  <a:pt x="5604" y="2242"/>
                </a:lnTo>
                <a:cubicBezTo>
                  <a:pt x="5646" y="2347"/>
                  <a:pt x="5682" y="2454"/>
                  <a:pt x="5711" y="2561"/>
                </a:cubicBezTo>
                <a:cubicBezTo>
                  <a:pt x="5726" y="2620"/>
                  <a:pt x="5741" y="2679"/>
                  <a:pt x="5751" y="2738"/>
                </a:cubicBezTo>
                <a:cubicBezTo>
                  <a:pt x="5756" y="2758"/>
                  <a:pt x="5778" y="2901"/>
                  <a:pt x="5781" y="2901"/>
                </a:cubicBezTo>
                <a:cubicBezTo>
                  <a:pt x="5781" y="2901"/>
                  <a:pt x="5781" y="2892"/>
                  <a:pt x="5779" y="2872"/>
                </a:cubicBezTo>
                <a:lnTo>
                  <a:pt x="5779" y="2872"/>
                </a:lnTo>
                <a:cubicBezTo>
                  <a:pt x="5793" y="2999"/>
                  <a:pt x="5800" y="3127"/>
                  <a:pt x="5800" y="3256"/>
                </a:cubicBezTo>
                <a:cubicBezTo>
                  <a:pt x="5798" y="3323"/>
                  <a:pt x="5796" y="3393"/>
                  <a:pt x="5791" y="3460"/>
                </a:cubicBezTo>
                <a:cubicBezTo>
                  <a:pt x="5787" y="3518"/>
                  <a:pt x="5781" y="3572"/>
                  <a:pt x="5780" y="3582"/>
                </a:cubicBezTo>
                <a:lnTo>
                  <a:pt x="5780" y="3582"/>
                </a:lnTo>
                <a:cubicBezTo>
                  <a:pt x="5759" y="3706"/>
                  <a:pt x="5734" y="3831"/>
                  <a:pt x="5699" y="3953"/>
                </a:cubicBezTo>
                <a:cubicBezTo>
                  <a:pt x="5682" y="4012"/>
                  <a:pt x="5663" y="4069"/>
                  <a:pt x="5642" y="4126"/>
                </a:cubicBezTo>
                <a:cubicBezTo>
                  <a:pt x="5631" y="4155"/>
                  <a:pt x="5621" y="4183"/>
                  <a:pt x="5610" y="4212"/>
                </a:cubicBezTo>
                <a:cubicBezTo>
                  <a:pt x="5606" y="4223"/>
                  <a:pt x="5602" y="4232"/>
                  <a:pt x="5600" y="4238"/>
                </a:cubicBezTo>
                <a:lnTo>
                  <a:pt x="5600" y="4238"/>
                </a:lnTo>
                <a:cubicBezTo>
                  <a:pt x="5597" y="4244"/>
                  <a:pt x="5593" y="4252"/>
                  <a:pt x="5589" y="4261"/>
                </a:cubicBezTo>
                <a:cubicBezTo>
                  <a:pt x="5534" y="4370"/>
                  <a:pt x="5477" y="4478"/>
                  <a:pt x="5412" y="4581"/>
                </a:cubicBezTo>
                <a:cubicBezTo>
                  <a:pt x="5311" y="4737"/>
                  <a:pt x="5324" y="4720"/>
                  <a:pt x="5189" y="4863"/>
                </a:cubicBezTo>
                <a:cubicBezTo>
                  <a:pt x="4814" y="5261"/>
                  <a:pt x="4355" y="5476"/>
                  <a:pt x="3756" y="5573"/>
                </a:cubicBezTo>
                <a:cubicBezTo>
                  <a:pt x="3620" y="5595"/>
                  <a:pt x="3482" y="5605"/>
                  <a:pt x="3344" y="5605"/>
                </a:cubicBezTo>
                <a:cubicBezTo>
                  <a:pt x="2954" y="5605"/>
                  <a:pt x="2572" y="5519"/>
                  <a:pt x="2265" y="5346"/>
                </a:cubicBezTo>
                <a:cubicBezTo>
                  <a:pt x="2214" y="5316"/>
                  <a:pt x="2164" y="5285"/>
                  <a:pt x="2113" y="5253"/>
                </a:cubicBezTo>
                <a:cubicBezTo>
                  <a:pt x="2098" y="5243"/>
                  <a:pt x="2015" y="5180"/>
                  <a:pt x="2013" y="5180"/>
                </a:cubicBezTo>
                <a:lnTo>
                  <a:pt x="2013" y="5180"/>
                </a:lnTo>
                <a:cubicBezTo>
                  <a:pt x="2013" y="5180"/>
                  <a:pt x="2019" y="5186"/>
                  <a:pt x="2037" y="5200"/>
                </a:cubicBezTo>
                <a:cubicBezTo>
                  <a:pt x="1930" y="5114"/>
                  <a:pt x="1831" y="5019"/>
                  <a:pt x="1740" y="4916"/>
                </a:cubicBezTo>
                <a:cubicBezTo>
                  <a:pt x="1728" y="4902"/>
                  <a:pt x="1675" y="4837"/>
                  <a:pt x="1657" y="4816"/>
                </a:cubicBezTo>
                <a:lnTo>
                  <a:pt x="1657" y="4816"/>
                </a:lnTo>
                <a:cubicBezTo>
                  <a:pt x="1647" y="4801"/>
                  <a:pt x="1584" y="4711"/>
                  <a:pt x="1570" y="4688"/>
                </a:cubicBezTo>
                <a:cubicBezTo>
                  <a:pt x="1500" y="4579"/>
                  <a:pt x="1439" y="4465"/>
                  <a:pt x="1382" y="4347"/>
                </a:cubicBezTo>
                <a:cubicBezTo>
                  <a:pt x="1372" y="4327"/>
                  <a:pt x="1369" y="4322"/>
                  <a:pt x="1368" y="4322"/>
                </a:cubicBezTo>
                <a:lnTo>
                  <a:pt x="1368" y="4322"/>
                </a:lnTo>
                <a:cubicBezTo>
                  <a:pt x="1368" y="4322"/>
                  <a:pt x="1368" y="4322"/>
                  <a:pt x="1368" y="4322"/>
                </a:cubicBezTo>
                <a:lnTo>
                  <a:pt x="1368" y="4322"/>
                </a:lnTo>
                <a:cubicBezTo>
                  <a:pt x="1366" y="4315"/>
                  <a:pt x="1360" y="4299"/>
                  <a:pt x="1348" y="4265"/>
                </a:cubicBezTo>
                <a:cubicBezTo>
                  <a:pt x="1329" y="4210"/>
                  <a:pt x="1308" y="4155"/>
                  <a:pt x="1291" y="4101"/>
                </a:cubicBezTo>
                <a:cubicBezTo>
                  <a:pt x="1251" y="3974"/>
                  <a:pt x="1220" y="3848"/>
                  <a:pt x="1197" y="3717"/>
                </a:cubicBezTo>
                <a:cubicBezTo>
                  <a:pt x="1192" y="3696"/>
                  <a:pt x="1179" y="3596"/>
                  <a:pt x="1178" y="3596"/>
                </a:cubicBezTo>
                <a:lnTo>
                  <a:pt x="1178" y="3596"/>
                </a:lnTo>
                <a:cubicBezTo>
                  <a:pt x="1178" y="3596"/>
                  <a:pt x="1179" y="3606"/>
                  <a:pt x="1182" y="3633"/>
                </a:cubicBezTo>
                <a:cubicBezTo>
                  <a:pt x="1173" y="3568"/>
                  <a:pt x="1167" y="3502"/>
                  <a:pt x="1165" y="3437"/>
                </a:cubicBezTo>
                <a:cubicBezTo>
                  <a:pt x="1157" y="3304"/>
                  <a:pt x="1157" y="3174"/>
                  <a:pt x="1165" y="3041"/>
                </a:cubicBezTo>
                <a:cubicBezTo>
                  <a:pt x="1167" y="3011"/>
                  <a:pt x="1179" y="2898"/>
                  <a:pt x="1181" y="2870"/>
                </a:cubicBezTo>
                <a:lnTo>
                  <a:pt x="1181" y="2870"/>
                </a:lnTo>
                <a:cubicBezTo>
                  <a:pt x="1186" y="2847"/>
                  <a:pt x="1203" y="2750"/>
                  <a:pt x="1209" y="2721"/>
                </a:cubicBezTo>
                <a:cubicBezTo>
                  <a:pt x="1239" y="2580"/>
                  <a:pt x="1281" y="2443"/>
                  <a:pt x="1327" y="2306"/>
                </a:cubicBezTo>
                <a:cubicBezTo>
                  <a:pt x="1342" y="2262"/>
                  <a:pt x="1345" y="2248"/>
                  <a:pt x="1346" y="2244"/>
                </a:cubicBezTo>
                <a:lnTo>
                  <a:pt x="1346" y="2244"/>
                </a:lnTo>
                <a:cubicBezTo>
                  <a:pt x="1348" y="2241"/>
                  <a:pt x="1355" y="2229"/>
                  <a:pt x="1376" y="2188"/>
                </a:cubicBezTo>
                <a:cubicBezTo>
                  <a:pt x="1407" y="2125"/>
                  <a:pt x="1439" y="2059"/>
                  <a:pt x="1475" y="1998"/>
                </a:cubicBezTo>
                <a:cubicBezTo>
                  <a:pt x="1511" y="1937"/>
                  <a:pt x="1551" y="1878"/>
                  <a:pt x="1588" y="1819"/>
                </a:cubicBezTo>
                <a:cubicBezTo>
                  <a:pt x="1603" y="1799"/>
                  <a:pt x="1618" y="1779"/>
                  <a:pt x="1632" y="1759"/>
                </a:cubicBezTo>
                <a:lnTo>
                  <a:pt x="1632" y="1759"/>
                </a:lnTo>
                <a:cubicBezTo>
                  <a:pt x="1639" y="1751"/>
                  <a:pt x="1646" y="1741"/>
                  <a:pt x="1654" y="1733"/>
                </a:cubicBezTo>
                <a:cubicBezTo>
                  <a:pt x="1744" y="1632"/>
                  <a:pt x="1839" y="1535"/>
                  <a:pt x="1945" y="1446"/>
                </a:cubicBezTo>
                <a:cubicBezTo>
                  <a:pt x="1949" y="1443"/>
                  <a:pt x="1952" y="1440"/>
                  <a:pt x="1955" y="1437"/>
                </a:cubicBezTo>
                <a:lnTo>
                  <a:pt x="1955" y="1437"/>
                </a:lnTo>
                <a:cubicBezTo>
                  <a:pt x="1958" y="1435"/>
                  <a:pt x="1960" y="1434"/>
                  <a:pt x="1963" y="1431"/>
                </a:cubicBezTo>
                <a:cubicBezTo>
                  <a:pt x="1993" y="1410"/>
                  <a:pt x="2022" y="1389"/>
                  <a:pt x="2054" y="1370"/>
                </a:cubicBezTo>
                <a:cubicBezTo>
                  <a:pt x="2115" y="1328"/>
                  <a:pt x="2180" y="1292"/>
                  <a:pt x="2246" y="1257"/>
                </a:cubicBezTo>
                <a:cubicBezTo>
                  <a:pt x="2372" y="1191"/>
                  <a:pt x="2412" y="1174"/>
                  <a:pt x="2604" y="1120"/>
                </a:cubicBezTo>
                <a:cubicBezTo>
                  <a:pt x="2802" y="1065"/>
                  <a:pt x="2859" y="1059"/>
                  <a:pt x="3023" y="1044"/>
                </a:cubicBezTo>
                <a:cubicBezTo>
                  <a:pt x="3046" y="1042"/>
                  <a:pt x="3069" y="1039"/>
                  <a:pt x="3092" y="1035"/>
                </a:cubicBezTo>
                <a:lnTo>
                  <a:pt x="3092" y="1035"/>
                </a:lnTo>
                <a:cubicBezTo>
                  <a:pt x="3113" y="1033"/>
                  <a:pt x="3134" y="1031"/>
                  <a:pt x="3156" y="1027"/>
                </a:cubicBezTo>
                <a:cubicBezTo>
                  <a:pt x="3317" y="1000"/>
                  <a:pt x="3479" y="986"/>
                  <a:pt x="3639" y="986"/>
                </a:cubicBezTo>
                <a:close/>
                <a:moveTo>
                  <a:pt x="3656" y="0"/>
                </a:moveTo>
                <a:cubicBezTo>
                  <a:pt x="3424" y="0"/>
                  <a:pt x="3191" y="20"/>
                  <a:pt x="2962" y="55"/>
                </a:cubicBezTo>
                <a:lnTo>
                  <a:pt x="2962" y="55"/>
                </a:lnTo>
                <a:cubicBezTo>
                  <a:pt x="1592" y="189"/>
                  <a:pt x="506" y="1128"/>
                  <a:pt x="238" y="2500"/>
                </a:cubicBezTo>
                <a:cubicBezTo>
                  <a:pt x="0" y="3730"/>
                  <a:pt x="360" y="5131"/>
                  <a:pt x="1367" y="5933"/>
                </a:cubicBezTo>
                <a:cubicBezTo>
                  <a:pt x="1934" y="6385"/>
                  <a:pt x="2656" y="6602"/>
                  <a:pt x="3382" y="6602"/>
                </a:cubicBezTo>
                <a:cubicBezTo>
                  <a:pt x="4138" y="6602"/>
                  <a:pt x="4898" y="6367"/>
                  <a:pt x="5494" y="5917"/>
                </a:cubicBezTo>
                <a:cubicBezTo>
                  <a:pt x="6607" y="5078"/>
                  <a:pt x="7041" y="3580"/>
                  <a:pt x="6659" y="2253"/>
                </a:cubicBezTo>
                <a:cubicBezTo>
                  <a:pt x="6453" y="1537"/>
                  <a:pt x="6015" y="905"/>
                  <a:pt x="5393" y="488"/>
                </a:cubicBezTo>
                <a:cubicBezTo>
                  <a:pt x="4872" y="137"/>
                  <a:pt x="4267" y="0"/>
                  <a:pt x="3656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67" name="Google Shape;6667;p19"/>
          <p:cNvSpPr/>
          <p:nvPr/>
        </p:nvSpPr>
        <p:spPr>
          <a:xfrm>
            <a:off x="3262963" y="1391113"/>
            <a:ext cx="117525" cy="110100"/>
          </a:xfrm>
          <a:custGeom>
            <a:rect b="b" l="l" r="r" t="t"/>
            <a:pathLst>
              <a:path extrusionOk="0" h="4404" w="4701">
                <a:moveTo>
                  <a:pt x="1951" y="1032"/>
                </a:moveTo>
                <a:cubicBezTo>
                  <a:pt x="1950" y="1033"/>
                  <a:pt x="1949" y="1033"/>
                  <a:pt x="1947" y="1033"/>
                </a:cubicBezTo>
                <a:cubicBezTo>
                  <a:pt x="1948" y="1033"/>
                  <a:pt x="1950" y="1033"/>
                  <a:pt x="1951" y="1032"/>
                </a:cubicBezTo>
                <a:close/>
                <a:moveTo>
                  <a:pt x="2857" y="1059"/>
                </a:moveTo>
                <a:cubicBezTo>
                  <a:pt x="2871" y="1059"/>
                  <a:pt x="2889" y="1066"/>
                  <a:pt x="2907" y="1075"/>
                </a:cubicBezTo>
                <a:lnTo>
                  <a:pt x="2907" y="1075"/>
                </a:lnTo>
                <a:cubicBezTo>
                  <a:pt x="2887" y="1068"/>
                  <a:pt x="2858" y="1059"/>
                  <a:pt x="2857" y="1059"/>
                </a:cubicBezTo>
                <a:close/>
                <a:moveTo>
                  <a:pt x="3091" y="1185"/>
                </a:moveTo>
                <a:cubicBezTo>
                  <a:pt x="3091" y="1185"/>
                  <a:pt x="3091" y="1185"/>
                  <a:pt x="3091" y="1185"/>
                </a:cubicBezTo>
                <a:lnTo>
                  <a:pt x="3091" y="1185"/>
                </a:lnTo>
                <a:cubicBezTo>
                  <a:pt x="3091" y="1185"/>
                  <a:pt x="3091" y="1185"/>
                  <a:pt x="3091" y="1185"/>
                </a:cubicBezTo>
                <a:close/>
                <a:moveTo>
                  <a:pt x="3104" y="1198"/>
                </a:moveTo>
                <a:cubicBezTo>
                  <a:pt x="3111" y="1203"/>
                  <a:pt x="3118" y="1208"/>
                  <a:pt x="3125" y="1213"/>
                </a:cubicBezTo>
                <a:cubicBezTo>
                  <a:pt x="3142" y="1224"/>
                  <a:pt x="3149" y="1229"/>
                  <a:pt x="3148" y="1229"/>
                </a:cubicBezTo>
                <a:cubicBezTo>
                  <a:pt x="3148" y="1229"/>
                  <a:pt x="3121" y="1211"/>
                  <a:pt x="3104" y="1198"/>
                </a:cubicBezTo>
                <a:close/>
                <a:moveTo>
                  <a:pt x="1747" y="3319"/>
                </a:moveTo>
                <a:cubicBezTo>
                  <a:pt x="1767" y="3326"/>
                  <a:pt x="1803" y="3338"/>
                  <a:pt x="1802" y="3338"/>
                </a:cubicBezTo>
                <a:cubicBezTo>
                  <a:pt x="1800" y="3339"/>
                  <a:pt x="1799" y="3339"/>
                  <a:pt x="1797" y="3339"/>
                </a:cubicBezTo>
                <a:cubicBezTo>
                  <a:pt x="1785" y="3339"/>
                  <a:pt x="1766" y="3330"/>
                  <a:pt x="1747" y="3319"/>
                </a:cubicBezTo>
                <a:close/>
                <a:moveTo>
                  <a:pt x="2463" y="3393"/>
                </a:moveTo>
                <a:cubicBezTo>
                  <a:pt x="2461" y="3393"/>
                  <a:pt x="2459" y="3393"/>
                  <a:pt x="2456" y="3393"/>
                </a:cubicBezTo>
                <a:lnTo>
                  <a:pt x="2456" y="3393"/>
                </a:lnTo>
                <a:cubicBezTo>
                  <a:pt x="2459" y="3393"/>
                  <a:pt x="2462" y="3393"/>
                  <a:pt x="2463" y="3393"/>
                </a:cubicBezTo>
                <a:close/>
                <a:moveTo>
                  <a:pt x="2387" y="989"/>
                </a:moveTo>
                <a:cubicBezTo>
                  <a:pt x="2440" y="989"/>
                  <a:pt x="2491" y="989"/>
                  <a:pt x="2541" y="993"/>
                </a:cubicBezTo>
                <a:cubicBezTo>
                  <a:pt x="2560" y="993"/>
                  <a:pt x="2582" y="997"/>
                  <a:pt x="2601" y="998"/>
                </a:cubicBezTo>
                <a:lnTo>
                  <a:pt x="2601" y="998"/>
                </a:lnTo>
                <a:cubicBezTo>
                  <a:pt x="2682" y="1018"/>
                  <a:pt x="2761" y="1029"/>
                  <a:pt x="2840" y="1057"/>
                </a:cubicBezTo>
                <a:cubicBezTo>
                  <a:pt x="2857" y="1061"/>
                  <a:pt x="2876" y="1069"/>
                  <a:pt x="2895" y="1076"/>
                </a:cubicBezTo>
                <a:cubicBezTo>
                  <a:pt x="2906" y="1079"/>
                  <a:pt x="2914" y="1081"/>
                  <a:pt x="2919" y="1082"/>
                </a:cubicBezTo>
                <a:lnTo>
                  <a:pt x="2919" y="1082"/>
                </a:lnTo>
                <a:cubicBezTo>
                  <a:pt x="2944" y="1096"/>
                  <a:pt x="2968" y="1113"/>
                  <a:pt x="2984" y="1122"/>
                </a:cubicBezTo>
                <a:cubicBezTo>
                  <a:pt x="3015" y="1139"/>
                  <a:pt x="3049" y="1160"/>
                  <a:pt x="3080" y="1181"/>
                </a:cubicBezTo>
                <a:cubicBezTo>
                  <a:pt x="3084" y="1184"/>
                  <a:pt x="3088" y="1186"/>
                  <a:pt x="3092" y="1189"/>
                </a:cubicBezTo>
                <a:lnTo>
                  <a:pt x="3092" y="1189"/>
                </a:lnTo>
                <a:cubicBezTo>
                  <a:pt x="3107" y="1217"/>
                  <a:pt x="3258" y="1347"/>
                  <a:pt x="3274" y="1366"/>
                </a:cubicBezTo>
                <a:cubicBezTo>
                  <a:pt x="3278" y="1370"/>
                  <a:pt x="3281" y="1374"/>
                  <a:pt x="3284" y="1378"/>
                </a:cubicBezTo>
                <a:lnTo>
                  <a:pt x="3284" y="1378"/>
                </a:lnTo>
                <a:cubicBezTo>
                  <a:pt x="3304" y="1410"/>
                  <a:pt x="3328" y="1440"/>
                  <a:pt x="3348" y="1474"/>
                </a:cubicBezTo>
                <a:cubicBezTo>
                  <a:pt x="3367" y="1503"/>
                  <a:pt x="3386" y="1535"/>
                  <a:pt x="3403" y="1569"/>
                </a:cubicBezTo>
                <a:cubicBezTo>
                  <a:pt x="3409" y="1579"/>
                  <a:pt x="3414" y="1591"/>
                  <a:pt x="3420" y="1604"/>
                </a:cubicBezTo>
                <a:lnTo>
                  <a:pt x="3420" y="1604"/>
                </a:lnTo>
                <a:cubicBezTo>
                  <a:pt x="3420" y="1602"/>
                  <a:pt x="3420" y="1600"/>
                  <a:pt x="3420" y="1598"/>
                </a:cubicBezTo>
                <a:lnTo>
                  <a:pt x="3420" y="1598"/>
                </a:lnTo>
                <a:cubicBezTo>
                  <a:pt x="3420" y="1600"/>
                  <a:pt x="3420" y="1602"/>
                  <a:pt x="3420" y="1604"/>
                </a:cubicBezTo>
                <a:lnTo>
                  <a:pt x="3420" y="1604"/>
                </a:lnTo>
                <a:cubicBezTo>
                  <a:pt x="3420" y="1604"/>
                  <a:pt x="3420" y="1604"/>
                  <a:pt x="3420" y="1604"/>
                </a:cubicBezTo>
                <a:lnTo>
                  <a:pt x="3420" y="1604"/>
                </a:lnTo>
                <a:cubicBezTo>
                  <a:pt x="3420" y="1621"/>
                  <a:pt x="3423" y="1634"/>
                  <a:pt x="3427" y="1644"/>
                </a:cubicBezTo>
                <a:lnTo>
                  <a:pt x="3427" y="1644"/>
                </a:lnTo>
                <a:cubicBezTo>
                  <a:pt x="3423" y="1630"/>
                  <a:pt x="3420" y="1616"/>
                  <a:pt x="3420" y="1604"/>
                </a:cubicBezTo>
                <a:lnTo>
                  <a:pt x="3420" y="1604"/>
                </a:lnTo>
                <a:cubicBezTo>
                  <a:pt x="3422" y="1608"/>
                  <a:pt x="3424" y="1613"/>
                  <a:pt x="3426" y="1617"/>
                </a:cubicBezTo>
                <a:cubicBezTo>
                  <a:pt x="3442" y="1646"/>
                  <a:pt x="3443" y="1659"/>
                  <a:pt x="3439" y="1659"/>
                </a:cubicBezTo>
                <a:cubicBezTo>
                  <a:pt x="3436" y="1659"/>
                  <a:pt x="3432" y="1654"/>
                  <a:pt x="3427" y="1644"/>
                </a:cubicBezTo>
                <a:lnTo>
                  <a:pt x="3427" y="1644"/>
                </a:lnTo>
                <a:cubicBezTo>
                  <a:pt x="3443" y="1697"/>
                  <a:pt x="3479" y="1760"/>
                  <a:pt x="3491" y="1802"/>
                </a:cubicBezTo>
                <a:cubicBezTo>
                  <a:pt x="3500" y="1838"/>
                  <a:pt x="3508" y="1874"/>
                  <a:pt x="3517" y="1910"/>
                </a:cubicBezTo>
                <a:cubicBezTo>
                  <a:pt x="3521" y="1933"/>
                  <a:pt x="3525" y="1954"/>
                  <a:pt x="3529" y="1977"/>
                </a:cubicBezTo>
                <a:cubicBezTo>
                  <a:pt x="3534" y="2005"/>
                  <a:pt x="3537" y="2015"/>
                  <a:pt x="3538" y="2015"/>
                </a:cubicBezTo>
                <a:cubicBezTo>
                  <a:pt x="3540" y="2015"/>
                  <a:pt x="3530" y="1942"/>
                  <a:pt x="3525" y="1939"/>
                </a:cubicBezTo>
                <a:lnTo>
                  <a:pt x="3525" y="1939"/>
                </a:lnTo>
                <a:cubicBezTo>
                  <a:pt x="3550" y="1954"/>
                  <a:pt x="3538" y="2142"/>
                  <a:pt x="3538" y="2173"/>
                </a:cubicBezTo>
                <a:cubicBezTo>
                  <a:pt x="3538" y="2215"/>
                  <a:pt x="3535" y="2257"/>
                  <a:pt x="3533" y="2297"/>
                </a:cubicBezTo>
                <a:cubicBezTo>
                  <a:pt x="3532" y="2312"/>
                  <a:pt x="3530" y="2326"/>
                  <a:pt x="3529" y="2339"/>
                </a:cubicBezTo>
                <a:lnTo>
                  <a:pt x="3529" y="2339"/>
                </a:lnTo>
                <a:cubicBezTo>
                  <a:pt x="3514" y="2409"/>
                  <a:pt x="3504" y="2477"/>
                  <a:pt x="3483" y="2546"/>
                </a:cubicBezTo>
                <a:cubicBezTo>
                  <a:pt x="3472" y="2582"/>
                  <a:pt x="3462" y="2618"/>
                  <a:pt x="3449" y="2651"/>
                </a:cubicBezTo>
                <a:cubicBezTo>
                  <a:pt x="3445" y="2663"/>
                  <a:pt x="3440" y="2676"/>
                  <a:pt x="3436" y="2688"/>
                </a:cubicBezTo>
                <a:lnTo>
                  <a:pt x="3436" y="2688"/>
                </a:lnTo>
                <a:cubicBezTo>
                  <a:pt x="3398" y="2751"/>
                  <a:pt x="3369" y="2818"/>
                  <a:pt x="3329" y="2881"/>
                </a:cubicBezTo>
                <a:cubicBezTo>
                  <a:pt x="3324" y="2889"/>
                  <a:pt x="3300" y="2922"/>
                  <a:pt x="3284" y="2945"/>
                </a:cubicBezTo>
                <a:lnTo>
                  <a:pt x="3284" y="2945"/>
                </a:lnTo>
                <a:cubicBezTo>
                  <a:pt x="3263" y="2968"/>
                  <a:pt x="3232" y="3005"/>
                  <a:pt x="3224" y="3014"/>
                </a:cubicBezTo>
                <a:cubicBezTo>
                  <a:pt x="3198" y="3041"/>
                  <a:pt x="3171" y="3069"/>
                  <a:pt x="3142" y="3094"/>
                </a:cubicBezTo>
                <a:cubicBezTo>
                  <a:pt x="3127" y="3106"/>
                  <a:pt x="3112" y="3119"/>
                  <a:pt x="3099" y="3132"/>
                </a:cubicBezTo>
                <a:cubicBezTo>
                  <a:pt x="3075" y="3154"/>
                  <a:pt x="3071" y="3163"/>
                  <a:pt x="3076" y="3163"/>
                </a:cubicBezTo>
                <a:cubicBezTo>
                  <a:pt x="3076" y="3163"/>
                  <a:pt x="3077" y="3163"/>
                  <a:pt x="3078" y="3162"/>
                </a:cubicBezTo>
                <a:lnTo>
                  <a:pt x="3078" y="3162"/>
                </a:lnTo>
                <a:cubicBezTo>
                  <a:pt x="3021" y="3203"/>
                  <a:pt x="2923" y="3245"/>
                  <a:pt x="2889" y="3262"/>
                </a:cubicBezTo>
                <a:cubicBezTo>
                  <a:pt x="2863" y="3275"/>
                  <a:pt x="2803" y="3296"/>
                  <a:pt x="2805" y="3296"/>
                </a:cubicBezTo>
                <a:cubicBezTo>
                  <a:pt x="2806" y="3296"/>
                  <a:pt x="2822" y="3291"/>
                  <a:pt x="2866" y="3277"/>
                </a:cubicBezTo>
                <a:lnTo>
                  <a:pt x="2866" y="3277"/>
                </a:lnTo>
                <a:cubicBezTo>
                  <a:pt x="2823" y="3292"/>
                  <a:pt x="2783" y="3309"/>
                  <a:pt x="2741" y="3323"/>
                </a:cubicBezTo>
                <a:cubicBezTo>
                  <a:pt x="2642" y="3355"/>
                  <a:pt x="2541" y="3376"/>
                  <a:pt x="2438" y="3395"/>
                </a:cubicBezTo>
                <a:cubicBezTo>
                  <a:pt x="2437" y="3395"/>
                  <a:pt x="2437" y="3395"/>
                  <a:pt x="2437" y="3395"/>
                </a:cubicBezTo>
                <a:lnTo>
                  <a:pt x="2437" y="3395"/>
                </a:lnTo>
                <a:cubicBezTo>
                  <a:pt x="2416" y="3397"/>
                  <a:pt x="2395" y="3400"/>
                  <a:pt x="2375" y="3401"/>
                </a:cubicBezTo>
                <a:cubicBezTo>
                  <a:pt x="2330" y="3403"/>
                  <a:pt x="2284" y="3406"/>
                  <a:pt x="2240" y="3406"/>
                </a:cubicBezTo>
                <a:cubicBezTo>
                  <a:pt x="2226" y="3406"/>
                  <a:pt x="2211" y="3406"/>
                  <a:pt x="2197" y="3406"/>
                </a:cubicBezTo>
                <a:cubicBezTo>
                  <a:pt x="2163" y="3406"/>
                  <a:pt x="2129" y="3405"/>
                  <a:pt x="2094" y="3403"/>
                </a:cubicBezTo>
                <a:cubicBezTo>
                  <a:pt x="2081" y="3402"/>
                  <a:pt x="2067" y="3400"/>
                  <a:pt x="2054" y="3398"/>
                </a:cubicBezTo>
                <a:lnTo>
                  <a:pt x="2054" y="3398"/>
                </a:lnTo>
                <a:cubicBezTo>
                  <a:pt x="1975" y="3376"/>
                  <a:pt x="1893" y="3365"/>
                  <a:pt x="1814" y="3340"/>
                </a:cubicBezTo>
                <a:cubicBezTo>
                  <a:pt x="1797" y="3334"/>
                  <a:pt x="1778" y="3326"/>
                  <a:pt x="1762" y="3321"/>
                </a:cubicBezTo>
                <a:cubicBezTo>
                  <a:pt x="1752" y="3318"/>
                  <a:pt x="1745" y="3316"/>
                  <a:pt x="1740" y="3315"/>
                </a:cubicBezTo>
                <a:lnTo>
                  <a:pt x="1740" y="3315"/>
                </a:lnTo>
                <a:cubicBezTo>
                  <a:pt x="1716" y="3301"/>
                  <a:pt x="1691" y="3283"/>
                  <a:pt x="1679" y="3277"/>
                </a:cubicBezTo>
                <a:cubicBezTo>
                  <a:pt x="1648" y="3258"/>
                  <a:pt x="1616" y="3241"/>
                  <a:pt x="1587" y="3220"/>
                </a:cubicBezTo>
                <a:cubicBezTo>
                  <a:pt x="1572" y="3210"/>
                  <a:pt x="1557" y="3199"/>
                  <a:pt x="1543" y="3191"/>
                </a:cubicBezTo>
                <a:cubicBezTo>
                  <a:pt x="1525" y="3180"/>
                  <a:pt x="1519" y="3175"/>
                  <a:pt x="1519" y="3175"/>
                </a:cubicBezTo>
                <a:lnTo>
                  <a:pt x="1519" y="3175"/>
                </a:lnTo>
                <a:cubicBezTo>
                  <a:pt x="1518" y="3175"/>
                  <a:pt x="1582" y="3218"/>
                  <a:pt x="1580" y="3218"/>
                </a:cubicBezTo>
                <a:cubicBezTo>
                  <a:pt x="1580" y="3218"/>
                  <a:pt x="1579" y="3218"/>
                  <a:pt x="1578" y="3218"/>
                </a:cubicBezTo>
                <a:cubicBezTo>
                  <a:pt x="1542" y="3218"/>
                  <a:pt x="1420" y="3070"/>
                  <a:pt x="1399" y="3045"/>
                </a:cubicBezTo>
                <a:cubicBezTo>
                  <a:pt x="1384" y="3030"/>
                  <a:pt x="1353" y="2977"/>
                  <a:pt x="1351" y="2977"/>
                </a:cubicBezTo>
                <a:lnTo>
                  <a:pt x="1351" y="2977"/>
                </a:lnTo>
                <a:cubicBezTo>
                  <a:pt x="1350" y="2977"/>
                  <a:pt x="1354" y="2985"/>
                  <a:pt x="1363" y="3005"/>
                </a:cubicBezTo>
                <a:cubicBezTo>
                  <a:pt x="1372" y="3025"/>
                  <a:pt x="1375" y="3032"/>
                  <a:pt x="1374" y="3032"/>
                </a:cubicBezTo>
                <a:cubicBezTo>
                  <a:pt x="1372" y="3032"/>
                  <a:pt x="1335" y="2962"/>
                  <a:pt x="1326" y="2946"/>
                </a:cubicBezTo>
                <a:cubicBezTo>
                  <a:pt x="1285" y="2881"/>
                  <a:pt x="1252" y="2814"/>
                  <a:pt x="1215" y="2746"/>
                </a:cubicBezTo>
                <a:lnTo>
                  <a:pt x="1215" y="2746"/>
                </a:lnTo>
                <a:cubicBezTo>
                  <a:pt x="1214" y="2743"/>
                  <a:pt x="1213" y="2740"/>
                  <a:pt x="1212" y="2736"/>
                </a:cubicBezTo>
                <a:cubicBezTo>
                  <a:pt x="1199" y="2702"/>
                  <a:pt x="1187" y="2668"/>
                  <a:pt x="1176" y="2635"/>
                </a:cubicBezTo>
                <a:cubicBezTo>
                  <a:pt x="1153" y="2559"/>
                  <a:pt x="1132" y="2481"/>
                  <a:pt x="1119" y="2403"/>
                </a:cubicBezTo>
                <a:cubicBezTo>
                  <a:pt x="1119" y="2401"/>
                  <a:pt x="1118" y="2399"/>
                  <a:pt x="1118" y="2397"/>
                </a:cubicBezTo>
                <a:lnTo>
                  <a:pt x="1118" y="2397"/>
                </a:lnTo>
                <a:cubicBezTo>
                  <a:pt x="1122" y="2365"/>
                  <a:pt x="1108" y="2315"/>
                  <a:pt x="1106" y="2283"/>
                </a:cubicBezTo>
                <a:cubicBezTo>
                  <a:pt x="1102" y="2203"/>
                  <a:pt x="1102" y="2123"/>
                  <a:pt x="1106" y="2043"/>
                </a:cubicBezTo>
                <a:cubicBezTo>
                  <a:pt x="1107" y="2033"/>
                  <a:pt x="1110" y="2004"/>
                  <a:pt x="1113" y="1978"/>
                </a:cubicBezTo>
                <a:lnTo>
                  <a:pt x="1113" y="1978"/>
                </a:lnTo>
                <a:cubicBezTo>
                  <a:pt x="1117" y="1953"/>
                  <a:pt x="1123" y="1911"/>
                  <a:pt x="1125" y="1899"/>
                </a:cubicBezTo>
                <a:cubicBezTo>
                  <a:pt x="1144" y="1813"/>
                  <a:pt x="1170" y="1731"/>
                  <a:pt x="1197" y="1647"/>
                </a:cubicBezTo>
                <a:cubicBezTo>
                  <a:pt x="1199" y="1642"/>
                  <a:pt x="1200" y="1637"/>
                  <a:pt x="1201" y="1634"/>
                </a:cubicBezTo>
                <a:lnTo>
                  <a:pt x="1201" y="1634"/>
                </a:lnTo>
                <a:cubicBezTo>
                  <a:pt x="1203" y="1630"/>
                  <a:pt x="1205" y="1626"/>
                  <a:pt x="1208" y="1621"/>
                </a:cubicBezTo>
                <a:cubicBezTo>
                  <a:pt x="1227" y="1583"/>
                  <a:pt x="1246" y="1543"/>
                  <a:pt x="1269" y="1507"/>
                </a:cubicBezTo>
                <a:cubicBezTo>
                  <a:pt x="1290" y="1470"/>
                  <a:pt x="1313" y="1434"/>
                  <a:pt x="1338" y="1398"/>
                </a:cubicBezTo>
                <a:cubicBezTo>
                  <a:pt x="1341" y="1394"/>
                  <a:pt x="1344" y="1390"/>
                  <a:pt x="1346" y="1386"/>
                </a:cubicBezTo>
                <a:lnTo>
                  <a:pt x="1346" y="1386"/>
                </a:lnTo>
                <a:cubicBezTo>
                  <a:pt x="1346" y="1386"/>
                  <a:pt x="1346" y="1386"/>
                  <a:pt x="1347" y="1385"/>
                </a:cubicBezTo>
                <a:cubicBezTo>
                  <a:pt x="1399" y="1329"/>
                  <a:pt x="1454" y="1275"/>
                  <a:pt x="1511" y="1223"/>
                </a:cubicBezTo>
                <a:lnTo>
                  <a:pt x="1511" y="1223"/>
                </a:lnTo>
                <a:cubicBezTo>
                  <a:pt x="1524" y="1213"/>
                  <a:pt x="1537" y="1203"/>
                  <a:pt x="1551" y="1194"/>
                </a:cubicBezTo>
                <a:cubicBezTo>
                  <a:pt x="1589" y="1170"/>
                  <a:pt x="1627" y="1147"/>
                  <a:pt x="1667" y="1126"/>
                </a:cubicBezTo>
                <a:cubicBezTo>
                  <a:pt x="1682" y="1119"/>
                  <a:pt x="1697" y="1111"/>
                  <a:pt x="1712" y="1103"/>
                </a:cubicBezTo>
                <a:lnTo>
                  <a:pt x="1712" y="1103"/>
                </a:lnTo>
                <a:cubicBezTo>
                  <a:pt x="1755" y="1090"/>
                  <a:pt x="1797" y="1075"/>
                  <a:pt x="1840" y="1063"/>
                </a:cubicBezTo>
                <a:cubicBezTo>
                  <a:pt x="1884" y="1050"/>
                  <a:pt x="1928" y="1042"/>
                  <a:pt x="1970" y="1031"/>
                </a:cubicBezTo>
                <a:cubicBezTo>
                  <a:pt x="1976" y="1030"/>
                  <a:pt x="1983" y="1028"/>
                  <a:pt x="1990" y="1026"/>
                </a:cubicBezTo>
                <a:lnTo>
                  <a:pt x="1990" y="1026"/>
                </a:lnTo>
                <a:cubicBezTo>
                  <a:pt x="2008" y="1025"/>
                  <a:pt x="2026" y="1024"/>
                  <a:pt x="2042" y="1023"/>
                </a:cubicBezTo>
                <a:cubicBezTo>
                  <a:pt x="2063" y="1021"/>
                  <a:pt x="2083" y="1018"/>
                  <a:pt x="2104" y="1015"/>
                </a:cubicBezTo>
                <a:lnTo>
                  <a:pt x="2104" y="1015"/>
                </a:lnTo>
                <a:cubicBezTo>
                  <a:pt x="2127" y="1013"/>
                  <a:pt x="2151" y="1010"/>
                  <a:pt x="2175" y="1006"/>
                </a:cubicBezTo>
                <a:cubicBezTo>
                  <a:pt x="2200" y="1002"/>
                  <a:pt x="2223" y="998"/>
                  <a:pt x="2248" y="996"/>
                </a:cubicBezTo>
                <a:lnTo>
                  <a:pt x="2248" y="996"/>
                </a:lnTo>
                <a:cubicBezTo>
                  <a:pt x="2202" y="1002"/>
                  <a:pt x="2186" y="1004"/>
                  <a:pt x="2186" y="1004"/>
                </a:cubicBezTo>
                <a:cubicBezTo>
                  <a:pt x="2187" y="1004"/>
                  <a:pt x="2227" y="999"/>
                  <a:pt x="2246" y="998"/>
                </a:cubicBezTo>
                <a:cubicBezTo>
                  <a:pt x="2293" y="996"/>
                  <a:pt x="2341" y="991"/>
                  <a:pt x="2387" y="989"/>
                </a:cubicBezTo>
                <a:close/>
                <a:moveTo>
                  <a:pt x="2431" y="0"/>
                </a:moveTo>
                <a:cubicBezTo>
                  <a:pt x="2283" y="0"/>
                  <a:pt x="2134" y="12"/>
                  <a:pt x="1987" y="33"/>
                </a:cubicBezTo>
                <a:lnTo>
                  <a:pt x="1987" y="33"/>
                </a:lnTo>
                <a:cubicBezTo>
                  <a:pt x="1519" y="79"/>
                  <a:pt x="1082" y="246"/>
                  <a:pt x="738" y="578"/>
                </a:cubicBezTo>
                <a:cubicBezTo>
                  <a:pt x="443" y="863"/>
                  <a:pt x="236" y="1259"/>
                  <a:pt x="158" y="1661"/>
                </a:cubicBezTo>
                <a:cubicBezTo>
                  <a:pt x="0" y="2477"/>
                  <a:pt x="228" y="3403"/>
                  <a:pt x="896" y="3941"/>
                </a:cubicBezTo>
                <a:cubicBezTo>
                  <a:pt x="1283" y="4251"/>
                  <a:pt x="1777" y="4404"/>
                  <a:pt x="2272" y="4404"/>
                </a:cubicBezTo>
                <a:cubicBezTo>
                  <a:pt x="2762" y="4404"/>
                  <a:pt x="3253" y="4255"/>
                  <a:pt x="3645" y="3962"/>
                </a:cubicBezTo>
                <a:cubicBezTo>
                  <a:pt x="4395" y="3401"/>
                  <a:pt x="4700" y="2409"/>
                  <a:pt x="4443" y="1512"/>
                </a:cubicBezTo>
                <a:cubicBezTo>
                  <a:pt x="4302" y="1025"/>
                  <a:pt x="4003" y="604"/>
                  <a:pt x="3582" y="321"/>
                </a:cubicBezTo>
                <a:cubicBezTo>
                  <a:pt x="3236" y="89"/>
                  <a:pt x="2836" y="0"/>
                  <a:pt x="2431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68" name="Google Shape;6668;p19"/>
          <p:cNvSpPr txBox="1"/>
          <p:nvPr>
            <p:ph type="title"/>
          </p:nvPr>
        </p:nvSpPr>
        <p:spPr>
          <a:xfrm>
            <a:off x="3116850" y="1880650"/>
            <a:ext cx="4541400" cy="1353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669" name="Google Shape;6669;p19"/>
          <p:cNvSpPr txBox="1"/>
          <p:nvPr>
            <p:ph idx="2" type="title"/>
          </p:nvPr>
        </p:nvSpPr>
        <p:spPr>
          <a:xfrm>
            <a:off x="1810950" y="2150850"/>
            <a:ext cx="11535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4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6">
  <p:cSld name="CUSTOM_2_1_1_1_1_1">
    <p:bg>
      <p:bgPr>
        <a:solidFill>
          <a:schemeClr val="lt1"/>
        </a:solidFill>
      </p:bgPr>
    </p:bg>
    <p:spTree>
      <p:nvGrpSpPr>
        <p:cNvPr id="6670" name="Shape 6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671" name="Google Shape;6671;p20"/>
          <p:cNvGrpSpPr/>
          <p:nvPr/>
        </p:nvGrpSpPr>
        <p:grpSpPr>
          <a:xfrm>
            <a:off x="0" y="0"/>
            <a:ext cx="9144125" cy="5143391"/>
            <a:chOff x="0" y="0"/>
            <a:chExt cx="9144125" cy="5143391"/>
          </a:xfrm>
        </p:grpSpPr>
        <p:sp>
          <p:nvSpPr>
            <p:cNvPr id="6672" name="Google Shape;6672;p20"/>
            <p:cNvSpPr/>
            <p:nvPr/>
          </p:nvSpPr>
          <p:spPr>
            <a:xfrm>
              <a:off x="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73" name="Google Shape;6673;p20"/>
            <p:cNvSpPr/>
            <p:nvPr/>
          </p:nvSpPr>
          <p:spPr>
            <a:xfrm>
              <a:off x="38100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74" name="Google Shape;6674;p20"/>
            <p:cNvSpPr/>
            <p:nvPr/>
          </p:nvSpPr>
          <p:spPr>
            <a:xfrm>
              <a:off x="76201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75" name="Google Shape;6675;p20"/>
            <p:cNvSpPr/>
            <p:nvPr/>
          </p:nvSpPr>
          <p:spPr>
            <a:xfrm>
              <a:off x="114301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76" name="Google Shape;6676;p20"/>
            <p:cNvSpPr/>
            <p:nvPr/>
          </p:nvSpPr>
          <p:spPr>
            <a:xfrm>
              <a:off x="152402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77" name="Google Shape;6677;p20"/>
            <p:cNvSpPr/>
            <p:nvPr/>
          </p:nvSpPr>
          <p:spPr>
            <a:xfrm>
              <a:off x="190502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78" name="Google Shape;6678;p20"/>
            <p:cNvSpPr/>
            <p:nvPr/>
          </p:nvSpPr>
          <p:spPr>
            <a:xfrm>
              <a:off x="228603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79" name="Google Shape;6679;p20"/>
            <p:cNvSpPr/>
            <p:nvPr/>
          </p:nvSpPr>
          <p:spPr>
            <a:xfrm>
              <a:off x="266703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80" name="Google Shape;6680;p20"/>
            <p:cNvSpPr/>
            <p:nvPr/>
          </p:nvSpPr>
          <p:spPr>
            <a:xfrm>
              <a:off x="304804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81" name="Google Shape;6681;p20"/>
            <p:cNvSpPr/>
            <p:nvPr/>
          </p:nvSpPr>
          <p:spPr>
            <a:xfrm>
              <a:off x="342904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82" name="Google Shape;6682;p20"/>
            <p:cNvSpPr/>
            <p:nvPr/>
          </p:nvSpPr>
          <p:spPr>
            <a:xfrm>
              <a:off x="381005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83" name="Google Shape;6683;p20"/>
            <p:cNvSpPr/>
            <p:nvPr/>
          </p:nvSpPr>
          <p:spPr>
            <a:xfrm>
              <a:off x="419105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84" name="Google Shape;6684;p20"/>
            <p:cNvSpPr/>
            <p:nvPr/>
          </p:nvSpPr>
          <p:spPr>
            <a:xfrm>
              <a:off x="457206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85" name="Google Shape;6685;p20"/>
            <p:cNvSpPr/>
            <p:nvPr/>
          </p:nvSpPr>
          <p:spPr>
            <a:xfrm>
              <a:off x="495306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86" name="Google Shape;6686;p20"/>
            <p:cNvSpPr/>
            <p:nvPr/>
          </p:nvSpPr>
          <p:spPr>
            <a:xfrm>
              <a:off x="533407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87" name="Google Shape;6687;p20"/>
            <p:cNvSpPr/>
            <p:nvPr/>
          </p:nvSpPr>
          <p:spPr>
            <a:xfrm>
              <a:off x="571507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88" name="Google Shape;6688;p20"/>
            <p:cNvSpPr/>
            <p:nvPr/>
          </p:nvSpPr>
          <p:spPr>
            <a:xfrm>
              <a:off x="609608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89" name="Google Shape;6689;p20"/>
            <p:cNvSpPr/>
            <p:nvPr/>
          </p:nvSpPr>
          <p:spPr>
            <a:xfrm>
              <a:off x="647708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90" name="Google Shape;6690;p20"/>
            <p:cNvSpPr/>
            <p:nvPr/>
          </p:nvSpPr>
          <p:spPr>
            <a:xfrm>
              <a:off x="685809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91" name="Google Shape;6691;p20"/>
            <p:cNvSpPr/>
            <p:nvPr/>
          </p:nvSpPr>
          <p:spPr>
            <a:xfrm>
              <a:off x="723909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92" name="Google Shape;6692;p20"/>
            <p:cNvSpPr/>
            <p:nvPr/>
          </p:nvSpPr>
          <p:spPr>
            <a:xfrm>
              <a:off x="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93" name="Google Shape;6693;p20"/>
            <p:cNvSpPr/>
            <p:nvPr/>
          </p:nvSpPr>
          <p:spPr>
            <a:xfrm>
              <a:off x="38100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94" name="Google Shape;6694;p20"/>
            <p:cNvSpPr/>
            <p:nvPr/>
          </p:nvSpPr>
          <p:spPr>
            <a:xfrm>
              <a:off x="76201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95" name="Google Shape;6695;p20"/>
            <p:cNvSpPr/>
            <p:nvPr/>
          </p:nvSpPr>
          <p:spPr>
            <a:xfrm>
              <a:off x="114301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96" name="Google Shape;6696;p20"/>
            <p:cNvSpPr/>
            <p:nvPr/>
          </p:nvSpPr>
          <p:spPr>
            <a:xfrm>
              <a:off x="152402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97" name="Google Shape;6697;p20"/>
            <p:cNvSpPr/>
            <p:nvPr/>
          </p:nvSpPr>
          <p:spPr>
            <a:xfrm>
              <a:off x="190502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98" name="Google Shape;6698;p20"/>
            <p:cNvSpPr/>
            <p:nvPr/>
          </p:nvSpPr>
          <p:spPr>
            <a:xfrm>
              <a:off x="228603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99" name="Google Shape;6699;p20"/>
            <p:cNvSpPr/>
            <p:nvPr/>
          </p:nvSpPr>
          <p:spPr>
            <a:xfrm>
              <a:off x="266703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00" name="Google Shape;6700;p20"/>
            <p:cNvSpPr/>
            <p:nvPr/>
          </p:nvSpPr>
          <p:spPr>
            <a:xfrm>
              <a:off x="304804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01" name="Google Shape;6701;p20"/>
            <p:cNvSpPr/>
            <p:nvPr/>
          </p:nvSpPr>
          <p:spPr>
            <a:xfrm>
              <a:off x="342904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02" name="Google Shape;6702;p20"/>
            <p:cNvSpPr/>
            <p:nvPr/>
          </p:nvSpPr>
          <p:spPr>
            <a:xfrm>
              <a:off x="381005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03" name="Google Shape;6703;p20"/>
            <p:cNvSpPr/>
            <p:nvPr/>
          </p:nvSpPr>
          <p:spPr>
            <a:xfrm>
              <a:off x="419105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04" name="Google Shape;6704;p20"/>
            <p:cNvSpPr/>
            <p:nvPr/>
          </p:nvSpPr>
          <p:spPr>
            <a:xfrm>
              <a:off x="457206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05" name="Google Shape;6705;p20"/>
            <p:cNvSpPr/>
            <p:nvPr/>
          </p:nvSpPr>
          <p:spPr>
            <a:xfrm>
              <a:off x="495306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06" name="Google Shape;6706;p20"/>
            <p:cNvSpPr/>
            <p:nvPr/>
          </p:nvSpPr>
          <p:spPr>
            <a:xfrm>
              <a:off x="533407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07" name="Google Shape;6707;p20"/>
            <p:cNvSpPr/>
            <p:nvPr/>
          </p:nvSpPr>
          <p:spPr>
            <a:xfrm>
              <a:off x="571507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08" name="Google Shape;6708;p20"/>
            <p:cNvSpPr/>
            <p:nvPr/>
          </p:nvSpPr>
          <p:spPr>
            <a:xfrm>
              <a:off x="609608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09" name="Google Shape;6709;p20"/>
            <p:cNvSpPr/>
            <p:nvPr/>
          </p:nvSpPr>
          <p:spPr>
            <a:xfrm>
              <a:off x="647708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10" name="Google Shape;6710;p20"/>
            <p:cNvSpPr/>
            <p:nvPr/>
          </p:nvSpPr>
          <p:spPr>
            <a:xfrm>
              <a:off x="685809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11" name="Google Shape;6711;p20"/>
            <p:cNvSpPr/>
            <p:nvPr/>
          </p:nvSpPr>
          <p:spPr>
            <a:xfrm>
              <a:off x="723909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12" name="Google Shape;6712;p20"/>
            <p:cNvSpPr/>
            <p:nvPr/>
          </p:nvSpPr>
          <p:spPr>
            <a:xfrm>
              <a:off x="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13" name="Google Shape;6713;p20"/>
            <p:cNvSpPr/>
            <p:nvPr/>
          </p:nvSpPr>
          <p:spPr>
            <a:xfrm>
              <a:off x="38100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14" name="Google Shape;6714;p20"/>
            <p:cNvSpPr/>
            <p:nvPr/>
          </p:nvSpPr>
          <p:spPr>
            <a:xfrm>
              <a:off x="76201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15" name="Google Shape;6715;p20"/>
            <p:cNvSpPr/>
            <p:nvPr/>
          </p:nvSpPr>
          <p:spPr>
            <a:xfrm>
              <a:off x="114301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16" name="Google Shape;6716;p20"/>
            <p:cNvSpPr/>
            <p:nvPr/>
          </p:nvSpPr>
          <p:spPr>
            <a:xfrm>
              <a:off x="152402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17" name="Google Shape;6717;p20"/>
            <p:cNvSpPr/>
            <p:nvPr/>
          </p:nvSpPr>
          <p:spPr>
            <a:xfrm>
              <a:off x="190502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18" name="Google Shape;6718;p20"/>
            <p:cNvSpPr/>
            <p:nvPr/>
          </p:nvSpPr>
          <p:spPr>
            <a:xfrm>
              <a:off x="228603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19" name="Google Shape;6719;p20"/>
            <p:cNvSpPr/>
            <p:nvPr/>
          </p:nvSpPr>
          <p:spPr>
            <a:xfrm>
              <a:off x="266703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20" name="Google Shape;6720;p20"/>
            <p:cNvSpPr/>
            <p:nvPr/>
          </p:nvSpPr>
          <p:spPr>
            <a:xfrm>
              <a:off x="304804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21" name="Google Shape;6721;p20"/>
            <p:cNvSpPr/>
            <p:nvPr/>
          </p:nvSpPr>
          <p:spPr>
            <a:xfrm>
              <a:off x="342904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22" name="Google Shape;6722;p20"/>
            <p:cNvSpPr/>
            <p:nvPr/>
          </p:nvSpPr>
          <p:spPr>
            <a:xfrm>
              <a:off x="381005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23" name="Google Shape;6723;p20"/>
            <p:cNvSpPr/>
            <p:nvPr/>
          </p:nvSpPr>
          <p:spPr>
            <a:xfrm>
              <a:off x="419105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24" name="Google Shape;6724;p20"/>
            <p:cNvSpPr/>
            <p:nvPr/>
          </p:nvSpPr>
          <p:spPr>
            <a:xfrm>
              <a:off x="457206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25" name="Google Shape;6725;p20"/>
            <p:cNvSpPr/>
            <p:nvPr/>
          </p:nvSpPr>
          <p:spPr>
            <a:xfrm>
              <a:off x="495306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26" name="Google Shape;6726;p20"/>
            <p:cNvSpPr/>
            <p:nvPr/>
          </p:nvSpPr>
          <p:spPr>
            <a:xfrm>
              <a:off x="533407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27" name="Google Shape;6727;p20"/>
            <p:cNvSpPr/>
            <p:nvPr/>
          </p:nvSpPr>
          <p:spPr>
            <a:xfrm>
              <a:off x="571507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28" name="Google Shape;6728;p20"/>
            <p:cNvSpPr/>
            <p:nvPr/>
          </p:nvSpPr>
          <p:spPr>
            <a:xfrm>
              <a:off x="609608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29" name="Google Shape;6729;p20"/>
            <p:cNvSpPr/>
            <p:nvPr/>
          </p:nvSpPr>
          <p:spPr>
            <a:xfrm>
              <a:off x="647708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30" name="Google Shape;6730;p20"/>
            <p:cNvSpPr/>
            <p:nvPr/>
          </p:nvSpPr>
          <p:spPr>
            <a:xfrm>
              <a:off x="685809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31" name="Google Shape;6731;p20"/>
            <p:cNvSpPr/>
            <p:nvPr/>
          </p:nvSpPr>
          <p:spPr>
            <a:xfrm>
              <a:off x="723909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32" name="Google Shape;6732;p20"/>
            <p:cNvSpPr/>
            <p:nvPr/>
          </p:nvSpPr>
          <p:spPr>
            <a:xfrm>
              <a:off x="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33" name="Google Shape;6733;p20"/>
            <p:cNvSpPr/>
            <p:nvPr/>
          </p:nvSpPr>
          <p:spPr>
            <a:xfrm>
              <a:off x="38100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34" name="Google Shape;6734;p20"/>
            <p:cNvSpPr/>
            <p:nvPr/>
          </p:nvSpPr>
          <p:spPr>
            <a:xfrm>
              <a:off x="76201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35" name="Google Shape;6735;p20"/>
            <p:cNvSpPr/>
            <p:nvPr/>
          </p:nvSpPr>
          <p:spPr>
            <a:xfrm>
              <a:off x="114301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36" name="Google Shape;6736;p20"/>
            <p:cNvSpPr/>
            <p:nvPr/>
          </p:nvSpPr>
          <p:spPr>
            <a:xfrm>
              <a:off x="152402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37" name="Google Shape;6737;p20"/>
            <p:cNvSpPr/>
            <p:nvPr/>
          </p:nvSpPr>
          <p:spPr>
            <a:xfrm>
              <a:off x="190502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38" name="Google Shape;6738;p20"/>
            <p:cNvSpPr/>
            <p:nvPr/>
          </p:nvSpPr>
          <p:spPr>
            <a:xfrm>
              <a:off x="228603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39" name="Google Shape;6739;p20"/>
            <p:cNvSpPr/>
            <p:nvPr/>
          </p:nvSpPr>
          <p:spPr>
            <a:xfrm>
              <a:off x="266703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40" name="Google Shape;6740;p20"/>
            <p:cNvSpPr/>
            <p:nvPr/>
          </p:nvSpPr>
          <p:spPr>
            <a:xfrm>
              <a:off x="304804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41" name="Google Shape;6741;p20"/>
            <p:cNvSpPr/>
            <p:nvPr/>
          </p:nvSpPr>
          <p:spPr>
            <a:xfrm>
              <a:off x="342904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42" name="Google Shape;6742;p20"/>
            <p:cNvSpPr/>
            <p:nvPr/>
          </p:nvSpPr>
          <p:spPr>
            <a:xfrm>
              <a:off x="381005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43" name="Google Shape;6743;p20"/>
            <p:cNvSpPr/>
            <p:nvPr/>
          </p:nvSpPr>
          <p:spPr>
            <a:xfrm>
              <a:off x="419105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44" name="Google Shape;6744;p20"/>
            <p:cNvSpPr/>
            <p:nvPr/>
          </p:nvSpPr>
          <p:spPr>
            <a:xfrm>
              <a:off x="457206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45" name="Google Shape;6745;p20"/>
            <p:cNvSpPr/>
            <p:nvPr/>
          </p:nvSpPr>
          <p:spPr>
            <a:xfrm>
              <a:off x="495306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46" name="Google Shape;6746;p20"/>
            <p:cNvSpPr/>
            <p:nvPr/>
          </p:nvSpPr>
          <p:spPr>
            <a:xfrm>
              <a:off x="533407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47" name="Google Shape;6747;p20"/>
            <p:cNvSpPr/>
            <p:nvPr/>
          </p:nvSpPr>
          <p:spPr>
            <a:xfrm>
              <a:off x="571507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48" name="Google Shape;6748;p20"/>
            <p:cNvSpPr/>
            <p:nvPr/>
          </p:nvSpPr>
          <p:spPr>
            <a:xfrm>
              <a:off x="609608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49" name="Google Shape;6749;p20"/>
            <p:cNvSpPr/>
            <p:nvPr/>
          </p:nvSpPr>
          <p:spPr>
            <a:xfrm>
              <a:off x="647708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50" name="Google Shape;6750;p20"/>
            <p:cNvSpPr/>
            <p:nvPr/>
          </p:nvSpPr>
          <p:spPr>
            <a:xfrm>
              <a:off x="685809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51" name="Google Shape;6751;p20"/>
            <p:cNvSpPr/>
            <p:nvPr/>
          </p:nvSpPr>
          <p:spPr>
            <a:xfrm>
              <a:off x="723909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52" name="Google Shape;6752;p20"/>
            <p:cNvSpPr/>
            <p:nvPr/>
          </p:nvSpPr>
          <p:spPr>
            <a:xfrm>
              <a:off x="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53" name="Google Shape;6753;p20"/>
            <p:cNvSpPr/>
            <p:nvPr/>
          </p:nvSpPr>
          <p:spPr>
            <a:xfrm>
              <a:off x="38100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54" name="Google Shape;6754;p20"/>
            <p:cNvSpPr/>
            <p:nvPr/>
          </p:nvSpPr>
          <p:spPr>
            <a:xfrm>
              <a:off x="76201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55" name="Google Shape;6755;p20"/>
            <p:cNvSpPr/>
            <p:nvPr/>
          </p:nvSpPr>
          <p:spPr>
            <a:xfrm>
              <a:off x="114301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56" name="Google Shape;6756;p20"/>
            <p:cNvSpPr/>
            <p:nvPr/>
          </p:nvSpPr>
          <p:spPr>
            <a:xfrm>
              <a:off x="152402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57" name="Google Shape;6757;p20"/>
            <p:cNvSpPr/>
            <p:nvPr/>
          </p:nvSpPr>
          <p:spPr>
            <a:xfrm>
              <a:off x="190502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58" name="Google Shape;6758;p20"/>
            <p:cNvSpPr/>
            <p:nvPr/>
          </p:nvSpPr>
          <p:spPr>
            <a:xfrm>
              <a:off x="228603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59" name="Google Shape;6759;p20"/>
            <p:cNvSpPr/>
            <p:nvPr/>
          </p:nvSpPr>
          <p:spPr>
            <a:xfrm>
              <a:off x="266703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60" name="Google Shape;6760;p20"/>
            <p:cNvSpPr/>
            <p:nvPr/>
          </p:nvSpPr>
          <p:spPr>
            <a:xfrm>
              <a:off x="304804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61" name="Google Shape;6761;p20"/>
            <p:cNvSpPr/>
            <p:nvPr/>
          </p:nvSpPr>
          <p:spPr>
            <a:xfrm>
              <a:off x="342904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62" name="Google Shape;6762;p20"/>
            <p:cNvSpPr/>
            <p:nvPr/>
          </p:nvSpPr>
          <p:spPr>
            <a:xfrm>
              <a:off x="381005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63" name="Google Shape;6763;p20"/>
            <p:cNvSpPr/>
            <p:nvPr/>
          </p:nvSpPr>
          <p:spPr>
            <a:xfrm>
              <a:off x="419105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64" name="Google Shape;6764;p20"/>
            <p:cNvSpPr/>
            <p:nvPr/>
          </p:nvSpPr>
          <p:spPr>
            <a:xfrm>
              <a:off x="457206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65" name="Google Shape;6765;p20"/>
            <p:cNvSpPr/>
            <p:nvPr/>
          </p:nvSpPr>
          <p:spPr>
            <a:xfrm>
              <a:off x="495306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66" name="Google Shape;6766;p20"/>
            <p:cNvSpPr/>
            <p:nvPr/>
          </p:nvSpPr>
          <p:spPr>
            <a:xfrm>
              <a:off x="533407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67" name="Google Shape;6767;p20"/>
            <p:cNvSpPr/>
            <p:nvPr/>
          </p:nvSpPr>
          <p:spPr>
            <a:xfrm>
              <a:off x="571507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68" name="Google Shape;6768;p20"/>
            <p:cNvSpPr/>
            <p:nvPr/>
          </p:nvSpPr>
          <p:spPr>
            <a:xfrm>
              <a:off x="609608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69" name="Google Shape;6769;p20"/>
            <p:cNvSpPr/>
            <p:nvPr/>
          </p:nvSpPr>
          <p:spPr>
            <a:xfrm>
              <a:off x="647708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70" name="Google Shape;6770;p20"/>
            <p:cNvSpPr/>
            <p:nvPr/>
          </p:nvSpPr>
          <p:spPr>
            <a:xfrm>
              <a:off x="685809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71" name="Google Shape;6771;p20"/>
            <p:cNvSpPr/>
            <p:nvPr/>
          </p:nvSpPr>
          <p:spPr>
            <a:xfrm>
              <a:off x="723909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72" name="Google Shape;6772;p20"/>
            <p:cNvSpPr/>
            <p:nvPr/>
          </p:nvSpPr>
          <p:spPr>
            <a:xfrm>
              <a:off x="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73" name="Google Shape;6773;p20"/>
            <p:cNvSpPr/>
            <p:nvPr/>
          </p:nvSpPr>
          <p:spPr>
            <a:xfrm>
              <a:off x="38100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74" name="Google Shape;6774;p20"/>
            <p:cNvSpPr/>
            <p:nvPr/>
          </p:nvSpPr>
          <p:spPr>
            <a:xfrm>
              <a:off x="76201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75" name="Google Shape;6775;p20"/>
            <p:cNvSpPr/>
            <p:nvPr/>
          </p:nvSpPr>
          <p:spPr>
            <a:xfrm>
              <a:off x="114301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76" name="Google Shape;6776;p20"/>
            <p:cNvSpPr/>
            <p:nvPr/>
          </p:nvSpPr>
          <p:spPr>
            <a:xfrm>
              <a:off x="152402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77" name="Google Shape;6777;p20"/>
            <p:cNvSpPr/>
            <p:nvPr/>
          </p:nvSpPr>
          <p:spPr>
            <a:xfrm>
              <a:off x="190502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78" name="Google Shape;6778;p20"/>
            <p:cNvSpPr/>
            <p:nvPr/>
          </p:nvSpPr>
          <p:spPr>
            <a:xfrm>
              <a:off x="228603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79" name="Google Shape;6779;p20"/>
            <p:cNvSpPr/>
            <p:nvPr/>
          </p:nvSpPr>
          <p:spPr>
            <a:xfrm>
              <a:off x="266703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80" name="Google Shape;6780;p20"/>
            <p:cNvSpPr/>
            <p:nvPr/>
          </p:nvSpPr>
          <p:spPr>
            <a:xfrm>
              <a:off x="304804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81" name="Google Shape;6781;p20"/>
            <p:cNvSpPr/>
            <p:nvPr/>
          </p:nvSpPr>
          <p:spPr>
            <a:xfrm>
              <a:off x="342904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82" name="Google Shape;6782;p20"/>
            <p:cNvSpPr/>
            <p:nvPr/>
          </p:nvSpPr>
          <p:spPr>
            <a:xfrm>
              <a:off x="381005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83" name="Google Shape;6783;p20"/>
            <p:cNvSpPr/>
            <p:nvPr/>
          </p:nvSpPr>
          <p:spPr>
            <a:xfrm>
              <a:off x="419105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84" name="Google Shape;6784;p20"/>
            <p:cNvSpPr/>
            <p:nvPr/>
          </p:nvSpPr>
          <p:spPr>
            <a:xfrm>
              <a:off x="457206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85" name="Google Shape;6785;p20"/>
            <p:cNvSpPr/>
            <p:nvPr/>
          </p:nvSpPr>
          <p:spPr>
            <a:xfrm>
              <a:off x="495306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86" name="Google Shape;6786;p20"/>
            <p:cNvSpPr/>
            <p:nvPr/>
          </p:nvSpPr>
          <p:spPr>
            <a:xfrm>
              <a:off x="533407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87" name="Google Shape;6787;p20"/>
            <p:cNvSpPr/>
            <p:nvPr/>
          </p:nvSpPr>
          <p:spPr>
            <a:xfrm>
              <a:off x="571507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88" name="Google Shape;6788;p20"/>
            <p:cNvSpPr/>
            <p:nvPr/>
          </p:nvSpPr>
          <p:spPr>
            <a:xfrm>
              <a:off x="609608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89" name="Google Shape;6789;p20"/>
            <p:cNvSpPr/>
            <p:nvPr/>
          </p:nvSpPr>
          <p:spPr>
            <a:xfrm>
              <a:off x="647708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90" name="Google Shape;6790;p20"/>
            <p:cNvSpPr/>
            <p:nvPr/>
          </p:nvSpPr>
          <p:spPr>
            <a:xfrm>
              <a:off x="685809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91" name="Google Shape;6791;p20"/>
            <p:cNvSpPr/>
            <p:nvPr/>
          </p:nvSpPr>
          <p:spPr>
            <a:xfrm>
              <a:off x="723909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92" name="Google Shape;6792;p20"/>
            <p:cNvSpPr/>
            <p:nvPr/>
          </p:nvSpPr>
          <p:spPr>
            <a:xfrm>
              <a:off x="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93" name="Google Shape;6793;p20"/>
            <p:cNvSpPr/>
            <p:nvPr/>
          </p:nvSpPr>
          <p:spPr>
            <a:xfrm>
              <a:off x="38100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94" name="Google Shape;6794;p20"/>
            <p:cNvSpPr/>
            <p:nvPr/>
          </p:nvSpPr>
          <p:spPr>
            <a:xfrm>
              <a:off x="76201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95" name="Google Shape;6795;p20"/>
            <p:cNvSpPr/>
            <p:nvPr/>
          </p:nvSpPr>
          <p:spPr>
            <a:xfrm>
              <a:off x="114301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96" name="Google Shape;6796;p20"/>
            <p:cNvSpPr/>
            <p:nvPr/>
          </p:nvSpPr>
          <p:spPr>
            <a:xfrm>
              <a:off x="152402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97" name="Google Shape;6797;p20"/>
            <p:cNvSpPr/>
            <p:nvPr/>
          </p:nvSpPr>
          <p:spPr>
            <a:xfrm>
              <a:off x="190502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98" name="Google Shape;6798;p20"/>
            <p:cNvSpPr/>
            <p:nvPr/>
          </p:nvSpPr>
          <p:spPr>
            <a:xfrm>
              <a:off x="228603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99" name="Google Shape;6799;p20"/>
            <p:cNvSpPr/>
            <p:nvPr/>
          </p:nvSpPr>
          <p:spPr>
            <a:xfrm>
              <a:off x="266703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00" name="Google Shape;6800;p20"/>
            <p:cNvSpPr/>
            <p:nvPr/>
          </p:nvSpPr>
          <p:spPr>
            <a:xfrm>
              <a:off x="304804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01" name="Google Shape;6801;p20"/>
            <p:cNvSpPr/>
            <p:nvPr/>
          </p:nvSpPr>
          <p:spPr>
            <a:xfrm>
              <a:off x="342904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02" name="Google Shape;6802;p20"/>
            <p:cNvSpPr/>
            <p:nvPr/>
          </p:nvSpPr>
          <p:spPr>
            <a:xfrm>
              <a:off x="381005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03" name="Google Shape;6803;p20"/>
            <p:cNvSpPr/>
            <p:nvPr/>
          </p:nvSpPr>
          <p:spPr>
            <a:xfrm>
              <a:off x="419105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04" name="Google Shape;6804;p20"/>
            <p:cNvSpPr/>
            <p:nvPr/>
          </p:nvSpPr>
          <p:spPr>
            <a:xfrm>
              <a:off x="457206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05" name="Google Shape;6805;p20"/>
            <p:cNvSpPr/>
            <p:nvPr/>
          </p:nvSpPr>
          <p:spPr>
            <a:xfrm>
              <a:off x="495306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06" name="Google Shape;6806;p20"/>
            <p:cNvSpPr/>
            <p:nvPr/>
          </p:nvSpPr>
          <p:spPr>
            <a:xfrm>
              <a:off x="533407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07" name="Google Shape;6807;p20"/>
            <p:cNvSpPr/>
            <p:nvPr/>
          </p:nvSpPr>
          <p:spPr>
            <a:xfrm>
              <a:off x="571507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08" name="Google Shape;6808;p20"/>
            <p:cNvSpPr/>
            <p:nvPr/>
          </p:nvSpPr>
          <p:spPr>
            <a:xfrm>
              <a:off x="609608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09" name="Google Shape;6809;p20"/>
            <p:cNvSpPr/>
            <p:nvPr/>
          </p:nvSpPr>
          <p:spPr>
            <a:xfrm>
              <a:off x="647708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10" name="Google Shape;6810;p20"/>
            <p:cNvSpPr/>
            <p:nvPr/>
          </p:nvSpPr>
          <p:spPr>
            <a:xfrm>
              <a:off x="685809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11" name="Google Shape;6811;p20"/>
            <p:cNvSpPr/>
            <p:nvPr/>
          </p:nvSpPr>
          <p:spPr>
            <a:xfrm>
              <a:off x="723909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12" name="Google Shape;6812;p20"/>
            <p:cNvSpPr/>
            <p:nvPr/>
          </p:nvSpPr>
          <p:spPr>
            <a:xfrm>
              <a:off x="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13" name="Google Shape;6813;p20"/>
            <p:cNvSpPr/>
            <p:nvPr/>
          </p:nvSpPr>
          <p:spPr>
            <a:xfrm>
              <a:off x="38100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14" name="Google Shape;6814;p20"/>
            <p:cNvSpPr/>
            <p:nvPr/>
          </p:nvSpPr>
          <p:spPr>
            <a:xfrm>
              <a:off x="76201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15" name="Google Shape;6815;p20"/>
            <p:cNvSpPr/>
            <p:nvPr/>
          </p:nvSpPr>
          <p:spPr>
            <a:xfrm>
              <a:off x="114301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16" name="Google Shape;6816;p20"/>
            <p:cNvSpPr/>
            <p:nvPr/>
          </p:nvSpPr>
          <p:spPr>
            <a:xfrm>
              <a:off x="152402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17" name="Google Shape;6817;p20"/>
            <p:cNvSpPr/>
            <p:nvPr/>
          </p:nvSpPr>
          <p:spPr>
            <a:xfrm>
              <a:off x="190502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18" name="Google Shape;6818;p20"/>
            <p:cNvSpPr/>
            <p:nvPr/>
          </p:nvSpPr>
          <p:spPr>
            <a:xfrm>
              <a:off x="228603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19" name="Google Shape;6819;p20"/>
            <p:cNvSpPr/>
            <p:nvPr/>
          </p:nvSpPr>
          <p:spPr>
            <a:xfrm>
              <a:off x="266703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20" name="Google Shape;6820;p20"/>
            <p:cNvSpPr/>
            <p:nvPr/>
          </p:nvSpPr>
          <p:spPr>
            <a:xfrm>
              <a:off x="304804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21" name="Google Shape;6821;p20"/>
            <p:cNvSpPr/>
            <p:nvPr/>
          </p:nvSpPr>
          <p:spPr>
            <a:xfrm>
              <a:off x="342904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22" name="Google Shape;6822;p20"/>
            <p:cNvSpPr/>
            <p:nvPr/>
          </p:nvSpPr>
          <p:spPr>
            <a:xfrm>
              <a:off x="381005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23" name="Google Shape;6823;p20"/>
            <p:cNvSpPr/>
            <p:nvPr/>
          </p:nvSpPr>
          <p:spPr>
            <a:xfrm>
              <a:off x="419105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24" name="Google Shape;6824;p20"/>
            <p:cNvSpPr/>
            <p:nvPr/>
          </p:nvSpPr>
          <p:spPr>
            <a:xfrm>
              <a:off x="457206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25" name="Google Shape;6825;p20"/>
            <p:cNvSpPr/>
            <p:nvPr/>
          </p:nvSpPr>
          <p:spPr>
            <a:xfrm>
              <a:off x="495306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26" name="Google Shape;6826;p20"/>
            <p:cNvSpPr/>
            <p:nvPr/>
          </p:nvSpPr>
          <p:spPr>
            <a:xfrm>
              <a:off x="533407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27" name="Google Shape;6827;p20"/>
            <p:cNvSpPr/>
            <p:nvPr/>
          </p:nvSpPr>
          <p:spPr>
            <a:xfrm>
              <a:off x="571507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28" name="Google Shape;6828;p20"/>
            <p:cNvSpPr/>
            <p:nvPr/>
          </p:nvSpPr>
          <p:spPr>
            <a:xfrm>
              <a:off x="609608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29" name="Google Shape;6829;p20"/>
            <p:cNvSpPr/>
            <p:nvPr/>
          </p:nvSpPr>
          <p:spPr>
            <a:xfrm>
              <a:off x="647708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30" name="Google Shape;6830;p20"/>
            <p:cNvSpPr/>
            <p:nvPr/>
          </p:nvSpPr>
          <p:spPr>
            <a:xfrm>
              <a:off x="685809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31" name="Google Shape;6831;p20"/>
            <p:cNvSpPr/>
            <p:nvPr/>
          </p:nvSpPr>
          <p:spPr>
            <a:xfrm>
              <a:off x="723909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32" name="Google Shape;6832;p20"/>
            <p:cNvSpPr/>
            <p:nvPr/>
          </p:nvSpPr>
          <p:spPr>
            <a:xfrm>
              <a:off x="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33" name="Google Shape;6833;p20"/>
            <p:cNvSpPr/>
            <p:nvPr/>
          </p:nvSpPr>
          <p:spPr>
            <a:xfrm>
              <a:off x="38100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34" name="Google Shape;6834;p20"/>
            <p:cNvSpPr/>
            <p:nvPr/>
          </p:nvSpPr>
          <p:spPr>
            <a:xfrm>
              <a:off x="76201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35" name="Google Shape;6835;p20"/>
            <p:cNvSpPr/>
            <p:nvPr/>
          </p:nvSpPr>
          <p:spPr>
            <a:xfrm>
              <a:off x="114301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36" name="Google Shape;6836;p20"/>
            <p:cNvSpPr/>
            <p:nvPr/>
          </p:nvSpPr>
          <p:spPr>
            <a:xfrm>
              <a:off x="152402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37" name="Google Shape;6837;p20"/>
            <p:cNvSpPr/>
            <p:nvPr/>
          </p:nvSpPr>
          <p:spPr>
            <a:xfrm>
              <a:off x="190502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38" name="Google Shape;6838;p20"/>
            <p:cNvSpPr/>
            <p:nvPr/>
          </p:nvSpPr>
          <p:spPr>
            <a:xfrm>
              <a:off x="228603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39" name="Google Shape;6839;p20"/>
            <p:cNvSpPr/>
            <p:nvPr/>
          </p:nvSpPr>
          <p:spPr>
            <a:xfrm>
              <a:off x="266703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40" name="Google Shape;6840;p20"/>
            <p:cNvSpPr/>
            <p:nvPr/>
          </p:nvSpPr>
          <p:spPr>
            <a:xfrm>
              <a:off x="304804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41" name="Google Shape;6841;p20"/>
            <p:cNvSpPr/>
            <p:nvPr/>
          </p:nvSpPr>
          <p:spPr>
            <a:xfrm>
              <a:off x="342904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42" name="Google Shape;6842;p20"/>
            <p:cNvSpPr/>
            <p:nvPr/>
          </p:nvSpPr>
          <p:spPr>
            <a:xfrm>
              <a:off x="381005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43" name="Google Shape;6843;p20"/>
            <p:cNvSpPr/>
            <p:nvPr/>
          </p:nvSpPr>
          <p:spPr>
            <a:xfrm>
              <a:off x="419105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44" name="Google Shape;6844;p20"/>
            <p:cNvSpPr/>
            <p:nvPr/>
          </p:nvSpPr>
          <p:spPr>
            <a:xfrm>
              <a:off x="457206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45" name="Google Shape;6845;p20"/>
            <p:cNvSpPr/>
            <p:nvPr/>
          </p:nvSpPr>
          <p:spPr>
            <a:xfrm>
              <a:off x="495306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46" name="Google Shape;6846;p20"/>
            <p:cNvSpPr/>
            <p:nvPr/>
          </p:nvSpPr>
          <p:spPr>
            <a:xfrm>
              <a:off x="533407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47" name="Google Shape;6847;p20"/>
            <p:cNvSpPr/>
            <p:nvPr/>
          </p:nvSpPr>
          <p:spPr>
            <a:xfrm>
              <a:off x="571507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48" name="Google Shape;6848;p20"/>
            <p:cNvSpPr/>
            <p:nvPr/>
          </p:nvSpPr>
          <p:spPr>
            <a:xfrm>
              <a:off x="609608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49" name="Google Shape;6849;p20"/>
            <p:cNvSpPr/>
            <p:nvPr/>
          </p:nvSpPr>
          <p:spPr>
            <a:xfrm>
              <a:off x="647708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50" name="Google Shape;6850;p20"/>
            <p:cNvSpPr/>
            <p:nvPr/>
          </p:nvSpPr>
          <p:spPr>
            <a:xfrm>
              <a:off x="685809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51" name="Google Shape;6851;p20"/>
            <p:cNvSpPr/>
            <p:nvPr/>
          </p:nvSpPr>
          <p:spPr>
            <a:xfrm>
              <a:off x="723909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52" name="Google Shape;6852;p20"/>
            <p:cNvSpPr/>
            <p:nvPr/>
          </p:nvSpPr>
          <p:spPr>
            <a:xfrm>
              <a:off x="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53" name="Google Shape;6853;p20"/>
            <p:cNvSpPr/>
            <p:nvPr/>
          </p:nvSpPr>
          <p:spPr>
            <a:xfrm>
              <a:off x="38100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54" name="Google Shape;6854;p20"/>
            <p:cNvSpPr/>
            <p:nvPr/>
          </p:nvSpPr>
          <p:spPr>
            <a:xfrm>
              <a:off x="76201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55" name="Google Shape;6855;p20"/>
            <p:cNvSpPr/>
            <p:nvPr/>
          </p:nvSpPr>
          <p:spPr>
            <a:xfrm>
              <a:off x="114301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56" name="Google Shape;6856;p20"/>
            <p:cNvSpPr/>
            <p:nvPr/>
          </p:nvSpPr>
          <p:spPr>
            <a:xfrm>
              <a:off x="152402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57" name="Google Shape;6857;p20"/>
            <p:cNvSpPr/>
            <p:nvPr/>
          </p:nvSpPr>
          <p:spPr>
            <a:xfrm>
              <a:off x="190502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58" name="Google Shape;6858;p20"/>
            <p:cNvSpPr/>
            <p:nvPr/>
          </p:nvSpPr>
          <p:spPr>
            <a:xfrm>
              <a:off x="228603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59" name="Google Shape;6859;p20"/>
            <p:cNvSpPr/>
            <p:nvPr/>
          </p:nvSpPr>
          <p:spPr>
            <a:xfrm>
              <a:off x="266703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60" name="Google Shape;6860;p20"/>
            <p:cNvSpPr/>
            <p:nvPr/>
          </p:nvSpPr>
          <p:spPr>
            <a:xfrm>
              <a:off x="304804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61" name="Google Shape;6861;p20"/>
            <p:cNvSpPr/>
            <p:nvPr/>
          </p:nvSpPr>
          <p:spPr>
            <a:xfrm>
              <a:off x="342904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62" name="Google Shape;6862;p20"/>
            <p:cNvSpPr/>
            <p:nvPr/>
          </p:nvSpPr>
          <p:spPr>
            <a:xfrm>
              <a:off x="381005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63" name="Google Shape;6863;p20"/>
            <p:cNvSpPr/>
            <p:nvPr/>
          </p:nvSpPr>
          <p:spPr>
            <a:xfrm>
              <a:off x="419105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64" name="Google Shape;6864;p20"/>
            <p:cNvSpPr/>
            <p:nvPr/>
          </p:nvSpPr>
          <p:spPr>
            <a:xfrm>
              <a:off x="457206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65" name="Google Shape;6865;p20"/>
            <p:cNvSpPr/>
            <p:nvPr/>
          </p:nvSpPr>
          <p:spPr>
            <a:xfrm>
              <a:off x="495306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66" name="Google Shape;6866;p20"/>
            <p:cNvSpPr/>
            <p:nvPr/>
          </p:nvSpPr>
          <p:spPr>
            <a:xfrm>
              <a:off x="533407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67" name="Google Shape;6867;p20"/>
            <p:cNvSpPr/>
            <p:nvPr/>
          </p:nvSpPr>
          <p:spPr>
            <a:xfrm>
              <a:off x="571507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68" name="Google Shape;6868;p20"/>
            <p:cNvSpPr/>
            <p:nvPr/>
          </p:nvSpPr>
          <p:spPr>
            <a:xfrm>
              <a:off x="609608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69" name="Google Shape;6869;p20"/>
            <p:cNvSpPr/>
            <p:nvPr/>
          </p:nvSpPr>
          <p:spPr>
            <a:xfrm>
              <a:off x="647708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70" name="Google Shape;6870;p20"/>
            <p:cNvSpPr/>
            <p:nvPr/>
          </p:nvSpPr>
          <p:spPr>
            <a:xfrm>
              <a:off x="685809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71" name="Google Shape;6871;p20"/>
            <p:cNvSpPr/>
            <p:nvPr/>
          </p:nvSpPr>
          <p:spPr>
            <a:xfrm>
              <a:off x="723909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72" name="Google Shape;6872;p20"/>
            <p:cNvSpPr/>
            <p:nvPr/>
          </p:nvSpPr>
          <p:spPr>
            <a:xfrm>
              <a:off x="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73" name="Google Shape;6873;p20"/>
            <p:cNvSpPr/>
            <p:nvPr/>
          </p:nvSpPr>
          <p:spPr>
            <a:xfrm>
              <a:off x="38100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74" name="Google Shape;6874;p20"/>
            <p:cNvSpPr/>
            <p:nvPr/>
          </p:nvSpPr>
          <p:spPr>
            <a:xfrm>
              <a:off x="76201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75" name="Google Shape;6875;p20"/>
            <p:cNvSpPr/>
            <p:nvPr/>
          </p:nvSpPr>
          <p:spPr>
            <a:xfrm>
              <a:off x="114301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76" name="Google Shape;6876;p20"/>
            <p:cNvSpPr/>
            <p:nvPr/>
          </p:nvSpPr>
          <p:spPr>
            <a:xfrm>
              <a:off x="152402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77" name="Google Shape;6877;p20"/>
            <p:cNvSpPr/>
            <p:nvPr/>
          </p:nvSpPr>
          <p:spPr>
            <a:xfrm>
              <a:off x="190502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78" name="Google Shape;6878;p20"/>
            <p:cNvSpPr/>
            <p:nvPr/>
          </p:nvSpPr>
          <p:spPr>
            <a:xfrm>
              <a:off x="228603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79" name="Google Shape;6879;p20"/>
            <p:cNvSpPr/>
            <p:nvPr/>
          </p:nvSpPr>
          <p:spPr>
            <a:xfrm>
              <a:off x="266703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80" name="Google Shape;6880;p20"/>
            <p:cNvSpPr/>
            <p:nvPr/>
          </p:nvSpPr>
          <p:spPr>
            <a:xfrm>
              <a:off x="304804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81" name="Google Shape;6881;p20"/>
            <p:cNvSpPr/>
            <p:nvPr/>
          </p:nvSpPr>
          <p:spPr>
            <a:xfrm>
              <a:off x="342904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82" name="Google Shape;6882;p20"/>
            <p:cNvSpPr/>
            <p:nvPr/>
          </p:nvSpPr>
          <p:spPr>
            <a:xfrm>
              <a:off x="381005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83" name="Google Shape;6883;p20"/>
            <p:cNvSpPr/>
            <p:nvPr/>
          </p:nvSpPr>
          <p:spPr>
            <a:xfrm>
              <a:off x="419105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84" name="Google Shape;6884;p20"/>
            <p:cNvSpPr/>
            <p:nvPr/>
          </p:nvSpPr>
          <p:spPr>
            <a:xfrm>
              <a:off x="457206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85" name="Google Shape;6885;p20"/>
            <p:cNvSpPr/>
            <p:nvPr/>
          </p:nvSpPr>
          <p:spPr>
            <a:xfrm>
              <a:off x="495306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86" name="Google Shape;6886;p20"/>
            <p:cNvSpPr/>
            <p:nvPr/>
          </p:nvSpPr>
          <p:spPr>
            <a:xfrm>
              <a:off x="533407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87" name="Google Shape;6887;p20"/>
            <p:cNvSpPr/>
            <p:nvPr/>
          </p:nvSpPr>
          <p:spPr>
            <a:xfrm>
              <a:off x="571507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88" name="Google Shape;6888;p20"/>
            <p:cNvSpPr/>
            <p:nvPr/>
          </p:nvSpPr>
          <p:spPr>
            <a:xfrm>
              <a:off x="609608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89" name="Google Shape;6889;p20"/>
            <p:cNvSpPr/>
            <p:nvPr/>
          </p:nvSpPr>
          <p:spPr>
            <a:xfrm>
              <a:off x="647708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90" name="Google Shape;6890;p20"/>
            <p:cNvSpPr/>
            <p:nvPr/>
          </p:nvSpPr>
          <p:spPr>
            <a:xfrm>
              <a:off x="685809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91" name="Google Shape;6891;p20"/>
            <p:cNvSpPr/>
            <p:nvPr/>
          </p:nvSpPr>
          <p:spPr>
            <a:xfrm>
              <a:off x="723909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92" name="Google Shape;6892;p20"/>
            <p:cNvSpPr/>
            <p:nvPr/>
          </p:nvSpPr>
          <p:spPr>
            <a:xfrm>
              <a:off x="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93" name="Google Shape;6893;p20"/>
            <p:cNvSpPr/>
            <p:nvPr/>
          </p:nvSpPr>
          <p:spPr>
            <a:xfrm>
              <a:off x="38100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94" name="Google Shape;6894;p20"/>
            <p:cNvSpPr/>
            <p:nvPr/>
          </p:nvSpPr>
          <p:spPr>
            <a:xfrm>
              <a:off x="76201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95" name="Google Shape;6895;p20"/>
            <p:cNvSpPr/>
            <p:nvPr/>
          </p:nvSpPr>
          <p:spPr>
            <a:xfrm>
              <a:off x="114301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96" name="Google Shape;6896;p20"/>
            <p:cNvSpPr/>
            <p:nvPr/>
          </p:nvSpPr>
          <p:spPr>
            <a:xfrm>
              <a:off x="152402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97" name="Google Shape;6897;p20"/>
            <p:cNvSpPr/>
            <p:nvPr/>
          </p:nvSpPr>
          <p:spPr>
            <a:xfrm>
              <a:off x="190502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98" name="Google Shape;6898;p20"/>
            <p:cNvSpPr/>
            <p:nvPr/>
          </p:nvSpPr>
          <p:spPr>
            <a:xfrm>
              <a:off x="228603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99" name="Google Shape;6899;p20"/>
            <p:cNvSpPr/>
            <p:nvPr/>
          </p:nvSpPr>
          <p:spPr>
            <a:xfrm>
              <a:off x="266703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00" name="Google Shape;6900;p20"/>
            <p:cNvSpPr/>
            <p:nvPr/>
          </p:nvSpPr>
          <p:spPr>
            <a:xfrm>
              <a:off x="304804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01" name="Google Shape;6901;p20"/>
            <p:cNvSpPr/>
            <p:nvPr/>
          </p:nvSpPr>
          <p:spPr>
            <a:xfrm>
              <a:off x="342904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02" name="Google Shape;6902;p20"/>
            <p:cNvSpPr/>
            <p:nvPr/>
          </p:nvSpPr>
          <p:spPr>
            <a:xfrm>
              <a:off x="381005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03" name="Google Shape;6903;p20"/>
            <p:cNvSpPr/>
            <p:nvPr/>
          </p:nvSpPr>
          <p:spPr>
            <a:xfrm>
              <a:off x="419105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04" name="Google Shape;6904;p20"/>
            <p:cNvSpPr/>
            <p:nvPr/>
          </p:nvSpPr>
          <p:spPr>
            <a:xfrm>
              <a:off x="457206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05" name="Google Shape;6905;p20"/>
            <p:cNvSpPr/>
            <p:nvPr/>
          </p:nvSpPr>
          <p:spPr>
            <a:xfrm>
              <a:off x="495306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06" name="Google Shape;6906;p20"/>
            <p:cNvSpPr/>
            <p:nvPr/>
          </p:nvSpPr>
          <p:spPr>
            <a:xfrm>
              <a:off x="533407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07" name="Google Shape;6907;p20"/>
            <p:cNvSpPr/>
            <p:nvPr/>
          </p:nvSpPr>
          <p:spPr>
            <a:xfrm>
              <a:off x="571507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08" name="Google Shape;6908;p20"/>
            <p:cNvSpPr/>
            <p:nvPr/>
          </p:nvSpPr>
          <p:spPr>
            <a:xfrm>
              <a:off x="609608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09" name="Google Shape;6909;p20"/>
            <p:cNvSpPr/>
            <p:nvPr/>
          </p:nvSpPr>
          <p:spPr>
            <a:xfrm>
              <a:off x="647708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10" name="Google Shape;6910;p20"/>
            <p:cNvSpPr/>
            <p:nvPr/>
          </p:nvSpPr>
          <p:spPr>
            <a:xfrm>
              <a:off x="685809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11" name="Google Shape;6911;p20"/>
            <p:cNvSpPr/>
            <p:nvPr/>
          </p:nvSpPr>
          <p:spPr>
            <a:xfrm>
              <a:off x="723909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12" name="Google Shape;6912;p20"/>
            <p:cNvSpPr/>
            <p:nvPr/>
          </p:nvSpPr>
          <p:spPr>
            <a:xfrm>
              <a:off x="7620110" y="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13" name="Google Shape;6913;p20"/>
            <p:cNvSpPr/>
            <p:nvPr/>
          </p:nvSpPr>
          <p:spPr>
            <a:xfrm>
              <a:off x="8001115" y="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14" name="Google Shape;6914;p20"/>
            <p:cNvSpPr/>
            <p:nvPr/>
          </p:nvSpPr>
          <p:spPr>
            <a:xfrm>
              <a:off x="8382120" y="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15" name="Google Shape;6915;p20"/>
            <p:cNvSpPr/>
            <p:nvPr/>
          </p:nvSpPr>
          <p:spPr>
            <a:xfrm>
              <a:off x="8763125" y="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16" name="Google Shape;6916;p20"/>
            <p:cNvSpPr/>
            <p:nvPr/>
          </p:nvSpPr>
          <p:spPr>
            <a:xfrm>
              <a:off x="7620110" y="342894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17" name="Google Shape;6917;p20"/>
            <p:cNvSpPr/>
            <p:nvPr/>
          </p:nvSpPr>
          <p:spPr>
            <a:xfrm>
              <a:off x="8001115" y="342894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18" name="Google Shape;6918;p20"/>
            <p:cNvSpPr/>
            <p:nvPr/>
          </p:nvSpPr>
          <p:spPr>
            <a:xfrm>
              <a:off x="8382120" y="342894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19" name="Google Shape;6919;p20"/>
            <p:cNvSpPr/>
            <p:nvPr/>
          </p:nvSpPr>
          <p:spPr>
            <a:xfrm>
              <a:off x="8763125" y="342894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20" name="Google Shape;6920;p20"/>
            <p:cNvSpPr/>
            <p:nvPr/>
          </p:nvSpPr>
          <p:spPr>
            <a:xfrm>
              <a:off x="7620110" y="685788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21" name="Google Shape;6921;p20"/>
            <p:cNvSpPr/>
            <p:nvPr/>
          </p:nvSpPr>
          <p:spPr>
            <a:xfrm>
              <a:off x="8001115" y="685788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22" name="Google Shape;6922;p20"/>
            <p:cNvSpPr/>
            <p:nvPr/>
          </p:nvSpPr>
          <p:spPr>
            <a:xfrm>
              <a:off x="8382120" y="685788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23" name="Google Shape;6923;p20"/>
            <p:cNvSpPr/>
            <p:nvPr/>
          </p:nvSpPr>
          <p:spPr>
            <a:xfrm>
              <a:off x="8763125" y="685788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24" name="Google Shape;6924;p20"/>
            <p:cNvSpPr/>
            <p:nvPr/>
          </p:nvSpPr>
          <p:spPr>
            <a:xfrm>
              <a:off x="7620110" y="1028682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25" name="Google Shape;6925;p20"/>
            <p:cNvSpPr/>
            <p:nvPr/>
          </p:nvSpPr>
          <p:spPr>
            <a:xfrm>
              <a:off x="8001115" y="1028682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26" name="Google Shape;6926;p20"/>
            <p:cNvSpPr/>
            <p:nvPr/>
          </p:nvSpPr>
          <p:spPr>
            <a:xfrm>
              <a:off x="8382120" y="1028682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27" name="Google Shape;6927;p20"/>
            <p:cNvSpPr/>
            <p:nvPr/>
          </p:nvSpPr>
          <p:spPr>
            <a:xfrm>
              <a:off x="8763125" y="1028682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28" name="Google Shape;6928;p20"/>
            <p:cNvSpPr/>
            <p:nvPr/>
          </p:nvSpPr>
          <p:spPr>
            <a:xfrm>
              <a:off x="7620110" y="1371576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29" name="Google Shape;6929;p20"/>
            <p:cNvSpPr/>
            <p:nvPr/>
          </p:nvSpPr>
          <p:spPr>
            <a:xfrm>
              <a:off x="8001115" y="1371576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30" name="Google Shape;6930;p20"/>
            <p:cNvSpPr/>
            <p:nvPr/>
          </p:nvSpPr>
          <p:spPr>
            <a:xfrm>
              <a:off x="8382120" y="1371576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31" name="Google Shape;6931;p20"/>
            <p:cNvSpPr/>
            <p:nvPr/>
          </p:nvSpPr>
          <p:spPr>
            <a:xfrm>
              <a:off x="8763125" y="1371576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32" name="Google Shape;6932;p20"/>
            <p:cNvSpPr/>
            <p:nvPr/>
          </p:nvSpPr>
          <p:spPr>
            <a:xfrm>
              <a:off x="7620110" y="171447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33" name="Google Shape;6933;p20"/>
            <p:cNvSpPr/>
            <p:nvPr/>
          </p:nvSpPr>
          <p:spPr>
            <a:xfrm>
              <a:off x="8001115" y="171447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34" name="Google Shape;6934;p20"/>
            <p:cNvSpPr/>
            <p:nvPr/>
          </p:nvSpPr>
          <p:spPr>
            <a:xfrm>
              <a:off x="8382120" y="171447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35" name="Google Shape;6935;p20"/>
            <p:cNvSpPr/>
            <p:nvPr/>
          </p:nvSpPr>
          <p:spPr>
            <a:xfrm>
              <a:off x="8763125" y="171447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36" name="Google Shape;6936;p20"/>
            <p:cNvSpPr/>
            <p:nvPr/>
          </p:nvSpPr>
          <p:spPr>
            <a:xfrm>
              <a:off x="7620110" y="205736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37" name="Google Shape;6937;p20"/>
            <p:cNvSpPr/>
            <p:nvPr/>
          </p:nvSpPr>
          <p:spPr>
            <a:xfrm>
              <a:off x="8001115" y="205736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38" name="Google Shape;6938;p20"/>
            <p:cNvSpPr/>
            <p:nvPr/>
          </p:nvSpPr>
          <p:spPr>
            <a:xfrm>
              <a:off x="8382120" y="205736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39" name="Google Shape;6939;p20"/>
            <p:cNvSpPr/>
            <p:nvPr/>
          </p:nvSpPr>
          <p:spPr>
            <a:xfrm>
              <a:off x="8763125" y="205736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40" name="Google Shape;6940;p20"/>
            <p:cNvSpPr/>
            <p:nvPr/>
          </p:nvSpPr>
          <p:spPr>
            <a:xfrm>
              <a:off x="7620110" y="2400259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41" name="Google Shape;6941;p20"/>
            <p:cNvSpPr/>
            <p:nvPr/>
          </p:nvSpPr>
          <p:spPr>
            <a:xfrm>
              <a:off x="8001115" y="2400259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42" name="Google Shape;6942;p20"/>
            <p:cNvSpPr/>
            <p:nvPr/>
          </p:nvSpPr>
          <p:spPr>
            <a:xfrm>
              <a:off x="8382120" y="2400259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43" name="Google Shape;6943;p20"/>
            <p:cNvSpPr/>
            <p:nvPr/>
          </p:nvSpPr>
          <p:spPr>
            <a:xfrm>
              <a:off x="8763125" y="2400259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44" name="Google Shape;6944;p20"/>
            <p:cNvSpPr/>
            <p:nvPr/>
          </p:nvSpPr>
          <p:spPr>
            <a:xfrm>
              <a:off x="7620110" y="274315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45" name="Google Shape;6945;p20"/>
            <p:cNvSpPr/>
            <p:nvPr/>
          </p:nvSpPr>
          <p:spPr>
            <a:xfrm>
              <a:off x="8001115" y="274315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46" name="Google Shape;6946;p20"/>
            <p:cNvSpPr/>
            <p:nvPr/>
          </p:nvSpPr>
          <p:spPr>
            <a:xfrm>
              <a:off x="8382120" y="274315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47" name="Google Shape;6947;p20"/>
            <p:cNvSpPr/>
            <p:nvPr/>
          </p:nvSpPr>
          <p:spPr>
            <a:xfrm>
              <a:off x="8763125" y="274315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48" name="Google Shape;6948;p20"/>
            <p:cNvSpPr/>
            <p:nvPr/>
          </p:nvSpPr>
          <p:spPr>
            <a:xfrm>
              <a:off x="7620110" y="308604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49" name="Google Shape;6949;p20"/>
            <p:cNvSpPr/>
            <p:nvPr/>
          </p:nvSpPr>
          <p:spPr>
            <a:xfrm>
              <a:off x="8001115" y="308604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50" name="Google Shape;6950;p20"/>
            <p:cNvSpPr/>
            <p:nvPr/>
          </p:nvSpPr>
          <p:spPr>
            <a:xfrm>
              <a:off x="8382120" y="308604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51" name="Google Shape;6951;p20"/>
            <p:cNvSpPr/>
            <p:nvPr/>
          </p:nvSpPr>
          <p:spPr>
            <a:xfrm>
              <a:off x="8763125" y="308604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52" name="Google Shape;6952;p20"/>
            <p:cNvSpPr/>
            <p:nvPr/>
          </p:nvSpPr>
          <p:spPr>
            <a:xfrm>
              <a:off x="7620110" y="342894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53" name="Google Shape;6953;p20"/>
            <p:cNvSpPr/>
            <p:nvPr/>
          </p:nvSpPr>
          <p:spPr>
            <a:xfrm>
              <a:off x="8001115" y="342894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54" name="Google Shape;6954;p20"/>
            <p:cNvSpPr/>
            <p:nvPr/>
          </p:nvSpPr>
          <p:spPr>
            <a:xfrm>
              <a:off x="8382120" y="342894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55" name="Google Shape;6955;p20"/>
            <p:cNvSpPr/>
            <p:nvPr/>
          </p:nvSpPr>
          <p:spPr>
            <a:xfrm>
              <a:off x="8763125" y="342894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56" name="Google Shape;6956;p20"/>
            <p:cNvSpPr/>
            <p:nvPr/>
          </p:nvSpPr>
          <p:spPr>
            <a:xfrm>
              <a:off x="7620110" y="377182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57" name="Google Shape;6957;p20"/>
            <p:cNvSpPr/>
            <p:nvPr/>
          </p:nvSpPr>
          <p:spPr>
            <a:xfrm>
              <a:off x="8001115" y="377182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58" name="Google Shape;6958;p20"/>
            <p:cNvSpPr/>
            <p:nvPr/>
          </p:nvSpPr>
          <p:spPr>
            <a:xfrm>
              <a:off x="8382120" y="377182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59" name="Google Shape;6959;p20"/>
            <p:cNvSpPr/>
            <p:nvPr/>
          </p:nvSpPr>
          <p:spPr>
            <a:xfrm>
              <a:off x="8763125" y="377182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60" name="Google Shape;6960;p20"/>
            <p:cNvSpPr/>
            <p:nvPr/>
          </p:nvSpPr>
          <p:spPr>
            <a:xfrm>
              <a:off x="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61" name="Google Shape;6961;p20"/>
            <p:cNvSpPr/>
            <p:nvPr/>
          </p:nvSpPr>
          <p:spPr>
            <a:xfrm>
              <a:off x="38100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62" name="Google Shape;6962;p20"/>
            <p:cNvSpPr/>
            <p:nvPr/>
          </p:nvSpPr>
          <p:spPr>
            <a:xfrm>
              <a:off x="76201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63" name="Google Shape;6963;p20"/>
            <p:cNvSpPr/>
            <p:nvPr/>
          </p:nvSpPr>
          <p:spPr>
            <a:xfrm>
              <a:off x="114301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64" name="Google Shape;6964;p20"/>
            <p:cNvSpPr/>
            <p:nvPr/>
          </p:nvSpPr>
          <p:spPr>
            <a:xfrm>
              <a:off x="152402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65" name="Google Shape;6965;p20"/>
            <p:cNvSpPr/>
            <p:nvPr/>
          </p:nvSpPr>
          <p:spPr>
            <a:xfrm>
              <a:off x="190502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66" name="Google Shape;6966;p20"/>
            <p:cNvSpPr/>
            <p:nvPr/>
          </p:nvSpPr>
          <p:spPr>
            <a:xfrm>
              <a:off x="228603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67" name="Google Shape;6967;p20"/>
            <p:cNvSpPr/>
            <p:nvPr/>
          </p:nvSpPr>
          <p:spPr>
            <a:xfrm>
              <a:off x="266703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68" name="Google Shape;6968;p20"/>
            <p:cNvSpPr/>
            <p:nvPr/>
          </p:nvSpPr>
          <p:spPr>
            <a:xfrm>
              <a:off x="304804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69" name="Google Shape;6969;p20"/>
            <p:cNvSpPr/>
            <p:nvPr/>
          </p:nvSpPr>
          <p:spPr>
            <a:xfrm>
              <a:off x="342904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70" name="Google Shape;6970;p20"/>
            <p:cNvSpPr/>
            <p:nvPr/>
          </p:nvSpPr>
          <p:spPr>
            <a:xfrm>
              <a:off x="381005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71" name="Google Shape;6971;p20"/>
            <p:cNvSpPr/>
            <p:nvPr/>
          </p:nvSpPr>
          <p:spPr>
            <a:xfrm>
              <a:off x="419105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72" name="Google Shape;6972;p20"/>
            <p:cNvSpPr/>
            <p:nvPr/>
          </p:nvSpPr>
          <p:spPr>
            <a:xfrm>
              <a:off x="457206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73" name="Google Shape;6973;p20"/>
            <p:cNvSpPr/>
            <p:nvPr/>
          </p:nvSpPr>
          <p:spPr>
            <a:xfrm>
              <a:off x="495306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74" name="Google Shape;6974;p20"/>
            <p:cNvSpPr/>
            <p:nvPr/>
          </p:nvSpPr>
          <p:spPr>
            <a:xfrm>
              <a:off x="533407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75" name="Google Shape;6975;p20"/>
            <p:cNvSpPr/>
            <p:nvPr/>
          </p:nvSpPr>
          <p:spPr>
            <a:xfrm>
              <a:off x="571507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76" name="Google Shape;6976;p20"/>
            <p:cNvSpPr/>
            <p:nvPr/>
          </p:nvSpPr>
          <p:spPr>
            <a:xfrm>
              <a:off x="609608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77" name="Google Shape;6977;p20"/>
            <p:cNvSpPr/>
            <p:nvPr/>
          </p:nvSpPr>
          <p:spPr>
            <a:xfrm>
              <a:off x="647708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78" name="Google Shape;6978;p20"/>
            <p:cNvSpPr/>
            <p:nvPr/>
          </p:nvSpPr>
          <p:spPr>
            <a:xfrm>
              <a:off x="685809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79" name="Google Shape;6979;p20"/>
            <p:cNvSpPr/>
            <p:nvPr/>
          </p:nvSpPr>
          <p:spPr>
            <a:xfrm>
              <a:off x="723909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80" name="Google Shape;6980;p20"/>
            <p:cNvSpPr/>
            <p:nvPr/>
          </p:nvSpPr>
          <p:spPr>
            <a:xfrm>
              <a:off x="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81" name="Google Shape;6981;p20"/>
            <p:cNvSpPr/>
            <p:nvPr/>
          </p:nvSpPr>
          <p:spPr>
            <a:xfrm>
              <a:off x="38100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82" name="Google Shape;6982;p20"/>
            <p:cNvSpPr/>
            <p:nvPr/>
          </p:nvSpPr>
          <p:spPr>
            <a:xfrm>
              <a:off x="76201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83" name="Google Shape;6983;p20"/>
            <p:cNvSpPr/>
            <p:nvPr/>
          </p:nvSpPr>
          <p:spPr>
            <a:xfrm>
              <a:off x="114301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84" name="Google Shape;6984;p20"/>
            <p:cNvSpPr/>
            <p:nvPr/>
          </p:nvSpPr>
          <p:spPr>
            <a:xfrm>
              <a:off x="152402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85" name="Google Shape;6985;p20"/>
            <p:cNvSpPr/>
            <p:nvPr/>
          </p:nvSpPr>
          <p:spPr>
            <a:xfrm>
              <a:off x="190502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86" name="Google Shape;6986;p20"/>
            <p:cNvSpPr/>
            <p:nvPr/>
          </p:nvSpPr>
          <p:spPr>
            <a:xfrm>
              <a:off x="228603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87" name="Google Shape;6987;p20"/>
            <p:cNvSpPr/>
            <p:nvPr/>
          </p:nvSpPr>
          <p:spPr>
            <a:xfrm>
              <a:off x="266703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88" name="Google Shape;6988;p20"/>
            <p:cNvSpPr/>
            <p:nvPr/>
          </p:nvSpPr>
          <p:spPr>
            <a:xfrm>
              <a:off x="304804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89" name="Google Shape;6989;p20"/>
            <p:cNvSpPr/>
            <p:nvPr/>
          </p:nvSpPr>
          <p:spPr>
            <a:xfrm>
              <a:off x="342904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90" name="Google Shape;6990;p20"/>
            <p:cNvSpPr/>
            <p:nvPr/>
          </p:nvSpPr>
          <p:spPr>
            <a:xfrm>
              <a:off x="381005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91" name="Google Shape;6991;p20"/>
            <p:cNvSpPr/>
            <p:nvPr/>
          </p:nvSpPr>
          <p:spPr>
            <a:xfrm>
              <a:off x="419105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92" name="Google Shape;6992;p20"/>
            <p:cNvSpPr/>
            <p:nvPr/>
          </p:nvSpPr>
          <p:spPr>
            <a:xfrm>
              <a:off x="457206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93" name="Google Shape;6993;p20"/>
            <p:cNvSpPr/>
            <p:nvPr/>
          </p:nvSpPr>
          <p:spPr>
            <a:xfrm>
              <a:off x="495306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94" name="Google Shape;6994;p20"/>
            <p:cNvSpPr/>
            <p:nvPr/>
          </p:nvSpPr>
          <p:spPr>
            <a:xfrm>
              <a:off x="533407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95" name="Google Shape;6995;p20"/>
            <p:cNvSpPr/>
            <p:nvPr/>
          </p:nvSpPr>
          <p:spPr>
            <a:xfrm>
              <a:off x="571507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96" name="Google Shape;6996;p20"/>
            <p:cNvSpPr/>
            <p:nvPr/>
          </p:nvSpPr>
          <p:spPr>
            <a:xfrm>
              <a:off x="609608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97" name="Google Shape;6997;p20"/>
            <p:cNvSpPr/>
            <p:nvPr/>
          </p:nvSpPr>
          <p:spPr>
            <a:xfrm>
              <a:off x="647708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98" name="Google Shape;6998;p20"/>
            <p:cNvSpPr/>
            <p:nvPr/>
          </p:nvSpPr>
          <p:spPr>
            <a:xfrm>
              <a:off x="685809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99" name="Google Shape;6999;p20"/>
            <p:cNvSpPr/>
            <p:nvPr/>
          </p:nvSpPr>
          <p:spPr>
            <a:xfrm>
              <a:off x="723909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00" name="Google Shape;7000;p20"/>
            <p:cNvSpPr/>
            <p:nvPr/>
          </p:nvSpPr>
          <p:spPr>
            <a:xfrm>
              <a:off x="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01" name="Google Shape;7001;p20"/>
            <p:cNvSpPr/>
            <p:nvPr/>
          </p:nvSpPr>
          <p:spPr>
            <a:xfrm>
              <a:off x="38100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02" name="Google Shape;7002;p20"/>
            <p:cNvSpPr/>
            <p:nvPr/>
          </p:nvSpPr>
          <p:spPr>
            <a:xfrm>
              <a:off x="76201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03" name="Google Shape;7003;p20"/>
            <p:cNvSpPr/>
            <p:nvPr/>
          </p:nvSpPr>
          <p:spPr>
            <a:xfrm>
              <a:off x="114301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04" name="Google Shape;7004;p20"/>
            <p:cNvSpPr/>
            <p:nvPr/>
          </p:nvSpPr>
          <p:spPr>
            <a:xfrm>
              <a:off x="152402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05" name="Google Shape;7005;p20"/>
            <p:cNvSpPr/>
            <p:nvPr/>
          </p:nvSpPr>
          <p:spPr>
            <a:xfrm>
              <a:off x="190502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06" name="Google Shape;7006;p20"/>
            <p:cNvSpPr/>
            <p:nvPr/>
          </p:nvSpPr>
          <p:spPr>
            <a:xfrm>
              <a:off x="228603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07" name="Google Shape;7007;p20"/>
            <p:cNvSpPr/>
            <p:nvPr/>
          </p:nvSpPr>
          <p:spPr>
            <a:xfrm>
              <a:off x="266703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08" name="Google Shape;7008;p20"/>
            <p:cNvSpPr/>
            <p:nvPr/>
          </p:nvSpPr>
          <p:spPr>
            <a:xfrm>
              <a:off x="304804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09" name="Google Shape;7009;p20"/>
            <p:cNvSpPr/>
            <p:nvPr/>
          </p:nvSpPr>
          <p:spPr>
            <a:xfrm>
              <a:off x="342904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10" name="Google Shape;7010;p20"/>
            <p:cNvSpPr/>
            <p:nvPr/>
          </p:nvSpPr>
          <p:spPr>
            <a:xfrm>
              <a:off x="381005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11" name="Google Shape;7011;p20"/>
            <p:cNvSpPr/>
            <p:nvPr/>
          </p:nvSpPr>
          <p:spPr>
            <a:xfrm>
              <a:off x="419105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12" name="Google Shape;7012;p20"/>
            <p:cNvSpPr/>
            <p:nvPr/>
          </p:nvSpPr>
          <p:spPr>
            <a:xfrm>
              <a:off x="457206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13" name="Google Shape;7013;p20"/>
            <p:cNvSpPr/>
            <p:nvPr/>
          </p:nvSpPr>
          <p:spPr>
            <a:xfrm>
              <a:off x="495306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14" name="Google Shape;7014;p20"/>
            <p:cNvSpPr/>
            <p:nvPr/>
          </p:nvSpPr>
          <p:spPr>
            <a:xfrm>
              <a:off x="533407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15" name="Google Shape;7015;p20"/>
            <p:cNvSpPr/>
            <p:nvPr/>
          </p:nvSpPr>
          <p:spPr>
            <a:xfrm>
              <a:off x="571507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16" name="Google Shape;7016;p20"/>
            <p:cNvSpPr/>
            <p:nvPr/>
          </p:nvSpPr>
          <p:spPr>
            <a:xfrm>
              <a:off x="609608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17" name="Google Shape;7017;p20"/>
            <p:cNvSpPr/>
            <p:nvPr/>
          </p:nvSpPr>
          <p:spPr>
            <a:xfrm>
              <a:off x="647708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18" name="Google Shape;7018;p20"/>
            <p:cNvSpPr/>
            <p:nvPr/>
          </p:nvSpPr>
          <p:spPr>
            <a:xfrm>
              <a:off x="685809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19" name="Google Shape;7019;p20"/>
            <p:cNvSpPr/>
            <p:nvPr/>
          </p:nvSpPr>
          <p:spPr>
            <a:xfrm>
              <a:off x="723909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20" name="Google Shape;7020;p20"/>
            <p:cNvSpPr/>
            <p:nvPr/>
          </p:nvSpPr>
          <p:spPr>
            <a:xfrm>
              <a:off x="7620110" y="411471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21" name="Google Shape;7021;p20"/>
            <p:cNvSpPr/>
            <p:nvPr/>
          </p:nvSpPr>
          <p:spPr>
            <a:xfrm>
              <a:off x="8001115" y="411471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22" name="Google Shape;7022;p20"/>
            <p:cNvSpPr/>
            <p:nvPr/>
          </p:nvSpPr>
          <p:spPr>
            <a:xfrm>
              <a:off x="8382120" y="411471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23" name="Google Shape;7023;p20"/>
            <p:cNvSpPr/>
            <p:nvPr/>
          </p:nvSpPr>
          <p:spPr>
            <a:xfrm>
              <a:off x="8763125" y="411471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24" name="Google Shape;7024;p20"/>
            <p:cNvSpPr/>
            <p:nvPr/>
          </p:nvSpPr>
          <p:spPr>
            <a:xfrm>
              <a:off x="7620110" y="445760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25" name="Google Shape;7025;p20"/>
            <p:cNvSpPr/>
            <p:nvPr/>
          </p:nvSpPr>
          <p:spPr>
            <a:xfrm>
              <a:off x="8001115" y="445760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26" name="Google Shape;7026;p20"/>
            <p:cNvSpPr/>
            <p:nvPr/>
          </p:nvSpPr>
          <p:spPr>
            <a:xfrm>
              <a:off x="8382120" y="445760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27" name="Google Shape;7027;p20"/>
            <p:cNvSpPr/>
            <p:nvPr/>
          </p:nvSpPr>
          <p:spPr>
            <a:xfrm>
              <a:off x="8763125" y="445760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28" name="Google Shape;7028;p20"/>
            <p:cNvSpPr/>
            <p:nvPr/>
          </p:nvSpPr>
          <p:spPr>
            <a:xfrm>
              <a:off x="7620110" y="480049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29" name="Google Shape;7029;p20"/>
            <p:cNvSpPr/>
            <p:nvPr/>
          </p:nvSpPr>
          <p:spPr>
            <a:xfrm>
              <a:off x="8001115" y="480049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30" name="Google Shape;7030;p20"/>
            <p:cNvSpPr/>
            <p:nvPr/>
          </p:nvSpPr>
          <p:spPr>
            <a:xfrm>
              <a:off x="8382120" y="480049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31" name="Google Shape;7031;p20"/>
            <p:cNvSpPr/>
            <p:nvPr/>
          </p:nvSpPr>
          <p:spPr>
            <a:xfrm>
              <a:off x="8763125" y="480049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032" name="Google Shape;7032;p20"/>
          <p:cNvSpPr/>
          <p:nvPr/>
        </p:nvSpPr>
        <p:spPr>
          <a:xfrm flipH="1">
            <a:off x="0" y="0"/>
            <a:ext cx="9144000" cy="5143500"/>
          </a:xfrm>
          <a:prstGeom prst="rtTriangle">
            <a:avLst/>
          </a:prstGeom>
          <a:solidFill>
            <a:srgbClr val="005051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033" name="Google Shape;7033;p20"/>
          <p:cNvGrpSpPr/>
          <p:nvPr/>
        </p:nvGrpSpPr>
        <p:grpSpPr>
          <a:xfrm>
            <a:off x="553048" y="535000"/>
            <a:ext cx="8105852" cy="4302000"/>
            <a:chOff x="553048" y="535000"/>
            <a:chExt cx="8105852" cy="4302000"/>
          </a:xfrm>
        </p:grpSpPr>
        <p:sp>
          <p:nvSpPr>
            <p:cNvPr id="7034" name="Google Shape;7034;p20"/>
            <p:cNvSpPr/>
            <p:nvPr/>
          </p:nvSpPr>
          <p:spPr>
            <a:xfrm>
              <a:off x="942300" y="763600"/>
              <a:ext cx="7716600" cy="4073400"/>
            </a:xfrm>
            <a:prstGeom prst="roundRect">
              <a:avLst>
                <a:gd fmla="val 2480" name="adj"/>
              </a:avLst>
            </a:prstGeom>
            <a:solidFill>
              <a:srgbClr val="222828">
                <a:alpha val="2039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35" name="Google Shape;7035;p20"/>
            <p:cNvSpPr/>
            <p:nvPr/>
          </p:nvSpPr>
          <p:spPr>
            <a:xfrm>
              <a:off x="712275" y="535000"/>
              <a:ext cx="7716600" cy="4073400"/>
            </a:xfrm>
            <a:prstGeom prst="roundRect">
              <a:avLst>
                <a:gd fmla="val 2480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36" name="Google Shape;7036;p20"/>
            <p:cNvSpPr/>
            <p:nvPr/>
          </p:nvSpPr>
          <p:spPr>
            <a:xfrm>
              <a:off x="848698" y="898261"/>
              <a:ext cx="317374" cy="317436"/>
            </a:xfrm>
            <a:custGeom>
              <a:rect b="b" l="l" r="r" t="t"/>
              <a:pathLst>
                <a:path extrusionOk="0" h="15212" w="15209">
                  <a:moveTo>
                    <a:pt x="7604" y="0"/>
                  </a:moveTo>
                  <a:cubicBezTo>
                    <a:pt x="3404" y="0"/>
                    <a:pt x="0" y="3405"/>
                    <a:pt x="0" y="7605"/>
                  </a:cubicBezTo>
                  <a:cubicBezTo>
                    <a:pt x="0" y="11805"/>
                    <a:pt x="3404" y="15212"/>
                    <a:pt x="7604" y="15212"/>
                  </a:cubicBezTo>
                  <a:cubicBezTo>
                    <a:pt x="11804" y="15212"/>
                    <a:pt x="15209" y="11805"/>
                    <a:pt x="15209" y="7605"/>
                  </a:cubicBezTo>
                  <a:cubicBezTo>
                    <a:pt x="15209" y="3405"/>
                    <a:pt x="11804" y="0"/>
                    <a:pt x="760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37" name="Google Shape;7037;p20"/>
            <p:cNvSpPr/>
            <p:nvPr/>
          </p:nvSpPr>
          <p:spPr>
            <a:xfrm>
              <a:off x="553048" y="931482"/>
              <a:ext cx="549400" cy="250994"/>
            </a:xfrm>
            <a:custGeom>
              <a:rect b="b" l="l" r="r" t="t"/>
              <a:pathLst>
                <a:path extrusionOk="0" h="12028" w="26328">
                  <a:moveTo>
                    <a:pt x="1493" y="0"/>
                  </a:moveTo>
                  <a:cubicBezTo>
                    <a:pt x="671" y="0"/>
                    <a:pt x="0" y="668"/>
                    <a:pt x="0" y="1494"/>
                  </a:cubicBezTo>
                  <a:cubicBezTo>
                    <a:pt x="0" y="2319"/>
                    <a:pt x="671" y="2990"/>
                    <a:pt x="1493" y="2990"/>
                  </a:cubicBezTo>
                  <a:lnTo>
                    <a:pt x="19596" y="2990"/>
                  </a:lnTo>
                  <a:cubicBezTo>
                    <a:pt x="21591" y="2990"/>
                    <a:pt x="23340" y="4081"/>
                    <a:pt x="23340" y="5330"/>
                  </a:cubicBezTo>
                  <a:lnTo>
                    <a:pt x="23340" y="6698"/>
                  </a:lnTo>
                  <a:cubicBezTo>
                    <a:pt x="23340" y="7944"/>
                    <a:pt x="21591" y="9038"/>
                    <a:pt x="19596" y="9038"/>
                  </a:cubicBezTo>
                  <a:lnTo>
                    <a:pt x="1493" y="9038"/>
                  </a:lnTo>
                  <a:cubicBezTo>
                    <a:pt x="671" y="9038"/>
                    <a:pt x="0" y="9706"/>
                    <a:pt x="0" y="10532"/>
                  </a:cubicBezTo>
                  <a:cubicBezTo>
                    <a:pt x="0" y="11357"/>
                    <a:pt x="671" y="12028"/>
                    <a:pt x="1493" y="12028"/>
                  </a:cubicBezTo>
                  <a:lnTo>
                    <a:pt x="19596" y="12028"/>
                  </a:lnTo>
                  <a:lnTo>
                    <a:pt x="19596" y="12025"/>
                  </a:lnTo>
                  <a:cubicBezTo>
                    <a:pt x="23370" y="12025"/>
                    <a:pt x="26327" y="9685"/>
                    <a:pt x="26327" y="6695"/>
                  </a:cubicBezTo>
                  <a:lnTo>
                    <a:pt x="26327" y="5327"/>
                  </a:lnTo>
                  <a:cubicBezTo>
                    <a:pt x="26327" y="2340"/>
                    <a:pt x="23370" y="0"/>
                    <a:pt x="19596" y="0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38" name="Google Shape;7038;p20"/>
            <p:cNvSpPr/>
            <p:nvPr/>
          </p:nvSpPr>
          <p:spPr>
            <a:xfrm>
              <a:off x="848698" y="1332681"/>
              <a:ext cx="317374" cy="317457"/>
            </a:xfrm>
            <a:custGeom>
              <a:rect b="b" l="l" r="r" t="t"/>
              <a:pathLst>
                <a:path extrusionOk="0" h="15213" w="15209">
                  <a:moveTo>
                    <a:pt x="7604" y="1"/>
                  </a:moveTo>
                  <a:cubicBezTo>
                    <a:pt x="3404" y="1"/>
                    <a:pt x="0" y="3408"/>
                    <a:pt x="0" y="7608"/>
                  </a:cubicBezTo>
                  <a:cubicBezTo>
                    <a:pt x="0" y="11808"/>
                    <a:pt x="3404" y="15212"/>
                    <a:pt x="7604" y="15212"/>
                  </a:cubicBezTo>
                  <a:cubicBezTo>
                    <a:pt x="11804" y="15212"/>
                    <a:pt x="15209" y="11808"/>
                    <a:pt x="15209" y="7608"/>
                  </a:cubicBezTo>
                  <a:cubicBezTo>
                    <a:pt x="15209" y="3408"/>
                    <a:pt x="11804" y="1"/>
                    <a:pt x="760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39" name="Google Shape;7039;p20"/>
            <p:cNvSpPr/>
            <p:nvPr/>
          </p:nvSpPr>
          <p:spPr>
            <a:xfrm>
              <a:off x="553048" y="1365902"/>
              <a:ext cx="549400" cy="251015"/>
            </a:xfrm>
            <a:custGeom>
              <a:rect b="b" l="l" r="r" t="t"/>
              <a:pathLst>
                <a:path extrusionOk="0" h="12029" w="26328">
                  <a:moveTo>
                    <a:pt x="1493" y="1"/>
                  </a:moveTo>
                  <a:cubicBezTo>
                    <a:pt x="671" y="1"/>
                    <a:pt x="0" y="671"/>
                    <a:pt x="0" y="1497"/>
                  </a:cubicBezTo>
                  <a:cubicBezTo>
                    <a:pt x="0" y="2320"/>
                    <a:pt x="671" y="2990"/>
                    <a:pt x="1493" y="2990"/>
                  </a:cubicBezTo>
                  <a:lnTo>
                    <a:pt x="19596" y="2990"/>
                  </a:lnTo>
                  <a:cubicBezTo>
                    <a:pt x="21591" y="2990"/>
                    <a:pt x="23340" y="4084"/>
                    <a:pt x="23340" y="5330"/>
                  </a:cubicBezTo>
                  <a:lnTo>
                    <a:pt x="23340" y="6699"/>
                  </a:lnTo>
                  <a:cubicBezTo>
                    <a:pt x="23340" y="7948"/>
                    <a:pt x="21591" y="9042"/>
                    <a:pt x="19596" y="9042"/>
                  </a:cubicBezTo>
                  <a:lnTo>
                    <a:pt x="1493" y="9042"/>
                  </a:lnTo>
                  <a:cubicBezTo>
                    <a:pt x="671" y="9042"/>
                    <a:pt x="0" y="9709"/>
                    <a:pt x="0" y="10535"/>
                  </a:cubicBezTo>
                  <a:cubicBezTo>
                    <a:pt x="0" y="11361"/>
                    <a:pt x="671" y="12028"/>
                    <a:pt x="1493" y="12028"/>
                  </a:cubicBezTo>
                  <a:lnTo>
                    <a:pt x="19596" y="12028"/>
                  </a:lnTo>
                  <a:cubicBezTo>
                    <a:pt x="23370" y="12028"/>
                    <a:pt x="26327" y="9688"/>
                    <a:pt x="26327" y="6699"/>
                  </a:cubicBezTo>
                  <a:lnTo>
                    <a:pt x="26327" y="5330"/>
                  </a:lnTo>
                  <a:cubicBezTo>
                    <a:pt x="26327" y="2344"/>
                    <a:pt x="23370" y="1"/>
                    <a:pt x="19596" y="1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40" name="Google Shape;7040;p20"/>
            <p:cNvSpPr/>
            <p:nvPr/>
          </p:nvSpPr>
          <p:spPr>
            <a:xfrm>
              <a:off x="848698" y="1767184"/>
              <a:ext cx="317374" cy="317436"/>
            </a:xfrm>
            <a:custGeom>
              <a:rect b="b" l="l" r="r" t="t"/>
              <a:pathLst>
                <a:path extrusionOk="0" h="15212" w="15209">
                  <a:moveTo>
                    <a:pt x="7604" y="0"/>
                  </a:moveTo>
                  <a:cubicBezTo>
                    <a:pt x="3404" y="0"/>
                    <a:pt x="0" y="3404"/>
                    <a:pt x="0" y="7605"/>
                  </a:cubicBezTo>
                  <a:cubicBezTo>
                    <a:pt x="0" y="11805"/>
                    <a:pt x="3404" y="15212"/>
                    <a:pt x="7604" y="15212"/>
                  </a:cubicBezTo>
                  <a:cubicBezTo>
                    <a:pt x="11804" y="15212"/>
                    <a:pt x="15209" y="11805"/>
                    <a:pt x="15209" y="7605"/>
                  </a:cubicBezTo>
                  <a:cubicBezTo>
                    <a:pt x="15209" y="3404"/>
                    <a:pt x="11804" y="0"/>
                    <a:pt x="760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41" name="Google Shape;7041;p20"/>
            <p:cNvSpPr/>
            <p:nvPr/>
          </p:nvSpPr>
          <p:spPr>
            <a:xfrm>
              <a:off x="553048" y="1800405"/>
              <a:ext cx="549400" cy="250994"/>
            </a:xfrm>
            <a:custGeom>
              <a:rect b="b" l="l" r="r" t="t"/>
              <a:pathLst>
                <a:path extrusionOk="0" h="12028" w="26328">
                  <a:moveTo>
                    <a:pt x="1493" y="0"/>
                  </a:moveTo>
                  <a:cubicBezTo>
                    <a:pt x="671" y="0"/>
                    <a:pt x="0" y="668"/>
                    <a:pt x="0" y="1493"/>
                  </a:cubicBezTo>
                  <a:cubicBezTo>
                    <a:pt x="0" y="2319"/>
                    <a:pt x="671" y="2990"/>
                    <a:pt x="1493" y="2990"/>
                  </a:cubicBezTo>
                  <a:lnTo>
                    <a:pt x="19596" y="2990"/>
                  </a:lnTo>
                  <a:cubicBezTo>
                    <a:pt x="21591" y="2990"/>
                    <a:pt x="23340" y="4081"/>
                    <a:pt x="23340" y="5330"/>
                  </a:cubicBezTo>
                  <a:lnTo>
                    <a:pt x="23340" y="6695"/>
                  </a:lnTo>
                  <a:cubicBezTo>
                    <a:pt x="23340" y="7944"/>
                    <a:pt x="21591" y="9038"/>
                    <a:pt x="19596" y="9038"/>
                  </a:cubicBezTo>
                  <a:lnTo>
                    <a:pt x="1493" y="9038"/>
                  </a:lnTo>
                  <a:cubicBezTo>
                    <a:pt x="671" y="9038"/>
                    <a:pt x="0" y="9706"/>
                    <a:pt x="0" y="10532"/>
                  </a:cubicBezTo>
                  <a:cubicBezTo>
                    <a:pt x="0" y="11357"/>
                    <a:pt x="671" y="12028"/>
                    <a:pt x="1493" y="12028"/>
                  </a:cubicBezTo>
                  <a:lnTo>
                    <a:pt x="19596" y="12028"/>
                  </a:lnTo>
                  <a:lnTo>
                    <a:pt x="19596" y="12025"/>
                  </a:lnTo>
                  <a:cubicBezTo>
                    <a:pt x="23370" y="12025"/>
                    <a:pt x="26327" y="9685"/>
                    <a:pt x="26327" y="6695"/>
                  </a:cubicBezTo>
                  <a:lnTo>
                    <a:pt x="26327" y="5327"/>
                  </a:lnTo>
                  <a:cubicBezTo>
                    <a:pt x="26327" y="2340"/>
                    <a:pt x="23370" y="0"/>
                    <a:pt x="19596" y="0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42" name="Google Shape;7042;p20"/>
            <p:cNvSpPr/>
            <p:nvPr/>
          </p:nvSpPr>
          <p:spPr>
            <a:xfrm>
              <a:off x="848698" y="2201603"/>
              <a:ext cx="317374" cy="317457"/>
            </a:xfrm>
            <a:custGeom>
              <a:rect b="b" l="l" r="r" t="t"/>
              <a:pathLst>
                <a:path extrusionOk="0" h="15213" w="15209">
                  <a:moveTo>
                    <a:pt x="7604" y="1"/>
                  </a:moveTo>
                  <a:cubicBezTo>
                    <a:pt x="3404" y="1"/>
                    <a:pt x="0" y="3405"/>
                    <a:pt x="0" y="7608"/>
                  </a:cubicBezTo>
                  <a:cubicBezTo>
                    <a:pt x="0" y="11808"/>
                    <a:pt x="3404" y="15212"/>
                    <a:pt x="7604" y="15212"/>
                  </a:cubicBezTo>
                  <a:cubicBezTo>
                    <a:pt x="11804" y="15212"/>
                    <a:pt x="15209" y="11808"/>
                    <a:pt x="15209" y="7608"/>
                  </a:cubicBezTo>
                  <a:cubicBezTo>
                    <a:pt x="15209" y="3405"/>
                    <a:pt x="11804" y="1"/>
                    <a:pt x="760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43" name="Google Shape;7043;p20"/>
            <p:cNvSpPr/>
            <p:nvPr/>
          </p:nvSpPr>
          <p:spPr>
            <a:xfrm>
              <a:off x="553048" y="2234824"/>
              <a:ext cx="549400" cy="251015"/>
            </a:xfrm>
            <a:custGeom>
              <a:rect b="b" l="l" r="r" t="t"/>
              <a:pathLst>
                <a:path extrusionOk="0" h="12029" w="26328">
                  <a:moveTo>
                    <a:pt x="1493" y="1"/>
                  </a:moveTo>
                  <a:cubicBezTo>
                    <a:pt x="671" y="1"/>
                    <a:pt x="0" y="668"/>
                    <a:pt x="0" y="1494"/>
                  </a:cubicBezTo>
                  <a:cubicBezTo>
                    <a:pt x="0" y="2320"/>
                    <a:pt x="671" y="2990"/>
                    <a:pt x="1493" y="2990"/>
                  </a:cubicBezTo>
                  <a:lnTo>
                    <a:pt x="19596" y="2990"/>
                  </a:lnTo>
                  <a:cubicBezTo>
                    <a:pt x="21591" y="2990"/>
                    <a:pt x="23340" y="4084"/>
                    <a:pt x="23340" y="5330"/>
                  </a:cubicBezTo>
                  <a:lnTo>
                    <a:pt x="23340" y="6699"/>
                  </a:lnTo>
                  <a:cubicBezTo>
                    <a:pt x="23340" y="7945"/>
                    <a:pt x="21591" y="9039"/>
                    <a:pt x="19596" y="9039"/>
                  </a:cubicBezTo>
                  <a:lnTo>
                    <a:pt x="1493" y="9039"/>
                  </a:lnTo>
                  <a:cubicBezTo>
                    <a:pt x="671" y="9039"/>
                    <a:pt x="0" y="9706"/>
                    <a:pt x="0" y="10532"/>
                  </a:cubicBezTo>
                  <a:cubicBezTo>
                    <a:pt x="0" y="11358"/>
                    <a:pt x="671" y="12028"/>
                    <a:pt x="1493" y="12028"/>
                  </a:cubicBezTo>
                  <a:lnTo>
                    <a:pt x="19596" y="12028"/>
                  </a:lnTo>
                  <a:lnTo>
                    <a:pt x="19596" y="12025"/>
                  </a:lnTo>
                  <a:cubicBezTo>
                    <a:pt x="23370" y="12025"/>
                    <a:pt x="26327" y="9685"/>
                    <a:pt x="26327" y="6699"/>
                  </a:cubicBezTo>
                  <a:lnTo>
                    <a:pt x="26327" y="5330"/>
                  </a:lnTo>
                  <a:cubicBezTo>
                    <a:pt x="26327" y="2341"/>
                    <a:pt x="23370" y="1"/>
                    <a:pt x="19596" y="1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44" name="Google Shape;7044;p20"/>
            <p:cNvSpPr/>
            <p:nvPr/>
          </p:nvSpPr>
          <p:spPr>
            <a:xfrm>
              <a:off x="848698" y="2636106"/>
              <a:ext cx="317374" cy="317374"/>
            </a:xfrm>
            <a:custGeom>
              <a:rect b="b" l="l" r="r" t="t"/>
              <a:pathLst>
                <a:path extrusionOk="0" h="15209" w="15209">
                  <a:moveTo>
                    <a:pt x="7604" y="0"/>
                  </a:moveTo>
                  <a:cubicBezTo>
                    <a:pt x="3404" y="0"/>
                    <a:pt x="0" y="3404"/>
                    <a:pt x="0" y="7604"/>
                  </a:cubicBezTo>
                  <a:cubicBezTo>
                    <a:pt x="0" y="11805"/>
                    <a:pt x="3404" y="15209"/>
                    <a:pt x="7604" y="15209"/>
                  </a:cubicBezTo>
                  <a:cubicBezTo>
                    <a:pt x="11804" y="15209"/>
                    <a:pt x="15209" y="11805"/>
                    <a:pt x="15209" y="7604"/>
                  </a:cubicBezTo>
                  <a:cubicBezTo>
                    <a:pt x="15209" y="3404"/>
                    <a:pt x="11804" y="0"/>
                    <a:pt x="760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45" name="Google Shape;7045;p20"/>
            <p:cNvSpPr/>
            <p:nvPr/>
          </p:nvSpPr>
          <p:spPr>
            <a:xfrm>
              <a:off x="553048" y="2669265"/>
              <a:ext cx="549400" cy="250994"/>
            </a:xfrm>
            <a:custGeom>
              <a:rect b="b" l="l" r="r" t="t"/>
              <a:pathLst>
                <a:path extrusionOk="0" h="12028" w="26328">
                  <a:moveTo>
                    <a:pt x="1493" y="0"/>
                  </a:moveTo>
                  <a:cubicBezTo>
                    <a:pt x="671" y="0"/>
                    <a:pt x="0" y="671"/>
                    <a:pt x="0" y="1496"/>
                  </a:cubicBezTo>
                  <a:cubicBezTo>
                    <a:pt x="0" y="2322"/>
                    <a:pt x="671" y="2990"/>
                    <a:pt x="1493" y="2990"/>
                  </a:cubicBezTo>
                  <a:lnTo>
                    <a:pt x="19596" y="2990"/>
                  </a:lnTo>
                  <a:cubicBezTo>
                    <a:pt x="21591" y="2990"/>
                    <a:pt x="23340" y="4084"/>
                    <a:pt x="23340" y="5330"/>
                  </a:cubicBezTo>
                  <a:lnTo>
                    <a:pt x="23340" y="6698"/>
                  </a:lnTo>
                  <a:cubicBezTo>
                    <a:pt x="23340" y="7947"/>
                    <a:pt x="21591" y="9041"/>
                    <a:pt x="19596" y="9041"/>
                  </a:cubicBezTo>
                  <a:lnTo>
                    <a:pt x="1493" y="9041"/>
                  </a:lnTo>
                  <a:cubicBezTo>
                    <a:pt x="671" y="9041"/>
                    <a:pt x="0" y="9709"/>
                    <a:pt x="0" y="10534"/>
                  </a:cubicBezTo>
                  <a:cubicBezTo>
                    <a:pt x="0" y="11360"/>
                    <a:pt x="671" y="12028"/>
                    <a:pt x="1493" y="12028"/>
                  </a:cubicBezTo>
                  <a:lnTo>
                    <a:pt x="19596" y="12028"/>
                  </a:lnTo>
                  <a:cubicBezTo>
                    <a:pt x="23370" y="12028"/>
                    <a:pt x="26327" y="9688"/>
                    <a:pt x="26327" y="6698"/>
                  </a:cubicBezTo>
                  <a:lnTo>
                    <a:pt x="26327" y="5330"/>
                  </a:lnTo>
                  <a:cubicBezTo>
                    <a:pt x="26327" y="2343"/>
                    <a:pt x="23370" y="0"/>
                    <a:pt x="19596" y="0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46" name="Google Shape;7046;p20"/>
            <p:cNvSpPr/>
            <p:nvPr/>
          </p:nvSpPr>
          <p:spPr>
            <a:xfrm>
              <a:off x="848698" y="3070526"/>
              <a:ext cx="317374" cy="317457"/>
            </a:xfrm>
            <a:custGeom>
              <a:rect b="b" l="l" r="r" t="t"/>
              <a:pathLst>
                <a:path extrusionOk="0" h="15213" w="15209">
                  <a:moveTo>
                    <a:pt x="7604" y="1"/>
                  </a:moveTo>
                  <a:cubicBezTo>
                    <a:pt x="3404" y="1"/>
                    <a:pt x="0" y="3405"/>
                    <a:pt x="0" y="7605"/>
                  </a:cubicBezTo>
                  <a:cubicBezTo>
                    <a:pt x="0" y="11805"/>
                    <a:pt x="3404" y="15212"/>
                    <a:pt x="7604" y="15212"/>
                  </a:cubicBezTo>
                  <a:cubicBezTo>
                    <a:pt x="11804" y="15212"/>
                    <a:pt x="15209" y="11805"/>
                    <a:pt x="15209" y="7605"/>
                  </a:cubicBezTo>
                  <a:cubicBezTo>
                    <a:pt x="15209" y="3405"/>
                    <a:pt x="11804" y="1"/>
                    <a:pt x="760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47" name="Google Shape;7047;p20"/>
            <p:cNvSpPr/>
            <p:nvPr/>
          </p:nvSpPr>
          <p:spPr>
            <a:xfrm>
              <a:off x="553048" y="3103747"/>
              <a:ext cx="549400" cy="251015"/>
            </a:xfrm>
            <a:custGeom>
              <a:rect b="b" l="l" r="r" t="t"/>
              <a:pathLst>
                <a:path extrusionOk="0" h="12029" w="26328">
                  <a:moveTo>
                    <a:pt x="1493" y="0"/>
                  </a:moveTo>
                  <a:cubicBezTo>
                    <a:pt x="671" y="0"/>
                    <a:pt x="0" y="668"/>
                    <a:pt x="0" y="1494"/>
                  </a:cubicBezTo>
                  <a:cubicBezTo>
                    <a:pt x="0" y="2320"/>
                    <a:pt x="671" y="2987"/>
                    <a:pt x="1493" y="2987"/>
                  </a:cubicBezTo>
                  <a:lnTo>
                    <a:pt x="19596" y="2987"/>
                  </a:lnTo>
                  <a:cubicBezTo>
                    <a:pt x="21591" y="2987"/>
                    <a:pt x="23340" y="4081"/>
                    <a:pt x="23340" y="5330"/>
                  </a:cubicBezTo>
                  <a:lnTo>
                    <a:pt x="23340" y="6696"/>
                  </a:lnTo>
                  <a:cubicBezTo>
                    <a:pt x="23340" y="7945"/>
                    <a:pt x="21591" y="9039"/>
                    <a:pt x="19596" y="9039"/>
                  </a:cubicBezTo>
                  <a:lnTo>
                    <a:pt x="1493" y="9039"/>
                  </a:lnTo>
                  <a:cubicBezTo>
                    <a:pt x="671" y="9039"/>
                    <a:pt x="0" y="9706"/>
                    <a:pt x="0" y="10532"/>
                  </a:cubicBezTo>
                  <a:cubicBezTo>
                    <a:pt x="0" y="11358"/>
                    <a:pt x="671" y="12028"/>
                    <a:pt x="1493" y="12028"/>
                  </a:cubicBezTo>
                  <a:lnTo>
                    <a:pt x="19596" y="12028"/>
                  </a:lnTo>
                  <a:lnTo>
                    <a:pt x="19596" y="12025"/>
                  </a:lnTo>
                  <a:cubicBezTo>
                    <a:pt x="23370" y="12025"/>
                    <a:pt x="26327" y="9685"/>
                    <a:pt x="26327" y="6696"/>
                  </a:cubicBezTo>
                  <a:lnTo>
                    <a:pt x="26327" y="5330"/>
                  </a:lnTo>
                  <a:cubicBezTo>
                    <a:pt x="26327" y="2340"/>
                    <a:pt x="23370" y="0"/>
                    <a:pt x="19596" y="0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48" name="Google Shape;7048;p20"/>
            <p:cNvSpPr/>
            <p:nvPr/>
          </p:nvSpPr>
          <p:spPr>
            <a:xfrm>
              <a:off x="848698" y="3504966"/>
              <a:ext cx="317374" cy="317436"/>
            </a:xfrm>
            <a:custGeom>
              <a:rect b="b" l="l" r="r" t="t"/>
              <a:pathLst>
                <a:path extrusionOk="0" h="15212" w="15209">
                  <a:moveTo>
                    <a:pt x="7604" y="0"/>
                  </a:moveTo>
                  <a:cubicBezTo>
                    <a:pt x="3404" y="0"/>
                    <a:pt x="0" y="3407"/>
                    <a:pt x="0" y="7607"/>
                  </a:cubicBezTo>
                  <a:cubicBezTo>
                    <a:pt x="0" y="11807"/>
                    <a:pt x="3404" y="15212"/>
                    <a:pt x="7604" y="15212"/>
                  </a:cubicBezTo>
                  <a:cubicBezTo>
                    <a:pt x="11804" y="15212"/>
                    <a:pt x="15209" y="11807"/>
                    <a:pt x="15209" y="7607"/>
                  </a:cubicBezTo>
                  <a:cubicBezTo>
                    <a:pt x="15209" y="3407"/>
                    <a:pt x="11804" y="0"/>
                    <a:pt x="760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49" name="Google Shape;7049;p20"/>
            <p:cNvSpPr/>
            <p:nvPr/>
          </p:nvSpPr>
          <p:spPr>
            <a:xfrm>
              <a:off x="553048" y="3538167"/>
              <a:ext cx="549400" cy="251015"/>
            </a:xfrm>
            <a:custGeom>
              <a:rect b="b" l="l" r="r" t="t"/>
              <a:pathLst>
                <a:path extrusionOk="0" h="12029" w="26328">
                  <a:moveTo>
                    <a:pt x="1493" y="1"/>
                  </a:moveTo>
                  <a:cubicBezTo>
                    <a:pt x="671" y="1"/>
                    <a:pt x="0" y="672"/>
                    <a:pt x="0" y="1497"/>
                  </a:cubicBezTo>
                  <a:cubicBezTo>
                    <a:pt x="0" y="2320"/>
                    <a:pt x="671" y="2991"/>
                    <a:pt x="1493" y="2991"/>
                  </a:cubicBezTo>
                  <a:lnTo>
                    <a:pt x="19596" y="2991"/>
                  </a:lnTo>
                  <a:cubicBezTo>
                    <a:pt x="21591" y="2991"/>
                    <a:pt x="23340" y="4085"/>
                    <a:pt x="23340" y="5331"/>
                  </a:cubicBezTo>
                  <a:lnTo>
                    <a:pt x="23340" y="6699"/>
                  </a:lnTo>
                  <a:cubicBezTo>
                    <a:pt x="23340" y="7948"/>
                    <a:pt x="21591" y="9042"/>
                    <a:pt x="19596" y="9042"/>
                  </a:cubicBezTo>
                  <a:lnTo>
                    <a:pt x="1493" y="9042"/>
                  </a:lnTo>
                  <a:cubicBezTo>
                    <a:pt x="671" y="9042"/>
                    <a:pt x="0" y="9710"/>
                    <a:pt x="0" y="10535"/>
                  </a:cubicBezTo>
                  <a:cubicBezTo>
                    <a:pt x="0" y="11361"/>
                    <a:pt x="671" y="12029"/>
                    <a:pt x="1493" y="12029"/>
                  </a:cubicBezTo>
                  <a:lnTo>
                    <a:pt x="19596" y="12029"/>
                  </a:lnTo>
                  <a:cubicBezTo>
                    <a:pt x="23370" y="12029"/>
                    <a:pt x="26327" y="9689"/>
                    <a:pt x="26327" y="6699"/>
                  </a:cubicBezTo>
                  <a:lnTo>
                    <a:pt x="26327" y="5331"/>
                  </a:lnTo>
                  <a:cubicBezTo>
                    <a:pt x="26327" y="2344"/>
                    <a:pt x="23370" y="1"/>
                    <a:pt x="19596" y="1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50" name="Google Shape;7050;p20"/>
            <p:cNvSpPr/>
            <p:nvPr/>
          </p:nvSpPr>
          <p:spPr>
            <a:xfrm>
              <a:off x="848698" y="3939449"/>
              <a:ext cx="317374" cy="317395"/>
            </a:xfrm>
            <a:custGeom>
              <a:rect b="b" l="l" r="r" t="t"/>
              <a:pathLst>
                <a:path extrusionOk="0" h="15210" w="15209">
                  <a:moveTo>
                    <a:pt x="7604" y="1"/>
                  </a:moveTo>
                  <a:cubicBezTo>
                    <a:pt x="3404" y="1"/>
                    <a:pt x="0" y="3405"/>
                    <a:pt x="0" y="7605"/>
                  </a:cubicBezTo>
                  <a:cubicBezTo>
                    <a:pt x="0" y="11805"/>
                    <a:pt x="3404" y="15209"/>
                    <a:pt x="7604" y="15209"/>
                  </a:cubicBezTo>
                  <a:cubicBezTo>
                    <a:pt x="11804" y="15209"/>
                    <a:pt x="15209" y="11805"/>
                    <a:pt x="15209" y="7605"/>
                  </a:cubicBezTo>
                  <a:cubicBezTo>
                    <a:pt x="15209" y="3405"/>
                    <a:pt x="11804" y="1"/>
                    <a:pt x="760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51" name="Google Shape;7051;p20"/>
            <p:cNvSpPr/>
            <p:nvPr/>
          </p:nvSpPr>
          <p:spPr>
            <a:xfrm>
              <a:off x="553048" y="3972670"/>
              <a:ext cx="549400" cy="251015"/>
            </a:xfrm>
            <a:custGeom>
              <a:rect b="b" l="l" r="r" t="t"/>
              <a:pathLst>
                <a:path extrusionOk="0" h="12029" w="26328">
                  <a:moveTo>
                    <a:pt x="1493" y="0"/>
                  </a:moveTo>
                  <a:cubicBezTo>
                    <a:pt x="671" y="0"/>
                    <a:pt x="0" y="668"/>
                    <a:pt x="0" y="1494"/>
                  </a:cubicBezTo>
                  <a:cubicBezTo>
                    <a:pt x="0" y="2320"/>
                    <a:pt x="671" y="2990"/>
                    <a:pt x="1493" y="2990"/>
                  </a:cubicBezTo>
                  <a:lnTo>
                    <a:pt x="19596" y="2990"/>
                  </a:lnTo>
                  <a:cubicBezTo>
                    <a:pt x="21591" y="2990"/>
                    <a:pt x="23340" y="4081"/>
                    <a:pt x="23340" y="5330"/>
                  </a:cubicBezTo>
                  <a:lnTo>
                    <a:pt x="23340" y="6695"/>
                  </a:lnTo>
                  <a:cubicBezTo>
                    <a:pt x="23340" y="7944"/>
                    <a:pt x="21591" y="9038"/>
                    <a:pt x="19596" y="9038"/>
                  </a:cubicBezTo>
                  <a:lnTo>
                    <a:pt x="1493" y="9038"/>
                  </a:lnTo>
                  <a:cubicBezTo>
                    <a:pt x="671" y="9038"/>
                    <a:pt x="0" y="9706"/>
                    <a:pt x="0" y="10532"/>
                  </a:cubicBezTo>
                  <a:cubicBezTo>
                    <a:pt x="0" y="11358"/>
                    <a:pt x="671" y="12028"/>
                    <a:pt x="1493" y="12028"/>
                  </a:cubicBezTo>
                  <a:lnTo>
                    <a:pt x="19596" y="12028"/>
                  </a:lnTo>
                  <a:lnTo>
                    <a:pt x="19596" y="12025"/>
                  </a:lnTo>
                  <a:cubicBezTo>
                    <a:pt x="23370" y="12025"/>
                    <a:pt x="26327" y="9685"/>
                    <a:pt x="26327" y="6695"/>
                  </a:cubicBezTo>
                  <a:lnTo>
                    <a:pt x="26327" y="5327"/>
                  </a:lnTo>
                  <a:cubicBezTo>
                    <a:pt x="26327" y="2340"/>
                    <a:pt x="23370" y="0"/>
                    <a:pt x="19596" y="0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052" name="Google Shape;7052;p20"/>
          <p:cNvSpPr/>
          <p:nvPr/>
        </p:nvSpPr>
        <p:spPr>
          <a:xfrm>
            <a:off x="8428900" y="1041975"/>
            <a:ext cx="143750" cy="647425"/>
          </a:xfrm>
          <a:custGeom>
            <a:rect b="b" l="l" r="r" t="t"/>
            <a:pathLst>
              <a:path extrusionOk="0" h="25897" w="5750">
                <a:moveTo>
                  <a:pt x="0" y="0"/>
                </a:moveTo>
                <a:lnTo>
                  <a:pt x="0" y="25897"/>
                </a:lnTo>
                <a:cubicBezTo>
                  <a:pt x="3176" y="25897"/>
                  <a:pt x="5749" y="23323"/>
                  <a:pt x="5749" y="20147"/>
                </a:cubicBezTo>
                <a:lnTo>
                  <a:pt x="5749" y="5752"/>
                </a:lnTo>
                <a:cubicBezTo>
                  <a:pt x="5749" y="2576"/>
                  <a:pt x="3176" y="0"/>
                  <a:pt x="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53" name="Google Shape;7053;p20"/>
          <p:cNvSpPr/>
          <p:nvPr/>
        </p:nvSpPr>
        <p:spPr>
          <a:xfrm>
            <a:off x="8428900" y="2620900"/>
            <a:ext cx="143750" cy="647425"/>
          </a:xfrm>
          <a:custGeom>
            <a:rect b="b" l="l" r="r" t="t"/>
            <a:pathLst>
              <a:path extrusionOk="0" h="25897" w="5750">
                <a:moveTo>
                  <a:pt x="0" y="0"/>
                </a:moveTo>
                <a:lnTo>
                  <a:pt x="0" y="25897"/>
                </a:lnTo>
                <a:cubicBezTo>
                  <a:pt x="3176" y="25897"/>
                  <a:pt x="5749" y="23323"/>
                  <a:pt x="5749" y="20148"/>
                </a:cubicBezTo>
                <a:lnTo>
                  <a:pt x="5749" y="5752"/>
                </a:lnTo>
                <a:cubicBezTo>
                  <a:pt x="5749" y="2577"/>
                  <a:pt x="3176" y="0"/>
                  <a:pt x="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54" name="Google Shape;7054;p20"/>
          <p:cNvSpPr/>
          <p:nvPr/>
        </p:nvSpPr>
        <p:spPr>
          <a:xfrm>
            <a:off x="8428900" y="1811900"/>
            <a:ext cx="143750" cy="647425"/>
          </a:xfrm>
          <a:custGeom>
            <a:rect b="b" l="l" r="r" t="t"/>
            <a:pathLst>
              <a:path extrusionOk="0" h="25897" w="5750">
                <a:moveTo>
                  <a:pt x="0" y="0"/>
                </a:moveTo>
                <a:lnTo>
                  <a:pt x="0" y="25897"/>
                </a:lnTo>
                <a:cubicBezTo>
                  <a:pt x="3176" y="25897"/>
                  <a:pt x="5749" y="23320"/>
                  <a:pt x="5749" y="20147"/>
                </a:cubicBezTo>
                <a:lnTo>
                  <a:pt x="5749" y="5749"/>
                </a:lnTo>
                <a:cubicBezTo>
                  <a:pt x="5749" y="2574"/>
                  <a:pt x="3176" y="0"/>
                  <a:pt x="0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55" name="Google Shape;7055;p20"/>
          <p:cNvSpPr/>
          <p:nvPr/>
        </p:nvSpPr>
        <p:spPr>
          <a:xfrm>
            <a:off x="8428900" y="3454000"/>
            <a:ext cx="143750" cy="647425"/>
          </a:xfrm>
          <a:custGeom>
            <a:rect b="b" l="l" r="r" t="t"/>
            <a:pathLst>
              <a:path extrusionOk="0" h="25897" w="5750">
                <a:moveTo>
                  <a:pt x="0" y="1"/>
                </a:moveTo>
                <a:lnTo>
                  <a:pt x="0" y="25897"/>
                </a:lnTo>
                <a:cubicBezTo>
                  <a:pt x="3176" y="25897"/>
                  <a:pt x="5749" y="23323"/>
                  <a:pt x="5749" y="20148"/>
                </a:cubicBezTo>
                <a:lnTo>
                  <a:pt x="5749" y="5752"/>
                </a:lnTo>
                <a:cubicBezTo>
                  <a:pt x="5749" y="2577"/>
                  <a:pt x="3176" y="1"/>
                  <a:pt x="0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56" name="Google Shape;7056;p20"/>
          <p:cNvSpPr txBox="1"/>
          <p:nvPr>
            <p:ph type="title"/>
          </p:nvPr>
        </p:nvSpPr>
        <p:spPr>
          <a:xfrm>
            <a:off x="1474650" y="2509500"/>
            <a:ext cx="6194700" cy="1353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7057" name="Google Shape;7057;p20"/>
          <p:cNvSpPr txBox="1"/>
          <p:nvPr>
            <p:ph idx="2" type="title"/>
          </p:nvPr>
        </p:nvSpPr>
        <p:spPr>
          <a:xfrm>
            <a:off x="3995250" y="1511850"/>
            <a:ext cx="11535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4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7058" name="Google Shape;7058;p20"/>
          <p:cNvSpPr/>
          <p:nvPr/>
        </p:nvSpPr>
        <p:spPr>
          <a:xfrm>
            <a:off x="7482225" y="1692950"/>
            <a:ext cx="176025" cy="165050"/>
          </a:xfrm>
          <a:custGeom>
            <a:rect b="b" l="l" r="r" t="t"/>
            <a:pathLst>
              <a:path extrusionOk="0" h="6602" w="7041">
                <a:moveTo>
                  <a:pt x="4935" y="1378"/>
                </a:moveTo>
                <a:cubicBezTo>
                  <a:pt x="4939" y="1380"/>
                  <a:pt x="4948" y="1387"/>
                  <a:pt x="4965" y="1400"/>
                </a:cubicBezTo>
                <a:cubicBezTo>
                  <a:pt x="4955" y="1392"/>
                  <a:pt x="4945" y="1385"/>
                  <a:pt x="4935" y="1378"/>
                </a:cubicBezTo>
                <a:close/>
                <a:moveTo>
                  <a:pt x="1630" y="1762"/>
                </a:moveTo>
                <a:lnTo>
                  <a:pt x="1630" y="1762"/>
                </a:lnTo>
                <a:cubicBezTo>
                  <a:pt x="1621" y="1773"/>
                  <a:pt x="1618" y="1778"/>
                  <a:pt x="1618" y="1778"/>
                </a:cubicBezTo>
                <a:cubicBezTo>
                  <a:pt x="1618" y="1778"/>
                  <a:pt x="1623" y="1771"/>
                  <a:pt x="1630" y="1762"/>
                </a:cubicBezTo>
                <a:close/>
                <a:moveTo>
                  <a:pt x="3639" y="986"/>
                </a:moveTo>
                <a:cubicBezTo>
                  <a:pt x="4036" y="986"/>
                  <a:pt x="4418" y="1072"/>
                  <a:pt x="4734" y="1250"/>
                </a:cubicBezTo>
                <a:cubicBezTo>
                  <a:pt x="4786" y="1280"/>
                  <a:pt x="4839" y="1313"/>
                  <a:pt x="4890" y="1347"/>
                </a:cubicBezTo>
                <a:cubicBezTo>
                  <a:pt x="4906" y="1357"/>
                  <a:pt x="4921" y="1367"/>
                  <a:pt x="4935" y="1378"/>
                </a:cubicBezTo>
                <a:lnTo>
                  <a:pt x="4935" y="1378"/>
                </a:lnTo>
                <a:cubicBezTo>
                  <a:pt x="4934" y="1377"/>
                  <a:pt x="4933" y="1376"/>
                  <a:pt x="4933" y="1376"/>
                </a:cubicBezTo>
                <a:lnTo>
                  <a:pt x="4933" y="1376"/>
                </a:lnTo>
                <a:cubicBezTo>
                  <a:pt x="4934" y="1376"/>
                  <a:pt x="4964" y="1397"/>
                  <a:pt x="4972" y="1404"/>
                </a:cubicBezTo>
                <a:cubicBezTo>
                  <a:pt x="5081" y="1495"/>
                  <a:pt x="5182" y="1594"/>
                  <a:pt x="5275" y="1701"/>
                </a:cubicBezTo>
                <a:cubicBezTo>
                  <a:pt x="5296" y="1724"/>
                  <a:pt x="5315" y="1747"/>
                  <a:pt x="5332" y="1771"/>
                </a:cubicBezTo>
                <a:cubicBezTo>
                  <a:pt x="5336" y="1776"/>
                  <a:pt x="5339" y="1780"/>
                  <a:pt x="5342" y="1782"/>
                </a:cubicBezTo>
                <a:lnTo>
                  <a:pt x="5342" y="1782"/>
                </a:lnTo>
                <a:cubicBezTo>
                  <a:pt x="5378" y="1835"/>
                  <a:pt x="5414" y="1889"/>
                  <a:pt x="5446" y="1943"/>
                </a:cubicBezTo>
                <a:cubicBezTo>
                  <a:pt x="5477" y="1994"/>
                  <a:pt x="5507" y="2045"/>
                  <a:pt x="5534" y="2097"/>
                </a:cubicBezTo>
                <a:cubicBezTo>
                  <a:pt x="5548" y="2126"/>
                  <a:pt x="5603" y="2244"/>
                  <a:pt x="5604" y="2244"/>
                </a:cubicBezTo>
                <a:cubicBezTo>
                  <a:pt x="5605" y="2244"/>
                  <a:pt x="5604" y="2244"/>
                  <a:pt x="5604" y="2242"/>
                </a:cubicBezTo>
                <a:lnTo>
                  <a:pt x="5604" y="2242"/>
                </a:lnTo>
                <a:cubicBezTo>
                  <a:pt x="5646" y="2347"/>
                  <a:pt x="5682" y="2454"/>
                  <a:pt x="5711" y="2561"/>
                </a:cubicBezTo>
                <a:cubicBezTo>
                  <a:pt x="5726" y="2620"/>
                  <a:pt x="5741" y="2679"/>
                  <a:pt x="5751" y="2738"/>
                </a:cubicBezTo>
                <a:cubicBezTo>
                  <a:pt x="5756" y="2758"/>
                  <a:pt x="5778" y="2901"/>
                  <a:pt x="5781" y="2901"/>
                </a:cubicBezTo>
                <a:cubicBezTo>
                  <a:pt x="5781" y="2901"/>
                  <a:pt x="5781" y="2892"/>
                  <a:pt x="5779" y="2872"/>
                </a:cubicBezTo>
                <a:lnTo>
                  <a:pt x="5779" y="2872"/>
                </a:lnTo>
                <a:cubicBezTo>
                  <a:pt x="5793" y="2999"/>
                  <a:pt x="5800" y="3127"/>
                  <a:pt x="5800" y="3256"/>
                </a:cubicBezTo>
                <a:cubicBezTo>
                  <a:pt x="5798" y="3323"/>
                  <a:pt x="5796" y="3393"/>
                  <a:pt x="5791" y="3460"/>
                </a:cubicBezTo>
                <a:cubicBezTo>
                  <a:pt x="5787" y="3518"/>
                  <a:pt x="5781" y="3572"/>
                  <a:pt x="5780" y="3582"/>
                </a:cubicBezTo>
                <a:lnTo>
                  <a:pt x="5780" y="3582"/>
                </a:lnTo>
                <a:cubicBezTo>
                  <a:pt x="5759" y="3706"/>
                  <a:pt x="5734" y="3831"/>
                  <a:pt x="5699" y="3953"/>
                </a:cubicBezTo>
                <a:cubicBezTo>
                  <a:pt x="5682" y="4012"/>
                  <a:pt x="5663" y="4069"/>
                  <a:pt x="5642" y="4126"/>
                </a:cubicBezTo>
                <a:cubicBezTo>
                  <a:pt x="5631" y="4155"/>
                  <a:pt x="5621" y="4183"/>
                  <a:pt x="5610" y="4212"/>
                </a:cubicBezTo>
                <a:cubicBezTo>
                  <a:pt x="5606" y="4223"/>
                  <a:pt x="5602" y="4232"/>
                  <a:pt x="5600" y="4238"/>
                </a:cubicBezTo>
                <a:lnTo>
                  <a:pt x="5600" y="4238"/>
                </a:lnTo>
                <a:cubicBezTo>
                  <a:pt x="5597" y="4244"/>
                  <a:pt x="5593" y="4252"/>
                  <a:pt x="5589" y="4261"/>
                </a:cubicBezTo>
                <a:cubicBezTo>
                  <a:pt x="5534" y="4370"/>
                  <a:pt x="5477" y="4478"/>
                  <a:pt x="5412" y="4581"/>
                </a:cubicBezTo>
                <a:cubicBezTo>
                  <a:pt x="5311" y="4737"/>
                  <a:pt x="5324" y="4720"/>
                  <a:pt x="5189" y="4863"/>
                </a:cubicBezTo>
                <a:cubicBezTo>
                  <a:pt x="4814" y="5261"/>
                  <a:pt x="4355" y="5476"/>
                  <a:pt x="3756" y="5573"/>
                </a:cubicBezTo>
                <a:cubicBezTo>
                  <a:pt x="3620" y="5595"/>
                  <a:pt x="3482" y="5605"/>
                  <a:pt x="3344" y="5605"/>
                </a:cubicBezTo>
                <a:cubicBezTo>
                  <a:pt x="2954" y="5605"/>
                  <a:pt x="2572" y="5519"/>
                  <a:pt x="2265" y="5346"/>
                </a:cubicBezTo>
                <a:cubicBezTo>
                  <a:pt x="2214" y="5316"/>
                  <a:pt x="2164" y="5285"/>
                  <a:pt x="2113" y="5253"/>
                </a:cubicBezTo>
                <a:cubicBezTo>
                  <a:pt x="2098" y="5243"/>
                  <a:pt x="2015" y="5180"/>
                  <a:pt x="2013" y="5180"/>
                </a:cubicBezTo>
                <a:lnTo>
                  <a:pt x="2013" y="5180"/>
                </a:lnTo>
                <a:cubicBezTo>
                  <a:pt x="2013" y="5180"/>
                  <a:pt x="2019" y="5186"/>
                  <a:pt x="2037" y="5200"/>
                </a:cubicBezTo>
                <a:cubicBezTo>
                  <a:pt x="1930" y="5114"/>
                  <a:pt x="1831" y="5019"/>
                  <a:pt x="1740" y="4916"/>
                </a:cubicBezTo>
                <a:cubicBezTo>
                  <a:pt x="1728" y="4902"/>
                  <a:pt x="1675" y="4837"/>
                  <a:pt x="1657" y="4816"/>
                </a:cubicBezTo>
                <a:lnTo>
                  <a:pt x="1657" y="4816"/>
                </a:lnTo>
                <a:cubicBezTo>
                  <a:pt x="1647" y="4801"/>
                  <a:pt x="1584" y="4711"/>
                  <a:pt x="1570" y="4688"/>
                </a:cubicBezTo>
                <a:cubicBezTo>
                  <a:pt x="1500" y="4579"/>
                  <a:pt x="1439" y="4465"/>
                  <a:pt x="1382" y="4347"/>
                </a:cubicBezTo>
                <a:cubicBezTo>
                  <a:pt x="1372" y="4327"/>
                  <a:pt x="1369" y="4322"/>
                  <a:pt x="1368" y="4322"/>
                </a:cubicBezTo>
                <a:lnTo>
                  <a:pt x="1368" y="4322"/>
                </a:lnTo>
                <a:cubicBezTo>
                  <a:pt x="1368" y="4322"/>
                  <a:pt x="1368" y="4322"/>
                  <a:pt x="1368" y="4322"/>
                </a:cubicBezTo>
                <a:lnTo>
                  <a:pt x="1368" y="4322"/>
                </a:lnTo>
                <a:cubicBezTo>
                  <a:pt x="1366" y="4315"/>
                  <a:pt x="1360" y="4299"/>
                  <a:pt x="1348" y="4265"/>
                </a:cubicBezTo>
                <a:cubicBezTo>
                  <a:pt x="1329" y="4210"/>
                  <a:pt x="1308" y="4155"/>
                  <a:pt x="1291" y="4101"/>
                </a:cubicBezTo>
                <a:cubicBezTo>
                  <a:pt x="1251" y="3974"/>
                  <a:pt x="1220" y="3848"/>
                  <a:pt x="1197" y="3717"/>
                </a:cubicBezTo>
                <a:cubicBezTo>
                  <a:pt x="1192" y="3696"/>
                  <a:pt x="1179" y="3596"/>
                  <a:pt x="1178" y="3596"/>
                </a:cubicBezTo>
                <a:lnTo>
                  <a:pt x="1178" y="3596"/>
                </a:lnTo>
                <a:cubicBezTo>
                  <a:pt x="1178" y="3596"/>
                  <a:pt x="1179" y="3606"/>
                  <a:pt x="1182" y="3633"/>
                </a:cubicBezTo>
                <a:cubicBezTo>
                  <a:pt x="1173" y="3568"/>
                  <a:pt x="1167" y="3502"/>
                  <a:pt x="1165" y="3437"/>
                </a:cubicBezTo>
                <a:cubicBezTo>
                  <a:pt x="1157" y="3304"/>
                  <a:pt x="1157" y="3174"/>
                  <a:pt x="1165" y="3041"/>
                </a:cubicBezTo>
                <a:cubicBezTo>
                  <a:pt x="1167" y="3011"/>
                  <a:pt x="1179" y="2898"/>
                  <a:pt x="1181" y="2870"/>
                </a:cubicBezTo>
                <a:lnTo>
                  <a:pt x="1181" y="2870"/>
                </a:lnTo>
                <a:cubicBezTo>
                  <a:pt x="1186" y="2847"/>
                  <a:pt x="1203" y="2750"/>
                  <a:pt x="1209" y="2721"/>
                </a:cubicBezTo>
                <a:cubicBezTo>
                  <a:pt x="1239" y="2580"/>
                  <a:pt x="1281" y="2443"/>
                  <a:pt x="1327" y="2306"/>
                </a:cubicBezTo>
                <a:cubicBezTo>
                  <a:pt x="1342" y="2262"/>
                  <a:pt x="1345" y="2248"/>
                  <a:pt x="1346" y="2244"/>
                </a:cubicBezTo>
                <a:lnTo>
                  <a:pt x="1346" y="2244"/>
                </a:lnTo>
                <a:cubicBezTo>
                  <a:pt x="1348" y="2241"/>
                  <a:pt x="1355" y="2229"/>
                  <a:pt x="1376" y="2188"/>
                </a:cubicBezTo>
                <a:cubicBezTo>
                  <a:pt x="1407" y="2125"/>
                  <a:pt x="1439" y="2059"/>
                  <a:pt x="1475" y="1998"/>
                </a:cubicBezTo>
                <a:cubicBezTo>
                  <a:pt x="1511" y="1937"/>
                  <a:pt x="1551" y="1878"/>
                  <a:pt x="1588" y="1819"/>
                </a:cubicBezTo>
                <a:cubicBezTo>
                  <a:pt x="1603" y="1799"/>
                  <a:pt x="1618" y="1779"/>
                  <a:pt x="1632" y="1759"/>
                </a:cubicBezTo>
                <a:lnTo>
                  <a:pt x="1632" y="1759"/>
                </a:lnTo>
                <a:cubicBezTo>
                  <a:pt x="1639" y="1751"/>
                  <a:pt x="1646" y="1741"/>
                  <a:pt x="1654" y="1733"/>
                </a:cubicBezTo>
                <a:cubicBezTo>
                  <a:pt x="1744" y="1632"/>
                  <a:pt x="1839" y="1535"/>
                  <a:pt x="1945" y="1446"/>
                </a:cubicBezTo>
                <a:cubicBezTo>
                  <a:pt x="1949" y="1443"/>
                  <a:pt x="1952" y="1440"/>
                  <a:pt x="1955" y="1437"/>
                </a:cubicBezTo>
                <a:lnTo>
                  <a:pt x="1955" y="1437"/>
                </a:lnTo>
                <a:cubicBezTo>
                  <a:pt x="1958" y="1435"/>
                  <a:pt x="1960" y="1434"/>
                  <a:pt x="1963" y="1431"/>
                </a:cubicBezTo>
                <a:cubicBezTo>
                  <a:pt x="1993" y="1410"/>
                  <a:pt x="2022" y="1389"/>
                  <a:pt x="2054" y="1370"/>
                </a:cubicBezTo>
                <a:cubicBezTo>
                  <a:pt x="2115" y="1328"/>
                  <a:pt x="2180" y="1292"/>
                  <a:pt x="2246" y="1257"/>
                </a:cubicBezTo>
                <a:cubicBezTo>
                  <a:pt x="2372" y="1191"/>
                  <a:pt x="2412" y="1174"/>
                  <a:pt x="2604" y="1120"/>
                </a:cubicBezTo>
                <a:cubicBezTo>
                  <a:pt x="2802" y="1065"/>
                  <a:pt x="2859" y="1059"/>
                  <a:pt x="3023" y="1044"/>
                </a:cubicBezTo>
                <a:cubicBezTo>
                  <a:pt x="3046" y="1042"/>
                  <a:pt x="3069" y="1039"/>
                  <a:pt x="3092" y="1035"/>
                </a:cubicBezTo>
                <a:lnTo>
                  <a:pt x="3092" y="1035"/>
                </a:lnTo>
                <a:cubicBezTo>
                  <a:pt x="3113" y="1033"/>
                  <a:pt x="3134" y="1031"/>
                  <a:pt x="3156" y="1027"/>
                </a:cubicBezTo>
                <a:cubicBezTo>
                  <a:pt x="3317" y="1000"/>
                  <a:pt x="3479" y="986"/>
                  <a:pt x="3639" y="986"/>
                </a:cubicBezTo>
                <a:close/>
                <a:moveTo>
                  <a:pt x="3656" y="0"/>
                </a:moveTo>
                <a:cubicBezTo>
                  <a:pt x="3424" y="0"/>
                  <a:pt x="3191" y="20"/>
                  <a:pt x="2962" y="55"/>
                </a:cubicBezTo>
                <a:lnTo>
                  <a:pt x="2962" y="55"/>
                </a:lnTo>
                <a:cubicBezTo>
                  <a:pt x="1592" y="189"/>
                  <a:pt x="506" y="1128"/>
                  <a:pt x="238" y="2500"/>
                </a:cubicBezTo>
                <a:cubicBezTo>
                  <a:pt x="0" y="3730"/>
                  <a:pt x="360" y="5131"/>
                  <a:pt x="1367" y="5933"/>
                </a:cubicBezTo>
                <a:cubicBezTo>
                  <a:pt x="1934" y="6385"/>
                  <a:pt x="2656" y="6602"/>
                  <a:pt x="3382" y="6602"/>
                </a:cubicBezTo>
                <a:cubicBezTo>
                  <a:pt x="4138" y="6602"/>
                  <a:pt x="4898" y="6367"/>
                  <a:pt x="5494" y="5917"/>
                </a:cubicBezTo>
                <a:cubicBezTo>
                  <a:pt x="6607" y="5078"/>
                  <a:pt x="7041" y="3580"/>
                  <a:pt x="6659" y="2253"/>
                </a:cubicBezTo>
                <a:cubicBezTo>
                  <a:pt x="6453" y="1537"/>
                  <a:pt x="6015" y="905"/>
                  <a:pt x="5393" y="488"/>
                </a:cubicBezTo>
                <a:cubicBezTo>
                  <a:pt x="4872" y="137"/>
                  <a:pt x="4267" y="0"/>
                  <a:pt x="3656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59" name="Google Shape;7059;p20"/>
          <p:cNvSpPr/>
          <p:nvPr/>
        </p:nvSpPr>
        <p:spPr>
          <a:xfrm rot="-4500378">
            <a:off x="1666722" y="4153742"/>
            <a:ext cx="585775" cy="623413"/>
          </a:xfrm>
          <a:custGeom>
            <a:rect b="b" l="l" r="r" t="t"/>
            <a:pathLst>
              <a:path extrusionOk="0" h="29017" w="27269">
                <a:moveTo>
                  <a:pt x="22507" y="0"/>
                </a:moveTo>
                <a:cubicBezTo>
                  <a:pt x="21719" y="0"/>
                  <a:pt x="20932" y="201"/>
                  <a:pt x="20248" y="603"/>
                </a:cubicBezTo>
                <a:cubicBezTo>
                  <a:pt x="20101" y="684"/>
                  <a:pt x="19960" y="774"/>
                  <a:pt x="19827" y="877"/>
                </a:cubicBezTo>
                <a:cubicBezTo>
                  <a:pt x="19689" y="973"/>
                  <a:pt x="19562" y="1080"/>
                  <a:pt x="19439" y="1195"/>
                </a:cubicBezTo>
                <a:cubicBezTo>
                  <a:pt x="19306" y="1313"/>
                  <a:pt x="19214" y="1408"/>
                  <a:pt x="19117" y="1505"/>
                </a:cubicBezTo>
                <a:lnTo>
                  <a:pt x="18821" y="1800"/>
                </a:lnTo>
                <a:lnTo>
                  <a:pt x="17642" y="2975"/>
                </a:lnTo>
                <a:lnTo>
                  <a:pt x="8210" y="12373"/>
                </a:lnTo>
                <a:lnTo>
                  <a:pt x="3494" y="17071"/>
                </a:lnTo>
                <a:lnTo>
                  <a:pt x="2315" y="18246"/>
                </a:lnTo>
                <a:lnTo>
                  <a:pt x="1721" y="18842"/>
                </a:lnTo>
                <a:cubicBezTo>
                  <a:pt x="1504" y="19073"/>
                  <a:pt x="1291" y="19311"/>
                  <a:pt x="1110" y="19576"/>
                </a:cubicBezTo>
                <a:cubicBezTo>
                  <a:pt x="744" y="20099"/>
                  <a:pt x="454" y="20675"/>
                  <a:pt x="267" y="21287"/>
                </a:cubicBezTo>
                <a:cubicBezTo>
                  <a:pt x="86" y="21900"/>
                  <a:pt x="1" y="22538"/>
                  <a:pt x="13" y="23174"/>
                </a:cubicBezTo>
                <a:cubicBezTo>
                  <a:pt x="35" y="24451"/>
                  <a:pt x="496" y="25713"/>
                  <a:pt x="1281" y="26719"/>
                </a:cubicBezTo>
                <a:cubicBezTo>
                  <a:pt x="1679" y="27216"/>
                  <a:pt x="2146" y="27657"/>
                  <a:pt x="2675" y="28015"/>
                </a:cubicBezTo>
                <a:cubicBezTo>
                  <a:pt x="3210" y="28365"/>
                  <a:pt x="3798" y="28634"/>
                  <a:pt x="4413" y="28805"/>
                </a:cubicBezTo>
                <a:cubicBezTo>
                  <a:pt x="4924" y="28947"/>
                  <a:pt x="5453" y="29016"/>
                  <a:pt x="5983" y="29016"/>
                </a:cubicBezTo>
                <a:cubicBezTo>
                  <a:pt x="6728" y="29016"/>
                  <a:pt x="7474" y="28878"/>
                  <a:pt x="8170" y="28610"/>
                </a:cubicBezTo>
                <a:cubicBezTo>
                  <a:pt x="8765" y="28375"/>
                  <a:pt x="9319" y="28045"/>
                  <a:pt x="9814" y="27642"/>
                </a:cubicBezTo>
                <a:lnTo>
                  <a:pt x="10170" y="27323"/>
                </a:lnTo>
                <a:cubicBezTo>
                  <a:pt x="10285" y="27216"/>
                  <a:pt x="10371" y="27125"/>
                  <a:pt x="10472" y="27025"/>
                </a:cubicBezTo>
                <a:lnTo>
                  <a:pt x="11063" y="26437"/>
                </a:lnTo>
                <a:lnTo>
                  <a:pt x="20495" y="17039"/>
                </a:lnTo>
                <a:cubicBezTo>
                  <a:pt x="21385" y="16152"/>
                  <a:pt x="21860" y="15184"/>
                  <a:pt x="21554" y="14878"/>
                </a:cubicBezTo>
                <a:cubicBezTo>
                  <a:pt x="21491" y="14814"/>
                  <a:pt x="21400" y="14784"/>
                  <a:pt x="21287" y="14784"/>
                </a:cubicBezTo>
                <a:cubicBezTo>
                  <a:pt x="20852" y="14784"/>
                  <a:pt x="20096" y="15227"/>
                  <a:pt x="19389" y="15931"/>
                </a:cubicBezTo>
                <a:lnTo>
                  <a:pt x="9957" y="25329"/>
                </a:lnTo>
                <a:lnTo>
                  <a:pt x="9369" y="25916"/>
                </a:lnTo>
                <a:cubicBezTo>
                  <a:pt x="9272" y="26009"/>
                  <a:pt x="9166" y="26121"/>
                  <a:pt x="9079" y="26200"/>
                </a:cubicBezTo>
                <a:lnTo>
                  <a:pt x="8814" y="26439"/>
                </a:lnTo>
                <a:cubicBezTo>
                  <a:pt x="8448" y="26735"/>
                  <a:pt x="8041" y="26978"/>
                  <a:pt x="7603" y="27152"/>
                </a:cubicBezTo>
                <a:cubicBezTo>
                  <a:pt x="7090" y="27349"/>
                  <a:pt x="6538" y="27451"/>
                  <a:pt x="5987" y="27451"/>
                </a:cubicBezTo>
                <a:cubicBezTo>
                  <a:pt x="5595" y="27451"/>
                  <a:pt x="5204" y="27399"/>
                  <a:pt x="4826" y="27294"/>
                </a:cubicBezTo>
                <a:cubicBezTo>
                  <a:pt x="4373" y="27166"/>
                  <a:pt x="3939" y="26970"/>
                  <a:pt x="3544" y="26715"/>
                </a:cubicBezTo>
                <a:cubicBezTo>
                  <a:pt x="3154" y="26449"/>
                  <a:pt x="2808" y="26121"/>
                  <a:pt x="2512" y="25753"/>
                </a:cubicBezTo>
                <a:cubicBezTo>
                  <a:pt x="1935" y="25011"/>
                  <a:pt x="1591" y="24083"/>
                  <a:pt x="1577" y="23138"/>
                </a:cubicBezTo>
                <a:cubicBezTo>
                  <a:pt x="1570" y="22667"/>
                  <a:pt x="1633" y="22194"/>
                  <a:pt x="1764" y="21743"/>
                </a:cubicBezTo>
                <a:cubicBezTo>
                  <a:pt x="1902" y="21291"/>
                  <a:pt x="2118" y="20866"/>
                  <a:pt x="2387" y="20480"/>
                </a:cubicBezTo>
                <a:cubicBezTo>
                  <a:pt x="2520" y="20285"/>
                  <a:pt x="2677" y="20110"/>
                  <a:pt x="2838" y="19937"/>
                </a:cubicBezTo>
                <a:lnTo>
                  <a:pt x="3418" y="19355"/>
                </a:lnTo>
                <a:lnTo>
                  <a:pt x="4597" y="18180"/>
                </a:lnTo>
                <a:lnTo>
                  <a:pt x="9313" y="13480"/>
                </a:lnTo>
                <a:lnTo>
                  <a:pt x="18747" y="4082"/>
                </a:lnTo>
                <a:lnTo>
                  <a:pt x="19926" y="2907"/>
                </a:lnTo>
                <a:lnTo>
                  <a:pt x="20220" y="2615"/>
                </a:lnTo>
                <a:cubicBezTo>
                  <a:pt x="20318" y="2515"/>
                  <a:pt x="20421" y="2412"/>
                  <a:pt x="20497" y="2348"/>
                </a:cubicBezTo>
                <a:cubicBezTo>
                  <a:pt x="20576" y="2273"/>
                  <a:pt x="20660" y="2201"/>
                  <a:pt x="20751" y="2140"/>
                </a:cubicBezTo>
                <a:cubicBezTo>
                  <a:pt x="20836" y="2070"/>
                  <a:pt x="20930" y="2014"/>
                  <a:pt x="21027" y="1961"/>
                </a:cubicBezTo>
                <a:cubicBezTo>
                  <a:pt x="21473" y="1696"/>
                  <a:pt x="21990" y="1565"/>
                  <a:pt x="22507" y="1565"/>
                </a:cubicBezTo>
                <a:cubicBezTo>
                  <a:pt x="22870" y="1565"/>
                  <a:pt x="23232" y="1629"/>
                  <a:pt x="23570" y="1758"/>
                </a:cubicBezTo>
                <a:cubicBezTo>
                  <a:pt x="24397" y="2056"/>
                  <a:pt x="25065" y="2764"/>
                  <a:pt x="25342" y="3593"/>
                </a:cubicBezTo>
                <a:cubicBezTo>
                  <a:pt x="25634" y="4424"/>
                  <a:pt x="25517" y="5384"/>
                  <a:pt x="25051" y="6128"/>
                </a:cubicBezTo>
                <a:cubicBezTo>
                  <a:pt x="24938" y="6315"/>
                  <a:pt x="24797" y="6486"/>
                  <a:pt x="24646" y="6647"/>
                </a:cubicBezTo>
                <a:lnTo>
                  <a:pt x="24063" y="7229"/>
                </a:lnTo>
                <a:lnTo>
                  <a:pt x="22884" y="8404"/>
                </a:lnTo>
                <a:lnTo>
                  <a:pt x="20526" y="10752"/>
                </a:lnTo>
                <a:lnTo>
                  <a:pt x="15811" y="15452"/>
                </a:lnTo>
                <a:lnTo>
                  <a:pt x="11095" y="20150"/>
                </a:lnTo>
                <a:lnTo>
                  <a:pt x="10506" y="20739"/>
                </a:lnTo>
                <a:cubicBezTo>
                  <a:pt x="10283" y="20961"/>
                  <a:pt x="10170" y="21073"/>
                  <a:pt x="10011" y="21174"/>
                </a:cubicBezTo>
                <a:cubicBezTo>
                  <a:pt x="9754" y="21340"/>
                  <a:pt x="9447" y="21423"/>
                  <a:pt x="9141" y="21423"/>
                </a:cubicBezTo>
                <a:cubicBezTo>
                  <a:pt x="9072" y="21423"/>
                  <a:pt x="9004" y="21419"/>
                  <a:pt x="8936" y="21411"/>
                </a:cubicBezTo>
                <a:cubicBezTo>
                  <a:pt x="8184" y="21331"/>
                  <a:pt x="7552" y="20653"/>
                  <a:pt x="7524" y="19898"/>
                </a:cubicBezTo>
                <a:cubicBezTo>
                  <a:pt x="7500" y="19524"/>
                  <a:pt x="7607" y="19142"/>
                  <a:pt x="7834" y="18846"/>
                </a:cubicBezTo>
                <a:cubicBezTo>
                  <a:pt x="7858" y="18806"/>
                  <a:pt x="7890" y="18770"/>
                  <a:pt x="7922" y="18737"/>
                </a:cubicBezTo>
                <a:cubicBezTo>
                  <a:pt x="7951" y="18701"/>
                  <a:pt x="7979" y="18667"/>
                  <a:pt x="8035" y="18611"/>
                </a:cubicBezTo>
                <a:lnTo>
                  <a:pt x="8325" y="18313"/>
                </a:lnTo>
                <a:lnTo>
                  <a:pt x="8906" y="17717"/>
                </a:lnTo>
                <a:lnTo>
                  <a:pt x="11224" y="15333"/>
                </a:lnTo>
                <a:lnTo>
                  <a:pt x="15864" y="10561"/>
                </a:lnTo>
                <a:cubicBezTo>
                  <a:pt x="16739" y="9661"/>
                  <a:pt x="17200" y="8685"/>
                  <a:pt x="16894" y="8380"/>
                </a:cubicBezTo>
                <a:cubicBezTo>
                  <a:pt x="16832" y="8319"/>
                  <a:pt x="16743" y="8290"/>
                  <a:pt x="16633" y="8290"/>
                </a:cubicBezTo>
                <a:cubicBezTo>
                  <a:pt x="16201" y="8290"/>
                  <a:pt x="15448" y="8744"/>
                  <a:pt x="14749" y="9464"/>
                </a:cubicBezTo>
                <a:lnTo>
                  <a:pt x="10105" y="14239"/>
                </a:lnTo>
                <a:lnTo>
                  <a:pt x="7784" y="16627"/>
                </a:lnTo>
                <a:lnTo>
                  <a:pt x="7204" y="17224"/>
                </a:lnTo>
                <a:lnTo>
                  <a:pt x="6914" y="17522"/>
                </a:lnTo>
                <a:cubicBezTo>
                  <a:pt x="6870" y="17566"/>
                  <a:pt x="6806" y="17635"/>
                  <a:pt x="6745" y="17705"/>
                </a:cubicBezTo>
                <a:cubicBezTo>
                  <a:pt x="6685" y="17774"/>
                  <a:pt x="6625" y="17844"/>
                  <a:pt x="6574" y="17920"/>
                </a:cubicBezTo>
                <a:cubicBezTo>
                  <a:pt x="6130" y="18510"/>
                  <a:pt x="5916" y="19262"/>
                  <a:pt x="5963" y="19993"/>
                </a:cubicBezTo>
                <a:cubicBezTo>
                  <a:pt x="6005" y="20725"/>
                  <a:pt x="6307" y="21448"/>
                  <a:pt x="6816" y="21979"/>
                </a:cubicBezTo>
                <a:cubicBezTo>
                  <a:pt x="7313" y="22514"/>
                  <a:pt x="8009" y="22878"/>
                  <a:pt x="8739" y="22963"/>
                </a:cubicBezTo>
                <a:cubicBezTo>
                  <a:pt x="8873" y="22981"/>
                  <a:pt x="9009" y="22989"/>
                  <a:pt x="9144" y="22989"/>
                </a:cubicBezTo>
                <a:cubicBezTo>
                  <a:pt x="9743" y="22989"/>
                  <a:pt x="10342" y="22822"/>
                  <a:pt x="10848" y="22496"/>
                </a:cubicBezTo>
                <a:cubicBezTo>
                  <a:pt x="11003" y="22395"/>
                  <a:pt x="11152" y="22287"/>
                  <a:pt x="11286" y="22162"/>
                </a:cubicBezTo>
                <a:cubicBezTo>
                  <a:pt x="11439" y="22025"/>
                  <a:pt x="11502" y="21951"/>
                  <a:pt x="11612" y="21848"/>
                </a:cubicBezTo>
                <a:lnTo>
                  <a:pt x="12200" y="21260"/>
                </a:lnTo>
                <a:lnTo>
                  <a:pt x="16916" y="16562"/>
                </a:lnTo>
                <a:lnTo>
                  <a:pt x="21632" y="11862"/>
                </a:lnTo>
                <a:lnTo>
                  <a:pt x="23990" y="9514"/>
                </a:lnTo>
                <a:lnTo>
                  <a:pt x="25169" y="8339"/>
                </a:lnTo>
                <a:lnTo>
                  <a:pt x="25763" y="7742"/>
                </a:lnTo>
                <a:cubicBezTo>
                  <a:pt x="25994" y="7502"/>
                  <a:pt x="26206" y="7241"/>
                  <a:pt x="26381" y="6955"/>
                </a:cubicBezTo>
                <a:cubicBezTo>
                  <a:pt x="27093" y="5816"/>
                  <a:pt x="27268" y="4360"/>
                  <a:pt x="26825" y="3092"/>
                </a:cubicBezTo>
                <a:cubicBezTo>
                  <a:pt x="26397" y="1820"/>
                  <a:pt x="25389" y="758"/>
                  <a:pt x="24125" y="295"/>
                </a:cubicBezTo>
                <a:cubicBezTo>
                  <a:pt x="23609" y="98"/>
                  <a:pt x="23058" y="0"/>
                  <a:pt x="22507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60" name="Google Shape;7060;p20"/>
          <p:cNvSpPr/>
          <p:nvPr/>
        </p:nvSpPr>
        <p:spPr>
          <a:xfrm>
            <a:off x="5982663" y="944325"/>
            <a:ext cx="117525" cy="110100"/>
          </a:xfrm>
          <a:custGeom>
            <a:rect b="b" l="l" r="r" t="t"/>
            <a:pathLst>
              <a:path extrusionOk="0" h="4404" w="4701">
                <a:moveTo>
                  <a:pt x="1951" y="1032"/>
                </a:moveTo>
                <a:cubicBezTo>
                  <a:pt x="1950" y="1033"/>
                  <a:pt x="1949" y="1033"/>
                  <a:pt x="1947" y="1033"/>
                </a:cubicBezTo>
                <a:cubicBezTo>
                  <a:pt x="1948" y="1033"/>
                  <a:pt x="1950" y="1033"/>
                  <a:pt x="1951" y="1032"/>
                </a:cubicBezTo>
                <a:close/>
                <a:moveTo>
                  <a:pt x="2857" y="1059"/>
                </a:moveTo>
                <a:cubicBezTo>
                  <a:pt x="2871" y="1059"/>
                  <a:pt x="2889" y="1066"/>
                  <a:pt x="2907" y="1075"/>
                </a:cubicBezTo>
                <a:lnTo>
                  <a:pt x="2907" y="1075"/>
                </a:lnTo>
                <a:cubicBezTo>
                  <a:pt x="2887" y="1068"/>
                  <a:pt x="2858" y="1059"/>
                  <a:pt x="2857" y="1059"/>
                </a:cubicBezTo>
                <a:close/>
                <a:moveTo>
                  <a:pt x="3091" y="1185"/>
                </a:moveTo>
                <a:cubicBezTo>
                  <a:pt x="3091" y="1185"/>
                  <a:pt x="3091" y="1185"/>
                  <a:pt x="3091" y="1185"/>
                </a:cubicBezTo>
                <a:lnTo>
                  <a:pt x="3091" y="1185"/>
                </a:lnTo>
                <a:cubicBezTo>
                  <a:pt x="3091" y="1185"/>
                  <a:pt x="3091" y="1185"/>
                  <a:pt x="3091" y="1185"/>
                </a:cubicBezTo>
                <a:close/>
                <a:moveTo>
                  <a:pt x="3104" y="1198"/>
                </a:moveTo>
                <a:cubicBezTo>
                  <a:pt x="3111" y="1203"/>
                  <a:pt x="3118" y="1208"/>
                  <a:pt x="3125" y="1213"/>
                </a:cubicBezTo>
                <a:cubicBezTo>
                  <a:pt x="3142" y="1224"/>
                  <a:pt x="3149" y="1229"/>
                  <a:pt x="3148" y="1229"/>
                </a:cubicBezTo>
                <a:cubicBezTo>
                  <a:pt x="3148" y="1229"/>
                  <a:pt x="3121" y="1211"/>
                  <a:pt x="3104" y="1198"/>
                </a:cubicBezTo>
                <a:close/>
                <a:moveTo>
                  <a:pt x="1747" y="3319"/>
                </a:moveTo>
                <a:cubicBezTo>
                  <a:pt x="1767" y="3326"/>
                  <a:pt x="1803" y="3338"/>
                  <a:pt x="1802" y="3338"/>
                </a:cubicBezTo>
                <a:cubicBezTo>
                  <a:pt x="1800" y="3339"/>
                  <a:pt x="1799" y="3339"/>
                  <a:pt x="1797" y="3339"/>
                </a:cubicBezTo>
                <a:cubicBezTo>
                  <a:pt x="1785" y="3339"/>
                  <a:pt x="1766" y="3330"/>
                  <a:pt x="1747" y="3319"/>
                </a:cubicBezTo>
                <a:close/>
                <a:moveTo>
                  <a:pt x="2463" y="3393"/>
                </a:moveTo>
                <a:cubicBezTo>
                  <a:pt x="2461" y="3393"/>
                  <a:pt x="2459" y="3393"/>
                  <a:pt x="2456" y="3393"/>
                </a:cubicBezTo>
                <a:lnTo>
                  <a:pt x="2456" y="3393"/>
                </a:lnTo>
                <a:cubicBezTo>
                  <a:pt x="2459" y="3393"/>
                  <a:pt x="2462" y="3393"/>
                  <a:pt x="2463" y="3393"/>
                </a:cubicBezTo>
                <a:close/>
                <a:moveTo>
                  <a:pt x="2387" y="989"/>
                </a:moveTo>
                <a:cubicBezTo>
                  <a:pt x="2440" y="989"/>
                  <a:pt x="2491" y="989"/>
                  <a:pt x="2541" y="993"/>
                </a:cubicBezTo>
                <a:cubicBezTo>
                  <a:pt x="2560" y="993"/>
                  <a:pt x="2582" y="997"/>
                  <a:pt x="2601" y="998"/>
                </a:cubicBezTo>
                <a:lnTo>
                  <a:pt x="2601" y="998"/>
                </a:lnTo>
                <a:cubicBezTo>
                  <a:pt x="2682" y="1018"/>
                  <a:pt x="2761" y="1029"/>
                  <a:pt x="2840" y="1057"/>
                </a:cubicBezTo>
                <a:cubicBezTo>
                  <a:pt x="2857" y="1061"/>
                  <a:pt x="2876" y="1069"/>
                  <a:pt x="2895" y="1076"/>
                </a:cubicBezTo>
                <a:cubicBezTo>
                  <a:pt x="2906" y="1079"/>
                  <a:pt x="2914" y="1081"/>
                  <a:pt x="2919" y="1082"/>
                </a:cubicBezTo>
                <a:lnTo>
                  <a:pt x="2919" y="1082"/>
                </a:lnTo>
                <a:cubicBezTo>
                  <a:pt x="2944" y="1096"/>
                  <a:pt x="2968" y="1113"/>
                  <a:pt x="2984" y="1122"/>
                </a:cubicBezTo>
                <a:cubicBezTo>
                  <a:pt x="3015" y="1139"/>
                  <a:pt x="3049" y="1160"/>
                  <a:pt x="3080" y="1181"/>
                </a:cubicBezTo>
                <a:cubicBezTo>
                  <a:pt x="3084" y="1184"/>
                  <a:pt x="3088" y="1186"/>
                  <a:pt x="3092" y="1189"/>
                </a:cubicBezTo>
                <a:lnTo>
                  <a:pt x="3092" y="1189"/>
                </a:lnTo>
                <a:cubicBezTo>
                  <a:pt x="3107" y="1217"/>
                  <a:pt x="3258" y="1347"/>
                  <a:pt x="3274" y="1366"/>
                </a:cubicBezTo>
                <a:cubicBezTo>
                  <a:pt x="3278" y="1370"/>
                  <a:pt x="3281" y="1374"/>
                  <a:pt x="3284" y="1378"/>
                </a:cubicBezTo>
                <a:lnTo>
                  <a:pt x="3284" y="1378"/>
                </a:lnTo>
                <a:cubicBezTo>
                  <a:pt x="3304" y="1410"/>
                  <a:pt x="3328" y="1440"/>
                  <a:pt x="3348" y="1474"/>
                </a:cubicBezTo>
                <a:cubicBezTo>
                  <a:pt x="3367" y="1503"/>
                  <a:pt x="3386" y="1535"/>
                  <a:pt x="3403" y="1569"/>
                </a:cubicBezTo>
                <a:cubicBezTo>
                  <a:pt x="3409" y="1579"/>
                  <a:pt x="3414" y="1591"/>
                  <a:pt x="3420" y="1604"/>
                </a:cubicBezTo>
                <a:lnTo>
                  <a:pt x="3420" y="1604"/>
                </a:lnTo>
                <a:cubicBezTo>
                  <a:pt x="3420" y="1602"/>
                  <a:pt x="3420" y="1600"/>
                  <a:pt x="3420" y="1598"/>
                </a:cubicBezTo>
                <a:lnTo>
                  <a:pt x="3420" y="1598"/>
                </a:lnTo>
                <a:cubicBezTo>
                  <a:pt x="3420" y="1600"/>
                  <a:pt x="3420" y="1602"/>
                  <a:pt x="3420" y="1604"/>
                </a:cubicBezTo>
                <a:lnTo>
                  <a:pt x="3420" y="1604"/>
                </a:lnTo>
                <a:cubicBezTo>
                  <a:pt x="3420" y="1604"/>
                  <a:pt x="3420" y="1604"/>
                  <a:pt x="3420" y="1604"/>
                </a:cubicBezTo>
                <a:lnTo>
                  <a:pt x="3420" y="1604"/>
                </a:lnTo>
                <a:cubicBezTo>
                  <a:pt x="3420" y="1621"/>
                  <a:pt x="3423" y="1634"/>
                  <a:pt x="3427" y="1644"/>
                </a:cubicBezTo>
                <a:lnTo>
                  <a:pt x="3427" y="1644"/>
                </a:lnTo>
                <a:cubicBezTo>
                  <a:pt x="3423" y="1630"/>
                  <a:pt x="3420" y="1616"/>
                  <a:pt x="3420" y="1604"/>
                </a:cubicBezTo>
                <a:lnTo>
                  <a:pt x="3420" y="1604"/>
                </a:lnTo>
                <a:cubicBezTo>
                  <a:pt x="3422" y="1608"/>
                  <a:pt x="3424" y="1613"/>
                  <a:pt x="3426" y="1617"/>
                </a:cubicBezTo>
                <a:cubicBezTo>
                  <a:pt x="3442" y="1646"/>
                  <a:pt x="3443" y="1659"/>
                  <a:pt x="3439" y="1659"/>
                </a:cubicBezTo>
                <a:cubicBezTo>
                  <a:pt x="3436" y="1659"/>
                  <a:pt x="3432" y="1654"/>
                  <a:pt x="3427" y="1644"/>
                </a:cubicBezTo>
                <a:lnTo>
                  <a:pt x="3427" y="1644"/>
                </a:lnTo>
                <a:cubicBezTo>
                  <a:pt x="3443" y="1697"/>
                  <a:pt x="3479" y="1760"/>
                  <a:pt x="3491" y="1802"/>
                </a:cubicBezTo>
                <a:cubicBezTo>
                  <a:pt x="3500" y="1838"/>
                  <a:pt x="3508" y="1874"/>
                  <a:pt x="3517" y="1910"/>
                </a:cubicBezTo>
                <a:cubicBezTo>
                  <a:pt x="3521" y="1933"/>
                  <a:pt x="3525" y="1954"/>
                  <a:pt x="3529" y="1977"/>
                </a:cubicBezTo>
                <a:cubicBezTo>
                  <a:pt x="3534" y="2005"/>
                  <a:pt x="3537" y="2015"/>
                  <a:pt x="3538" y="2015"/>
                </a:cubicBezTo>
                <a:cubicBezTo>
                  <a:pt x="3540" y="2015"/>
                  <a:pt x="3530" y="1942"/>
                  <a:pt x="3525" y="1939"/>
                </a:cubicBezTo>
                <a:lnTo>
                  <a:pt x="3525" y="1939"/>
                </a:lnTo>
                <a:cubicBezTo>
                  <a:pt x="3550" y="1954"/>
                  <a:pt x="3538" y="2142"/>
                  <a:pt x="3538" y="2173"/>
                </a:cubicBezTo>
                <a:cubicBezTo>
                  <a:pt x="3538" y="2215"/>
                  <a:pt x="3535" y="2257"/>
                  <a:pt x="3533" y="2297"/>
                </a:cubicBezTo>
                <a:cubicBezTo>
                  <a:pt x="3532" y="2312"/>
                  <a:pt x="3530" y="2326"/>
                  <a:pt x="3529" y="2339"/>
                </a:cubicBezTo>
                <a:lnTo>
                  <a:pt x="3529" y="2339"/>
                </a:lnTo>
                <a:cubicBezTo>
                  <a:pt x="3514" y="2409"/>
                  <a:pt x="3504" y="2477"/>
                  <a:pt x="3483" y="2546"/>
                </a:cubicBezTo>
                <a:cubicBezTo>
                  <a:pt x="3472" y="2582"/>
                  <a:pt x="3462" y="2618"/>
                  <a:pt x="3449" y="2651"/>
                </a:cubicBezTo>
                <a:cubicBezTo>
                  <a:pt x="3445" y="2663"/>
                  <a:pt x="3440" y="2676"/>
                  <a:pt x="3436" y="2688"/>
                </a:cubicBezTo>
                <a:lnTo>
                  <a:pt x="3436" y="2688"/>
                </a:lnTo>
                <a:cubicBezTo>
                  <a:pt x="3398" y="2751"/>
                  <a:pt x="3369" y="2818"/>
                  <a:pt x="3329" y="2881"/>
                </a:cubicBezTo>
                <a:cubicBezTo>
                  <a:pt x="3324" y="2889"/>
                  <a:pt x="3300" y="2922"/>
                  <a:pt x="3284" y="2945"/>
                </a:cubicBezTo>
                <a:lnTo>
                  <a:pt x="3284" y="2945"/>
                </a:lnTo>
                <a:cubicBezTo>
                  <a:pt x="3263" y="2968"/>
                  <a:pt x="3232" y="3005"/>
                  <a:pt x="3224" y="3014"/>
                </a:cubicBezTo>
                <a:cubicBezTo>
                  <a:pt x="3198" y="3041"/>
                  <a:pt x="3171" y="3069"/>
                  <a:pt x="3142" y="3094"/>
                </a:cubicBezTo>
                <a:cubicBezTo>
                  <a:pt x="3127" y="3106"/>
                  <a:pt x="3112" y="3119"/>
                  <a:pt x="3099" y="3132"/>
                </a:cubicBezTo>
                <a:cubicBezTo>
                  <a:pt x="3075" y="3154"/>
                  <a:pt x="3071" y="3163"/>
                  <a:pt x="3076" y="3163"/>
                </a:cubicBezTo>
                <a:cubicBezTo>
                  <a:pt x="3076" y="3163"/>
                  <a:pt x="3077" y="3163"/>
                  <a:pt x="3078" y="3162"/>
                </a:cubicBezTo>
                <a:lnTo>
                  <a:pt x="3078" y="3162"/>
                </a:lnTo>
                <a:cubicBezTo>
                  <a:pt x="3021" y="3203"/>
                  <a:pt x="2923" y="3245"/>
                  <a:pt x="2889" y="3262"/>
                </a:cubicBezTo>
                <a:cubicBezTo>
                  <a:pt x="2863" y="3275"/>
                  <a:pt x="2803" y="3296"/>
                  <a:pt x="2805" y="3296"/>
                </a:cubicBezTo>
                <a:cubicBezTo>
                  <a:pt x="2806" y="3296"/>
                  <a:pt x="2822" y="3291"/>
                  <a:pt x="2866" y="3277"/>
                </a:cubicBezTo>
                <a:lnTo>
                  <a:pt x="2866" y="3277"/>
                </a:lnTo>
                <a:cubicBezTo>
                  <a:pt x="2823" y="3292"/>
                  <a:pt x="2783" y="3309"/>
                  <a:pt x="2741" y="3323"/>
                </a:cubicBezTo>
                <a:cubicBezTo>
                  <a:pt x="2642" y="3355"/>
                  <a:pt x="2541" y="3376"/>
                  <a:pt x="2438" y="3395"/>
                </a:cubicBezTo>
                <a:cubicBezTo>
                  <a:pt x="2437" y="3395"/>
                  <a:pt x="2437" y="3395"/>
                  <a:pt x="2437" y="3395"/>
                </a:cubicBezTo>
                <a:lnTo>
                  <a:pt x="2437" y="3395"/>
                </a:lnTo>
                <a:cubicBezTo>
                  <a:pt x="2416" y="3397"/>
                  <a:pt x="2395" y="3400"/>
                  <a:pt x="2375" y="3401"/>
                </a:cubicBezTo>
                <a:cubicBezTo>
                  <a:pt x="2330" y="3403"/>
                  <a:pt x="2284" y="3406"/>
                  <a:pt x="2240" y="3406"/>
                </a:cubicBezTo>
                <a:cubicBezTo>
                  <a:pt x="2226" y="3406"/>
                  <a:pt x="2211" y="3406"/>
                  <a:pt x="2197" y="3406"/>
                </a:cubicBezTo>
                <a:cubicBezTo>
                  <a:pt x="2163" y="3406"/>
                  <a:pt x="2129" y="3405"/>
                  <a:pt x="2094" y="3403"/>
                </a:cubicBezTo>
                <a:cubicBezTo>
                  <a:pt x="2081" y="3402"/>
                  <a:pt x="2067" y="3400"/>
                  <a:pt x="2054" y="3398"/>
                </a:cubicBezTo>
                <a:lnTo>
                  <a:pt x="2054" y="3398"/>
                </a:lnTo>
                <a:cubicBezTo>
                  <a:pt x="1975" y="3376"/>
                  <a:pt x="1893" y="3365"/>
                  <a:pt x="1814" y="3340"/>
                </a:cubicBezTo>
                <a:cubicBezTo>
                  <a:pt x="1797" y="3334"/>
                  <a:pt x="1778" y="3326"/>
                  <a:pt x="1762" y="3321"/>
                </a:cubicBezTo>
                <a:cubicBezTo>
                  <a:pt x="1752" y="3318"/>
                  <a:pt x="1745" y="3316"/>
                  <a:pt x="1740" y="3315"/>
                </a:cubicBezTo>
                <a:lnTo>
                  <a:pt x="1740" y="3315"/>
                </a:lnTo>
                <a:cubicBezTo>
                  <a:pt x="1716" y="3301"/>
                  <a:pt x="1691" y="3283"/>
                  <a:pt x="1679" y="3277"/>
                </a:cubicBezTo>
                <a:cubicBezTo>
                  <a:pt x="1648" y="3258"/>
                  <a:pt x="1616" y="3241"/>
                  <a:pt x="1587" y="3220"/>
                </a:cubicBezTo>
                <a:cubicBezTo>
                  <a:pt x="1572" y="3210"/>
                  <a:pt x="1557" y="3199"/>
                  <a:pt x="1543" y="3191"/>
                </a:cubicBezTo>
                <a:cubicBezTo>
                  <a:pt x="1525" y="3180"/>
                  <a:pt x="1519" y="3175"/>
                  <a:pt x="1519" y="3175"/>
                </a:cubicBezTo>
                <a:lnTo>
                  <a:pt x="1519" y="3175"/>
                </a:lnTo>
                <a:cubicBezTo>
                  <a:pt x="1518" y="3175"/>
                  <a:pt x="1582" y="3218"/>
                  <a:pt x="1580" y="3218"/>
                </a:cubicBezTo>
                <a:cubicBezTo>
                  <a:pt x="1580" y="3218"/>
                  <a:pt x="1579" y="3218"/>
                  <a:pt x="1578" y="3218"/>
                </a:cubicBezTo>
                <a:cubicBezTo>
                  <a:pt x="1542" y="3218"/>
                  <a:pt x="1420" y="3070"/>
                  <a:pt x="1399" y="3045"/>
                </a:cubicBezTo>
                <a:cubicBezTo>
                  <a:pt x="1384" y="3030"/>
                  <a:pt x="1353" y="2977"/>
                  <a:pt x="1351" y="2977"/>
                </a:cubicBezTo>
                <a:lnTo>
                  <a:pt x="1351" y="2977"/>
                </a:lnTo>
                <a:cubicBezTo>
                  <a:pt x="1350" y="2977"/>
                  <a:pt x="1354" y="2985"/>
                  <a:pt x="1363" y="3005"/>
                </a:cubicBezTo>
                <a:cubicBezTo>
                  <a:pt x="1372" y="3025"/>
                  <a:pt x="1375" y="3032"/>
                  <a:pt x="1374" y="3032"/>
                </a:cubicBezTo>
                <a:cubicBezTo>
                  <a:pt x="1372" y="3032"/>
                  <a:pt x="1335" y="2962"/>
                  <a:pt x="1326" y="2946"/>
                </a:cubicBezTo>
                <a:cubicBezTo>
                  <a:pt x="1285" y="2881"/>
                  <a:pt x="1252" y="2814"/>
                  <a:pt x="1215" y="2746"/>
                </a:cubicBezTo>
                <a:lnTo>
                  <a:pt x="1215" y="2746"/>
                </a:lnTo>
                <a:cubicBezTo>
                  <a:pt x="1214" y="2743"/>
                  <a:pt x="1213" y="2740"/>
                  <a:pt x="1212" y="2736"/>
                </a:cubicBezTo>
                <a:cubicBezTo>
                  <a:pt x="1199" y="2702"/>
                  <a:pt x="1187" y="2668"/>
                  <a:pt x="1176" y="2635"/>
                </a:cubicBezTo>
                <a:cubicBezTo>
                  <a:pt x="1153" y="2559"/>
                  <a:pt x="1132" y="2481"/>
                  <a:pt x="1119" y="2403"/>
                </a:cubicBezTo>
                <a:cubicBezTo>
                  <a:pt x="1119" y="2401"/>
                  <a:pt x="1118" y="2399"/>
                  <a:pt x="1118" y="2397"/>
                </a:cubicBezTo>
                <a:lnTo>
                  <a:pt x="1118" y="2397"/>
                </a:lnTo>
                <a:cubicBezTo>
                  <a:pt x="1122" y="2365"/>
                  <a:pt x="1108" y="2315"/>
                  <a:pt x="1106" y="2283"/>
                </a:cubicBezTo>
                <a:cubicBezTo>
                  <a:pt x="1102" y="2203"/>
                  <a:pt x="1102" y="2123"/>
                  <a:pt x="1106" y="2043"/>
                </a:cubicBezTo>
                <a:cubicBezTo>
                  <a:pt x="1107" y="2033"/>
                  <a:pt x="1110" y="2004"/>
                  <a:pt x="1113" y="1978"/>
                </a:cubicBezTo>
                <a:lnTo>
                  <a:pt x="1113" y="1978"/>
                </a:lnTo>
                <a:cubicBezTo>
                  <a:pt x="1117" y="1953"/>
                  <a:pt x="1123" y="1911"/>
                  <a:pt x="1125" y="1899"/>
                </a:cubicBezTo>
                <a:cubicBezTo>
                  <a:pt x="1144" y="1813"/>
                  <a:pt x="1170" y="1731"/>
                  <a:pt x="1197" y="1647"/>
                </a:cubicBezTo>
                <a:cubicBezTo>
                  <a:pt x="1199" y="1642"/>
                  <a:pt x="1200" y="1637"/>
                  <a:pt x="1201" y="1634"/>
                </a:cubicBezTo>
                <a:lnTo>
                  <a:pt x="1201" y="1634"/>
                </a:lnTo>
                <a:cubicBezTo>
                  <a:pt x="1203" y="1630"/>
                  <a:pt x="1205" y="1626"/>
                  <a:pt x="1208" y="1621"/>
                </a:cubicBezTo>
                <a:cubicBezTo>
                  <a:pt x="1227" y="1583"/>
                  <a:pt x="1246" y="1543"/>
                  <a:pt x="1269" y="1507"/>
                </a:cubicBezTo>
                <a:cubicBezTo>
                  <a:pt x="1290" y="1470"/>
                  <a:pt x="1313" y="1434"/>
                  <a:pt x="1338" y="1398"/>
                </a:cubicBezTo>
                <a:cubicBezTo>
                  <a:pt x="1341" y="1394"/>
                  <a:pt x="1344" y="1390"/>
                  <a:pt x="1346" y="1386"/>
                </a:cubicBezTo>
                <a:lnTo>
                  <a:pt x="1346" y="1386"/>
                </a:lnTo>
                <a:cubicBezTo>
                  <a:pt x="1346" y="1386"/>
                  <a:pt x="1346" y="1386"/>
                  <a:pt x="1347" y="1385"/>
                </a:cubicBezTo>
                <a:cubicBezTo>
                  <a:pt x="1399" y="1329"/>
                  <a:pt x="1454" y="1275"/>
                  <a:pt x="1511" y="1223"/>
                </a:cubicBezTo>
                <a:lnTo>
                  <a:pt x="1511" y="1223"/>
                </a:lnTo>
                <a:cubicBezTo>
                  <a:pt x="1524" y="1213"/>
                  <a:pt x="1537" y="1203"/>
                  <a:pt x="1551" y="1194"/>
                </a:cubicBezTo>
                <a:cubicBezTo>
                  <a:pt x="1589" y="1170"/>
                  <a:pt x="1627" y="1147"/>
                  <a:pt x="1667" y="1126"/>
                </a:cubicBezTo>
                <a:cubicBezTo>
                  <a:pt x="1682" y="1119"/>
                  <a:pt x="1697" y="1111"/>
                  <a:pt x="1712" y="1103"/>
                </a:cubicBezTo>
                <a:lnTo>
                  <a:pt x="1712" y="1103"/>
                </a:lnTo>
                <a:cubicBezTo>
                  <a:pt x="1755" y="1090"/>
                  <a:pt x="1797" y="1075"/>
                  <a:pt x="1840" y="1063"/>
                </a:cubicBezTo>
                <a:cubicBezTo>
                  <a:pt x="1884" y="1050"/>
                  <a:pt x="1928" y="1042"/>
                  <a:pt x="1970" y="1031"/>
                </a:cubicBezTo>
                <a:cubicBezTo>
                  <a:pt x="1976" y="1030"/>
                  <a:pt x="1983" y="1028"/>
                  <a:pt x="1990" y="1026"/>
                </a:cubicBezTo>
                <a:lnTo>
                  <a:pt x="1990" y="1026"/>
                </a:lnTo>
                <a:cubicBezTo>
                  <a:pt x="2008" y="1025"/>
                  <a:pt x="2026" y="1024"/>
                  <a:pt x="2042" y="1023"/>
                </a:cubicBezTo>
                <a:cubicBezTo>
                  <a:pt x="2063" y="1021"/>
                  <a:pt x="2083" y="1018"/>
                  <a:pt x="2104" y="1015"/>
                </a:cubicBezTo>
                <a:lnTo>
                  <a:pt x="2104" y="1015"/>
                </a:lnTo>
                <a:cubicBezTo>
                  <a:pt x="2127" y="1013"/>
                  <a:pt x="2151" y="1010"/>
                  <a:pt x="2175" y="1006"/>
                </a:cubicBezTo>
                <a:cubicBezTo>
                  <a:pt x="2200" y="1002"/>
                  <a:pt x="2223" y="998"/>
                  <a:pt x="2248" y="996"/>
                </a:cubicBezTo>
                <a:lnTo>
                  <a:pt x="2248" y="996"/>
                </a:lnTo>
                <a:cubicBezTo>
                  <a:pt x="2202" y="1002"/>
                  <a:pt x="2186" y="1004"/>
                  <a:pt x="2186" y="1004"/>
                </a:cubicBezTo>
                <a:cubicBezTo>
                  <a:pt x="2187" y="1004"/>
                  <a:pt x="2227" y="999"/>
                  <a:pt x="2246" y="998"/>
                </a:cubicBezTo>
                <a:cubicBezTo>
                  <a:pt x="2293" y="996"/>
                  <a:pt x="2341" y="991"/>
                  <a:pt x="2387" y="989"/>
                </a:cubicBezTo>
                <a:close/>
                <a:moveTo>
                  <a:pt x="2431" y="0"/>
                </a:moveTo>
                <a:cubicBezTo>
                  <a:pt x="2283" y="0"/>
                  <a:pt x="2134" y="12"/>
                  <a:pt x="1987" y="33"/>
                </a:cubicBezTo>
                <a:lnTo>
                  <a:pt x="1987" y="33"/>
                </a:lnTo>
                <a:cubicBezTo>
                  <a:pt x="1519" y="79"/>
                  <a:pt x="1082" y="246"/>
                  <a:pt x="738" y="578"/>
                </a:cubicBezTo>
                <a:cubicBezTo>
                  <a:pt x="443" y="863"/>
                  <a:pt x="236" y="1259"/>
                  <a:pt x="158" y="1661"/>
                </a:cubicBezTo>
                <a:cubicBezTo>
                  <a:pt x="0" y="2477"/>
                  <a:pt x="228" y="3403"/>
                  <a:pt x="896" y="3941"/>
                </a:cubicBezTo>
                <a:cubicBezTo>
                  <a:pt x="1283" y="4251"/>
                  <a:pt x="1777" y="4404"/>
                  <a:pt x="2272" y="4404"/>
                </a:cubicBezTo>
                <a:cubicBezTo>
                  <a:pt x="2762" y="4404"/>
                  <a:pt x="3253" y="4255"/>
                  <a:pt x="3645" y="3962"/>
                </a:cubicBezTo>
                <a:cubicBezTo>
                  <a:pt x="4395" y="3401"/>
                  <a:pt x="4700" y="2409"/>
                  <a:pt x="4443" y="1512"/>
                </a:cubicBezTo>
                <a:cubicBezTo>
                  <a:pt x="4302" y="1025"/>
                  <a:pt x="4003" y="604"/>
                  <a:pt x="3582" y="321"/>
                </a:cubicBezTo>
                <a:cubicBezTo>
                  <a:pt x="3236" y="89"/>
                  <a:pt x="2836" y="0"/>
                  <a:pt x="2431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061" name="Google Shape;7061;p20"/>
          <p:cNvGrpSpPr/>
          <p:nvPr/>
        </p:nvGrpSpPr>
        <p:grpSpPr>
          <a:xfrm flipH="1" rot="-6299880">
            <a:off x="1406840" y="476245"/>
            <a:ext cx="708049" cy="444266"/>
            <a:chOff x="1445125" y="3867675"/>
            <a:chExt cx="803300" cy="502950"/>
          </a:xfrm>
        </p:grpSpPr>
        <p:sp>
          <p:nvSpPr>
            <p:cNvPr id="7062" name="Google Shape;7062;p20"/>
            <p:cNvSpPr/>
            <p:nvPr/>
          </p:nvSpPr>
          <p:spPr>
            <a:xfrm>
              <a:off x="1445125" y="3867675"/>
              <a:ext cx="535450" cy="502950"/>
            </a:xfrm>
            <a:custGeom>
              <a:rect b="b" l="l" r="r" t="t"/>
              <a:pathLst>
                <a:path extrusionOk="0" h="20118" w="21418">
                  <a:moveTo>
                    <a:pt x="5846" y="993"/>
                  </a:moveTo>
                  <a:cubicBezTo>
                    <a:pt x="6726" y="993"/>
                    <a:pt x="7300" y="1814"/>
                    <a:pt x="7545" y="2688"/>
                  </a:cubicBezTo>
                  <a:cubicBezTo>
                    <a:pt x="7686" y="3200"/>
                    <a:pt x="7749" y="3726"/>
                    <a:pt x="7770" y="4255"/>
                  </a:cubicBezTo>
                  <a:cubicBezTo>
                    <a:pt x="7787" y="4700"/>
                    <a:pt x="7676" y="5216"/>
                    <a:pt x="7812" y="5641"/>
                  </a:cubicBezTo>
                  <a:cubicBezTo>
                    <a:pt x="8017" y="6280"/>
                    <a:pt x="8790" y="6621"/>
                    <a:pt x="9352" y="6861"/>
                  </a:cubicBezTo>
                  <a:cubicBezTo>
                    <a:pt x="10899" y="7523"/>
                    <a:pt x="12588" y="7895"/>
                    <a:pt x="14238" y="8195"/>
                  </a:cubicBezTo>
                  <a:cubicBezTo>
                    <a:pt x="14279" y="8202"/>
                    <a:pt x="14320" y="8206"/>
                    <a:pt x="14360" y="8206"/>
                  </a:cubicBezTo>
                  <a:cubicBezTo>
                    <a:pt x="14538" y="8206"/>
                    <a:pt x="14697" y="8128"/>
                    <a:pt x="14800" y="7965"/>
                  </a:cubicBezTo>
                  <a:cubicBezTo>
                    <a:pt x="15658" y="6602"/>
                    <a:pt x="16673" y="5266"/>
                    <a:pt x="17868" y="4181"/>
                  </a:cubicBezTo>
                  <a:cubicBezTo>
                    <a:pt x="18246" y="3837"/>
                    <a:pt x="19055" y="3130"/>
                    <a:pt x="19662" y="3130"/>
                  </a:cubicBezTo>
                  <a:cubicBezTo>
                    <a:pt x="19761" y="3130"/>
                    <a:pt x="19855" y="3149"/>
                    <a:pt x="19941" y="3191"/>
                  </a:cubicBezTo>
                  <a:cubicBezTo>
                    <a:pt x="19972" y="3206"/>
                    <a:pt x="20042" y="3282"/>
                    <a:pt x="20078" y="3334"/>
                  </a:cubicBezTo>
                  <a:cubicBezTo>
                    <a:pt x="20170" y="3474"/>
                    <a:pt x="20200" y="3554"/>
                    <a:pt x="20244" y="3703"/>
                  </a:cubicBezTo>
                  <a:cubicBezTo>
                    <a:pt x="20356" y="4074"/>
                    <a:pt x="20385" y="4459"/>
                    <a:pt x="20391" y="4845"/>
                  </a:cubicBezTo>
                  <a:cubicBezTo>
                    <a:pt x="20434" y="7253"/>
                    <a:pt x="19715" y="9724"/>
                    <a:pt x="18959" y="11987"/>
                  </a:cubicBezTo>
                  <a:cubicBezTo>
                    <a:pt x="18546" y="13223"/>
                    <a:pt x="18074" y="14443"/>
                    <a:pt x="17505" y="15619"/>
                  </a:cubicBezTo>
                  <a:cubicBezTo>
                    <a:pt x="16974" y="16720"/>
                    <a:pt x="16385" y="17795"/>
                    <a:pt x="15472" y="18631"/>
                  </a:cubicBezTo>
                  <a:cubicBezTo>
                    <a:pt x="15279" y="18808"/>
                    <a:pt x="15055" y="19008"/>
                    <a:pt x="14800" y="19090"/>
                  </a:cubicBezTo>
                  <a:cubicBezTo>
                    <a:pt x="14731" y="19114"/>
                    <a:pt x="14679" y="19127"/>
                    <a:pt x="14633" y="19127"/>
                  </a:cubicBezTo>
                  <a:cubicBezTo>
                    <a:pt x="14584" y="19127"/>
                    <a:pt x="14541" y="19112"/>
                    <a:pt x="14491" y="19078"/>
                  </a:cubicBezTo>
                  <a:cubicBezTo>
                    <a:pt x="14179" y="18859"/>
                    <a:pt x="14040" y="18279"/>
                    <a:pt x="13943" y="17913"/>
                  </a:cubicBezTo>
                  <a:cubicBezTo>
                    <a:pt x="13496" y="16204"/>
                    <a:pt x="13420" y="14392"/>
                    <a:pt x="13231" y="12644"/>
                  </a:cubicBezTo>
                  <a:cubicBezTo>
                    <a:pt x="13231" y="12642"/>
                    <a:pt x="13231" y="12641"/>
                    <a:pt x="13230" y="12640"/>
                  </a:cubicBezTo>
                  <a:lnTo>
                    <a:pt x="13230" y="12640"/>
                  </a:lnTo>
                  <a:cubicBezTo>
                    <a:pt x="13241" y="12479"/>
                    <a:pt x="13172" y="12316"/>
                    <a:pt x="12984" y="12214"/>
                  </a:cubicBezTo>
                  <a:cubicBezTo>
                    <a:pt x="12340" y="11860"/>
                    <a:pt x="11598" y="11675"/>
                    <a:pt x="10890" y="11496"/>
                  </a:cubicBezTo>
                  <a:cubicBezTo>
                    <a:pt x="10069" y="11291"/>
                    <a:pt x="9239" y="11119"/>
                    <a:pt x="8404" y="10971"/>
                  </a:cubicBezTo>
                  <a:cubicBezTo>
                    <a:pt x="7943" y="10890"/>
                    <a:pt x="7439" y="10757"/>
                    <a:pt x="6964" y="10757"/>
                  </a:cubicBezTo>
                  <a:cubicBezTo>
                    <a:pt x="6933" y="10757"/>
                    <a:pt x="6903" y="10757"/>
                    <a:pt x="6873" y="10758"/>
                  </a:cubicBezTo>
                  <a:cubicBezTo>
                    <a:pt x="6281" y="10782"/>
                    <a:pt x="5857" y="11237"/>
                    <a:pt x="5518" y="11671"/>
                  </a:cubicBezTo>
                  <a:cubicBezTo>
                    <a:pt x="4848" y="12532"/>
                    <a:pt x="4110" y="13945"/>
                    <a:pt x="2900" y="13945"/>
                  </a:cubicBezTo>
                  <a:cubicBezTo>
                    <a:pt x="2748" y="13945"/>
                    <a:pt x="2589" y="13923"/>
                    <a:pt x="2421" y="13874"/>
                  </a:cubicBezTo>
                  <a:cubicBezTo>
                    <a:pt x="1265" y="13539"/>
                    <a:pt x="1147" y="12161"/>
                    <a:pt x="1191" y="11150"/>
                  </a:cubicBezTo>
                  <a:cubicBezTo>
                    <a:pt x="1259" y="9547"/>
                    <a:pt x="1735" y="7959"/>
                    <a:pt x="2242" y="6446"/>
                  </a:cubicBezTo>
                  <a:cubicBezTo>
                    <a:pt x="2666" y="5186"/>
                    <a:pt x="3155" y="3943"/>
                    <a:pt x="3669" y="2717"/>
                  </a:cubicBezTo>
                  <a:cubicBezTo>
                    <a:pt x="4014" y="1894"/>
                    <a:pt x="4701" y="1150"/>
                    <a:pt x="5619" y="1011"/>
                  </a:cubicBezTo>
                  <a:cubicBezTo>
                    <a:pt x="5697" y="999"/>
                    <a:pt x="5772" y="993"/>
                    <a:pt x="5846" y="993"/>
                  </a:cubicBezTo>
                  <a:close/>
                  <a:moveTo>
                    <a:pt x="5851" y="1"/>
                  </a:moveTo>
                  <a:cubicBezTo>
                    <a:pt x="4753" y="1"/>
                    <a:pt x="3750" y="699"/>
                    <a:pt x="3144" y="1580"/>
                  </a:cubicBezTo>
                  <a:cubicBezTo>
                    <a:pt x="2849" y="2009"/>
                    <a:pt x="2683" y="2515"/>
                    <a:pt x="2487" y="2993"/>
                  </a:cubicBezTo>
                  <a:cubicBezTo>
                    <a:pt x="2217" y="3653"/>
                    <a:pt x="1954" y="4314"/>
                    <a:pt x="1705" y="4982"/>
                  </a:cubicBezTo>
                  <a:cubicBezTo>
                    <a:pt x="1113" y="6581"/>
                    <a:pt x="576" y="8224"/>
                    <a:pt x="323" y="9914"/>
                  </a:cubicBezTo>
                  <a:cubicBezTo>
                    <a:pt x="121" y="11253"/>
                    <a:pt x="1" y="12901"/>
                    <a:pt x="913" y="14026"/>
                  </a:cubicBezTo>
                  <a:cubicBezTo>
                    <a:pt x="1411" y="14639"/>
                    <a:pt x="2111" y="14918"/>
                    <a:pt x="2824" y="14918"/>
                  </a:cubicBezTo>
                  <a:cubicBezTo>
                    <a:pt x="3509" y="14918"/>
                    <a:pt x="4207" y="14660"/>
                    <a:pt x="4751" y="14192"/>
                  </a:cubicBezTo>
                  <a:cubicBezTo>
                    <a:pt x="5371" y="13659"/>
                    <a:pt x="5777" y="12949"/>
                    <a:pt x="6272" y="12311"/>
                  </a:cubicBezTo>
                  <a:cubicBezTo>
                    <a:pt x="6566" y="11931"/>
                    <a:pt x="6732" y="11776"/>
                    <a:pt x="7065" y="11776"/>
                  </a:cubicBezTo>
                  <a:cubicBezTo>
                    <a:pt x="7129" y="11776"/>
                    <a:pt x="7199" y="11782"/>
                    <a:pt x="7277" y="11793"/>
                  </a:cubicBezTo>
                  <a:cubicBezTo>
                    <a:pt x="8166" y="11915"/>
                    <a:pt x="9053" y="12094"/>
                    <a:pt x="9930" y="12292"/>
                  </a:cubicBezTo>
                  <a:cubicBezTo>
                    <a:pt x="10726" y="12472"/>
                    <a:pt x="11550" y="12626"/>
                    <a:pt x="12268" y="12966"/>
                  </a:cubicBezTo>
                  <a:lnTo>
                    <a:pt x="12268" y="12966"/>
                  </a:lnTo>
                  <a:cubicBezTo>
                    <a:pt x="12439" y="14633"/>
                    <a:pt x="12548" y="16332"/>
                    <a:pt x="12930" y="17963"/>
                  </a:cubicBezTo>
                  <a:cubicBezTo>
                    <a:pt x="13136" y="18845"/>
                    <a:pt x="13555" y="20118"/>
                    <a:pt x="14640" y="20118"/>
                  </a:cubicBezTo>
                  <a:cubicBezTo>
                    <a:pt x="14672" y="20118"/>
                    <a:pt x="14706" y="20116"/>
                    <a:pt x="14739" y="20114"/>
                  </a:cubicBezTo>
                  <a:cubicBezTo>
                    <a:pt x="15314" y="20074"/>
                    <a:pt x="15818" y="19674"/>
                    <a:pt x="16220" y="19295"/>
                  </a:cubicBezTo>
                  <a:cubicBezTo>
                    <a:pt x="16778" y="18770"/>
                    <a:pt x="17242" y="18165"/>
                    <a:pt x="17630" y="17506"/>
                  </a:cubicBezTo>
                  <a:cubicBezTo>
                    <a:pt x="18329" y="16326"/>
                    <a:pt x="18879" y="15058"/>
                    <a:pt x="19372" y="13779"/>
                  </a:cubicBezTo>
                  <a:cubicBezTo>
                    <a:pt x="20387" y="11140"/>
                    <a:pt x="21255" y="8266"/>
                    <a:pt x="21379" y="5422"/>
                  </a:cubicBezTo>
                  <a:cubicBezTo>
                    <a:pt x="21417" y="4558"/>
                    <a:pt x="21409" y="3509"/>
                    <a:pt x="20893" y="2768"/>
                  </a:cubicBezTo>
                  <a:cubicBezTo>
                    <a:pt x="20591" y="2334"/>
                    <a:pt x="20167" y="2169"/>
                    <a:pt x="19717" y="2169"/>
                  </a:cubicBezTo>
                  <a:cubicBezTo>
                    <a:pt x="19269" y="2169"/>
                    <a:pt x="18796" y="2332"/>
                    <a:pt x="18392" y="2557"/>
                  </a:cubicBezTo>
                  <a:cubicBezTo>
                    <a:pt x="17206" y="3219"/>
                    <a:pt x="16258" y="4331"/>
                    <a:pt x="15430" y="5382"/>
                  </a:cubicBezTo>
                  <a:cubicBezTo>
                    <a:pt x="14975" y="5959"/>
                    <a:pt x="14535" y="6551"/>
                    <a:pt x="14131" y="7165"/>
                  </a:cubicBezTo>
                  <a:lnTo>
                    <a:pt x="14131" y="7165"/>
                  </a:lnTo>
                  <a:cubicBezTo>
                    <a:pt x="12741" y="6903"/>
                    <a:pt x="11340" y="6572"/>
                    <a:pt x="10022" y="6067"/>
                  </a:cubicBezTo>
                  <a:cubicBezTo>
                    <a:pt x="9692" y="5938"/>
                    <a:pt x="9355" y="5795"/>
                    <a:pt x="9057" y="5599"/>
                  </a:cubicBezTo>
                  <a:cubicBezTo>
                    <a:pt x="8975" y="5544"/>
                    <a:pt x="8902" y="5490"/>
                    <a:pt x="8830" y="5420"/>
                  </a:cubicBezTo>
                  <a:cubicBezTo>
                    <a:pt x="8801" y="5393"/>
                    <a:pt x="8791" y="5386"/>
                    <a:pt x="8788" y="5385"/>
                  </a:cubicBezTo>
                  <a:lnTo>
                    <a:pt x="8788" y="5385"/>
                  </a:lnTo>
                  <a:cubicBezTo>
                    <a:pt x="8787" y="5381"/>
                    <a:pt x="8781" y="5370"/>
                    <a:pt x="8767" y="5346"/>
                  </a:cubicBezTo>
                  <a:cubicBezTo>
                    <a:pt x="8764" y="5342"/>
                    <a:pt x="8761" y="5338"/>
                    <a:pt x="8759" y="5334"/>
                  </a:cubicBezTo>
                  <a:lnTo>
                    <a:pt x="8759" y="5334"/>
                  </a:lnTo>
                  <a:cubicBezTo>
                    <a:pt x="8759" y="5333"/>
                    <a:pt x="8759" y="5331"/>
                    <a:pt x="8758" y="5329"/>
                  </a:cubicBezTo>
                  <a:cubicBezTo>
                    <a:pt x="8680" y="4813"/>
                    <a:pt x="8779" y="4238"/>
                    <a:pt x="8729" y="3712"/>
                  </a:cubicBezTo>
                  <a:cubicBezTo>
                    <a:pt x="8683" y="3244"/>
                    <a:pt x="8611" y="2774"/>
                    <a:pt x="8476" y="2325"/>
                  </a:cubicBezTo>
                  <a:cubicBezTo>
                    <a:pt x="8116" y="1129"/>
                    <a:pt x="7256" y="33"/>
                    <a:pt x="5914" y="2"/>
                  </a:cubicBezTo>
                  <a:cubicBezTo>
                    <a:pt x="5893" y="1"/>
                    <a:pt x="5872" y="1"/>
                    <a:pt x="585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63" name="Google Shape;7063;p20"/>
            <p:cNvSpPr/>
            <p:nvPr/>
          </p:nvSpPr>
          <p:spPr>
            <a:xfrm>
              <a:off x="1903525" y="4088100"/>
              <a:ext cx="344900" cy="185850"/>
            </a:xfrm>
            <a:custGeom>
              <a:rect b="b" l="l" r="r" t="t"/>
              <a:pathLst>
                <a:path extrusionOk="0" h="7434" w="13796">
                  <a:moveTo>
                    <a:pt x="2035" y="1"/>
                  </a:moveTo>
                  <a:cubicBezTo>
                    <a:pt x="1593" y="1"/>
                    <a:pt x="1301" y="661"/>
                    <a:pt x="1777" y="928"/>
                  </a:cubicBezTo>
                  <a:cubicBezTo>
                    <a:pt x="5023" y="2748"/>
                    <a:pt x="8420" y="4238"/>
                    <a:pt x="11476" y="6352"/>
                  </a:cubicBezTo>
                  <a:lnTo>
                    <a:pt x="11476" y="6352"/>
                  </a:lnTo>
                  <a:cubicBezTo>
                    <a:pt x="7847" y="6103"/>
                    <a:pt x="4252" y="5482"/>
                    <a:pt x="636" y="5110"/>
                  </a:cubicBezTo>
                  <a:cubicBezTo>
                    <a:pt x="615" y="5108"/>
                    <a:pt x="596" y="5107"/>
                    <a:pt x="577" y="5107"/>
                  </a:cubicBezTo>
                  <a:cubicBezTo>
                    <a:pt x="0" y="5107"/>
                    <a:pt x="24" y="6045"/>
                    <a:pt x="636" y="6106"/>
                  </a:cubicBezTo>
                  <a:cubicBezTo>
                    <a:pt x="4792" y="6534"/>
                    <a:pt x="8919" y="7290"/>
                    <a:pt x="13101" y="7434"/>
                  </a:cubicBezTo>
                  <a:cubicBezTo>
                    <a:pt x="13106" y="7434"/>
                    <a:pt x="13111" y="7434"/>
                    <a:pt x="13115" y="7434"/>
                  </a:cubicBezTo>
                  <a:cubicBezTo>
                    <a:pt x="13508" y="7434"/>
                    <a:pt x="13796" y="6851"/>
                    <a:pt x="13455" y="6582"/>
                  </a:cubicBezTo>
                  <a:cubicBezTo>
                    <a:pt x="11767" y="5262"/>
                    <a:pt x="9981" y="4109"/>
                    <a:pt x="8087" y="3106"/>
                  </a:cubicBezTo>
                  <a:cubicBezTo>
                    <a:pt x="6157" y="2083"/>
                    <a:pt x="4187" y="1139"/>
                    <a:pt x="2281" y="69"/>
                  </a:cubicBezTo>
                  <a:cubicBezTo>
                    <a:pt x="2197" y="21"/>
                    <a:pt x="2114" y="1"/>
                    <a:pt x="203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64" name="Google Shape;7064;p20"/>
            <p:cNvSpPr/>
            <p:nvPr/>
          </p:nvSpPr>
          <p:spPr>
            <a:xfrm>
              <a:off x="1462675" y="3884050"/>
              <a:ext cx="125100" cy="332450"/>
            </a:xfrm>
            <a:custGeom>
              <a:rect b="b" l="l" r="r" t="t"/>
              <a:pathLst>
                <a:path extrusionOk="0" h="13298" w="5004">
                  <a:moveTo>
                    <a:pt x="4226" y="0"/>
                  </a:moveTo>
                  <a:cubicBezTo>
                    <a:pt x="3978" y="0"/>
                    <a:pt x="3745" y="159"/>
                    <a:pt x="3776" y="478"/>
                  </a:cubicBezTo>
                  <a:cubicBezTo>
                    <a:pt x="3995" y="2762"/>
                    <a:pt x="3470" y="4910"/>
                    <a:pt x="2764" y="7066"/>
                  </a:cubicBezTo>
                  <a:cubicBezTo>
                    <a:pt x="2160" y="8913"/>
                    <a:pt x="1574" y="10906"/>
                    <a:pt x="310" y="12425"/>
                  </a:cubicBezTo>
                  <a:cubicBezTo>
                    <a:pt x="1" y="12799"/>
                    <a:pt x="333" y="13298"/>
                    <a:pt x="690" y="13298"/>
                  </a:cubicBezTo>
                  <a:cubicBezTo>
                    <a:pt x="802" y="13298"/>
                    <a:pt x="916" y="13249"/>
                    <a:pt x="1014" y="13131"/>
                  </a:cubicBezTo>
                  <a:cubicBezTo>
                    <a:pt x="2366" y="11506"/>
                    <a:pt x="3030" y="9452"/>
                    <a:pt x="3679" y="7474"/>
                  </a:cubicBezTo>
                  <a:cubicBezTo>
                    <a:pt x="4424" y="5193"/>
                    <a:pt x="5004" y="2899"/>
                    <a:pt x="4772" y="478"/>
                  </a:cubicBezTo>
                  <a:cubicBezTo>
                    <a:pt x="4741" y="160"/>
                    <a:pt x="4476" y="0"/>
                    <a:pt x="422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065" name="Google Shape;7065;p20"/>
          <p:cNvSpPr/>
          <p:nvPr/>
        </p:nvSpPr>
        <p:spPr>
          <a:xfrm>
            <a:off x="2859550" y="831275"/>
            <a:ext cx="176025" cy="165050"/>
          </a:xfrm>
          <a:custGeom>
            <a:rect b="b" l="l" r="r" t="t"/>
            <a:pathLst>
              <a:path extrusionOk="0" h="6602" w="7041">
                <a:moveTo>
                  <a:pt x="4935" y="1378"/>
                </a:moveTo>
                <a:cubicBezTo>
                  <a:pt x="4939" y="1380"/>
                  <a:pt x="4948" y="1387"/>
                  <a:pt x="4965" y="1400"/>
                </a:cubicBezTo>
                <a:cubicBezTo>
                  <a:pt x="4955" y="1392"/>
                  <a:pt x="4945" y="1385"/>
                  <a:pt x="4935" y="1378"/>
                </a:cubicBezTo>
                <a:close/>
                <a:moveTo>
                  <a:pt x="1630" y="1762"/>
                </a:moveTo>
                <a:lnTo>
                  <a:pt x="1630" y="1762"/>
                </a:lnTo>
                <a:cubicBezTo>
                  <a:pt x="1621" y="1773"/>
                  <a:pt x="1618" y="1778"/>
                  <a:pt x="1618" y="1778"/>
                </a:cubicBezTo>
                <a:cubicBezTo>
                  <a:pt x="1618" y="1778"/>
                  <a:pt x="1623" y="1771"/>
                  <a:pt x="1630" y="1762"/>
                </a:cubicBezTo>
                <a:close/>
                <a:moveTo>
                  <a:pt x="3639" y="986"/>
                </a:moveTo>
                <a:cubicBezTo>
                  <a:pt x="4036" y="986"/>
                  <a:pt x="4418" y="1072"/>
                  <a:pt x="4734" y="1250"/>
                </a:cubicBezTo>
                <a:cubicBezTo>
                  <a:pt x="4786" y="1280"/>
                  <a:pt x="4839" y="1313"/>
                  <a:pt x="4890" y="1347"/>
                </a:cubicBezTo>
                <a:cubicBezTo>
                  <a:pt x="4906" y="1357"/>
                  <a:pt x="4921" y="1367"/>
                  <a:pt x="4935" y="1378"/>
                </a:cubicBezTo>
                <a:lnTo>
                  <a:pt x="4935" y="1378"/>
                </a:lnTo>
                <a:cubicBezTo>
                  <a:pt x="4934" y="1377"/>
                  <a:pt x="4933" y="1376"/>
                  <a:pt x="4933" y="1376"/>
                </a:cubicBezTo>
                <a:lnTo>
                  <a:pt x="4933" y="1376"/>
                </a:lnTo>
                <a:cubicBezTo>
                  <a:pt x="4934" y="1376"/>
                  <a:pt x="4964" y="1397"/>
                  <a:pt x="4972" y="1404"/>
                </a:cubicBezTo>
                <a:cubicBezTo>
                  <a:pt x="5081" y="1495"/>
                  <a:pt x="5182" y="1594"/>
                  <a:pt x="5275" y="1701"/>
                </a:cubicBezTo>
                <a:cubicBezTo>
                  <a:pt x="5296" y="1724"/>
                  <a:pt x="5315" y="1747"/>
                  <a:pt x="5332" y="1771"/>
                </a:cubicBezTo>
                <a:cubicBezTo>
                  <a:pt x="5336" y="1776"/>
                  <a:pt x="5339" y="1780"/>
                  <a:pt x="5342" y="1782"/>
                </a:cubicBezTo>
                <a:lnTo>
                  <a:pt x="5342" y="1782"/>
                </a:lnTo>
                <a:cubicBezTo>
                  <a:pt x="5378" y="1835"/>
                  <a:pt x="5414" y="1889"/>
                  <a:pt x="5446" y="1943"/>
                </a:cubicBezTo>
                <a:cubicBezTo>
                  <a:pt x="5477" y="1994"/>
                  <a:pt x="5507" y="2045"/>
                  <a:pt x="5534" y="2097"/>
                </a:cubicBezTo>
                <a:cubicBezTo>
                  <a:pt x="5548" y="2126"/>
                  <a:pt x="5603" y="2244"/>
                  <a:pt x="5604" y="2244"/>
                </a:cubicBezTo>
                <a:cubicBezTo>
                  <a:pt x="5605" y="2244"/>
                  <a:pt x="5604" y="2244"/>
                  <a:pt x="5604" y="2242"/>
                </a:cubicBezTo>
                <a:lnTo>
                  <a:pt x="5604" y="2242"/>
                </a:lnTo>
                <a:cubicBezTo>
                  <a:pt x="5646" y="2347"/>
                  <a:pt x="5682" y="2454"/>
                  <a:pt x="5711" y="2561"/>
                </a:cubicBezTo>
                <a:cubicBezTo>
                  <a:pt x="5726" y="2620"/>
                  <a:pt x="5741" y="2679"/>
                  <a:pt x="5751" y="2738"/>
                </a:cubicBezTo>
                <a:cubicBezTo>
                  <a:pt x="5756" y="2758"/>
                  <a:pt x="5778" y="2901"/>
                  <a:pt x="5781" y="2901"/>
                </a:cubicBezTo>
                <a:cubicBezTo>
                  <a:pt x="5781" y="2901"/>
                  <a:pt x="5781" y="2892"/>
                  <a:pt x="5779" y="2872"/>
                </a:cubicBezTo>
                <a:lnTo>
                  <a:pt x="5779" y="2872"/>
                </a:lnTo>
                <a:cubicBezTo>
                  <a:pt x="5793" y="2999"/>
                  <a:pt x="5800" y="3127"/>
                  <a:pt x="5800" y="3256"/>
                </a:cubicBezTo>
                <a:cubicBezTo>
                  <a:pt x="5798" y="3323"/>
                  <a:pt x="5796" y="3393"/>
                  <a:pt x="5791" y="3460"/>
                </a:cubicBezTo>
                <a:cubicBezTo>
                  <a:pt x="5787" y="3518"/>
                  <a:pt x="5781" y="3572"/>
                  <a:pt x="5780" y="3582"/>
                </a:cubicBezTo>
                <a:lnTo>
                  <a:pt x="5780" y="3582"/>
                </a:lnTo>
                <a:cubicBezTo>
                  <a:pt x="5759" y="3706"/>
                  <a:pt x="5734" y="3831"/>
                  <a:pt x="5699" y="3953"/>
                </a:cubicBezTo>
                <a:cubicBezTo>
                  <a:pt x="5682" y="4012"/>
                  <a:pt x="5663" y="4069"/>
                  <a:pt x="5642" y="4126"/>
                </a:cubicBezTo>
                <a:cubicBezTo>
                  <a:pt x="5631" y="4155"/>
                  <a:pt x="5621" y="4183"/>
                  <a:pt x="5610" y="4212"/>
                </a:cubicBezTo>
                <a:cubicBezTo>
                  <a:pt x="5606" y="4223"/>
                  <a:pt x="5602" y="4232"/>
                  <a:pt x="5600" y="4238"/>
                </a:cubicBezTo>
                <a:lnTo>
                  <a:pt x="5600" y="4238"/>
                </a:lnTo>
                <a:cubicBezTo>
                  <a:pt x="5597" y="4244"/>
                  <a:pt x="5593" y="4252"/>
                  <a:pt x="5589" y="4261"/>
                </a:cubicBezTo>
                <a:cubicBezTo>
                  <a:pt x="5534" y="4370"/>
                  <a:pt x="5477" y="4478"/>
                  <a:pt x="5412" y="4581"/>
                </a:cubicBezTo>
                <a:cubicBezTo>
                  <a:pt x="5311" y="4737"/>
                  <a:pt x="5324" y="4720"/>
                  <a:pt x="5189" y="4863"/>
                </a:cubicBezTo>
                <a:cubicBezTo>
                  <a:pt x="4814" y="5261"/>
                  <a:pt x="4355" y="5476"/>
                  <a:pt x="3756" y="5573"/>
                </a:cubicBezTo>
                <a:cubicBezTo>
                  <a:pt x="3620" y="5595"/>
                  <a:pt x="3482" y="5605"/>
                  <a:pt x="3344" y="5605"/>
                </a:cubicBezTo>
                <a:cubicBezTo>
                  <a:pt x="2954" y="5605"/>
                  <a:pt x="2572" y="5519"/>
                  <a:pt x="2265" y="5346"/>
                </a:cubicBezTo>
                <a:cubicBezTo>
                  <a:pt x="2214" y="5316"/>
                  <a:pt x="2164" y="5285"/>
                  <a:pt x="2113" y="5253"/>
                </a:cubicBezTo>
                <a:cubicBezTo>
                  <a:pt x="2098" y="5243"/>
                  <a:pt x="2015" y="5180"/>
                  <a:pt x="2013" y="5180"/>
                </a:cubicBezTo>
                <a:lnTo>
                  <a:pt x="2013" y="5180"/>
                </a:lnTo>
                <a:cubicBezTo>
                  <a:pt x="2013" y="5180"/>
                  <a:pt x="2019" y="5186"/>
                  <a:pt x="2037" y="5200"/>
                </a:cubicBezTo>
                <a:cubicBezTo>
                  <a:pt x="1930" y="5114"/>
                  <a:pt x="1831" y="5019"/>
                  <a:pt x="1740" y="4916"/>
                </a:cubicBezTo>
                <a:cubicBezTo>
                  <a:pt x="1728" y="4902"/>
                  <a:pt x="1675" y="4837"/>
                  <a:pt x="1657" y="4816"/>
                </a:cubicBezTo>
                <a:lnTo>
                  <a:pt x="1657" y="4816"/>
                </a:lnTo>
                <a:cubicBezTo>
                  <a:pt x="1647" y="4801"/>
                  <a:pt x="1584" y="4711"/>
                  <a:pt x="1570" y="4688"/>
                </a:cubicBezTo>
                <a:cubicBezTo>
                  <a:pt x="1500" y="4579"/>
                  <a:pt x="1439" y="4465"/>
                  <a:pt x="1382" y="4347"/>
                </a:cubicBezTo>
                <a:cubicBezTo>
                  <a:pt x="1372" y="4327"/>
                  <a:pt x="1369" y="4322"/>
                  <a:pt x="1368" y="4322"/>
                </a:cubicBezTo>
                <a:lnTo>
                  <a:pt x="1368" y="4322"/>
                </a:lnTo>
                <a:cubicBezTo>
                  <a:pt x="1368" y="4322"/>
                  <a:pt x="1368" y="4322"/>
                  <a:pt x="1368" y="4322"/>
                </a:cubicBezTo>
                <a:lnTo>
                  <a:pt x="1368" y="4322"/>
                </a:lnTo>
                <a:cubicBezTo>
                  <a:pt x="1366" y="4315"/>
                  <a:pt x="1360" y="4299"/>
                  <a:pt x="1348" y="4265"/>
                </a:cubicBezTo>
                <a:cubicBezTo>
                  <a:pt x="1329" y="4210"/>
                  <a:pt x="1308" y="4155"/>
                  <a:pt x="1291" y="4101"/>
                </a:cubicBezTo>
                <a:cubicBezTo>
                  <a:pt x="1251" y="3974"/>
                  <a:pt x="1220" y="3848"/>
                  <a:pt x="1197" y="3717"/>
                </a:cubicBezTo>
                <a:cubicBezTo>
                  <a:pt x="1192" y="3696"/>
                  <a:pt x="1179" y="3596"/>
                  <a:pt x="1178" y="3596"/>
                </a:cubicBezTo>
                <a:lnTo>
                  <a:pt x="1178" y="3596"/>
                </a:lnTo>
                <a:cubicBezTo>
                  <a:pt x="1178" y="3596"/>
                  <a:pt x="1179" y="3606"/>
                  <a:pt x="1182" y="3633"/>
                </a:cubicBezTo>
                <a:cubicBezTo>
                  <a:pt x="1173" y="3568"/>
                  <a:pt x="1167" y="3502"/>
                  <a:pt x="1165" y="3437"/>
                </a:cubicBezTo>
                <a:cubicBezTo>
                  <a:pt x="1157" y="3304"/>
                  <a:pt x="1157" y="3174"/>
                  <a:pt x="1165" y="3041"/>
                </a:cubicBezTo>
                <a:cubicBezTo>
                  <a:pt x="1167" y="3011"/>
                  <a:pt x="1179" y="2898"/>
                  <a:pt x="1181" y="2870"/>
                </a:cubicBezTo>
                <a:lnTo>
                  <a:pt x="1181" y="2870"/>
                </a:lnTo>
                <a:cubicBezTo>
                  <a:pt x="1186" y="2847"/>
                  <a:pt x="1203" y="2750"/>
                  <a:pt x="1209" y="2721"/>
                </a:cubicBezTo>
                <a:cubicBezTo>
                  <a:pt x="1239" y="2580"/>
                  <a:pt x="1281" y="2443"/>
                  <a:pt x="1327" y="2306"/>
                </a:cubicBezTo>
                <a:cubicBezTo>
                  <a:pt x="1342" y="2262"/>
                  <a:pt x="1345" y="2248"/>
                  <a:pt x="1346" y="2244"/>
                </a:cubicBezTo>
                <a:lnTo>
                  <a:pt x="1346" y="2244"/>
                </a:lnTo>
                <a:cubicBezTo>
                  <a:pt x="1348" y="2241"/>
                  <a:pt x="1355" y="2229"/>
                  <a:pt x="1376" y="2188"/>
                </a:cubicBezTo>
                <a:cubicBezTo>
                  <a:pt x="1407" y="2125"/>
                  <a:pt x="1439" y="2059"/>
                  <a:pt x="1475" y="1998"/>
                </a:cubicBezTo>
                <a:cubicBezTo>
                  <a:pt x="1511" y="1937"/>
                  <a:pt x="1551" y="1878"/>
                  <a:pt x="1588" y="1819"/>
                </a:cubicBezTo>
                <a:cubicBezTo>
                  <a:pt x="1603" y="1799"/>
                  <a:pt x="1618" y="1779"/>
                  <a:pt x="1632" y="1759"/>
                </a:cubicBezTo>
                <a:lnTo>
                  <a:pt x="1632" y="1759"/>
                </a:lnTo>
                <a:cubicBezTo>
                  <a:pt x="1639" y="1751"/>
                  <a:pt x="1646" y="1741"/>
                  <a:pt x="1654" y="1733"/>
                </a:cubicBezTo>
                <a:cubicBezTo>
                  <a:pt x="1744" y="1632"/>
                  <a:pt x="1839" y="1535"/>
                  <a:pt x="1945" y="1446"/>
                </a:cubicBezTo>
                <a:cubicBezTo>
                  <a:pt x="1949" y="1443"/>
                  <a:pt x="1952" y="1440"/>
                  <a:pt x="1955" y="1437"/>
                </a:cubicBezTo>
                <a:lnTo>
                  <a:pt x="1955" y="1437"/>
                </a:lnTo>
                <a:cubicBezTo>
                  <a:pt x="1958" y="1435"/>
                  <a:pt x="1960" y="1434"/>
                  <a:pt x="1963" y="1431"/>
                </a:cubicBezTo>
                <a:cubicBezTo>
                  <a:pt x="1993" y="1410"/>
                  <a:pt x="2022" y="1389"/>
                  <a:pt x="2054" y="1370"/>
                </a:cubicBezTo>
                <a:cubicBezTo>
                  <a:pt x="2115" y="1328"/>
                  <a:pt x="2180" y="1292"/>
                  <a:pt x="2246" y="1257"/>
                </a:cubicBezTo>
                <a:cubicBezTo>
                  <a:pt x="2372" y="1191"/>
                  <a:pt x="2412" y="1174"/>
                  <a:pt x="2604" y="1120"/>
                </a:cubicBezTo>
                <a:cubicBezTo>
                  <a:pt x="2802" y="1065"/>
                  <a:pt x="2859" y="1059"/>
                  <a:pt x="3023" y="1044"/>
                </a:cubicBezTo>
                <a:cubicBezTo>
                  <a:pt x="3046" y="1042"/>
                  <a:pt x="3069" y="1039"/>
                  <a:pt x="3092" y="1035"/>
                </a:cubicBezTo>
                <a:lnTo>
                  <a:pt x="3092" y="1035"/>
                </a:lnTo>
                <a:cubicBezTo>
                  <a:pt x="3113" y="1033"/>
                  <a:pt x="3134" y="1031"/>
                  <a:pt x="3156" y="1027"/>
                </a:cubicBezTo>
                <a:cubicBezTo>
                  <a:pt x="3317" y="1000"/>
                  <a:pt x="3479" y="986"/>
                  <a:pt x="3639" y="986"/>
                </a:cubicBezTo>
                <a:close/>
                <a:moveTo>
                  <a:pt x="3656" y="0"/>
                </a:moveTo>
                <a:cubicBezTo>
                  <a:pt x="3424" y="0"/>
                  <a:pt x="3191" y="20"/>
                  <a:pt x="2962" y="55"/>
                </a:cubicBezTo>
                <a:lnTo>
                  <a:pt x="2962" y="55"/>
                </a:lnTo>
                <a:cubicBezTo>
                  <a:pt x="1592" y="189"/>
                  <a:pt x="506" y="1128"/>
                  <a:pt x="238" y="2500"/>
                </a:cubicBezTo>
                <a:cubicBezTo>
                  <a:pt x="0" y="3730"/>
                  <a:pt x="360" y="5131"/>
                  <a:pt x="1367" y="5933"/>
                </a:cubicBezTo>
                <a:cubicBezTo>
                  <a:pt x="1934" y="6385"/>
                  <a:pt x="2656" y="6602"/>
                  <a:pt x="3382" y="6602"/>
                </a:cubicBezTo>
                <a:cubicBezTo>
                  <a:pt x="4138" y="6602"/>
                  <a:pt x="4898" y="6367"/>
                  <a:pt x="5494" y="5917"/>
                </a:cubicBezTo>
                <a:cubicBezTo>
                  <a:pt x="6607" y="5078"/>
                  <a:pt x="7041" y="3580"/>
                  <a:pt x="6659" y="2253"/>
                </a:cubicBezTo>
                <a:cubicBezTo>
                  <a:pt x="6453" y="1537"/>
                  <a:pt x="6015" y="905"/>
                  <a:pt x="5393" y="488"/>
                </a:cubicBezTo>
                <a:cubicBezTo>
                  <a:pt x="4872" y="137"/>
                  <a:pt x="4267" y="0"/>
                  <a:pt x="3656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66" name="Google Shape;7066;p20"/>
          <p:cNvSpPr/>
          <p:nvPr/>
        </p:nvSpPr>
        <p:spPr>
          <a:xfrm>
            <a:off x="1702113" y="1456250"/>
            <a:ext cx="117525" cy="110100"/>
          </a:xfrm>
          <a:custGeom>
            <a:rect b="b" l="l" r="r" t="t"/>
            <a:pathLst>
              <a:path extrusionOk="0" h="4404" w="4701">
                <a:moveTo>
                  <a:pt x="1951" y="1032"/>
                </a:moveTo>
                <a:cubicBezTo>
                  <a:pt x="1950" y="1033"/>
                  <a:pt x="1949" y="1033"/>
                  <a:pt x="1947" y="1033"/>
                </a:cubicBezTo>
                <a:cubicBezTo>
                  <a:pt x="1948" y="1033"/>
                  <a:pt x="1950" y="1033"/>
                  <a:pt x="1951" y="1032"/>
                </a:cubicBezTo>
                <a:close/>
                <a:moveTo>
                  <a:pt x="2857" y="1059"/>
                </a:moveTo>
                <a:cubicBezTo>
                  <a:pt x="2871" y="1059"/>
                  <a:pt x="2889" y="1066"/>
                  <a:pt x="2907" y="1075"/>
                </a:cubicBezTo>
                <a:lnTo>
                  <a:pt x="2907" y="1075"/>
                </a:lnTo>
                <a:cubicBezTo>
                  <a:pt x="2887" y="1068"/>
                  <a:pt x="2858" y="1059"/>
                  <a:pt x="2857" y="1059"/>
                </a:cubicBezTo>
                <a:close/>
                <a:moveTo>
                  <a:pt x="3091" y="1185"/>
                </a:moveTo>
                <a:cubicBezTo>
                  <a:pt x="3091" y="1185"/>
                  <a:pt x="3091" y="1185"/>
                  <a:pt x="3091" y="1185"/>
                </a:cubicBezTo>
                <a:lnTo>
                  <a:pt x="3091" y="1185"/>
                </a:lnTo>
                <a:cubicBezTo>
                  <a:pt x="3091" y="1185"/>
                  <a:pt x="3091" y="1185"/>
                  <a:pt x="3091" y="1185"/>
                </a:cubicBezTo>
                <a:close/>
                <a:moveTo>
                  <a:pt x="3104" y="1198"/>
                </a:moveTo>
                <a:cubicBezTo>
                  <a:pt x="3111" y="1203"/>
                  <a:pt x="3118" y="1208"/>
                  <a:pt x="3125" y="1213"/>
                </a:cubicBezTo>
                <a:cubicBezTo>
                  <a:pt x="3142" y="1224"/>
                  <a:pt x="3149" y="1229"/>
                  <a:pt x="3148" y="1229"/>
                </a:cubicBezTo>
                <a:cubicBezTo>
                  <a:pt x="3148" y="1229"/>
                  <a:pt x="3121" y="1211"/>
                  <a:pt x="3104" y="1198"/>
                </a:cubicBezTo>
                <a:close/>
                <a:moveTo>
                  <a:pt x="1747" y="3319"/>
                </a:moveTo>
                <a:cubicBezTo>
                  <a:pt x="1767" y="3326"/>
                  <a:pt x="1803" y="3338"/>
                  <a:pt x="1802" y="3338"/>
                </a:cubicBezTo>
                <a:cubicBezTo>
                  <a:pt x="1800" y="3339"/>
                  <a:pt x="1799" y="3339"/>
                  <a:pt x="1797" y="3339"/>
                </a:cubicBezTo>
                <a:cubicBezTo>
                  <a:pt x="1785" y="3339"/>
                  <a:pt x="1766" y="3330"/>
                  <a:pt x="1747" y="3319"/>
                </a:cubicBezTo>
                <a:close/>
                <a:moveTo>
                  <a:pt x="2463" y="3393"/>
                </a:moveTo>
                <a:cubicBezTo>
                  <a:pt x="2461" y="3393"/>
                  <a:pt x="2459" y="3393"/>
                  <a:pt x="2456" y="3393"/>
                </a:cubicBezTo>
                <a:lnTo>
                  <a:pt x="2456" y="3393"/>
                </a:lnTo>
                <a:cubicBezTo>
                  <a:pt x="2459" y="3393"/>
                  <a:pt x="2462" y="3393"/>
                  <a:pt x="2463" y="3393"/>
                </a:cubicBezTo>
                <a:close/>
                <a:moveTo>
                  <a:pt x="2387" y="989"/>
                </a:moveTo>
                <a:cubicBezTo>
                  <a:pt x="2440" y="989"/>
                  <a:pt x="2491" y="989"/>
                  <a:pt x="2541" y="993"/>
                </a:cubicBezTo>
                <a:cubicBezTo>
                  <a:pt x="2560" y="993"/>
                  <a:pt x="2582" y="997"/>
                  <a:pt x="2601" y="998"/>
                </a:cubicBezTo>
                <a:lnTo>
                  <a:pt x="2601" y="998"/>
                </a:lnTo>
                <a:cubicBezTo>
                  <a:pt x="2682" y="1018"/>
                  <a:pt x="2761" y="1029"/>
                  <a:pt x="2840" y="1057"/>
                </a:cubicBezTo>
                <a:cubicBezTo>
                  <a:pt x="2857" y="1061"/>
                  <a:pt x="2876" y="1069"/>
                  <a:pt x="2895" y="1076"/>
                </a:cubicBezTo>
                <a:cubicBezTo>
                  <a:pt x="2906" y="1079"/>
                  <a:pt x="2914" y="1081"/>
                  <a:pt x="2919" y="1082"/>
                </a:cubicBezTo>
                <a:lnTo>
                  <a:pt x="2919" y="1082"/>
                </a:lnTo>
                <a:cubicBezTo>
                  <a:pt x="2944" y="1096"/>
                  <a:pt x="2968" y="1113"/>
                  <a:pt x="2984" y="1122"/>
                </a:cubicBezTo>
                <a:cubicBezTo>
                  <a:pt x="3015" y="1139"/>
                  <a:pt x="3049" y="1160"/>
                  <a:pt x="3080" y="1181"/>
                </a:cubicBezTo>
                <a:cubicBezTo>
                  <a:pt x="3084" y="1184"/>
                  <a:pt x="3088" y="1186"/>
                  <a:pt x="3092" y="1189"/>
                </a:cubicBezTo>
                <a:lnTo>
                  <a:pt x="3092" y="1189"/>
                </a:lnTo>
                <a:cubicBezTo>
                  <a:pt x="3107" y="1217"/>
                  <a:pt x="3258" y="1347"/>
                  <a:pt x="3274" y="1366"/>
                </a:cubicBezTo>
                <a:cubicBezTo>
                  <a:pt x="3278" y="1370"/>
                  <a:pt x="3281" y="1374"/>
                  <a:pt x="3284" y="1378"/>
                </a:cubicBezTo>
                <a:lnTo>
                  <a:pt x="3284" y="1378"/>
                </a:lnTo>
                <a:cubicBezTo>
                  <a:pt x="3304" y="1410"/>
                  <a:pt x="3328" y="1440"/>
                  <a:pt x="3348" y="1474"/>
                </a:cubicBezTo>
                <a:cubicBezTo>
                  <a:pt x="3367" y="1503"/>
                  <a:pt x="3386" y="1535"/>
                  <a:pt x="3403" y="1569"/>
                </a:cubicBezTo>
                <a:cubicBezTo>
                  <a:pt x="3409" y="1579"/>
                  <a:pt x="3414" y="1591"/>
                  <a:pt x="3420" y="1604"/>
                </a:cubicBezTo>
                <a:lnTo>
                  <a:pt x="3420" y="1604"/>
                </a:lnTo>
                <a:cubicBezTo>
                  <a:pt x="3420" y="1602"/>
                  <a:pt x="3420" y="1600"/>
                  <a:pt x="3420" y="1598"/>
                </a:cubicBezTo>
                <a:lnTo>
                  <a:pt x="3420" y="1598"/>
                </a:lnTo>
                <a:cubicBezTo>
                  <a:pt x="3420" y="1600"/>
                  <a:pt x="3420" y="1602"/>
                  <a:pt x="3420" y="1604"/>
                </a:cubicBezTo>
                <a:lnTo>
                  <a:pt x="3420" y="1604"/>
                </a:lnTo>
                <a:cubicBezTo>
                  <a:pt x="3420" y="1604"/>
                  <a:pt x="3420" y="1604"/>
                  <a:pt x="3420" y="1604"/>
                </a:cubicBezTo>
                <a:lnTo>
                  <a:pt x="3420" y="1604"/>
                </a:lnTo>
                <a:cubicBezTo>
                  <a:pt x="3420" y="1621"/>
                  <a:pt x="3423" y="1634"/>
                  <a:pt x="3427" y="1644"/>
                </a:cubicBezTo>
                <a:lnTo>
                  <a:pt x="3427" y="1644"/>
                </a:lnTo>
                <a:cubicBezTo>
                  <a:pt x="3423" y="1630"/>
                  <a:pt x="3420" y="1616"/>
                  <a:pt x="3420" y="1604"/>
                </a:cubicBezTo>
                <a:lnTo>
                  <a:pt x="3420" y="1604"/>
                </a:lnTo>
                <a:cubicBezTo>
                  <a:pt x="3422" y="1608"/>
                  <a:pt x="3424" y="1613"/>
                  <a:pt x="3426" y="1617"/>
                </a:cubicBezTo>
                <a:cubicBezTo>
                  <a:pt x="3442" y="1646"/>
                  <a:pt x="3443" y="1659"/>
                  <a:pt x="3439" y="1659"/>
                </a:cubicBezTo>
                <a:cubicBezTo>
                  <a:pt x="3436" y="1659"/>
                  <a:pt x="3432" y="1654"/>
                  <a:pt x="3427" y="1644"/>
                </a:cubicBezTo>
                <a:lnTo>
                  <a:pt x="3427" y="1644"/>
                </a:lnTo>
                <a:cubicBezTo>
                  <a:pt x="3443" y="1697"/>
                  <a:pt x="3479" y="1760"/>
                  <a:pt x="3491" y="1802"/>
                </a:cubicBezTo>
                <a:cubicBezTo>
                  <a:pt x="3500" y="1838"/>
                  <a:pt x="3508" y="1874"/>
                  <a:pt x="3517" y="1910"/>
                </a:cubicBezTo>
                <a:cubicBezTo>
                  <a:pt x="3521" y="1933"/>
                  <a:pt x="3525" y="1954"/>
                  <a:pt x="3529" y="1977"/>
                </a:cubicBezTo>
                <a:cubicBezTo>
                  <a:pt x="3534" y="2005"/>
                  <a:pt x="3537" y="2015"/>
                  <a:pt x="3538" y="2015"/>
                </a:cubicBezTo>
                <a:cubicBezTo>
                  <a:pt x="3540" y="2015"/>
                  <a:pt x="3530" y="1942"/>
                  <a:pt x="3525" y="1939"/>
                </a:cubicBezTo>
                <a:lnTo>
                  <a:pt x="3525" y="1939"/>
                </a:lnTo>
                <a:cubicBezTo>
                  <a:pt x="3550" y="1954"/>
                  <a:pt x="3538" y="2142"/>
                  <a:pt x="3538" y="2173"/>
                </a:cubicBezTo>
                <a:cubicBezTo>
                  <a:pt x="3538" y="2215"/>
                  <a:pt x="3535" y="2257"/>
                  <a:pt x="3533" y="2297"/>
                </a:cubicBezTo>
                <a:cubicBezTo>
                  <a:pt x="3532" y="2312"/>
                  <a:pt x="3530" y="2326"/>
                  <a:pt x="3529" y="2339"/>
                </a:cubicBezTo>
                <a:lnTo>
                  <a:pt x="3529" y="2339"/>
                </a:lnTo>
                <a:cubicBezTo>
                  <a:pt x="3514" y="2409"/>
                  <a:pt x="3504" y="2477"/>
                  <a:pt x="3483" y="2546"/>
                </a:cubicBezTo>
                <a:cubicBezTo>
                  <a:pt x="3472" y="2582"/>
                  <a:pt x="3462" y="2618"/>
                  <a:pt x="3449" y="2651"/>
                </a:cubicBezTo>
                <a:cubicBezTo>
                  <a:pt x="3445" y="2663"/>
                  <a:pt x="3440" y="2676"/>
                  <a:pt x="3436" y="2688"/>
                </a:cubicBezTo>
                <a:lnTo>
                  <a:pt x="3436" y="2688"/>
                </a:lnTo>
                <a:cubicBezTo>
                  <a:pt x="3398" y="2751"/>
                  <a:pt x="3369" y="2818"/>
                  <a:pt x="3329" y="2881"/>
                </a:cubicBezTo>
                <a:cubicBezTo>
                  <a:pt x="3324" y="2889"/>
                  <a:pt x="3300" y="2922"/>
                  <a:pt x="3284" y="2945"/>
                </a:cubicBezTo>
                <a:lnTo>
                  <a:pt x="3284" y="2945"/>
                </a:lnTo>
                <a:cubicBezTo>
                  <a:pt x="3263" y="2968"/>
                  <a:pt x="3232" y="3005"/>
                  <a:pt x="3224" y="3014"/>
                </a:cubicBezTo>
                <a:cubicBezTo>
                  <a:pt x="3198" y="3041"/>
                  <a:pt x="3171" y="3069"/>
                  <a:pt x="3142" y="3094"/>
                </a:cubicBezTo>
                <a:cubicBezTo>
                  <a:pt x="3127" y="3106"/>
                  <a:pt x="3112" y="3119"/>
                  <a:pt x="3099" y="3132"/>
                </a:cubicBezTo>
                <a:cubicBezTo>
                  <a:pt x="3075" y="3154"/>
                  <a:pt x="3071" y="3163"/>
                  <a:pt x="3076" y="3163"/>
                </a:cubicBezTo>
                <a:cubicBezTo>
                  <a:pt x="3076" y="3163"/>
                  <a:pt x="3077" y="3163"/>
                  <a:pt x="3078" y="3162"/>
                </a:cubicBezTo>
                <a:lnTo>
                  <a:pt x="3078" y="3162"/>
                </a:lnTo>
                <a:cubicBezTo>
                  <a:pt x="3021" y="3203"/>
                  <a:pt x="2923" y="3245"/>
                  <a:pt x="2889" y="3262"/>
                </a:cubicBezTo>
                <a:cubicBezTo>
                  <a:pt x="2863" y="3275"/>
                  <a:pt x="2803" y="3296"/>
                  <a:pt x="2805" y="3296"/>
                </a:cubicBezTo>
                <a:cubicBezTo>
                  <a:pt x="2806" y="3296"/>
                  <a:pt x="2822" y="3291"/>
                  <a:pt x="2866" y="3277"/>
                </a:cubicBezTo>
                <a:lnTo>
                  <a:pt x="2866" y="3277"/>
                </a:lnTo>
                <a:cubicBezTo>
                  <a:pt x="2823" y="3292"/>
                  <a:pt x="2783" y="3309"/>
                  <a:pt x="2741" y="3323"/>
                </a:cubicBezTo>
                <a:cubicBezTo>
                  <a:pt x="2642" y="3355"/>
                  <a:pt x="2541" y="3376"/>
                  <a:pt x="2438" y="3395"/>
                </a:cubicBezTo>
                <a:cubicBezTo>
                  <a:pt x="2437" y="3395"/>
                  <a:pt x="2437" y="3395"/>
                  <a:pt x="2437" y="3395"/>
                </a:cubicBezTo>
                <a:lnTo>
                  <a:pt x="2437" y="3395"/>
                </a:lnTo>
                <a:cubicBezTo>
                  <a:pt x="2416" y="3397"/>
                  <a:pt x="2395" y="3400"/>
                  <a:pt x="2375" y="3401"/>
                </a:cubicBezTo>
                <a:cubicBezTo>
                  <a:pt x="2330" y="3403"/>
                  <a:pt x="2284" y="3406"/>
                  <a:pt x="2240" y="3406"/>
                </a:cubicBezTo>
                <a:cubicBezTo>
                  <a:pt x="2226" y="3406"/>
                  <a:pt x="2211" y="3406"/>
                  <a:pt x="2197" y="3406"/>
                </a:cubicBezTo>
                <a:cubicBezTo>
                  <a:pt x="2163" y="3406"/>
                  <a:pt x="2129" y="3405"/>
                  <a:pt x="2094" y="3403"/>
                </a:cubicBezTo>
                <a:cubicBezTo>
                  <a:pt x="2081" y="3402"/>
                  <a:pt x="2067" y="3400"/>
                  <a:pt x="2054" y="3398"/>
                </a:cubicBezTo>
                <a:lnTo>
                  <a:pt x="2054" y="3398"/>
                </a:lnTo>
                <a:cubicBezTo>
                  <a:pt x="1975" y="3376"/>
                  <a:pt x="1893" y="3365"/>
                  <a:pt x="1814" y="3340"/>
                </a:cubicBezTo>
                <a:cubicBezTo>
                  <a:pt x="1797" y="3334"/>
                  <a:pt x="1778" y="3326"/>
                  <a:pt x="1762" y="3321"/>
                </a:cubicBezTo>
                <a:cubicBezTo>
                  <a:pt x="1752" y="3318"/>
                  <a:pt x="1745" y="3316"/>
                  <a:pt x="1740" y="3315"/>
                </a:cubicBezTo>
                <a:lnTo>
                  <a:pt x="1740" y="3315"/>
                </a:lnTo>
                <a:cubicBezTo>
                  <a:pt x="1716" y="3301"/>
                  <a:pt x="1691" y="3283"/>
                  <a:pt x="1679" y="3277"/>
                </a:cubicBezTo>
                <a:cubicBezTo>
                  <a:pt x="1648" y="3258"/>
                  <a:pt x="1616" y="3241"/>
                  <a:pt x="1587" y="3220"/>
                </a:cubicBezTo>
                <a:cubicBezTo>
                  <a:pt x="1572" y="3210"/>
                  <a:pt x="1557" y="3199"/>
                  <a:pt x="1543" y="3191"/>
                </a:cubicBezTo>
                <a:cubicBezTo>
                  <a:pt x="1525" y="3180"/>
                  <a:pt x="1519" y="3175"/>
                  <a:pt x="1519" y="3175"/>
                </a:cubicBezTo>
                <a:lnTo>
                  <a:pt x="1519" y="3175"/>
                </a:lnTo>
                <a:cubicBezTo>
                  <a:pt x="1518" y="3175"/>
                  <a:pt x="1582" y="3218"/>
                  <a:pt x="1580" y="3218"/>
                </a:cubicBezTo>
                <a:cubicBezTo>
                  <a:pt x="1580" y="3218"/>
                  <a:pt x="1579" y="3218"/>
                  <a:pt x="1578" y="3218"/>
                </a:cubicBezTo>
                <a:cubicBezTo>
                  <a:pt x="1542" y="3218"/>
                  <a:pt x="1420" y="3070"/>
                  <a:pt x="1399" y="3045"/>
                </a:cubicBezTo>
                <a:cubicBezTo>
                  <a:pt x="1384" y="3030"/>
                  <a:pt x="1353" y="2977"/>
                  <a:pt x="1351" y="2977"/>
                </a:cubicBezTo>
                <a:lnTo>
                  <a:pt x="1351" y="2977"/>
                </a:lnTo>
                <a:cubicBezTo>
                  <a:pt x="1350" y="2977"/>
                  <a:pt x="1354" y="2985"/>
                  <a:pt x="1363" y="3005"/>
                </a:cubicBezTo>
                <a:cubicBezTo>
                  <a:pt x="1372" y="3025"/>
                  <a:pt x="1375" y="3032"/>
                  <a:pt x="1374" y="3032"/>
                </a:cubicBezTo>
                <a:cubicBezTo>
                  <a:pt x="1372" y="3032"/>
                  <a:pt x="1335" y="2962"/>
                  <a:pt x="1326" y="2946"/>
                </a:cubicBezTo>
                <a:cubicBezTo>
                  <a:pt x="1285" y="2881"/>
                  <a:pt x="1252" y="2814"/>
                  <a:pt x="1215" y="2746"/>
                </a:cubicBezTo>
                <a:lnTo>
                  <a:pt x="1215" y="2746"/>
                </a:lnTo>
                <a:cubicBezTo>
                  <a:pt x="1214" y="2743"/>
                  <a:pt x="1213" y="2740"/>
                  <a:pt x="1212" y="2736"/>
                </a:cubicBezTo>
                <a:cubicBezTo>
                  <a:pt x="1199" y="2702"/>
                  <a:pt x="1187" y="2668"/>
                  <a:pt x="1176" y="2635"/>
                </a:cubicBezTo>
                <a:cubicBezTo>
                  <a:pt x="1153" y="2559"/>
                  <a:pt x="1132" y="2481"/>
                  <a:pt x="1119" y="2403"/>
                </a:cubicBezTo>
                <a:cubicBezTo>
                  <a:pt x="1119" y="2401"/>
                  <a:pt x="1118" y="2399"/>
                  <a:pt x="1118" y="2397"/>
                </a:cubicBezTo>
                <a:lnTo>
                  <a:pt x="1118" y="2397"/>
                </a:lnTo>
                <a:cubicBezTo>
                  <a:pt x="1122" y="2365"/>
                  <a:pt x="1108" y="2315"/>
                  <a:pt x="1106" y="2283"/>
                </a:cubicBezTo>
                <a:cubicBezTo>
                  <a:pt x="1102" y="2203"/>
                  <a:pt x="1102" y="2123"/>
                  <a:pt x="1106" y="2043"/>
                </a:cubicBezTo>
                <a:cubicBezTo>
                  <a:pt x="1107" y="2033"/>
                  <a:pt x="1110" y="2004"/>
                  <a:pt x="1113" y="1978"/>
                </a:cubicBezTo>
                <a:lnTo>
                  <a:pt x="1113" y="1978"/>
                </a:lnTo>
                <a:cubicBezTo>
                  <a:pt x="1117" y="1953"/>
                  <a:pt x="1123" y="1911"/>
                  <a:pt x="1125" y="1899"/>
                </a:cubicBezTo>
                <a:cubicBezTo>
                  <a:pt x="1144" y="1813"/>
                  <a:pt x="1170" y="1731"/>
                  <a:pt x="1197" y="1647"/>
                </a:cubicBezTo>
                <a:cubicBezTo>
                  <a:pt x="1199" y="1642"/>
                  <a:pt x="1200" y="1637"/>
                  <a:pt x="1201" y="1634"/>
                </a:cubicBezTo>
                <a:lnTo>
                  <a:pt x="1201" y="1634"/>
                </a:lnTo>
                <a:cubicBezTo>
                  <a:pt x="1203" y="1630"/>
                  <a:pt x="1205" y="1626"/>
                  <a:pt x="1208" y="1621"/>
                </a:cubicBezTo>
                <a:cubicBezTo>
                  <a:pt x="1227" y="1583"/>
                  <a:pt x="1246" y="1543"/>
                  <a:pt x="1269" y="1507"/>
                </a:cubicBezTo>
                <a:cubicBezTo>
                  <a:pt x="1290" y="1470"/>
                  <a:pt x="1313" y="1434"/>
                  <a:pt x="1338" y="1398"/>
                </a:cubicBezTo>
                <a:cubicBezTo>
                  <a:pt x="1341" y="1394"/>
                  <a:pt x="1344" y="1390"/>
                  <a:pt x="1346" y="1386"/>
                </a:cubicBezTo>
                <a:lnTo>
                  <a:pt x="1346" y="1386"/>
                </a:lnTo>
                <a:cubicBezTo>
                  <a:pt x="1346" y="1386"/>
                  <a:pt x="1346" y="1386"/>
                  <a:pt x="1347" y="1385"/>
                </a:cubicBezTo>
                <a:cubicBezTo>
                  <a:pt x="1399" y="1329"/>
                  <a:pt x="1454" y="1275"/>
                  <a:pt x="1511" y="1223"/>
                </a:cubicBezTo>
                <a:lnTo>
                  <a:pt x="1511" y="1223"/>
                </a:lnTo>
                <a:cubicBezTo>
                  <a:pt x="1524" y="1213"/>
                  <a:pt x="1537" y="1203"/>
                  <a:pt x="1551" y="1194"/>
                </a:cubicBezTo>
                <a:cubicBezTo>
                  <a:pt x="1589" y="1170"/>
                  <a:pt x="1627" y="1147"/>
                  <a:pt x="1667" y="1126"/>
                </a:cubicBezTo>
                <a:cubicBezTo>
                  <a:pt x="1682" y="1119"/>
                  <a:pt x="1697" y="1111"/>
                  <a:pt x="1712" y="1103"/>
                </a:cubicBezTo>
                <a:lnTo>
                  <a:pt x="1712" y="1103"/>
                </a:lnTo>
                <a:cubicBezTo>
                  <a:pt x="1755" y="1090"/>
                  <a:pt x="1797" y="1075"/>
                  <a:pt x="1840" y="1063"/>
                </a:cubicBezTo>
                <a:cubicBezTo>
                  <a:pt x="1884" y="1050"/>
                  <a:pt x="1928" y="1042"/>
                  <a:pt x="1970" y="1031"/>
                </a:cubicBezTo>
                <a:cubicBezTo>
                  <a:pt x="1976" y="1030"/>
                  <a:pt x="1983" y="1028"/>
                  <a:pt x="1990" y="1026"/>
                </a:cubicBezTo>
                <a:lnTo>
                  <a:pt x="1990" y="1026"/>
                </a:lnTo>
                <a:cubicBezTo>
                  <a:pt x="2008" y="1025"/>
                  <a:pt x="2026" y="1024"/>
                  <a:pt x="2042" y="1023"/>
                </a:cubicBezTo>
                <a:cubicBezTo>
                  <a:pt x="2063" y="1021"/>
                  <a:pt x="2083" y="1018"/>
                  <a:pt x="2104" y="1015"/>
                </a:cubicBezTo>
                <a:lnTo>
                  <a:pt x="2104" y="1015"/>
                </a:lnTo>
                <a:cubicBezTo>
                  <a:pt x="2127" y="1013"/>
                  <a:pt x="2151" y="1010"/>
                  <a:pt x="2175" y="1006"/>
                </a:cubicBezTo>
                <a:cubicBezTo>
                  <a:pt x="2200" y="1002"/>
                  <a:pt x="2223" y="998"/>
                  <a:pt x="2248" y="996"/>
                </a:cubicBezTo>
                <a:lnTo>
                  <a:pt x="2248" y="996"/>
                </a:lnTo>
                <a:cubicBezTo>
                  <a:pt x="2202" y="1002"/>
                  <a:pt x="2186" y="1004"/>
                  <a:pt x="2186" y="1004"/>
                </a:cubicBezTo>
                <a:cubicBezTo>
                  <a:pt x="2187" y="1004"/>
                  <a:pt x="2227" y="999"/>
                  <a:pt x="2246" y="998"/>
                </a:cubicBezTo>
                <a:cubicBezTo>
                  <a:pt x="2293" y="996"/>
                  <a:pt x="2341" y="991"/>
                  <a:pt x="2387" y="989"/>
                </a:cubicBezTo>
                <a:close/>
                <a:moveTo>
                  <a:pt x="2431" y="0"/>
                </a:moveTo>
                <a:cubicBezTo>
                  <a:pt x="2283" y="0"/>
                  <a:pt x="2134" y="12"/>
                  <a:pt x="1987" y="33"/>
                </a:cubicBezTo>
                <a:lnTo>
                  <a:pt x="1987" y="33"/>
                </a:lnTo>
                <a:cubicBezTo>
                  <a:pt x="1519" y="79"/>
                  <a:pt x="1082" y="246"/>
                  <a:pt x="738" y="578"/>
                </a:cubicBezTo>
                <a:cubicBezTo>
                  <a:pt x="443" y="863"/>
                  <a:pt x="236" y="1259"/>
                  <a:pt x="158" y="1661"/>
                </a:cubicBezTo>
                <a:cubicBezTo>
                  <a:pt x="0" y="2477"/>
                  <a:pt x="228" y="3403"/>
                  <a:pt x="896" y="3941"/>
                </a:cubicBezTo>
                <a:cubicBezTo>
                  <a:pt x="1283" y="4251"/>
                  <a:pt x="1777" y="4404"/>
                  <a:pt x="2272" y="4404"/>
                </a:cubicBezTo>
                <a:cubicBezTo>
                  <a:pt x="2762" y="4404"/>
                  <a:pt x="3253" y="4255"/>
                  <a:pt x="3645" y="3962"/>
                </a:cubicBezTo>
                <a:cubicBezTo>
                  <a:pt x="4395" y="3401"/>
                  <a:pt x="4700" y="2409"/>
                  <a:pt x="4443" y="1512"/>
                </a:cubicBezTo>
                <a:cubicBezTo>
                  <a:pt x="4302" y="1025"/>
                  <a:pt x="4003" y="604"/>
                  <a:pt x="3582" y="321"/>
                </a:cubicBezTo>
                <a:cubicBezTo>
                  <a:pt x="3236" y="89"/>
                  <a:pt x="2836" y="0"/>
                  <a:pt x="2431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67" name="Google Shape;7067;p20"/>
          <p:cNvSpPr/>
          <p:nvPr/>
        </p:nvSpPr>
        <p:spPr>
          <a:xfrm>
            <a:off x="2713425" y="4210388"/>
            <a:ext cx="146125" cy="137000"/>
          </a:xfrm>
          <a:custGeom>
            <a:rect b="b" l="l" r="r" t="t"/>
            <a:pathLst>
              <a:path extrusionOk="0" h="5480" w="5845">
                <a:moveTo>
                  <a:pt x="3672" y="1101"/>
                </a:moveTo>
                <a:cubicBezTo>
                  <a:pt x="3677" y="1103"/>
                  <a:pt x="3681" y="1105"/>
                  <a:pt x="3685" y="1107"/>
                </a:cubicBezTo>
                <a:lnTo>
                  <a:pt x="3685" y="1107"/>
                </a:lnTo>
                <a:cubicBezTo>
                  <a:pt x="3681" y="1105"/>
                  <a:pt x="3677" y="1103"/>
                  <a:pt x="3672" y="1101"/>
                </a:cubicBezTo>
                <a:close/>
                <a:moveTo>
                  <a:pt x="3072" y="4464"/>
                </a:moveTo>
                <a:lnTo>
                  <a:pt x="3072" y="4464"/>
                </a:lnTo>
                <a:cubicBezTo>
                  <a:pt x="3071" y="4464"/>
                  <a:pt x="3070" y="4464"/>
                  <a:pt x="3069" y="4464"/>
                </a:cubicBezTo>
                <a:lnTo>
                  <a:pt x="3069" y="4464"/>
                </a:lnTo>
                <a:cubicBezTo>
                  <a:pt x="3070" y="4464"/>
                  <a:pt x="3071" y="4464"/>
                  <a:pt x="3072" y="4464"/>
                </a:cubicBezTo>
                <a:close/>
                <a:moveTo>
                  <a:pt x="3052" y="4466"/>
                </a:moveTo>
                <a:lnTo>
                  <a:pt x="3052" y="4466"/>
                </a:lnTo>
                <a:cubicBezTo>
                  <a:pt x="3035" y="4469"/>
                  <a:pt x="3029" y="4470"/>
                  <a:pt x="3029" y="4470"/>
                </a:cubicBezTo>
                <a:cubicBezTo>
                  <a:pt x="3028" y="4470"/>
                  <a:pt x="3040" y="4468"/>
                  <a:pt x="3052" y="4466"/>
                </a:cubicBezTo>
                <a:close/>
                <a:moveTo>
                  <a:pt x="3036" y="989"/>
                </a:moveTo>
                <a:cubicBezTo>
                  <a:pt x="3084" y="989"/>
                  <a:pt x="3131" y="990"/>
                  <a:pt x="3177" y="992"/>
                </a:cubicBezTo>
                <a:cubicBezTo>
                  <a:pt x="3207" y="994"/>
                  <a:pt x="3236" y="998"/>
                  <a:pt x="3264" y="1000"/>
                </a:cubicBezTo>
                <a:cubicBezTo>
                  <a:pt x="3270" y="1000"/>
                  <a:pt x="3275" y="1000"/>
                  <a:pt x="3280" y="1000"/>
                </a:cubicBezTo>
                <a:lnTo>
                  <a:pt x="3280" y="1000"/>
                </a:lnTo>
                <a:cubicBezTo>
                  <a:pt x="3393" y="1021"/>
                  <a:pt x="3502" y="1045"/>
                  <a:pt x="3611" y="1080"/>
                </a:cubicBezTo>
                <a:cubicBezTo>
                  <a:pt x="3640" y="1091"/>
                  <a:pt x="3708" y="1119"/>
                  <a:pt x="3711" y="1119"/>
                </a:cubicBezTo>
                <a:cubicBezTo>
                  <a:pt x="3711" y="1119"/>
                  <a:pt x="3710" y="1118"/>
                  <a:pt x="3707" y="1117"/>
                </a:cubicBezTo>
                <a:lnTo>
                  <a:pt x="3707" y="1117"/>
                </a:lnTo>
                <a:cubicBezTo>
                  <a:pt x="3752" y="1138"/>
                  <a:pt x="3795" y="1160"/>
                  <a:pt x="3839" y="1186"/>
                </a:cubicBezTo>
                <a:cubicBezTo>
                  <a:pt x="3883" y="1209"/>
                  <a:pt x="3923" y="1236"/>
                  <a:pt x="3965" y="1261"/>
                </a:cubicBezTo>
                <a:cubicBezTo>
                  <a:pt x="3979" y="1270"/>
                  <a:pt x="3990" y="1277"/>
                  <a:pt x="3997" y="1281"/>
                </a:cubicBezTo>
                <a:lnTo>
                  <a:pt x="3997" y="1281"/>
                </a:lnTo>
                <a:cubicBezTo>
                  <a:pt x="4000" y="1284"/>
                  <a:pt x="4004" y="1288"/>
                  <a:pt x="4010" y="1293"/>
                </a:cubicBezTo>
                <a:cubicBezTo>
                  <a:pt x="4096" y="1369"/>
                  <a:pt x="4178" y="1443"/>
                  <a:pt x="4252" y="1531"/>
                </a:cubicBezTo>
                <a:cubicBezTo>
                  <a:pt x="4265" y="1544"/>
                  <a:pt x="4276" y="1558"/>
                  <a:pt x="4288" y="1572"/>
                </a:cubicBezTo>
                <a:lnTo>
                  <a:pt x="4288" y="1572"/>
                </a:lnTo>
                <a:cubicBezTo>
                  <a:pt x="4314" y="1615"/>
                  <a:pt x="4345" y="1659"/>
                  <a:pt x="4374" y="1704"/>
                </a:cubicBezTo>
                <a:cubicBezTo>
                  <a:pt x="4397" y="1744"/>
                  <a:pt x="4422" y="1784"/>
                  <a:pt x="4444" y="1826"/>
                </a:cubicBezTo>
                <a:cubicBezTo>
                  <a:pt x="4456" y="1852"/>
                  <a:pt x="4498" y="1948"/>
                  <a:pt x="4500" y="1948"/>
                </a:cubicBezTo>
                <a:cubicBezTo>
                  <a:pt x="4500" y="1948"/>
                  <a:pt x="4500" y="1947"/>
                  <a:pt x="4500" y="1946"/>
                </a:cubicBezTo>
                <a:lnTo>
                  <a:pt x="4500" y="1946"/>
                </a:lnTo>
                <a:cubicBezTo>
                  <a:pt x="4527" y="2021"/>
                  <a:pt x="4553" y="2096"/>
                  <a:pt x="4574" y="2174"/>
                </a:cubicBezTo>
                <a:cubicBezTo>
                  <a:pt x="4587" y="2220"/>
                  <a:pt x="4597" y="2266"/>
                  <a:pt x="4608" y="2315"/>
                </a:cubicBezTo>
                <a:cubicBezTo>
                  <a:pt x="4614" y="2346"/>
                  <a:pt x="4627" y="2444"/>
                  <a:pt x="4628" y="2444"/>
                </a:cubicBezTo>
                <a:cubicBezTo>
                  <a:pt x="4629" y="2444"/>
                  <a:pt x="4628" y="2430"/>
                  <a:pt x="4625" y="2395"/>
                </a:cubicBezTo>
                <a:lnTo>
                  <a:pt x="4625" y="2395"/>
                </a:lnTo>
                <a:cubicBezTo>
                  <a:pt x="4635" y="2498"/>
                  <a:pt x="4644" y="2599"/>
                  <a:pt x="4642" y="2702"/>
                </a:cubicBezTo>
                <a:cubicBezTo>
                  <a:pt x="4642" y="2757"/>
                  <a:pt x="4639" y="2812"/>
                  <a:pt x="4635" y="2867"/>
                </a:cubicBezTo>
                <a:cubicBezTo>
                  <a:pt x="4633" y="2890"/>
                  <a:pt x="4631" y="2915"/>
                  <a:pt x="4629" y="2938"/>
                </a:cubicBezTo>
                <a:cubicBezTo>
                  <a:pt x="4629" y="2941"/>
                  <a:pt x="4629" y="2943"/>
                  <a:pt x="4629" y="2945"/>
                </a:cubicBezTo>
                <a:lnTo>
                  <a:pt x="4629" y="2945"/>
                </a:lnTo>
                <a:cubicBezTo>
                  <a:pt x="4610" y="3044"/>
                  <a:pt x="4592" y="3139"/>
                  <a:pt x="4564" y="3235"/>
                </a:cubicBezTo>
                <a:cubicBezTo>
                  <a:pt x="4551" y="3282"/>
                  <a:pt x="4536" y="3328"/>
                  <a:pt x="4519" y="3372"/>
                </a:cubicBezTo>
                <a:cubicBezTo>
                  <a:pt x="4511" y="3396"/>
                  <a:pt x="4503" y="3419"/>
                  <a:pt x="4494" y="3442"/>
                </a:cubicBezTo>
                <a:cubicBezTo>
                  <a:pt x="4493" y="3445"/>
                  <a:pt x="4492" y="3448"/>
                  <a:pt x="4491" y="3451"/>
                </a:cubicBezTo>
                <a:lnTo>
                  <a:pt x="4491" y="3451"/>
                </a:lnTo>
                <a:cubicBezTo>
                  <a:pt x="4490" y="3453"/>
                  <a:pt x="4489" y="3455"/>
                  <a:pt x="4488" y="3457"/>
                </a:cubicBezTo>
                <a:cubicBezTo>
                  <a:pt x="4439" y="3543"/>
                  <a:pt x="4399" y="3629"/>
                  <a:pt x="4345" y="3714"/>
                </a:cubicBezTo>
                <a:cubicBezTo>
                  <a:pt x="4335" y="3728"/>
                  <a:pt x="4281" y="3805"/>
                  <a:pt x="4270" y="3821"/>
                </a:cubicBezTo>
                <a:lnTo>
                  <a:pt x="4270" y="3821"/>
                </a:lnTo>
                <a:cubicBezTo>
                  <a:pt x="4265" y="3827"/>
                  <a:pt x="4261" y="3833"/>
                  <a:pt x="4258" y="3836"/>
                </a:cubicBezTo>
                <a:cubicBezTo>
                  <a:pt x="4233" y="3863"/>
                  <a:pt x="4210" y="3891"/>
                  <a:pt x="4184" y="3918"/>
                </a:cubicBezTo>
                <a:cubicBezTo>
                  <a:pt x="4149" y="3956"/>
                  <a:pt x="4113" y="3990"/>
                  <a:pt x="4077" y="4025"/>
                </a:cubicBezTo>
                <a:cubicBezTo>
                  <a:pt x="4063" y="4038"/>
                  <a:pt x="3976" y="4107"/>
                  <a:pt x="3979" y="4107"/>
                </a:cubicBezTo>
                <a:cubicBezTo>
                  <a:pt x="3979" y="4107"/>
                  <a:pt x="3980" y="4107"/>
                  <a:pt x="3980" y="4107"/>
                </a:cubicBezTo>
                <a:lnTo>
                  <a:pt x="3980" y="4107"/>
                </a:lnTo>
                <a:cubicBezTo>
                  <a:pt x="3895" y="4167"/>
                  <a:pt x="3805" y="4221"/>
                  <a:pt x="3713" y="4270"/>
                </a:cubicBezTo>
                <a:cubicBezTo>
                  <a:pt x="3690" y="4281"/>
                  <a:pt x="3603" y="4321"/>
                  <a:pt x="3608" y="4321"/>
                </a:cubicBezTo>
                <a:cubicBezTo>
                  <a:pt x="3609" y="4321"/>
                  <a:pt x="3610" y="4320"/>
                  <a:pt x="3614" y="4319"/>
                </a:cubicBezTo>
                <a:lnTo>
                  <a:pt x="3614" y="4319"/>
                </a:lnTo>
                <a:cubicBezTo>
                  <a:pt x="3570" y="4336"/>
                  <a:pt x="3525" y="4351"/>
                  <a:pt x="3481" y="4365"/>
                </a:cubicBezTo>
                <a:cubicBezTo>
                  <a:pt x="3350" y="4407"/>
                  <a:pt x="3217" y="4438"/>
                  <a:pt x="3080" y="4461"/>
                </a:cubicBezTo>
                <a:cubicBezTo>
                  <a:pt x="3073" y="4463"/>
                  <a:pt x="3067" y="4464"/>
                  <a:pt x="3061" y="4465"/>
                </a:cubicBezTo>
                <a:lnTo>
                  <a:pt x="3061" y="4465"/>
                </a:lnTo>
                <a:cubicBezTo>
                  <a:pt x="3027" y="4468"/>
                  <a:pt x="2993" y="4470"/>
                  <a:pt x="2958" y="4474"/>
                </a:cubicBezTo>
                <a:cubicBezTo>
                  <a:pt x="2899" y="4478"/>
                  <a:pt x="2840" y="4480"/>
                  <a:pt x="2779" y="4480"/>
                </a:cubicBezTo>
                <a:cubicBezTo>
                  <a:pt x="2762" y="4481"/>
                  <a:pt x="2745" y="4481"/>
                  <a:pt x="2728" y="4481"/>
                </a:cubicBezTo>
                <a:cubicBezTo>
                  <a:pt x="2682" y="4481"/>
                  <a:pt x="2635" y="4479"/>
                  <a:pt x="2588" y="4476"/>
                </a:cubicBezTo>
                <a:cubicBezTo>
                  <a:pt x="2560" y="4474"/>
                  <a:pt x="2533" y="4470"/>
                  <a:pt x="2505" y="4468"/>
                </a:cubicBezTo>
                <a:cubicBezTo>
                  <a:pt x="2503" y="4468"/>
                  <a:pt x="2500" y="4468"/>
                  <a:pt x="2498" y="4467"/>
                </a:cubicBezTo>
                <a:lnTo>
                  <a:pt x="2498" y="4467"/>
                </a:lnTo>
                <a:cubicBezTo>
                  <a:pt x="2389" y="4444"/>
                  <a:pt x="2284" y="4423"/>
                  <a:pt x="2179" y="4388"/>
                </a:cubicBezTo>
                <a:cubicBezTo>
                  <a:pt x="2150" y="4378"/>
                  <a:pt x="2089" y="4350"/>
                  <a:pt x="2086" y="4350"/>
                </a:cubicBezTo>
                <a:lnTo>
                  <a:pt x="2086" y="4350"/>
                </a:lnTo>
                <a:cubicBezTo>
                  <a:pt x="2085" y="4350"/>
                  <a:pt x="2095" y="4356"/>
                  <a:pt x="2126" y="4371"/>
                </a:cubicBezTo>
                <a:cubicBezTo>
                  <a:pt x="2071" y="4346"/>
                  <a:pt x="2017" y="4318"/>
                  <a:pt x="1964" y="4289"/>
                </a:cubicBezTo>
                <a:cubicBezTo>
                  <a:pt x="1924" y="4266"/>
                  <a:pt x="1884" y="4240"/>
                  <a:pt x="1844" y="4215"/>
                </a:cubicBezTo>
                <a:cubicBezTo>
                  <a:pt x="1818" y="4198"/>
                  <a:pt x="1769" y="4158"/>
                  <a:pt x="1768" y="4158"/>
                </a:cubicBezTo>
                <a:lnTo>
                  <a:pt x="1768" y="4158"/>
                </a:lnTo>
                <a:cubicBezTo>
                  <a:pt x="1768" y="4158"/>
                  <a:pt x="1777" y="4166"/>
                  <a:pt x="1804" y="4190"/>
                </a:cubicBezTo>
                <a:cubicBezTo>
                  <a:pt x="1720" y="4116"/>
                  <a:pt x="1637" y="4044"/>
                  <a:pt x="1564" y="3960"/>
                </a:cubicBezTo>
                <a:cubicBezTo>
                  <a:pt x="1558" y="3953"/>
                  <a:pt x="1523" y="3910"/>
                  <a:pt x="1505" y="3887"/>
                </a:cubicBezTo>
                <a:lnTo>
                  <a:pt x="1505" y="3887"/>
                </a:lnTo>
                <a:cubicBezTo>
                  <a:pt x="1486" y="3860"/>
                  <a:pt x="1451" y="3810"/>
                  <a:pt x="1444" y="3800"/>
                </a:cubicBezTo>
                <a:cubicBezTo>
                  <a:pt x="1389" y="3712"/>
                  <a:pt x="1345" y="3617"/>
                  <a:pt x="1294" y="3526"/>
                </a:cubicBezTo>
                <a:cubicBezTo>
                  <a:pt x="1292" y="3522"/>
                  <a:pt x="1290" y="3518"/>
                  <a:pt x="1288" y="3515"/>
                </a:cubicBezTo>
                <a:lnTo>
                  <a:pt x="1288" y="3515"/>
                </a:lnTo>
                <a:cubicBezTo>
                  <a:pt x="1286" y="3508"/>
                  <a:pt x="1282" y="3497"/>
                  <a:pt x="1277" y="3484"/>
                </a:cubicBezTo>
                <a:cubicBezTo>
                  <a:pt x="1262" y="3440"/>
                  <a:pt x="1246" y="3398"/>
                  <a:pt x="1231" y="3353"/>
                </a:cubicBezTo>
                <a:cubicBezTo>
                  <a:pt x="1199" y="3252"/>
                  <a:pt x="1174" y="3149"/>
                  <a:pt x="1155" y="3046"/>
                </a:cubicBezTo>
                <a:cubicBezTo>
                  <a:pt x="1149" y="3013"/>
                  <a:pt x="1144" y="2955"/>
                  <a:pt x="1143" y="2955"/>
                </a:cubicBezTo>
                <a:lnTo>
                  <a:pt x="1143" y="2955"/>
                </a:lnTo>
                <a:cubicBezTo>
                  <a:pt x="1143" y="2955"/>
                  <a:pt x="1144" y="2969"/>
                  <a:pt x="1147" y="3006"/>
                </a:cubicBezTo>
                <a:cubicBezTo>
                  <a:pt x="1142" y="2953"/>
                  <a:pt x="1136" y="2900"/>
                  <a:pt x="1134" y="2848"/>
                </a:cubicBezTo>
                <a:cubicBezTo>
                  <a:pt x="1128" y="2742"/>
                  <a:pt x="1128" y="2637"/>
                  <a:pt x="1134" y="2532"/>
                </a:cubicBezTo>
                <a:cubicBezTo>
                  <a:pt x="1135" y="2514"/>
                  <a:pt x="1144" y="2437"/>
                  <a:pt x="1147" y="2404"/>
                </a:cubicBezTo>
                <a:lnTo>
                  <a:pt x="1147" y="2404"/>
                </a:lnTo>
                <a:cubicBezTo>
                  <a:pt x="1152" y="2372"/>
                  <a:pt x="1162" y="2318"/>
                  <a:pt x="1166" y="2302"/>
                </a:cubicBezTo>
                <a:cubicBezTo>
                  <a:pt x="1189" y="2188"/>
                  <a:pt x="1222" y="2081"/>
                  <a:pt x="1260" y="1969"/>
                </a:cubicBezTo>
                <a:cubicBezTo>
                  <a:pt x="1266" y="1952"/>
                  <a:pt x="1270" y="1941"/>
                  <a:pt x="1272" y="1933"/>
                </a:cubicBezTo>
                <a:lnTo>
                  <a:pt x="1272" y="1933"/>
                </a:lnTo>
                <a:cubicBezTo>
                  <a:pt x="1276" y="1926"/>
                  <a:pt x="1282" y="1915"/>
                  <a:pt x="1290" y="1900"/>
                </a:cubicBezTo>
                <a:cubicBezTo>
                  <a:pt x="1315" y="1849"/>
                  <a:pt x="1340" y="1797"/>
                  <a:pt x="1368" y="1748"/>
                </a:cubicBezTo>
                <a:cubicBezTo>
                  <a:pt x="1397" y="1700"/>
                  <a:pt x="1429" y="1651"/>
                  <a:pt x="1460" y="1605"/>
                </a:cubicBezTo>
                <a:cubicBezTo>
                  <a:pt x="1471" y="1589"/>
                  <a:pt x="1477" y="1579"/>
                  <a:pt x="1481" y="1572"/>
                </a:cubicBezTo>
                <a:lnTo>
                  <a:pt x="1481" y="1572"/>
                </a:lnTo>
                <a:cubicBezTo>
                  <a:pt x="1485" y="1568"/>
                  <a:pt x="1490" y="1563"/>
                  <a:pt x="1496" y="1556"/>
                </a:cubicBezTo>
                <a:cubicBezTo>
                  <a:pt x="1571" y="1480"/>
                  <a:pt x="1645" y="1406"/>
                  <a:pt x="1723" y="1331"/>
                </a:cubicBezTo>
                <a:lnTo>
                  <a:pt x="1723" y="1331"/>
                </a:lnTo>
                <a:cubicBezTo>
                  <a:pt x="1723" y="1331"/>
                  <a:pt x="1724" y="1331"/>
                  <a:pt x="1724" y="1331"/>
                </a:cubicBezTo>
                <a:cubicBezTo>
                  <a:pt x="1747" y="1314"/>
                  <a:pt x="1770" y="1297"/>
                  <a:pt x="1795" y="1280"/>
                </a:cubicBezTo>
                <a:cubicBezTo>
                  <a:pt x="1846" y="1249"/>
                  <a:pt x="1897" y="1219"/>
                  <a:pt x="1949" y="1192"/>
                </a:cubicBezTo>
                <a:cubicBezTo>
                  <a:pt x="1970" y="1179"/>
                  <a:pt x="1993" y="1171"/>
                  <a:pt x="2015" y="1158"/>
                </a:cubicBezTo>
                <a:cubicBezTo>
                  <a:pt x="2019" y="1156"/>
                  <a:pt x="2023" y="1153"/>
                  <a:pt x="2026" y="1151"/>
                </a:cubicBezTo>
                <a:lnTo>
                  <a:pt x="2026" y="1151"/>
                </a:lnTo>
                <a:cubicBezTo>
                  <a:pt x="2028" y="1151"/>
                  <a:pt x="2030" y="1150"/>
                  <a:pt x="2031" y="1150"/>
                </a:cubicBezTo>
                <a:cubicBezTo>
                  <a:pt x="2092" y="1131"/>
                  <a:pt x="2151" y="1108"/>
                  <a:pt x="2213" y="1091"/>
                </a:cubicBezTo>
                <a:cubicBezTo>
                  <a:pt x="2269" y="1076"/>
                  <a:pt x="2328" y="1066"/>
                  <a:pt x="2385" y="1051"/>
                </a:cubicBezTo>
                <a:cubicBezTo>
                  <a:pt x="2395" y="1049"/>
                  <a:pt x="2412" y="1046"/>
                  <a:pt x="2426" y="1043"/>
                </a:cubicBezTo>
                <a:lnTo>
                  <a:pt x="2426" y="1043"/>
                </a:lnTo>
                <a:cubicBezTo>
                  <a:pt x="2457" y="1040"/>
                  <a:pt x="2490" y="1037"/>
                  <a:pt x="2522" y="1034"/>
                </a:cubicBezTo>
                <a:cubicBezTo>
                  <a:pt x="2545" y="1032"/>
                  <a:pt x="2568" y="1029"/>
                  <a:pt x="2590" y="1025"/>
                </a:cubicBezTo>
                <a:lnTo>
                  <a:pt x="2590" y="1025"/>
                </a:lnTo>
                <a:cubicBezTo>
                  <a:pt x="2612" y="1023"/>
                  <a:pt x="2633" y="1021"/>
                  <a:pt x="2655" y="1017"/>
                </a:cubicBezTo>
                <a:cubicBezTo>
                  <a:pt x="2687" y="1011"/>
                  <a:pt x="2720" y="1004"/>
                  <a:pt x="2754" y="1000"/>
                </a:cubicBezTo>
                <a:lnTo>
                  <a:pt x="2754" y="1000"/>
                </a:lnTo>
                <a:cubicBezTo>
                  <a:pt x="2725" y="1004"/>
                  <a:pt x="2717" y="1006"/>
                  <a:pt x="2719" y="1006"/>
                </a:cubicBezTo>
                <a:cubicBezTo>
                  <a:pt x="2724" y="1006"/>
                  <a:pt x="2776" y="1000"/>
                  <a:pt x="2790" y="998"/>
                </a:cubicBezTo>
                <a:cubicBezTo>
                  <a:pt x="2853" y="996"/>
                  <a:pt x="2914" y="990"/>
                  <a:pt x="2977" y="990"/>
                </a:cubicBezTo>
                <a:cubicBezTo>
                  <a:pt x="2997" y="989"/>
                  <a:pt x="3017" y="989"/>
                  <a:pt x="3036" y="989"/>
                </a:cubicBezTo>
                <a:close/>
                <a:moveTo>
                  <a:pt x="3033" y="0"/>
                </a:moveTo>
                <a:cubicBezTo>
                  <a:pt x="2855" y="0"/>
                  <a:pt x="2675" y="14"/>
                  <a:pt x="2498" y="40"/>
                </a:cubicBezTo>
                <a:lnTo>
                  <a:pt x="2498" y="40"/>
                </a:lnTo>
                <a:cubicBezTo>
                  <a:pt x="1906" y="92"/>
                  <a:pt x="1353" y="298"/>
                  <a:pt x="921" y="716"/>
                </a:cubicBezTo>
                <a:cubicBezTo>
                  <a:pt x="548" y="1074"/>
                  <a:pt x="295" y="1567"/>
                  <a:pt x="199" y="2073"/>
                </a:cubicBezTo>
                <a:cubicBezTo>
                  <a:pt x="1" y="3090"/>
                  <a:pt x="293" y="4249"/>
                  <a:pt x="1125" y="4914"/>
                </a:cubicBezTo>
                <a:cubicBezTo>
                  <a:pt x="1601" y="5295"/>
                  <a:pt x="2207" y="5480"/>
                  <a:pt x="2815" y="5480"/>
                </a:cubicBezTo>
                <a:cubicBezTo>
                  <a:pt x="3434" y="5480"/>
                  <a:pt x="4057" y="5289"/>
                  <a:pt x="4549" y="4919"/>
                </a:cubicBezTo>
                <a:cubicBezTo>
                  <a:pt x="5476" y="4221"/>
                  <a:pt x="5844" y="2983"/>
                  <a:pt x="5526" y="1874"/>
                </a:cubicBezTo>
                <a:cubicBezTo>
                  <a:pt x="5354" y="1274"/>
                  <a:pt x="4987" y="750"/>
                  <a:pt x="4469" y="402"/>
                </a:cubicBezTo>
                <a:cubicBezTo>
                  <a:pt x="4038" y="112"/>
                  <a:pt x="3538" y="0"/>
                  <a:pt x="3033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3_1">
    <p:bg>
      <p:bgPr>
        <a:solidFill>
          <a:schemeClr val="lt1"/>
        </a:solidFill>
      </p:bgPr>
    </p:bg>
    <p:spTree>
      <p:nvGrpSpPr>
        <p:cNvPr id="7068" name="Shape 70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69" name="Google Shape;7069;p21"/>
          <p:cNvGrpSpPr/>
          <p:nvPr/>
        </p:nvGrpSpPr>
        <p:grpSpPr>
          <a:xfrm>
            <a:off x="0" y="0"/>
            <a:ext cx="9144125" cy="5143391"/>
            <a:chOff x="0" y="0"/>
            <a:chExt cx="9144125" cy="5143391"/>
          </a:xfrm>
        </p:grpSpPr>
        <p:sp>
          <p:nvSpPr>
            <p:cNvPr id="7070" name="Google Shape;7070;p21"/>
            <p:cNvSpPr/>
            <p:nvPr/>
          </p:nvSpPr>
          <p:spPr>
            <a:xfrm>
              <a:off x="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71" name="Google Shape;7071;p21"/>
            <p:cNvSpPr/>
            <p:nvPr/>
          </p:nvSpPr>
          <p:spPr>
            <a:xfrm>
              <a:off x="38100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72" name="Google Shape;7072;p21"/>
            <p:cNvSpPr/>
            <p:nvPr/>
          </p:nvSpPr>
          <p:spPr>
            <a:xfrm>
              <a:off x="76201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73" name="Google Shape;7073;p21"/>
            <p:cNvSpPr/>
            <p:nvPr/>
          </p:nvSpPr>
          <p:spPr>
            <a:xfrm>
              <a:off x="114301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74" name="Google Shape;7074;p21"/>
            <p:cNvSpPr/>
            <p:nvPr/>
          </p:nvSpPr>
          <p:spPr>
            <a:xfrm>
              <a:off x="152402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75" name="Google Shape;7075;p21"/>
            <p:cNvSpPr/>
            <p:nvPr/>
          </p:nvSpPr>
          <p:spPr>
            <a:xfrm>
              <a:off x="190502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76" name="Google Shape;7076;p21"/>
            <p:cNvSpPr/>
            <p:nvPr/>
          </p:nvSpPr>
          <p:spPr>
            <a:xfrm>
              <a:off x="228603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77" name="Google Shape;7077;p21"/>
            <p:cNvSpPr/>
            <p:nvPr/>
          </p:nvSpPr>
          <p:spPr>
            <a:xfrm>
              <a:off x="266703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78" name="Google Shape;7078;p21"/>
            <p:cNvSpPr/>
            <p:nvPr/>
          </p:nvSpPr>
          <p:spPr>
            <a:xfrm>
              <a:off x="304804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79" name="Google Shape;7079;p21"/>
            <p:cNvSpPr/>
            <p:nvPr/>
          </p:nvSpPr>
          <p:spPr>
            <a:xfrm>
              <a:off x="342904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80" name="Google Shape;7080;p21"/>
            <p:cNvSpPr/>
            <p:nvPr/>
          </p:nvSpPr>
          <p:spPr>
            <a:xfrm>
              <a:off x="381005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81" name="Google Shape;7081;p21"/>
            <p:cNvSpPr/>
            <p:nvPr/>
          </p:nvSpPr>
          <p:spPr>
            <a:xfrm>
              <a:off x="419105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82" name="Google Shape;7082;p21"/>
            <p:cNvSpPr/>
            <p:nvPr/>
          </p:nvSpPr>
          <p:spPr>
            <a:xfrm>
              <a:off x="457206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83" name="Google Shape;7083;p21"/>
            <p:cNvSpPr/>
            <p:nvPr/>
          </p:nvSpPr>
          <p:spPr>
            <a:xfrm>
              <a:off x="495306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84" name="Google Shape;7084;p21"/>
            <p:cNvSpPr/>
            <p:nvPr/>
          </p:nvSpPr>
          <p:spPr>
            <a:xfrm>
              <a:off x="533407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85" name="Google Shape;7085;p21"/>
            <p:cNvSpPr/>
            <p:nvPr/>
          </p:nvSpPr>
          <p:spPr>
            <a:xfrm>
              <a:off x="571507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86" name="Google Shape;7086;p21"/>
            <p:cNvSpPr/>
            <p:nvPr/>
          </p:nvSpPr>
          <p:spPr>
            <a:xfrm>
              <a:off x="609608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87" name="Google Shape;7087;p21"/>
            <p:cNvSpPr/>
            <p:nvPr/>
          </p:nvSpPr>
          <p:spPr>
            <a:xfrm>
              <a:off x="647708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88" name="Google Shape;7088;p21"/>
            <p:cNvSpPr/>
            <p:nvPr/>
          </p:nvSpPr>
          <p:spPr>
            <a:xfrm>
              <a:off x="685809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89" name="Google Shape;7089;p21"/>
            <p:cNvSpPr/>
            <p:nvPr/>
          </p:nvSpPr>
          <p:spPr>
            <a:xfrm>
              <a:off x="723909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90" name="Google Shape;7090;p21"/>
            <p:cNvSpPr/>
            <p:nvPr/>
          </p:nvSpPr>
          <p:spPr>
            <a:xfrm>
              <a:off x="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91" name="Google Shape;7091;p21"/>
            <p:cNvSpPr/>
            <p:nvPr/>
          </p:nvSpPr>
          <p:spPr>
            <a:xfrm>
              <a:off x="38100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92" name="Google Shape;7092;p21"/>
            <p:cNvSpPr/>
            <p:nvPr/>
          </p:nvSpPr>
          <p:spPr>
            <a:xfrm>
              <a:off x="76201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93" name="Google Shape;7093;p21"/>
            <p:cNvSpPr/>
            <p:nvPr/>
          </p:nvSpPr>
          <p:spPr>
            <a:xfrm>
              <a:off x="114301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94" name="Google Shape;7094;p21"/>
            <p:cNvSpPr/>
            <p:nvPr/>
          </p:nvSpPr>
          <p:spPr>
            <a:xfrm>
              <a:off x="152402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95" name="Google Shape;7095;p21"/>
            <p:cNvSpPr/>
            <p:nvPr/>
          </p:nvSpPr>
          <p:spPr>
            <a:xfrm>
              <a:off x="190502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96" name="Google Shape;7096;p21"/>
            <p:cNvSpPr/>
            <p:nvPr/>
          </p:nvSpPr>
          <p:spPr>
            <a:xfrm>
              <a:off x="228603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97" name="Google Shape;7097;p21"/>
            <p:cNvSpPr/>
            <p:nvPr/>
          </p:nvSpPr>
          <p:spPr>
            <a:xfrm>
              <a:off x="266703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98" name="Google Shape;7098;p21"/>
            <p:cNvSpPr/>
            <p:nvPr/>
          </p:nvSpPr>
          <p:spPr>
            <a:xfrm>
              <a:off x="304804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99" name="Google Shape;7099;p21"/>
            <p:cNvSpPr/>
            <p:nvPr/>
          </p:nvSpPr>
          <p:spPr>
            <a:xfrm>
              <a:off x="342904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00" name="Google Shape;7100;p21"/>
            <p:cNvSpPr/>
            <p:nvPr/>
          </p:nvSpPr>
          <p:spPr>
            <a:xfrm>
              <a:off x="381005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01" name="Google Shape;7101;p21"/>
            <p:cNvSpPr/>
            <p:nvPr/>
          </p:nvSpPr>
          <p:spPr>
            <a:xfrm>
              <a:off x="419105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02" name="Google Shape;7102;p21"/>
            <p:cNvSpPr/>
            <p:nvPr/>
          </p:nvSpPr>
          <p:spPr>
            <a:xfrm>
              <a:off x="457206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03" name="Google Shape;7103;p21"/>
            <p:cNvSpPr/>
            <p:nvPr/>
          </p:nvSpPr>
          <p:spPr>
            <a:xfrm>
              <a:off x="495306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04" name="Google Shape;7104;p21"/>
            <p:cNvSpPr/>
            <p:nvPr/>
          </p:nvSpPr>
          <p:spPr>
            <a:xfrm>
              <a:off x="533407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05" name="Google Shape;7105;p21"/>
            <p:cNvSpPr/>
            <p:nvPr/>
          </p:nvSpPr>
          <p:spPr>
            <a:xfrm>
              <a:off x="571507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06" name="Google Shape;7106;p21"/>
            <p:cNvSpPr/>
            <p:nvPr/>
          </p:nvSpPr>
          <p:spPr>
            <a:xfrm>
              <a:off x="609608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07" name="Google Shape;7107;p21"/>
            <p:cNvSpPr/>
            <p:nvPr/>
          </p:nvSpPr>
          <p:spPr>
            <a:xfrm>
              <a:off x="647708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08" name="Google Shape;7108;p21"/>
            <p:cNvSpPr/>
            <p:nvPr/>
          </p:nvSpPr>
          <p:spPr>
            <a:xfrm>
              <a:off x="685809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09" name="Google Shape;7109;p21"/>
            <p:cNvSpPr/>
            <p:nvPr/>
          </p:nvSpPr>
          <p:spPr>
            <a:xfrm>
              <a:off x="723909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10" name="Google Shape;7110;p21"/>
            <p:cNvSpPr/>
            <p:nvPr/>
          </p:nvSpPr>
          <p:spPr>
            <a:xfrm>
              <a:off x="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11" name="Google Shape;7111;p21"/>
            <p:cNvSpPr/>
            <p:nvPr/>
          </p:nvSpPr>
          <p:spPr>
            <a:xfrm>
              <a:off x="38100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12" name="Google Shape;7112;p21"/>
            <p:cNvSpPr/>
            <p:nvPr/>
          </p:nvSpPr>
          <p:spPr>
            <a:xfrm>
              <a:off x="76201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13" name="Google Shape;7113;p21"/>
            <p:cNvSpPr/>
            <p:nvPr/>
          </p:nvSpPr>
          <p:spPr>
            <a:xfrm>
              <a:off x="114301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14" name="Google Shape;7114;p21"/>
            <p:cNvSpPr/>
            <p:nvPr/>
          </p:nvSpPr>
          <p:spPr>
            <a:xfrm>
              <a:off x="152402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15" name="Google Shape;7115;p21"/>
            <p:cNvSpPr/>
            <p:nvPr/>
          </p:nvSpPr>
          <p:spPr>
            <a:xfrm>
              <a:off x="190502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16" name="Google Shape;7116;p21"/>
            <p:cNvSpPr/>
            <p:nvPr/>
          </p:nvSpPr>
          <p:spPr>
            <a:xfrm>
              <a:off x="228603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17" name="Google Shape;7117;p21"/>
            <p:cNvSpPr/>
            <p:nvPr/>
          </p:nvSpPr>
          <p:spPr>
            <a:xfrm>
              <a:off x="266703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18" name="Google Shape;7118;p21"/>
            <p:cNvSpPr/>
            <p:nvPr/>
          </p:nvSpPr>
          <p:spPr>
            <a:xfrm>
              <a:off x="304804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19" name="Google Shape;7119;p21"/>
            <p:cNvSpPr/>
            <p:nvPr/>
          </p:nvSpPr>
          <p:spPr>
            <a:xfrm>
              <a:off x="342904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20" name="Google Shape;7120;p21"/>
            <p:cNvSpPr/>
            <p:nvPr/>
          </p:nvSpPr>
          <p:spPr>
            <a:xfrm>
              <a:off x="381005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21" name="Google Shape;7121;p21"/>
            <p:cNvSpPr/>
            <p:nvPr/>
          </p:nvSpPr>
          <p:spPr>
            <a:xfrm>
              <a:off x="419105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22" name="Google Shape;7122;p21"/>
            <p:cNvSpPr/>
            <p:nvPr/>
          </p:nvSpPr>
          <p:spPr>
            <a:xfrm>
              <a:off x="457206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23" name="Google Shape;7123;p21"/>
            <p:cNvSpPr/>
            <p:nvPr/>
          </p:nvSpPr>
          <p:spPr>
            <a:xfrm>
              <a:off x="495306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24" name="Google Shape;7124;p21"/>
            <p:cNvSpPr/>
            <p:nvPr/>
          </p:nvSpPr>
          <p:spPr>
            <a:xfrm>
              <a:off x="533407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25" name="Google Shape;7125;p21"/>
            <p:cNvSpPr/>
            <p:nvPr/>
          </p:nvSpPr>
          <p:spPr>
            <a:xfrm>
              <a:off x="571507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26" name="Google Shape;7126;p21"/>
            <p:cNvSpPr/>
            <p:nvPr/>
          </p:nvSpPr>
          <p:spPr>
            <a:xfrm>
              <a:off x="609608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27" name="Google Shape;7127;p21"/>
            <p:cNvSpPr/>
            <p:nvPr/>
          </p:nvSpPr>
          <p:spPr>
            <a:xfrm>
              <a:off x="647708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28" name="Google Shape;7128;p21"/>
            <p:cNvSpPr/>
            <p:nvPr/>
          </p:nvSpPr>
          <p:spPr>
            <a:xfrm>
              <a:off x="685809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29" name="Google Shape;7129;p21"/>
            <p:cNvSpPr/>
            <p:nvPr/>
          </p:nvSpPr>
          <p:spPr>
            <a:xfrm>
              <a:off x="723909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30" name="Google Shape;7130;p21"/>
            <p:cNvSpPr/>
            <p:nvPr/>
          </p:nvSpPr>
          <p:spPr>
            <a:xfrm>
              <a:off x="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31" name="Google Shape;7131;p21"/>
            <p:cNvSpPr/>
            <p:nvPr/>
          </p:nvSpPr>
          <p:spPr>
            <a:xfrm>
              <a:off x="38100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32" name="Google Shape;7132;p21"/>
            <p:cNvSpPr/>
            <p:nvPr/>
          </p:nvSpPr>
          <p:spPr>
            <a:xfrm>
              <a:off x="76201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33" name="Google Shape;7133;p21"/>
            <p:cNvSpPr/>
            <p:nvPr/>
          </p:nvSpPr>
          <p:spPr>
            <a:xfrm>
              <a:off x="114301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34" name="Google Shape;7134;p21"/>
            <p:cNvSpPr/>
            <p:nvPr/>
          </p:nvSpPr>
          <p:spPr>
            <a:xfrm>
              <a:off x="152402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35" name="Google Shape;7135;p21"/>
            <p:cNvSpPr/>
            <p:nvPr/>
          </p:nvSpPr>
          <p:spPr>
            <a:xfrm>
              <a:off x="190502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36" name="Google Shape;7136;p21"/>
            <p:cNvSpPr/>
            <p:nvPr/>
          </p:nvSpPr>
          <p:spPr>
            <a:xfrm>
              <a:off x="228603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37" name="Google Shape;7137;p21"/>
            <p:cNvSpPr/>
            <p:nvPr/>
          </p:nvSpPr>
          <p:spPr>
            <a:xfrm>
              <a:off x="266703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38" name="Google Shape;7138;p21"/>
            <p:cNvSpPr/>
            <p:nvPr/>
          </p:nvSpPr>
          <p:spPr>
            <a:xfrm>
              <a:off x="304804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39" name="Google Shape;7139;p21"/>
            <p:cNvSpPr/>
            <p:nvPr/>
          </p:nvSpPr>
          <p:spPr>
            <a:xfrm>
              <a:off x="342904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40" name="Google Shape;7140;p21"/>
            <p:cNvSpPr/>
            <p:nvPr/>
          </p:nvSpPr>
          <p:spPr>
            <a:xfrm>
              <a:off x="381005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41" name="Google Shape;7141;p21"/>
            <p:cNvSpPr/>
            <p:nvPr/>
          </p:nvSpPr>
          <p:spPr>
            <a:xfrm>
              <a:off x="419105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42" name="Google Shape;7142;p21"/>
            <p:cNvSpPr/>
            <p:nvPr/>
          </p:nvSpPr>
          <p:spPr>
            <a:xfrm>
              <a:off x="457206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43" name="Google Shape;7143;p21"/>
            <p:cNvSpPr/>
            <p:nvPr/>
          </p:nvSpPr>
          <p:spPr>
            <a:xfrm>
              <a:off x="495306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44" name="Google Shape;7144;p21"/>
            <p:cNvSpPr/>
            <p:nvPr/>
          </p:nvSpPr>
          <p:spPr>
            <a:xfrm>
              <a:off x="533407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45" name="Google Shape;7145;p21"/>
            <p:cNvSpPr/>
            <p:nvPr/>
          </p:nvSpPr>
          <p:spPr>
            <a:xfrm>
              <a:off x="571507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46" name="Google Shape;7146;p21"/>
            <p:cNvSpPr/>
            <p:nvPr/>
          </p:nvSpPr>
          <p:spPr>
            <a:xfrm>
              <a:off x="609608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47" name="Google Shape;7147;p21"/>
            <p:cNvSpPr/>
            <p:nvPr/>
          </p:nvSpPr>
          <p:spPr>
            <a:xfrm>
              <a:off x="647708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48" name="Google Shape;7148;p21"/>
            <p:cNvSpPr/>
            <p:nvPr/>
          </p:nvSpPr>
          <p:spPr>
            <a:xfrm>
              <a:off x="685809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49" name="Google Shape;7149;p21"/>
            <p:cNvSpPr/>
            <p:nvPr/>
          </p:nvSpPr>
          <p:spPr>
            <a:xfrm>
              <a:off x="723909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50" name="Google Shape;7150;p21"/>
            <p:cNvSpPr/>
            <p:nvPr/>
          </p:nvSpPr>
          <p:spPr>
            <a:xfrm>
              <a:off x="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51" name="Google Shape;7151;p21"/>
            <p:cNvSpPr/>
            <p:nvPr/>
          </p:nvSpPr>
          <p:spPr>
            <a:xfrm>
              <a:off x="38100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52" name="Google Shape;7152;p21"/>
            <p:cNvSpPr/>
            <p:nvPr/>
          </p:nvSpPr>
          <p:spPr>
            <a:xfrm>
              <a:off x="76201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53" name="Google Shape;7153;p21"/>
            <p:cNvSpPr/>
            <p:nvPr/>
          </p:nvSpPr>
          <p:spPr>
            <a:xfrm>
              <a:off x="114301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54" name="Google Shape;7154;p21"/>
            <p:cNvSpPr/>
            <p:nvPr/>
          </p:nvSpPr>
          <p:spPr>
            <a:xfrm>
              <a:off x="152402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55" name="Google Shape;7155;p21"/>
            <p:cNvSpPr/>
            <p:nvPr/>
          </p:nvSpPr>
          <p:spPr>
            <a:xfrm>
              <a:off x="190502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56" name="Google Shape;7156;p21"/>
            <p:cNvSpPr/>
            <p:nvPr/>
          </p:nvSpPr>
          <p:spPr>
            <a:xfrm>
              <a:off x="228603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57" name="Google Shape;7157;p21"/>
            <p:cNvSpPr/>
            <p:nvPr/>
          </p:nvSpPr>
          <p:spPr>
            <a:xfrm>
              <a:off x="266703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58" name="Google Shape;7158;p21"/>
            <p:cNvSpPr/>
            <p:nvPr/>
          </p:nvSpPr>
          <p:spPr>
            <a:xfrm>
              <a:off x="304804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59" name="Google Shape;7159;p21"/>
            <p:cNvSpPr/>
            <p:nvPr/>
          </p:nvSpPr>
          <p:spPr>
            <a:xfrm>
              <a:off x="342904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60" name="Google Shape;7160;p21"/>
            <p:cNvSpPr/>
            <p:nvPr/>
          </p:nvSpPr>
          <p:spPr>
            <a:xfrm>
              <a:off x="381005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61" name="Google Shape;7161;p21"/>
            <p:cNvSpPr/>
            <p:nvPr/>
          </p:nvSpPr>
          <p:spPr>
            <a:xfrm>
              <a:off x="419105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62" name="Google Shape;7162;p21"/>
            <p:cNvSpPr/>
            <p:nvPr/>
          </p:nvSpPr>
          <p:spPr>
            <a:xfrm>
              <a:off x="457206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63" name="Google Shape;7163;p21"/>
            <p:cNvSpPr/>
            <p:nvPr/>
          </p:nvSpPr>
          <p:spPr>
            <a:xfrm>
              <a:off x="495306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64" name="Google Shape;7164;p21"/>
            <p:cNvSpPr/>
            <p:nvPr/>
          </p:nvSpPr>
          <p:spPr>
            <a:xfrm>
              <a:off x="533407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65" name="Google Shape;7165;p21"/>
            <p:cNvSpPr/>
            <p:nvPr/>
          </p:nvSpPr>
          <p:spPr>
            <a:xfrm>
              <a:off x="571507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66" name="Google Shape;7166;p21"/>
            <p:cNvSpPr/>
            <p:nvPr/>
          </p:nvSpPr>
          <p:spPr>
            <a:xfrm>
              <a:off x="609608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67" name="Google Shape;7167;p21"/>
            <p:cNvSpPr/>
            <p:nvPr/>
          </p:nvSpPr>
          <p:spPr>
            <a:xfrm>
              <a:off x="647708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68" name="Google Shape;7168;p21"/>
            <p:cNvSpPr/>
            <p:nvPr/>
          </p:nvSpPr>
          <p:spPr>
            <a:xfrm>
              <a:off x="685809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69" name="Google Shape;7169;p21"/>
            <p:cNvSpPr/>
            <p:nvPr/>
          </p:nvSpPr>
          <p:spPr>
            <a:xfrm>
              <a:off x="723909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70" name="Google Shape;7170;p21"/>
            <p:cNvSpPr/>
            <p:nvPr/>
          </p:nvSpPr>
          <p:spPr>
            <a:xfrm>
              <a:off x="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71" name="Google Shape;7171;p21"/>
            <p:cNvSpPr/>
            <p:nvPr/>
          </p:nvSpPr>
          <p:spPr>
            <a:xfrm>
              <a:off x="38100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72" name="Google Shape;7172;p21"/>
            <p:cNvSpPr/>
            <p:nvPr/>
          </p:nvSpPr>
          <p:spPr>
            <a:xfrm>
              <a:off x="76201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73" name="Google Shape;7173;p21"/>
            <p:cNvSpPr/>
            <p:nvPr/>
          </p:nvSpPr>
          <p:spPr>
            <a:xfrm>
              <a:off x="114301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74" name="Google Shape;7174;p21"/>
            <p:cNvSpPr/>
            <p:nvPr/>
          </p:nvSpPr>
          <p:spPr>
            <a:xfrm>
              <a:off x="152402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75" name="Google Shape;7175;p21"/>
            <p:cNvSpPr/>
            <p:nvPr/>
          </p:nvSpPr>
          <p:spPr>
            <a:xfrm>
              <a:off x="190502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76" name="Google Shape;7176;p21"/>
            <p:cNvSpPr/>
            <p:nvPr/>
          </p:nvSpPr>
          <p:spPr>
            <a:xfrm>
              <a:off x="228603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77" name="Google Shape;7177;p21"/>
            <p:cNvSpPr/>
            <p:nvPr/>
          </p:nvSpPr>
          <p:spPr>
            <a:xfrm>
              <a:off x="266703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78" name="Google Shape;7178;p21"/>
            <p:cNvSpPr/>
            <p:nvPr/>
          </p:nvSpPr>
          <p:spPr>
            <a:xfrm>
              <a:off x="304804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79" name="Google Shape;7179;p21"/>
            <p:cNvSpPr/>
            <p:nvPr/>
          </p:nvSpPr>
          <p:spPr>
            <a:xfrm>
              <a:off x="342904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80" name="Google Shape;7180;p21"/>
            <p:cNvSpPr/>
            <p:nvPr/>
          </p:nvSpPr>
          <p:spPr>
            <a:xfrm>
              <a:off x="381005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81" name="Google Shape;7181;p21"/>
            <p:cNvSpPr/>
            <p:nvPr/>
          </p:nvSpPr>
          <p:spPr>
            <a:xfrm>
              <a:off x="419105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82" name="Google Shape;7182;p21"/>
            <p:cNvSpPr/>
            <p:nvPr/>
          </p:nvSpPr>
          <p:spPr>
            <a:xfrm>
              <a:off x="457206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83" name="Google Shape;7183;p21"/>
            <p:cNvSpPr/>
            <p:nvPr/>
          </p:nvSpPr>
          <p:spPr>
            <a:xfrm>
              <a:off x="495306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84" name="Google Shape;7184;p21"/>
            <p:cNvSpPr/>
            <p:nvPr/>
          </p:nvSpPr>
          <p:spPr>
            <a:xfrm>
              <a:off x="533407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85" name="Google Shape;7185;p21"/>
            <p:cNvSpPr/>
            <p:nvPr/>
          </p:nvSpPr>
          <p:spPr>
            <a:xfrm>
              <a:off x="571507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86" name="Google Shape;7186;p21"/>
            <p:cNvSpPr/>
            <p:nvPr/>
          </p:nvSpPr>
          <p:spPr>
            <a:xfrm>
              <a:off x="609608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87" name="Google Shape;7187;p21"/>
            <p:cNvSpPr/>
            <p:nvPr/>
          </p:nvSpPr>
          <p:spPr>
            <a:xfrm>
              <a:off x="647708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88" name="Google Shape;7188;p21"/>
            <p:cNvSpPr/>
            <p:nvPr/>
          </p:nvSpPr>
          <p:spPr>
            <a:xfrm>
              <a:off x="685809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89" name="Google Shape;7189;p21"/>
            <p:cNvSpPr/>
            <p:nvPr/>
          </p:nvSpPr>
          <p:spPr>
            <a:xfrm>
              <a:off x="723909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90" name="Google Shape;7190;p21"/>
            <p:cNvSpPr/>
            <p:nvPr/>
          </p:nvSpPr>
          <p:spPr>
            <a:xfrm>
              <a:off x="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91" name="Google Shape;7191;p21"/>
            <p:cNvSpPr/>
            <p:nvPr/>
          </p:nvSpPr>
          <p:spPr>
            <a:xfrm>
              <a:off x="38100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92" name="Google Shape;7192;p21"/>
            <p:cNvSpPr/>
            <p:nvPr/>
          </p:nvSpPr>
          <p:spPr>
            <a:xfrm>
              <a:off x="76201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93" name="Google Shape;7193;p21"/>
            <p:cNvSpPr/>
            <p:nvPr/>
          </p:nvSpPr>
          <p:spPr>
            <a:xfrm>
              <a:off x="114301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94" name="Google Shape;7194;p21"/>
            <p:cNvSpPr/>
            <p:nvPr/>
          </p:nvSpPr>
          <p:spPr>
            <a:xfrm>
              <a:off x="152402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95" name="Google Shape;7195;p21"/>
            <p:cNvSpPr/>
            <p:nvPr/>
          </p:nvSpPr>
          <p:spPr>
            <a:xfrm>
              <a:off x="190502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96" name="Google Shape;7196;p21"/>
            <p:cNvSpPr/>
            <p:nvPr/>
          </p:nvSpPr>
          <p:spPr>
            <a:xfrm>
              <a:off x="228603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97" name="Google Shape;7197;p21"/>
            <p:cNvSpPr/>
            <p:nvPr/>
          </p:nvSpPr>
          <p:spPr>
            <a:xfrm>
              <a:off x="266703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98" name="Google Shape;7198;p21"/>
            <p:cNvSpPr/>
            <p:nvPr/>
          </p:nvSpPr>
          <p:spPr>
            <a:xfrm>
              <a:off x="304804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99" name="Google Shape;7199;p21"/>
            <p:cNvSpPr/>
            <p:nvPr/>
          </p:nvSpPr>
          <p:spPr>
            <a:xfrm>
              <a:off x="342904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00" name="Google Shape;7200;p21"/>
            <p:cNvSpPr/>
            <p:nvPr/>
          </p:nvSpPr>
          <p:spPr>
            <a:xfrm>
              <a:off x="381005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01" name="Google Shape;7201;p21"/>
            <p:cNvSpPr/>
            <p:nvPr/>
          </p:nvSpPr>
          <p:spPr>
            <a:xfrm>
              <a:off x="419105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02" name="Google Shape;7202;p21"/>
            <p:cNvSpPr/>
            <p:nvPr/>
          </p:nvSpPr>
          <p:spPr>
            <a:xfrm>
              <a:off x="457206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03" name="Google Shape;7203;p21"/>
            <p:cNvSpPr/>
            <p:nvPr/>
          </p:nvSpPr>
          <p:spPr>
            <a:xfrm>
              <a:off x="495306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04" name="Google Shape;7204;p21"/>
            <p:cNvSpPr/>
            <p:nvPr/>
          </p:nvSpPr>
          <p:spPr>
            <a:xfrm>
              <a:off x="533407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05" name="Google Shape;7205;p21"/>
            <p:cNvSpPr/>
            <p:nvPr/>
          </p:nvSpPr>
          <p:spPr>
            <a:xfrm>
              <a:off x="571507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06" name="Google Shape;7206;p21"/>
            <p:cNvSpPr/>
            <p:nvPr/>
          </p:nvSpPr>
          <p:spPr>
            <a:xfrm>
              <a:off x="609608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07" name="Google Shape;7207;p21"/>
            <p:cNvSpPr/>
            <p:nvPr/>
          </p:nvSpPr>
          <p:spPr>
            <a:xfrm>
              <a:off x="647708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08" name="Google Shape;7208;p21"/>
            <p:cNvSpPr/>
            <p:nvPr/>
          </p:nvSpPr>
          <p:spPr>
            <a:xfrm>
              <a:off x="685809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09" name="Google Shape;7209;p21"/>
            <p:cNvSpPr/>
            <p:nvPr/>
          </p:nvSpPr>
          <p:spPr>
            <a:xfrm>
              <a:off x="723909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10" name="Google Shape;7210;p21"/>
            <p:cNvSpPr/>
            <p:nvPr/>
          </p:nvSpPr>
          <p:spPr>
            <a:xfrm>
              <a:off x="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11" name="Google Shape;7211;p21"/>
            <p:cNvSpPr/>
            <p:nvPr/>
          </p:nvSpPr>
          <p:spPr>
            <a:xfrm>
              <a:off x="38100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12" name="Google Shape;7212;p21"/>
            <p:cNvSpPr/>
            <p:nvPr/>
          </p:nvSpPr>
          <p:spPr>
            <a:xfrm>
              <a:off x="76201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13" name="Google Shape;7213;p21"/>
            <p:cNvSpPr/>
            <p:nvPr/>
          </p:nvSpPr>
          <p:spPr>
            <a:xfrm>
              <a:off x="114301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14" name="Google Shape;7214;p21"/>
            <p:cNvSpPr/>
            <p:nvPr/>
          </p:nvSpPr>
          <p:spPr>
            <a:xfrm>
              <a:off x="152402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15" name="Google Shape;7215;p21"/>
            <p:cNvSpPr/>
            <p:nvPr/>
          </p:nvSpPr>
          <p:spPr>
            <a:xfrm>
              <a:off x="190502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16" name="Google Shape;7216;p21"/>
            <p:cNvSpPr/>
            <p:nvPr/>
          </p:nvSpPr>
          <p:spPr>
            <a:xfrm>
              <a:off x="228603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17" name="Google Shape;7217;p21"/>
            <p:cNvSpPr/>
            <p:nvPr/>
          </p:nvSpPr>
          <p:spPr>
            <a:xfrm>
              <a:off x="266703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18" name="Google Shape;7218;p21"/>
            <p:cNvSpPr/>
            <p:nvPr/>
          </p:nvSpPr>
          <p:spPr>
            <a:xfrm>
              <a:off x="304804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19" name="Google Shape;7219;p21"/>
            <p:cNvSpPr/>
            <p:nvPr/>
          </p:nvSpPr>
          <p:spPr>
            <a:xfrm>
              <a:off x="342904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20" name="Google Shape;7220;p21"/>
            <p:cNvSpPr/>
            <p:nvPr/>
          </p:nvSpPr>
          <p:spPr>
            <a:xfrm>
              <a:off x="381005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21" name="Google Shape;7221;p21"/>
            <p:cNvSpPr/>
            <p:nvPr/>
          </p:nvSpPr>
          <p:spPr>
            <a:xfrm>
              <a:off x="419105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22" name="Google Shape;7222;p21"/>
            <p:cNvSpPr/>
            <p:nvPr/>
          </p:nvSpPr>
          <p:spPr>
            <a:xfrm>
              <a:off x="457206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23" name="Google Shape;7223;p21"/>
            <p:cNvSpPr/>
            <p:nvPr/>
          </p:nvSpPr>
          <p:spPr>
            <a:xfrm>
              <a:off x="495306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24" name="Google Shape;7224;p21"/>
            <p:cNvSpPr/>
            <p:nvPr/>
          </p:nvSpPr>
          <p:spPr>
            <a:xfrm>
              <a:off x="533407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25" name="Google Shape;7225;p21"/>
            <p:cNvSpPr/>
            <p:nvPr/>
          </p:nvSpPr>
          <p:spPr>
            <a:xfrm>
              <a:off x="571507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26" name="Google Shape;7226;p21"/>
            <p:cNvSpPr/>
            <p:nvPr/>
          </p:nvSpPr>
          <p:spPr>
            <a:xfrm>
              <a:off x="609608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27" name="Google Shape;7227;p21"/>
            <p:cNvSpPr/>
            <p:nvPr/>
          </p:nvSpPr>
          <p:spPr>
            <a:xfrm>
              <a:off x="647708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28" name="Google Shape;7228;p21"/>
            <p:cNvSpPr/>
            <p:nvPr/>
          </p:nvSpPr>
          <p:spPr>
            <a:xfrm>
              <a:off x="685809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29" name="Google Shape;7229;p21"/>
            <p:cNvSpPr/>
            <p:nvPr/>
          </p:nvSpPr>
          <p:spPr>
            <a:xfrm>
              <a:off x="723909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30" name="Google Shape;7230;p21"/>
            <p:cNvSpPr/>
            <p:nvPr/>
          </p:nvSpPr>
          <p:spPr>
            <a:xfrm>
              <a:off x="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31" name="Google Shape;7231;p21"/>
            <p:cNvSpPr/>
            <p:nvPr/>
          </p:nvSpPr>
          <p:spPr>
            <a:xfrm>
              <a:off x="38100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32" name="Google Shape;7232;p21"/>
            <p:cNvSpPr/>
            <p:nvPr/>
          </p:nvSpPr>
          <p:spPr>
            <a:xfrm>
              <a:off x="76201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33" name="Google Shape;7233;p21"/>
            <p:cNvSpPr/>
            <p:nvPr/>
          </p:nvSpPr>
          <p:spPr>
            <a:xfrm>
              <a:off x="114301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34" name="Google Shape;7234;p21"/>
            <p:cNvSpPr/>
            <p:nvPr/>
          </p:nvSpPr>
          <p:spPr>
            <a:xfrm>
              <a:off x="152402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35" name="Google Shape;7235;p21"/>
            <p:cNvSpPr/>
            <p:nvPr/>
          </p:nvSpPr>
          <p:spPr>
            <a:xfrm>
              <a:off x="190502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36" name="Google Shape;7236;p21"/>
            <p:cNvSpPr/>
            <p:nvPr/>
          </p:nvSpPr>
          <p:spPr>
            <a:xfrm>
              <a:off x="228603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37" name="Google Shape;7237;p21"/>
            <p:cNvSpPr/>
            <p:nvPr/>
          </p:nvSpPr>
          <p:spPr>
            <a:xfrm>
              <a:off x="266703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38" name="Google Shape;7238;p21"/>
            <p:cNvSpPr/>
            <p:nvPr/>
          </p:nvSpPr>
          <p:spPr>
            <a:xfrm>
              <a:off x="304804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39" name="Google Shape;7239;p21"/>
            <p:cNvSpPr/>
            <p:nvPr/>
          </p:nvSpPr>
          <p:spPr>
            <a:xfrm>
              <a:off x="342904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40" name="Google Shape;7240;p21"/>
            <p:cNvSpPr/>
            <p:nvPr/>
          </p:nvSpPr>
          <p:spPr>
            <a:xfrm>
              <a:off x="381005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41" name="Google Shape;7241;p21"/>
            <p:cNvSpPr/>
            <p:nvPr/>
          </p:nvSpPr>
          <p:spPr>
            <a:xfrm>
              <a:off x="419105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42" name="Google Shape;7242;p21"/>
            <p:cNvSpPr/>
            <p:nvPr/>
          </p:nvSpPr>
          <p:spPr>
            <a:xfrm>
              <a:off x="457206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43" name="Google Shape;7243;p21"/>
            <p:cNvSpPr/>
            <p:nvPr/>
          </p:nvSpPr>
          <p:spPr>
            <a:xfrm>
              <a:off x="495306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44" name="Google Shape;7244;p21"/>
            <p:cNvSpPr/>
            <p:nvPr/>
          </p:nvSpPr>
          <p:spPr>
            <a:xfrm>
              <a:off x="533407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45" name="Google Shape;7245;p21"/>
            <p:cNvSpPr/>
            <p:nvPr/>
          </p:nvSpPr>
          <p:spPr>
            <a:xfrm>
              <a:off x="571507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46" name="Google Shape;7246;p21"/>
            <p:cNvSpPr/>
            <p:nvPr/>
          </p:nvSpPr>
          <p:spPr>
            <a:xfrm>
              <a:off x="609608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47" name="Google Shape;7247;p21"/>
            <p:cNvSpPr/>
            <p:nvPr/>
          </p:nvSpPr>
          <p:spPr>
            <a:xfrm>
              <a:off x="647708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48" name="Google Shape;7248;p21"/>
            <p:cNvSpPr/>
            <p:nvPr/>
          </p:nvSpPr>
          <p:spPr>
            <a:xfrm>
              <a:off x="685809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49" name="Google Shape;7249;p21"/>
            <p:cNvSpPr/>
            <p:nvPr/>
          </p:nvSpPr>
          <p:spPr>
            <a:xfrm>
              <a:off x="723909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50" name="Google Shape;7250;p21"/>
            <p:cNvSpPr/>
            <p:nvPr/>
          </p:nvSpPr>
          <p:spPr>
            <a:xfrm>
              <a:off x="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51" name="Google Shape;7251;p21"/>
            <p:cNvSpPr/>
            <p:nvPr/>
          </p:nvSpPr>
          <p:spPr>
            <a:xfrm>
              <a:off x="38100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52" name="Google Shape;7252;p21"/>
            <p:cNvSpPr/>
            <p:nvPr/>
          </p:nvSpPr>
          <p:spPr>
            <a:xfrm>
              <a:off x="76201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53" name="Google Shape;7253;p21"/>
            <p:cNvSpPr/>
            <p:nvPr/>
          </p:nvSpPr>
          <p:spPr>
            <a:xfrm>
              <a:off x="114301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54" name="Google Shape;7254;p21"/>
            <p:cNvSpPr/>
            <p:nvPr/>
          </p:nvSpPr>
          <p:spPr>
            <a:xfrm>
              <a:off x="152402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55" name="Google Shape;7255;p21"/>
            <p:cNvSpPr/>
            <p:nvPr/>
          </p:nvSpPr>
          <p:spPr>
            <a:xfrm>
              <a:off x="190502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56" name="Google Shape;7256;p21"/>
            <p:cNvSpPr/>
            <p:nvPr/>
          </p:nvSpPr>
          <p:spPr>
            <a:xfrm>
              <a:off x="228603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57" name="Google Shape;7257;p21"/>
            <p:cNvSpPr/>
            <p:nvPr/>
          </p:nvSpPr>
          <p:spPr>
            <a:xfrm>
              <a:off x="266703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58" name="Google Shape;7258;p21"/>
            <p:cNvSpPr/>
            <p:nvPr/>
          </p:nvSpPr>
          <p:spPr>
            <a:xfrm>
              <a:off x="304804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59" name="Google Shape;7259;p21"/>
            <p:cNvSpPr/>
            <p:nvPr/>
          </p:nvSpPr>
          <p:spPr>
            <a:xfrm>
              <a:off x="342904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60" name="Google Shape;7260;p21"/>
            <p:cNvSpPr/>
            <p:nvPr/>
          </p:nvSpPr>
          <p:spPr>
            <a:xfrm>
              <a:off x="381005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61" name="Google Shape;7261;p21"/>
            <p:cNvSpPr/>
            <p:nvPr/>
          </p:nvSpPr>
          <p:spPr>
            <a:xfrm>
              <a:off x="419105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62" name="Google Shape;7262;p21"/>
            <p:cNvSpPr/>
            <p:nvPr/>
          </p:nvSpPr>
          <p:spPr>
            <a:xfrm>
              <a:off x="457206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63" name="Google Shape;7263;p21"/>
            <p:cNvSpPr/>
            <p:nvPr/>
          </p:nvSpPr>
          <p:spPr>
            <a:xfrm>
              <a:off x="495306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64" name="Google Shape;7264;p21"/>
            <p:cNvSpPr/>
            <p:nvPr/>
          </p:nvSpPr>
          <p:spPr>
            <a:xfrm>
              <a:off x="533407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65" name="Google Shape;7265;p21"/>
            <p:cNvSpPr/>
            <p:nvPr/>
          </p:nvSpPr>
          <p:spPr>
            <a:xfrm>
              <a:off x="571507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66" name="Google Shape;7266;p21"/>
            <p:cNvSpPr/>
            <p:nvPr/>
          </p:nvSpPr>
          <p:spPr>
            <a:xfrm>
              <a:off x="609608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67" name="Google Shape;7267;p21"/>
            <p:cNvSpPr/>
            <p:nvPr/>
          </p:nvSpPr>
          <p:spPr>
            <a:xfrm>
              <a:off x="647708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68" name="Google Shape;7268;p21"/>
            <p:cNvSpPr/>
            <p:nvPr/>
          </p:nvSpPr>
          <p:spPr>
            <a:xfrm>
              <a:off x="685809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69" name="Google Shape;7269;p21"/>
            <p:cNvSpPr/>
            <p:nvPr/>
          </p:nvSpPr>
          <p:spPr>
            <a:xfrm>
              <a:off x="723909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70" name="Google Shape;7270;p21"/>
            <p:cNvSpPr/>
            <p:nvPr/>
          </p:nvSpPr>
          <p:spPr>
            <a:xfrm>
              <a:off x="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71" name="Google Shape;7271;p21"/>
            <p:cNvSpPr/>
            <p:nvPr/>
          </p:nvSpPr>
          <p:spPr>
            <a:xfrm>
              <a:off x="38100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72" name="Google Shape;7272;p21"/>
            <p:cNvSpPr/>
            <p:nvPr/>
          </p:nvSpPr>
          <p:spPr>
            <a:xfrm>
              <a:off x="76201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73" name="Google Shape;7273;p21"/>
            <p:cNvSpPr/>
            <p:nvPr/>
          </p:nvSpPr>
          <p:spPr>
            <a:xfrm>
              <a:off x="114301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74" name="Google Shape;7274;p21"/>
            <p:cNvSpPr/>
            <p:nvPr/>
          </p:nvSpPr>
          <p:spPr>
            <a:xfrm>
              <a:off x="152402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75" name="Google Shape;7275;p21"/>
            <p:cNvSpPr/>
            <p:nvPr/>
          </p:nvSpPr>
          <p:spPr>
            <a:xfrm>
              <a:off x="190502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76" name="Google Shape;7276;p21"/>
            <p:cNvSpPr/>
            <p:nvPr/>
          </p:nvSpPr>
          <p:spPr>
            <a:xfrm>
              <a:off x="228603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77" name="Google Shape;7277;p21"/>
            <p:cNvSpPr/>
            <p:nvPr/>
          </p:nvSpPr>
          <p:spPr>
            <a:xfrm>
              <a:off x="266703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78" name="Google Shape;7278;p21"/>
            <p:cNvSpPr/>
            <p:nvPr/>
          </p:nvSpPr>
          <p:spPr>
            <a:xfrm>
              <a:off x="304804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79" name="Google Shape;7279;p21"/>
            <p:cNvSpPr/>
            <p:nvPr/>
          </p:nvSpPr>
          <p:spPr>
            <a:xfrm>
              <a:off x="342904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80" name="Google Shape;7280;p21"/>
            <p:cNvSpPr/>
            <p:nvPr/>
          </p:nvSpPr>
          <p:spPr>
            <a:xfrm>
              <a:off x="381005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81" name="Google Shape;7281;p21"/>
            <p:cNvSpPr/>
            <p:nvPr/>
          </p:nvSpPr>
          <p:spPr>
            <a:xfrm>
              <a:off x="419105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82" name="Google Shape;7282;p21"/>
            <p:cNvSpPr/>
            <p:nvPr/>
          </p:nvSpPr>
          <p:spPr>
            <a:xfrm>
              <a:off x="457206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83" name="Google Shape;7283;p21"/>
            <p:cNvSpPr/>
            <p:nvPr/>
          </p:nvSpPr>
          <p:spPr>
            <a:xfrm>
              <a:off x="495306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84" name="Google Shape;7284;p21"/>
            <p:cNvSpPr/>
            <p:nvPr/>
          </p:nvSpPr>
          <p:spPr>
            <a:xfrm>
              <a:off x="533407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85" name="Google Shape;7285;p21"/>
            <p:cNvSpPr/>
            <p:nvPr/>
          </p:nvSpPr>
          <p:spPr>
            <a:xfrm>
              <a:off x="571507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86" name="Google Shape;7286;p21"/>
            <p:cNvSpPr/>
            <p:nvPr/>
          </p:nvSpPr>
          <p:spPr>
            <a:xfrm>
              <a:off x="609608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87" name="Google Shape;7287;p21"/>
            <p:cNvSpPr/>
            <p:nvPr/>
          </p:nvSpPr>
          <p:spPr>
            <a:xfrm>
              <a:off x="647708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88" name="Google Shape;7288;p21"/>
            <p:cNvSpPr/>
            <p:nvPr/>
          </p:nvSpPr>
          <p:spPr>
            <a:xfrm>
              <a:off x="685809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89" name="Google Shape;7289;p21"/>
            <p:cNvSpPr/>
            <p:nvPr/>
          </p:nvSpPr>
          <p:spPr>
            <a:xfrm>
              <a:off x="723909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90" name="Google Shape;7290;p21"/>
            <p:cNvSpPr/>
            <p:nvPr/>
          </p:nvSpPr>
          <p:spPr>
            <a:xfrm>
              <a:off x="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91" name="Google Shape;7291;p21"/>
            <p:cNvSpPr/>
            <p:nvPr/>
          </p:nvSpPr>
          <p:spPr>
            <a:xfrm>
              <a:off x="38100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92" name="Google Shape;7292;p21"/>
            <p:cNvSpPr/>
            <p:nvPr/>
          </p:nvSpPr>
          <p:spPr>
            <a:xfrm>
              <a:off x="76201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93" name="Google Shape;7293;p21"/>
            <p:cNvSpPr/>
            <p:nvPr/>
          </p:nvSpPr>
          <p:spPr>
            <a:xfrm>
              <a:off x="114301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94" name="Google Shape;7294;p21"/>
            <p:cNvSpPr/>
            <p:nvPr/>
          </p:nvSpPr>
          <p:spPr>
            <a:xfrm>
              <a:off x="152402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95" name="Google Shape;7295;p21"/>
            <p:cNvSpPr/>
            <p:nvPr/>
          </p:nvSpPr>
          <p:spPr>
            <a:xfrm>
              <a:off x="190502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96" name="Google Shape;7296;p21"/>
            <p:cNvSpPr/>
            <p:nvPr/>
          </p:nvSpPr>
          <p:spPr>
            <a:xfrm>
              <a:off x="228603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97" name="Google Shape;7297;p21"/>
            <p:cNvSpPr/>
            <p:nvPr/>
          </p:nvSpPr>
          <p:spPr>
            <a:xfrm>
              <a:off x="266703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98" name="Google Shape;7298;p21"/>
            <p:cNvSpPr/>
            <p:nvPr/>
          </p:nvSpPr>
          <p:spPr>
            <a:xfrm>
              <a:off x="304804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99" name="Google Shape;7299;p21"/>
            <p:cNvSpPr/>
            <p:nvPr/>
          </p:nvSpPr>
          <p:spPr>
            <a:xfrm>
              <a:off x="342904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00" name="Google Shape;7300;p21"/>
            <p:cNvSpPr/>
            <p:nvPr/>
          </p:nvSpPr>
          <p:spPr>
            <a:xfrm>
              <a:off x="381005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01" name="Google Shape;7301;p21"/>
            <p:cNvSpPr/>
            <p:nvPr/>
          </p:nvSpPr>
          <p:spPr>
            <a:xfrm>
              <a:off x="419105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02" name="Google Shape;7302;p21"/>
            <p:cNvSpPr/>
            <p:nvPr/>
          </p:nvSpPr>
          <p:spPr>
            <a:xfrm>
              <a:off x="457206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03" name="Google Shape;7303;p21"/>
            <p:cNvSpPr/>
            <p:nvPr/>
          </p:nvSpPr>
          <p:spPr>
            <a:xfrm>
              <a:off x="495306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04" name="Google Shape;7304;p21"/>
            <p:cNvSpPr/>
            <p:nvPr/>
          </p:nvSpPr>
          <p:spPr>
            <a:xfrm>
              <a:off x="533407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05" name="Google Shape;7305;p21"/>
            <p:cNvSpPr/>
            <p:nvPr/>
          </p:nvSpPr>
          <p:spPr>
            <a:xfrm>
              <a:off x="571507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06" name="Google Shape;7306;p21"/>
            <p:cNvSpPr/>
            <p:nvPr/>
          </p:nvSpPr>
          <p:spPr>
            <a:xfrm>
              <a:off x="609608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07" name="Google Shape;7307;p21"/>
            <p:cNvSpPr/>
            <p:nvPr/>
          </p:nvSpPr>
          <p:spPr>
            <a:xfrm>
              <a:off x="647708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08" name="Google Shape;7308;p21"/>
            <p:cNvSpPr/>
            <p:nvPr/>
          </p:nvSpPr>
          <p:spPr>
            <a:xfrm>
              <a:off x="685809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09" name="Google Shape;7309;p21"/>
            <p:cNvSpPr/>
            <p:nvPr/>
          </p:nvSpPr>
          <p:spPr>
            <a:xfrm>
              <a:off x="723909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10" name="Google Shape;7310;p21"/>
            <p:cNvSpPr/>
            <p:nvPr/>
          </p:nvSpPr>
          <p:spPr>
            <a:xfrm>
              <a:off x="7620110" y="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11" name="Google Shape;7311;p21"/>
            <p:cNvSpPr/>
            <p:nvPr/>
          </p:nvSpPr>
          <p:spPr>
            <a:xfrm>
              <a:off x="8001115" y="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12" name="Google Shape;7312;p21"/>
            <p:cNvSpPr/>
            <p:nvPr/>
          </p:nvSpPr>
          <p:spPr>
            <a:xfrm>
              <a:off x="8382120" y="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13" name="Google Shape;7313;p21"/>
            <p:cNvSpPr/>
            <p:nvPr/>
          </p:nvSpPr>
          <p:spPr>
            <a:xfrm>
              <a:off x="8763125" y="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14" name="Google Shape;7314;p21"/>
            <p:cNvSpPr/>
            <p:nvPr/>
          </p:nvSpPr>
          <p:spPr>
            <a:xfrm>
              <a:off x="7620110" y="342894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15" name="Google Shape;7315;p21"/>
            <p:cNvSpPr/>
            <p:nvPr/>
          </p:nvSpPr>
          <p:spPr>
            <a:xfrm>
              <a:off x="8001115" y="342894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16" name="Google Shape;7316;p21"/>
            <p:cNvSpPr/>
            <p:nvPr/>
          </p:nvSpPr>
          <p:spPr>
            <a:xfrm>
              <a:off x="8382120" y="342894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17" name="Google Shape;7317;p21"/>
            <p:cNvSpPr/>
            <p:nvPr/>
          </p:nvSpPr>
          <p:spPr>
            <a:xfrm>
              <a:off x="8763125" y="342894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18" name="Google Shape;7318;p21"/>
            <p:cNvSpPr/>
            <p:nvPr/>
          </p:nvSpPr>
          <p:spPr>
            <a:xfrm>
              <a:off x="7620110" y="685788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19" name="Google Shape;7319;p21"/>
            <p:cNvSpPr/>
            <p:nvPr/>
          </p:nvSpPr>
          <p:spPr>
            <a:xfrm>
              <a:off x="8001115" y="685788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20" name="Google Shape;7320;p21"/>
            <p:cNvSpPr/>
            <p:nvPr/>
          </p:nvSpPr>
          <p:spPr>
            <a:xfrm>
              <a:off x="8382120" y="685788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21" name="Google Shape;7321;p21"/>
            <p:cNvSpPr/>
            <p:nvPr/>
          </p:nvSpPr>
          <p:spPr>
            <a:xfrm>
              <a:off x="8763125" y="685788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22" name="Google Shape;7322;p21"/>
            <p:cNvSpPr/>
            <p:nvPr/>
          </p:nvSpPr>
          <p:spPr>
            <a:xfrm>
              <a:off x="7620110" y="1028682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23" name="Google Shape;7323;p21"/>
            <p:cNvSpPr/>
            <p:nvPr/>
          </p:nvSpPr>
          <p:spPr>
            <a:xfrm>
              <a:off x="8001115" y="1028682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24" name="Google Shape;7324;p21"/>
            <p:cNvSpPr/>
            <p:nvPr/>
          </p:nvSpPr>
          <p:spPr>
            <a:xfrm>
              <a:off x="8382120" y="1028682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25" name="Google Shape;7325;p21"/>
            <p:cNvSpPr/>
            <p:nvPr/>
          </p:nvSpPr>
          <p:spPr>
            <a:xfrm>
              <a:off x="8763125" y="1028682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26" name="Google Shape;7326;p21"/>
            <p:cNvSpPr/>
            <p:nvPr/>
          </p:nvSpPr>
          <p:spPr>
            <a:xfrm>
              <a:off x="7620110" y="1371576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27" name="Google Shape;7327;p21"/>
            <p:cNvSpPr/>
            <p:nvPr/>
          </p:nvSpPr>
          <p:spPr>
            <a:xfrm>
              <a:off x="8001115" y="1371576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28" name="Google Shape;7328;p21"/>
            <p:cNvSpPr/>
            <p:nvPr/>
          </p:nvSpPr>
          <p:spPr>
            <a:xfrm>
              <a:off x="8382120" y="1371576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29" name="Google Shape;7329;p21"/>
            <p:cNvSpPr/>
            <p:nvPr/>
          </p:nvSpPr>
          <p:spPr>
            <a:xfrm>
              <a:off x="8763125" y="1371576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30" name="Google Shape;7330;p21"/>
            <p:cNvSpPr/>
            <p:nvPr/>
          </p:nvSpPr>
          <p:spPr>
            <a:xfrm>
              <a:off x="7620110" y="171447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31" name="Google Shape;7331;p21"/>
            <p:cNvSpPr/>
            <p:nvPr/>
          </p:nvSpPr>
          <p:spPr>
            <a:xfrm>
              <a:off x="8001115" y="171447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32" name="Google Shape;7332;p21"/>
            <p:cNvSpPr/>
            <p:nvPr/>
          </p:nvSpPr>
          <p:spPr>
            <a:xfrm>
              <a:off x="8382120" y="171447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33" name="Google Shape;7333;p21"/>
            <p:cNvSpPr/>
            <p:nvPr/>
          </p:nvSpPr>
          <p:spPr>
            <a:xfrm>
              <a:off x="8763125" y="171447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34" name="Google Shape;7334;p21"/>
            <p:cNvSpPr/>
            <p:nvPr/>
          </p:nvSpPr>
          <p:spPr>
            <a:xfrm>
              <a:off x="7620110" y="205736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35" name="Google Shape;7335;p21"/>
            <p:cNvSpPr/>
            <p:nvPr/>
          </p:nvSpPr>
          <p:spPr>
            <a:xfrm>
              <a:off x="8001115" y="205736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36" name="Google Shape;7336;p21"/>
            <p:cNvSpPr/>
            <p:nvPr/>
          </p:nvSpPr>
          <p:spPr>
            <a:xfrm>
              <a:off x="8382120" y="205736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37" name="Google Shape;7337;p21"/>
            <p:cNvSpPr/>
            <p:nvPr/>
          </p:nvSpPr>
          <p:spPr>
            <a:xfrm>
              <a:off x="8763125" y="205736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38" name="Google Shape;7338;p21"/>
            <p:cNvSpPr/>
            <p:nvPr/>
          </p:nvSpPr>
          <p:spPr>
            <a:xfrm>
              <a:off x="7620110" y="2400259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39" name="Google Shape;7339;p21"/>
            <p:cNvSpPr/>
            <p:nvPr/>
          </p:nvSpPr>
          <p:spPr>
            <a:xfrm>
              <a:off x="8001115" y="2400259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40" name="Google Shape;7340;p21"/>
            <p:cNvSpPr/>
            <p:nvPr/>
          </p:nvSpPr>
          <p:spPr>
            <a:xfrm>
              <a:off x="8382120" y="2400259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41" name="Google Shape;7341;p21"/>
            <p:cNvSpPr/>
            <p:nvPr/>
          </p:nvSpPr>
          <p:spPr>
            <a:xfrm>
              <a:off x="8763125" y="2400259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42" name="Google Shape;7342;p21"/>
            <p:cNvSpPr/>
            <p:nvPr/>
          </p:nvSpPr>
          <p:spPr>
            <a:xfrm>
              <a:off x="7620110" y="274315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43" name="Google Shape;7343;p21"/>
            <p:cNvSpPr/>
            <p:nvPr/>
          </p:nvSpPr>
          <p:spPr>
            <a:xfrm>
              <a:off x="8001115" y="274315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44" name="Google Shape;7344;p21"/>
            <p:cNvSpPr/>
            <p:nvPr/>
          </p:nvSpPr>
          <p:spPr>
            <a:xfrm>
              <a:off x="8382120" y="274315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45" name="Google Shape;7345;p21"/>
            <p:cNvSpPr/>
            <p:nvPr/>
          </p:nvSpPr>
          <p:spPr>
            <a:xfrm>
              <a:off x="8763125" y="274315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46" name="Google Shape;7346;p21"/>
            <p:cNvSpPr/>
            <p:nvPr/>
          </p:nvSpPr>
          <p:spPr>
            <a:xfrm>
              <a:off x="7620110" y="308604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47" name="Google Shape;7347;p21"/>
            <p:cNvSpPr/>
            <p:nvPr/>
          </p:nvSpPr>
          <p:spPr>
            <a:xfrm>
              <a:off x="8001115" y="308604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48" name="Google Shape;7348;p21"/>
            <p:cNvSpPr/>
            <p:nvPr/>
          </p:nvSpPr>
          <p:spPr>
            <a:xfrm>
              <a:off x="8382120" y="308604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49" name="Google Shape;7349;p21"/>
            <p:cNvSpPr/>
            <p:nvPr/>
          </p:nvSpPr>
          <p:spPr>
            <a:xfrm>
              <a:off x="8763125" y="308604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50" name="Google Shape;7350;p21"/>
            <p:cNvSpPr/>
            <p:nvPr/>
          </p:nvSpPr>
          <p:spPr>
            <a:xfrm>
              <a:off x="7620110" y="342894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51" name="Google Shape;7351;p21"/>
            <p:cNvSpPr/>
            <p:nvPr/>
          </p:nvSpPr>
          <p:spPr>
            <a:xfrm>
              <a:off x="8001115" y="342894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52" name="Google Shape;7352;p21"/>
            <p:cNvSpPr/>
            <p:nvPr/>
          </p:nvSpPr>
          <p:spPr>
            <a:xfrm>
              <a:off x="8382120" y="342894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53" name="Google Shape;7353;p21"/>
            <p:cNvSpPr/>
            <p:nvPr/>
          </p:nvSpPr>
          <p:spPr>
            <a:xfrm>
              <a:off x="8763125" y="342894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54" name="Google Shape;7354;p21"/>
            <p:cNvSpPr/>
            <p:nvPr/>
          </p:nvSpPr>
          <p:spPr>
            <a:xfrm>
              <a:off x="7620110" y="377182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55" name="Google Shape;7355;p21"/>
            <p:cNvSpPr/>
            <p:nvPr/>
          </p:nvSpPr>
          <p:spPr>
            <a:xfrm>
              <a:off x="8001115" y="377182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56" name="Google Shape;7356;p21"/>
            <p:cNvSpPr/>
            <p:nvPr/>
          </p:nvSpPr>
          <p:spPr>
            <a:xfrm>
              <a:off x="8382120" y="377182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57" name="Google Shape;7357;p21"/>
            <p:cNvSpPr/>
            <p:nvPr/>
          </p:nvSpPr>
          <p:spPr>
            <a:xfrm>
              <a:off x="8763125" y="377182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58" name="Google Shape;7358;p21"/>
            <p:cNvSpPr/>
            <p:nvPr/>
          </p:nvSpPr>
          <p:spPr>
            <a:xfrm>
              <a:off x="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59" name="Google Shape;7359;p21"/>
            <p:cNvSpPr/>
            <p:nvPr/>
          </p:nvSpPr>
          <p:spPr>
            <a:xfrm>
              <a:off x="38100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60" name="Google Shape;7360;p21"/>
            <p:cNvSpPr/>
            <p:nvPr/>
          </p:nvSpPr>
          <p:spPr>
            <a:xfrm>
              <a:off x="76201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61" name="Google Shape;7361;p21"/>
            <p:cNvSpPr/>
            <p:nvPr/>
          </p:nvSpPr>
          <p:spPr>
            <a:xfrm>
              <a:off x="114301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62" name="Google Shape;7362;p21"/>
            <p:cNvSpPr/>
            <p:nvPr/>
          </p:nvSpPr>
          <p:spPr>
            <a:xfrm>
              <a:off x="152402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63" name="Google Shape;7363;p21"/>
            <p:cNvSpPr/>
            <p:nvPr/>
          </p:nvSpPr>
          <p:spPr>
            <a:xfrm>
              <a:off x="190502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64" name="Google Shape;7364;p21"/>
            <p:cNvSpPr/>
            <p:nvPr/>
          </p:nvSpPr>
          <p:spPr>
            <a:xfrm>
              <a:off x="228603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65" name="Google Shape;7365;p21"/>
            <p:cNvSpPr/>
            <p:nvPr/>
          </p:nvSpPr>
          <p:spPr>
            <a:xfrm>
              <a:off x="266703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66" name="Google Shape;7366;p21"/>
            <p:cNvSpPr/>
            <p:nvPr/>
          </p:nvSpPr>
          <p:spPr>
            <a:xfrm>
              <a:off x="304804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67" name="Google Shape;7367;p21"/>
            <p:cNvSpPr/>
            <p:nvPr/>
          </p:nvSpPr>
          <p:spPr>
            <a:xfrm>
              <a:off x="342904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68" name="Google Shape;7368;p21"/>
            <p:cNvSpPr/>
            <p:nvPr/>
          </p:nvSpPr>
          <p:spPr>
            <a:xfrm>
              <a:off x="381005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69" name="Google Shape;7369;p21"/>
            <p:cNvSpPr/>
            <p:nvPr/>
          </p:nvSpPr>
          <p:spPr>
            <a:xfrm>
              <a:off x="419105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70" name="Google Shape;7370;p21"/>
            <p:cNvSpPr/>
            <p:nvPr/>
          </p:nvSpPr>
          <p:spPr>
            <a:xfrm>
              <a:off x="457206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71" name="Google Shape;7371;p21"/>
            <p:cNvSpPr/>
            <p:nvPr/>
          </p:nvSpPr>
          <p:spPr>
            <a:xfrm>
              <a:off x="495306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72" name="Google Shape;7372;p21"/>
            <p:cNvSpPr/>
            <p:nvPr/>
          </p:nvSpPr>
          <p:spPr>
            <a:xfrm>
              <a:off x="533407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73" name="Google Shape;7373;p21"/>
            <p:cNvSpPr/>
            <p:nvPr/>
          </p:nvSpPr>
          <p:spPr>
            <a:xfrm>
              <a:off x="571507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74" name="Google Shape;7374;p21"/>
            <p:cNvSpPr/>
            <p:nvPr/>
          </p:nvSpPr>
          <p:spPr>
            <a:xfrm>
              <a:off x="609608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75" name="Google Shape;7375;p21"/>
            <p:cNvSpPr/>
            <p:nvPr/>
          </p:nvSpPr>
          <p:spPr>
            <a:xfrm>
              <a:off x="647708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76" name="Google Shape;7376;p21"/>
            <p:cNvSpPr/>
            <p:nvPr/>
          </p:nvSpPr>
          <p:spPr>
            <a:xfrm>
              <a:off x="685809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77" name="Google Shape;7377;p21"/>
            <p:cNvSpPr/>
            <p:nvPr/>
          </p:nvSpPr>
          <p:spPr>
            <a:xfrm>
              <a:off x="723909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78" name="Google Shape;7378;p21"/>
            <p:cNvSpPr/>
            <p:nvPr/>
          </p:nvSpPr>
          <p:spPr>
            <a:xfrm>
              <a:off x="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79" name="Google Shape;7379;p21"/>
            <p:cNvSpPr/>
            <p:nvPr/>
          </p:nvSpPr>
          <p:spPr>
            <a:xfrm>
              <a:off x="38100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80" name="Google Shape;7380;p21"/>
            <p:cNvSpPr/>
            <p:nvPr/>
          </p:nvSpPr>
          <p:spPr>
            <a:xfrm>
              <a:off x="76201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81" name="Google Shape;7381;p21"/>
            <p:cNvSpPr/>
            <p:nvPr/>
          </p:nvSpPr>
          <p:spPr>
            <a:xfrm>
              <a:off x="114301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82" name="Google Shape;7382;p21"/>
            <p:cNvSpPr/>
            <p:nvPr/>
          </p:nvSpPr>
          <p:spPr>
            <a:xfrm>
              <a:off x="152402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83" name="Google Shape;7383;p21"/>
            <p:cNvSpPr/>
            <p:nvPr/>
          </p:nvSpPr>
          <p:spPr>
            <a:xfrm>
              <a:off x="190502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84" name="Google Shape;7384;p21"/>
            <p:cNvSpPr/>
            <p:nvPr/>
          </p:nvSpPr>
          <p:spPr>
            <a:xfrm>
              <a:off x="228603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85" name="Google Shape;7385;p21"/>
            <p:cNvSpPr/>
            <p:nvPr/>
          </p:nvSpPr>
          <p:spPr>
            <a:xfrm>
              <a:off x="266703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86" name="Google Shape;7386;p21"/>
            <p:cNvSpPr/>
            <p:nvPr/>
          </p:nvSpPr>
          <p:spPr>
            <a:xfrm>
              <a:off x="304804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87" name="Google Shape;7387;p21"/>
            <p:cNvSpPr/>
            <p:nvPr/>
          </p:nvSpPr>
          <p:spPr>
            <a:xfrm>
              <a:off x="342904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88" name="Google Shape;7388;p21"/>
            <p:cNvSpPr/>
            <p:nvPr/>
          </p:nvSpPr>
          <p:spPr>
            <a:xfrm>
              <a:off x="381005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89" name="Google Shape;7389;p21"/>
            <p:cNvSpPr/>
            <p:nvPr/>
          </p:nvSpPr>
          <p:spPr>
            <a:xfrm>
              <a:off x="419105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90" name="Google Shape;7390;p21"/>
            <p:cNvSpPr/>
            <p:nvPr/>
          </p:nvSpPr>
          <p:spPr>
            <a:xfrm>
              <a:off x="457206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91" name="Google Shape;7391;p21"/>
            <p:cNvSpPr/>
            <p:nvPr/>
          </p:nvSpPr>
          <p:spPr>
            <a:xfrm>
              <a:off x="495306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92" name="Google Shape;7392;p21"/>
            <p:cNvSpPr/>
            <p:nvPr/>
          </p:nvSpPr>
          <p:spPr>
            <a:xfrm>
              <a:off x="533407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93" name="Google Shape;7393;p21"/>
            <p:cNvSpPr/>
            <p:nvPr/>
          </p:nvSpPr>
          <p:spPr>
            <a:xfrm>
              <a:off x="571507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94" name="Google Shape;7394;p21"/>
            <p:cNvSpPr/>
            <p:nvPr/>
          </p:nvSpPr>
          <p:spPr>
            <a:xfrm>
              <a:off x="609608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95" name="Google Shape;7395;p21"/>
            <p:cNvSpPr/>
            <p:nvPr/>
          </p:nvSpPr>
          <p:spPr>
            <a:xfrm>
              <a:off x="647708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96" name="Google Shape;7396;p21"/>
            <p:cNvSpPr/>
            <p:nvPr/>
          </p:nvSpPr>
          <p:spPr>
            <a:xfrm>
              <a:off x="685809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97" name="Google Shape;7397;p21"/>
            <p:cNvSpPr/>
            <p:nvPr/>
          </p:nvSpPr>
          <p:spPr>
            <a:xfrm>
              <a:off x="723909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98" name="Google Shape;7398;p21"/>
            <p:cNvSpPr/>
            <p:nvPr/>
          </p:nvSpPr>
          <p:spPr>
            <a:xfrm>
              <a:off x="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99" name="Google Shape;7399;p21"/>
            <p:cNvSpPr/>
            <p:nvPr/>
          </p:nvSpPr>
          <p:spPr>
            <a:xfrm>
              <a:off x="38100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00" name="Google Shape;7400;p21"/>
            <p:cNvSpPr/>
            <p:nvPr/>
          </p:nvSpPr>
          <p:spPr>
            <a:xfrm>
              <a:off x="76201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01" name="Google Shape;7401;p21"/>
            <p:cNvSpPr/>
            <p:nvPr/>
          </p:nvSpPr>
          <p:spPr>
            <a:xfrm>
              <a:off x="114301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02" name="Google Shape;7402;p21"/>
            <p:cNvSpPr/>
            <p:nvPr/>
          </p:nvSpPr>
          <p:spPr>
            <a:xfrm>
              <a:off x="152402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03" name="Google Shape;7403;p21"/>
            <p:cNvSpPr/>
            <p:nvPr/>
          </p:nvSpPr>
          <p:spPr>
            <a:xfrm>
              <a:off x="190502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04" name="Google Shape;7404;p21"/>
            <p:cNvSpPr/>
            <p:nvPr/>
          </p:nvSpPr>
          <p:spPr>
            <a:xfrm>
              <a:off x="228603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05" name="Google Shape;7405;p21"/>
            <p:cNvSpPr/>
            <p:nvPr/>
          </p:nvSpPr>
          <p:spPr>
            <a:xfrm>
              <a:off x="266703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06" name="Google Shape;7406;p21"/>
            <p:cNvSpPr/>
            <p:nvPr/>
          </p:nvSpPr>
          <p:spPr>
            <a:xfrm>
              <a:off x="304804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07" name="Google Shape;7407;p21"/>
            <p:cNvSpPr/>
            <p:nvPr/>
          </p:nvSpPr>
          <p:spPr>
            <a:xfrm>
              <a:off x="342904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08" name="Google Shape;7408;p21"/>
            <p:cNvSpPr/>
            <p:nvPr/>
          </p:nvSpPr>
          <p:spPr>
            <a:xfrm>
              <a:off x="381005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09" name="Google Shape;7409;p21"/>
            <p:cNvSpPr/>
            <p:nvPr/>
          </p:nvSpPr>
          <p:spPr>
            <a:xfrm>
              <a:off x="419105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10" name="Google Shape;7410;p21"/>
            <p:cNvSpPr/>
            <p:nvPr/>
          </p:nvSpPr>
          <p:spPr>
            <a:xfrm>
              <a:off x="457206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11" name="Google Shape;7411;p21"/>
            <p:cNvSpPr/>
            <p:nvPr/>
          </p:nvSpPr>
          <p:spPr>
            <a:xfrm>
              <a:off x="495306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12" name="Google Shape;7412;p21"/>
            <p:cNvSpPr/>
            <p:nvPr/>
          </p:nvSpPr>
          <p:spPr>
            <a:xfrm>
              <a:off x="533407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13" name="Google Shape;7413;p21"/>
            <p:cNvSpPr/>
            <p:nvPr/>
          </p:nvSpPr>
          <p:spPr>
            <a:xfrm>
              <a:off x="571507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14" name="Google Shape;7414;p21"/>
            <p:cNvSpPr/>
            <p:nvPr/>
          </p:nvSpPr>
          <p:spPr>
            <a:xfrm>
              <a:off x="609608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15" name="Google Shape;7415;p21"/>
            <p:cNvSpPr/>
            <p:nvPr/>
          </p:nvSpPr>
          <p:spPr>
            <a:xfrm>
              <a:off x="647708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16" name="Google Shape;7416;p21"/>
            <p:cNvSpPr/>
            <p:nvPr/>
          </p:nvSpPr>
          <p:spPr>
            <a:xfrm>
              <a:off x="685809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17" name="Google Shape;7417;p21"/>
            <p:cNvSpPr/>
            <p:nvPr/>
          </p:nvSpPr>
          <p:spPr>
            <a:xfrm>
              <a:off x="723909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18" name="Google Shape;7418;p21"/>
            <p:cNvSpPr/>
            <p:nvPr/>
          </p:nvSpPr>
          <p:spPr>
            <a:xfrm>
              <a:off x="7620110" y="411471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19" name="Google Shape;7419;p21"/>
            <p:cNvSpPr/>
            <p:nvPr/>
          </p:nvSpPr>
          <p:spPr>
            <a:xfrm>
              <a:off x="8001115" y="411471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20" name="Google Shape;7420;p21"/>
            <p:cNvSpPr/>
            <p:nvPr/>
          </p:nvSpPr>
          <p:spPr>
            <a:xfrm>
              <a:off x="8382120" y="411471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21" name="Google Shape;7421;p21"/>
            <p:cNvSpPr/>
            <p:nvPr/>
          </p:nvSpPr>
          <p:spPr>
            <a:xfrm>
              <a:off x="8763125" y="411471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22" name="Google Shape;7422;p21"/>
            <p:cNvSpPr/>
            <p:nvPr/>
          </p:nvSpPr>
          <p:spPr>
            <a:xfrm>
              <a:off x="7620110" y="445760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23" name="Google Shape;7423;p21"/>
            <p:cNvSpPr/>
            <p:nvPr/>
          </p:nvSpPr>
          <p:spPr>
            <a:xfrm>
              <a:off x="8001115" y="445760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24" name="Google Shape;7424;p21"/>
            <p:cNvSpPr/>
            <p:nvPr/>
          </p:nvSpPr>
          <p:spPr>
            <a:xfrm>
              <a:off x="8382120" y="445760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25" name="Google Shape;7425;p21"/>
            <p:cNvSpPr/>
            <p:nvPr/>
          </p:nvSpPr>
          <p:spPr>
            <a:xfrm>
              <a:off x="8763125" y="445760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26" name="Google Shape;7426;p21"/>
            <p:cNvSpPr/>
            <p:nvPr/>
          </p:nvSpPr>
          <p:spPr>
            <a:xfrm>
              <a:off x="7620110" y="480049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27" name="Google Shape;7427;p21"/>
            <p:cNvSpPr/>
            <p:nvPr/>
          </p:nvSpPr>
          <p:spPr>
            <a:xfrm>
              <a:off x="8001115" y="480049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28" name="Google Shape;7428;p21"/>
            <p:cNvSpPr/>
            <p:nvPr/>
          </p:nvSpPr>
          <p:spPr>
            <a:xfrm>
              <a:off x="8382120" y="480049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29" name="Google Shape;7429;p21"/>
            <p:cNvSpPr/>
            <p:nvPr/>
          </p:nvSpPr>
          <p:spPr>
            <a:xfrm>
              <a:off x="8763125" y="480049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430" name="Google Shape;7430;p21"/>
          <p:cNvSpPr/>
          <p:nvPr/>
        </p:nvSpPr>
        <p:spPr>
          <a:xfrm flipH="1">
            <a:off x="0" y="0"/>
            <a:ext cx="9144000" cy="5143500"/>
          </a:xfrm>
          <a:prstGeom prst="rtTriangle">
            <a:avLst/>
          </a:prstGeom>
          <a:solidFill>
            <a:srgbClr val="005051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431" name="Google Shape;7431;p21"/>
          <p:cNvGrpSpPr/>
          <p:nvPr/>
        </p:nvGrpSpPr>
        <p:grpSpPr>
          <a:xfrm>
            <a:off x="553048" y="535000"/>
            <a:ext cx="8105852" cy="4302000"/>
            <a:chOff x="553048" y="535000"/>
            <a:chExt cx="8105852" cy="4302000"/>
          </a:xfrm>
        </p:grpSpPr>
        <p:sp>
          <p:nvSpPr>
            <p:cNvPr id="7432" name="Google Shape;7432;p21"/>
            <p:cNvSpPr/>
            <p:nvPr/>
          </p:nvSpPr>
          <p:spPr>
            <a:xfrm>
              <a:off x="942300" y="763600"/>
              <a:ext cx="7716600" cy="4073400"/>
            </a:xfrm>
            <a:prstGeom prst="roundRect">
              <a:avLst>
                <a:gd fmla="val 2480" name="adj"/>
              </a:avLst>
            </a:prstGeom>
            <a:solidFill>
              <a:srgbClr val="222828">
                <a:alpha val="2039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33" name="Google Shape;7433;p21"/>
            <p:cNvSpPr/>
            <p:nvPr/>
          </p:nvSpPr>
          <p:spPr>
            <a:xfrm>
              <a:off x="712275" y="535000"/>
              <a:ext cx="7716600" cy="4073400"/>
            </a:xfrm>
            <a:prstGeom prst="roundRect">
              <a:avLst>
                <a:gd fmla="val 2480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34" name="Google Shape;7434;p21"/>
            <p:cNvSpPr/>
            <p:nvPr/>
          </p:nvSpPr>
          <p:spPr>
            <a:xfrm>
              <a:off x="848698" y="898261"/>
              <a:ext cx="317374" cy="317436"/>
            </a:xfrm>
            <a:custGeom>
              <a:rect b="b" l="l" r="r" t="t"/>
              <a:pathLst>
                <a:path extrusionOk="0" h="15212" w="15209">
                  <a:moveTo>
                    <a:pt x="7604" y="0"/>
                  </a:moveTo>
                  <a:cubicBezTo>
                    <a:pt x="3404" y="0"/>
                    <a:pt x="0" y="3405"/>
                    <a:pt x="0" y="7605"/>
                  </a:cubicBezTo>
                  <a:cubicBezTo>
                    <a:pt x="0" y="11805"/>
                    <a:pt x="3404" y="15212"/>
                    <a:pt x="7604" y="15212"/>
                  </a:cubicBezTo>
                  <a:cubicBezTo>
                    <a:pt x="11804" y="15212"/>
                    <a:pt x="15209" y="11805"/>
                    <a:pt x="15209" y="7605"/>
                  </a:cubicBezTo>
                  <a:cubicBezTo>
                    <a:pt x="15209" y="3405"/>
                    <a:pt x="11804" y="0"/>
                    <a:pt x="760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35" name="Google Shape;7435;p21"/>
            <p:cNvSpPr/>
            <p:nvPr/>
          </p:nvSpPr>
          <p:spPr>
            <a:xfrm>
              <a:off x="553048" y="931482"/>
              <a:ext cx="549400" cy="250994"/>
            </a:xfrm>
            <a:custGeom>
              <a:rect b="b" l="l" r="r" t="t"/>
              <a:pathLst>
                <a:path extrusionOk="0" h="12028" w="26328">
                  <a:moveTo>
                    <a:pt x="1493" y="0"/>
                  </a:moveTo>
                  <a:cubicBezTo>
                    <a:pt x="671" y="0"/>
                    <a:pt x="0" y="668"/>
                    <a:pt x="0" y="1494"/>
                  </a:cubicBezTo>
                  <a:cubicBezTo>
                    <a:pt x="0" y="2319"/>
                    <a:pt x="671" y="2990"/>
                    <a:pt x="1493" y="2990"/>
                  </a:cubicBezTo>
                  <a:lnTo>
                    <a:pt x="19596" y="2990"/>
                  </a:lnTo>
                  <a:cubicBezTo>
                    <a:pt x="21591" y="2990"/>
                    <a:pt x="23340" y="4081"/>
                    <a:pt x="23340" y="5330"/>
                  </a:cubicBezTo>
                  <a:lnTo>
                    <a:pt x="23340" y="6698"/>
                  </a:lnTo>
                  <a:cubicBezTo>
                    <a:pt x="23340" y="7944"/>
                    <a:pt x="21591" y="9038"/>
                    <a:pt x="19596" y="9038"/>
                  </a:cubicBezTo>
                  <a:lnTo>
                    <a:pt x="1493" y="9038"/>
                  </a:lnTo>
                  <a:cubicBezTo>
                    <a:pt x="671" y="9038"/>
                    <a:pt x="0" y="9706"/>
                    <a:pt x="0" y="10532"/>
                  </a:cubicBezTo>
                  <a:cubicBezTo>
                    <a:pt x="0" y="11357"/>
                    <a:pt x="671" y="12028"/>
                    <a:pt x="1493" y="12028"/>
                  </a:cubicBezTo>
                  <a:lnTo>
                    <a:pt x="19596" y="12028"/>
                  </a:lnTo>
                  <a:lnTo>
                    <a:pt x="19596" y="12025"/>
                  </a:lnTo>
                  <a:cubicBezTo>
                    <a:pt x="23370" y="12025"/>
                    <a:pt x="26327" y="9685"/>
                    <a:pt x="26327" y="6695"/>
                  </a:cubicBezTo>
                  <a:lnTo>
                    <a:pt x="26327" y="5327"/>
                  </a:lnTo>
                  <a:cubicBezTo>
                    <a:pt x="26327" y="2340"/>
                    <a:pt x="23370" y="0"/>
                    <a:pt x="19596" y="0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36" name="Google Shape;7436;p21"/>
            <p:cNvSpPr/>
            <p:nvPr/>
          </p:nvSpPr>
          <p:spPr>
            <a:xfrm>
              <a:off x="848698" y="1332681"/>
              <a:ext cx="317374" cy="317457"/>
            </a:xfrm>
            <a:custGeom>
              <a:rect b="b" l="l" r="r" t="t"/>
              <a:pathLst>
                <a:path extrusionOk="0" h="15213" w="15209">
                  <a:moveTo>
                    <a:pt x="7604" y="1"/>
                  </a:moveTo>
                  <a:cubicBezTo>
                    <a:pt x="3404" y="1"/>
                    <a:pt x="0" y="3408"/>
                    <a:pt x="0" y="7608"/>
                  </a:cubicBezTo>
                  <a:cubicBezTo>
                    <a:pt x="0" y="11808"/>
                    <a:pt x="3404" y="15212"/>
                    <a:pt x="7604" y="15212"/>
                  </a:cubicBezTo>
                  <a:cubicBezTo>
                    <a:pt x="11804" y="15212"/>
                    <a:pt x="15209" y="11808"/>
                    <a:pt x="15209" y="7608"/>
                  </a:cubicBezTo>
                  <a:cubicBezTo>
                    <a:pt x="15209" y="3408"/>
                    <a:pt x="11804" y="1"/>
                    <a:pt x="760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37" name="Google Shape;7437;p21"/>
            <p:cNvSpPr/>
            <p:nvPr/>
          </p:nvSpPr>
          <p:spPr>
            <a:xfrm>
              <a:off x="553048" y="1365902"/>
              <a:ext cx="549400" cy="251015"/>
            </a:xfrm>
            <a:custGeom>
              <a:rect b="b" l="l" r="r" t="t"/>
              <a:pathLst>
                <a:path extrusionOk="0" h="12029" w="26328">
                  <a:moveTo>
                    <a:pt x="1493" y="1"/>
                  </a:moveTo>
                  <a:cubicBezTo>
                    <a:pt x="671" y="1"/>
                    <a:pt x="0" y="671"/>
                    <a:pt x="0" y="1497"/>
                  </a:cubicBezTo>
                  <a:cubicBezTo>
                    <a:pt x="0" y="2320"/>
                    <a:pt x="671" y="2990"/>
                    <a:pt x="1493" y="2990"/>
                  </a:cubicBezTo>
                  <a:lnTo>
                    <a:pt x="19596" y="2990"/>
                  </a:lnTo>
                  <a:cubicBezTo>
                    <a:pt x="21591" y="2990"/>
                    <a:pt x="23340" y="4084"/>
                    <a:pt x="23340" y="5330"/>
                  </a:cubicBezTo>
                  <a:lnTo>
                    <a:pt x="23340" y="6699"/>
                  </a:lnTo>
                  <a:cubicBezTo>
                    <a:pt x="23340" y="7948"/>
                    <a:pt x="21591" y="9042"/>
                    <a:pt x="19596" y="9042"/>
                  </a:cubicBezTo>
                  <a:lnTo>
                    <a:pt x="1493" y="9042"/>
                  </a:lnTo>
                  <a:cubicBezTo>
                    <a:pt x="671" y="9042"/>
                    <a:pt x="0" y="9709"/>
                    <a:pt x="0" y="10535"/>
                  </a:cubicBezTo>
                  <a:cubicBezTo>
                    <a:pt x="0" y="11361"/>
                    <a:pt x="671" y="12028"/>
                    <a:pt x="1493" y="12028"/>
                  </a:cubicBezTo>
                  <a:lnTo>
                    <a:pt x="19596" y="12028"/>
                  </a:lnTo>
                  <a:cubicBezTo>
                    <a:pt x="23370" y="12028"/>
                    <a:pt x="26327" y="9688"/>
                    <a:pt x="26327" y="6699"/>
                  </a:cubicBezTo>
                  <a:lnTo>
                    <a:pt x="26327" y="5330"/>
                  </a:lnTo>
                  <a:cubicBezTo>
                    <a:pt x="26327" y="2344"/>
                    <a:pt x="23370" y="1"/>
                    <a:pt x="19596" y="1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38" name="Google Shape;7438;p21"/>
            <p:cNvSpPr/>
            <p:nvPr/>
          </p:nvSpPr>
          <p:spPr>
            <a:xfrm>
              <a:off x="848698" y="1767184"/>
              <a:ext cx="317374" cy="317436"/>
            </a:xfrm>
            <a:custGeom>
              <a:rect b="b" l="l" r="r" t="t"/>
              <a:pathLst>
                <a:path extrusionOk="0" h="15212" w="15209">
                  <a:moveTo>
                    <a:pt x="7604" y="0"/>
                  </a:moveTo>
                  <a:cubicBezTo>
                    <a:pt x="3404" y="0"/>
                    <a:pt x="0" y="3404"/>
                    <a:pt x="0" y="7605"/>
                  </a:cubicBezTo>
                  <a:cubicBezTo>
                    <a:pt x="0" y="11805"/>
                    <a:pt x="3404" y="15212"/>
                    <a:pt x="7604" y="15212"/>
                  </a:cubicBezTo>
                  <a:cubicBezTo>
                    <a:pt x="11804" y="15212"/>
                    <a:pt x="15209" y="11805"/>
                    <a:pt x="15209" y="7605"/>
                  </a:cubicBezTo>
                  <a:cubicBezTo>
                    <a:pt x="15209" y="3404"/>
                    <a:pt x="11804" y="0"/>
                    <a:pt x="760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39" name="Google Shape;7439;p21"/>
            <p:cNvSpPr/>
            <p:nvPr/>
          </p:nvSpPr>
          <p:spPr>
            <a:xfrm>
              <a:off x="553048" y="1800405"/>
              <a:ext cx="549400" cy="250994"/>
            </a:xfrm>
            <a:custGeom>
              <a:rect b="b" l="l" r="r" t="t"/>
              <a:pathLst>
                <a:path extrusionOk="0" h="12028" w="26328">
                  <a:moveTo>
                    <a:pt x="1493" y="0"/>
                  </a:moveTo>
                  <a:cubicBezTo>
                    <a:pt x="671" y="0"/>
                    <a:pt x="0" y="668"/>
                    <a:pt x="0" y="1493"/>
                  </a:cubicBezTo>
                  <a:cubicBezTo>
                    <a:pt x="0" y="2319"/>
                    <a:pt x="671" y="2990"/>
                    <a:pt x="1493" y="2990"/>
                  </a:cubicBezTo>
                  <a:lnTo>
                    <a:pt x="19596" y="2990"/>
                  </a:lnTo>
                  <a:cubicBezTo>
                    <a:pt x="21591" y="2990"/>
                    <a:pt x="23340" y="4081"/>
                    <a:pt x="23340" y="5330"/>
                  </a:cubicBezTo>
                  <a:lnTo>
                    <a:pt x="23340" y="6695"/>
                  </a:lnTo>
                  <a:cubicBezTo>
                    <a:pt x="23340" y="7944"/>
                    <a:pt x="21591" y="9038"/>
                    <a:pt x="19596" y="9038"/>
                  </a:cubicBezTo>
                  <a:lnTo>
                    <a:pt x="1493" y="9038"/>
                  </a:lnTo>
                  <a:cubicBezTo>
                    <a:pt x="671" y="9038"/>
                    <a:pt x="0" y="9706"/>
                    <a:pt x="0" y="10532"/>
                  </a:cubicBezTo>
                  <a:cubicBezTo>
                    <a:pt x="0" y="11357"/>
                    <a:pt x="671" y="12028"/>
                    <a:pt x="1493" y="12028"/>
                  </a:cubicBezTo>
                  <a:lnTo>
                    <a:pt x="19596" y="12028"/>
                  </a:lnTo>
                  <a:lnTo>
                    <a:pt x="19596" y="12025"/>
                  </a:lnTo>
                  <a:cubicBezTo>
                    <a:pt x="23370" y="12025"/>
                    <a:pt x="26327" y="9685"/>
                    <a:pt x="26327" y="6695"/>
                  </a:cubicBezTo>
                  <a:lnTo>
                    <a:pt x="26327" y="5327"/>
                  </a:lnTo>
                  <a:cubicBezTo>
                    <a:pt x="26327" y="2340"/>
                    <a:pt x="23370" y="0"/>
                    <a:pt x="19596" y="0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40" name="Google Shape;7440;p21"/>
            <p:cNvSpPr/>
            <p:nvPr/>
          </p:nvSpPr>
          <p:spPr>
            <a:xfrm>
              <a:off x="848698" y="2201603"/>
              <a:ext cx="317374" cy="317457"/>
            </a:xfrm>
            <a:custGeom>
              <a:rect b="b" l="l" r="r" t="t"/>
              <a:pathLst>
                <a:path extrusionOk="0" h="15213" w="15209">
                  <a:moveTo>
                    <a:pt x="7604" y="1"/>
                  </a:moveTo>
                  <a:cubicBezTo>
                    <a:pt x="3404" y="1"/>
                    <a:pt x="0" y="3405"/>
                    <a:pt x="0" y="7608"/>
                  </a:cubicBezTo>
                  <a:cubicBezTo>
                    <a:pt x="0" y="11808"/>
                    <a:pt x="3404" y="15212"/>
                    <a:pt x="7604" y="15212"/>
                  </a:cubicBezTo>
                  <a:cubicBezTo>
                    <a:pt x="11804" y="15212"/>
                    <a:pt x="15209" y="11808"/>
                    <a:pt x="15209" y="7608"/>
                  </a:cubicBezTo>
                  <a:cubicBezTo>
                    <a:pt x="15209" y="3405"/>
                    <a:pt x="11804" y="1"/>
                    <a:pt x="760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41" name="Google Shape;7441;p21"/>
            <p:cNvSpPr/>
            <p:nvPr/>
          </p:nvSpPr>
          <p:spPr>
            <a:xfrm>
              <a:off x="553048" y="2234824"/>
              <a:ext cx="549400" cy="251015"/>
            </a:xfrm>
            <a:custGeom>
              <a:rect b="b" l="l" r="r" t="t"/>
              <a:pathLst>
                <a:path extrusionOk="0" h="12029" w="26328">
                  <a:moveTo>
                    <a:pt x="1493" y="1"/>
                  </a:moveTo>
                  <a:cubicBezTo>
                    <a:pt x="671" y="1"/>
                    <a:pt x="0" y="668"/>
                    <a:pt x="0" y="1494"/>
                  </a:cubicBezTo>
                  <a:cubicBezTo>
                    <a:pt x="0" y="2320"/>
                    <a:pt x="671" y="2990"/>
                    <a:pt x="1493" y="2990"/>
                  </a:cubicBezTo>
                  <a:lnTo>
                    <a:pt x="19596" y="2990"/>
                  </a:lnTo>
                  <a:cubicBezTo>
                    <a:pt x="21591" y="2990"/>
                    <a:pt x="23340" y="4084"/>
                    <a:pt x="23340" y="5330"/>
                  </a:cubicBezTo>
                  <a:lnTo>
                    <a:pt x="23340" y="6699"/>
                  </a:lnTo>
                  <a:cubicBezTo>
                    <a:pt x="23340" y="7945"/>
                    <a:pt x="21591" y="9039"/>
                    <a:pt x="19596" y="9039"/>
                  </a:cubicBezTo>
                  <a:lnTo>
                    <a:pt x="1493" y="9039"/>
                  </a:lnTo>
                  <a:cubicBezTo>
                    <a:pt x="671" y="9039"/>
                    <a:pt x="0" y="9706"/>
                    <a:pt x="0" y="10532"/>
                  </a:cubicBezTo>
                  <a:cubicBezTo>
                    <a:pt x="0" y="11358"/>
                    <a:pt x="671" y="12028"/>
                    <a:pt x="1493" y="12028"/>
                  </a:cubicBezTo>
                  <a:lnTo>
                    <a:pt x="19596" y="12028"/>
                  </a:lnTo>
                  <a:lnTo>
                    <a:pt x="19596" y="12025"/>
                  </a:lnTo>
                  <a:cubicBezTo>
                    <a:pt x="23370" y="12025"/>
                    <a:pt x="26327" y="9685"/>
                    <a:pt x="26327" y="6699"/>
                  </a:cubicBezTo>
                  <a:lnTo>
                    <a:pt x="26327" y="5330"/>
                  </a:lnTo>
                  <a:cubicBezTo>
                    <a:pt x="26327" y="2341"/>
                    <a:pt x="23370" y="1"/>
                    <a:pt x="19596" y="1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42" name="Google Shape;7442;p21"/>
            <p:cNvSpPr/>
            <p:nvPr/>
          </p:nvSpPr>
          <p:spPr>
            <a:xfrm>
              <a:off x="848698" y="2636106"/>
              <a:ext cx="317374" cy="317374"/>
            </a:xfrm>
            <a:custGeom>
              <a:rect b="b" l="l" r="r" t="t"/>
              <a:pathLst>
                <a:path extrusionOk="0" h="15209" w="15209">
                  <a:moveTo>
                    <a:pt x="7604" y="0"/>
                  </a:moveTo>
                  <a:cubicBezTo>
                    <a:pt x="3404" y="0"/>
                    <a:pt x="0" y="3404"/>
                    <a:pt x="0" y="7604"/>
                  </a:cubicBezTo>
                  <a:cubicBezTo>
                    <a:pt x="0" y="11805"/>
                    <a:pt x="3404" y="15209"/>
                    <a:pt x="7604" y="15209"/>
                  </a:cubicBezTo>
                  <a:cubicBezTo>
                    <a:pt x="11804" y="15209"/>
                    <a:pt x="15209" y="11805"/>
                    <a:pt x="15209" y="7604"/>
                  </a:cubicBezTo>
                  <a:cubicBezTo>
                    <a:pt x="15209" y="3404"/>
                    <a:pt x="11804" y="0"/>
                    <a:pt x="760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43" name="Google Shape;7443;p21"/>
            <p:cNvSpPr/>
            <p:nvPr/>
          </p:nvSpPr>
          <p:spPr>
            <a:xfrm>
              <a:off x="553048" y="2669265"/>
              <a:ext cx="549400" cy="250994"/>
            </a:xfrm>
            <a:custGeom>
              <a:rect b="b" l="l" r="r" t="t"/>
              <a:pathLst>
                <a:path extrusionOk="0" h="12028" w="26328">
                  <a:moveTo>
                    <a:pt x="1493" y="0"/>
                  </a:moveTo>
                  <a:cubicBezTo>
                    <a:pt x="671" y="0"/>
                    <a:pt x="0" y="671"/>
                    <a:pt x="0" y="1496"/>
                  </a:cubicBezTo>
                  <a:cubicBezTo>
                    <a:pt x="0" y="2322"/>
                    <a:pt x="671" y="2990"/>
                    <a:pt x="1493" y="2990"/>
                  </a:cubicBezTo>
                  <a:lnTo>
                    <a:pt x="19596" y="2990"/>
                  </a:lnTo>
                  <a:cubicBezTo>
                    <a:pt x="21591" y="2990"/>
                    <a:pt x="23340" y="4084"/>
                    <a:pt x="23340" y="5330"/>
                  </a:cubicBezTo>
                  <a:lnTo>
                    <a:pt x="23340" y="6698"/>
                  </a:lnTo>
                  <a:cubicBezTo>
                    <a:pt x="23340" y="7947"/>
                    <a:pt x="21591" y="9041"/>
                    <a:pt x="19596" y="9041"/>
                  </a:cubicBezTo>
                  <a:lnTo>
                    <a:pt x="1493" y="9041"/>
                  </a:lnTo>
                  <a:cubicBezTo>
                    <a:pt x="671" y="9041"/>
                    <a:pt x="0" y="9709"/>
                    <a:pt x="0" y="10534"/>
                  </a:cubicBezTo>
                  <a:cubicBezTo>
                    <a:pt x="0" y="11360"/>
                    <a:pt x="671" y="12028"/>
                    <a:pt x="1493" y="12028"/>
                  </a:cubicBezTo>
                  <a:lnTo>
                    <a:pt x="19596" y="12028"/>
                  </a:lnTo>
                  <a:cubicBezTo>
                    <a:pt x="23370" y="12028"/>
                    <a:pt x="26327" y="9688"/>
                    <a:pt x="26327" y="6698"/>
                  </a:cubicBezTo>
                  <a:lnTo>
                    <a:pt x="26327" y="5330"/>
                  </a:lnTo>
                  <a:cubicBezTo>
                    <a:pt x="26327" y="2343"/>
                    <a:pt x="23370" y="0"/>
                    <a:pt x="19596" y="0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44" name="Google Shape;7444;p21"/>
            <p:cNvSpPr/>
            <p:nvPr/>
          </p:nvSpPr>
          <p:spPr>
            <a:xfrm>
              <a:off x="848698" y="3070526"/>
              <a:ext cx="317374" cy="317457"/>
            </a:xfrm>
            <a:custGeom>
              <a:rect b="b" l="l" r="r" t="t"/>
              <a:pathLst>
                <a:path extrusionOk="0" h="15213" w="15209">
                  <a:moveTo>
                    <a:pt x="7604" y="1"/>
                  </a:moveTo>
                  <a:cubicBezTo>
                    <a:pt x="3404" y="1"/>
                    <a:pt x="0" y="3405"/>
                    <a:pt x="0" y="7605"/>
                  </a:cubicBezTo>
                  <a:cubicBezTo>
                    <a:pt x="0" y="11805"/>
                    <a:pt x="3404" y="15212"/>
                    <a:pt x="7604" y="15212"/>
                  </a:cubicBezTo>
                  <a:cubicBezTo>
                    <a:pt x="11804" y="15212"/>
                    <a:pt x="15209" y="11805"/>
                    <a:pt x="15209" y="7605"/>
                  </a:cubicBezTo>
                  <a:cubicBezTo>
                    <a:pt x="15209" y="3405"/>
                    <a:pt x="11804" y="1"/>
                    <a:pt x="760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45" name="Google Shape;7445;p21"/>
            <p:cNvSpPr/>
            <p:nvPr/>
          </p:nvSpPr>
          <p:spPr>
            <a:xfrm>
              <a:off x="553048" y="3103747"/>
              <a:ext cx="549400" cy="251015"/>
            </a:xfrm>
            <a:custGeom>
              <a:rect b="b" l="l" r="r" t="t"/>
              <a:pathLst>
                <a:path extrusionOk="0" h="12029" w="26328">
                  <a:moveTo>
                    <a:pt x="1493" y="0"/>
                  </a:moveTo>
                  <a:cubicBezTo>
                    <a:pt x="671" y="0"/>
                    <a:pt x="0" y="668"/>
                    <a:pt x="0" y="1494"/>
                  </a:cubicBezTo>
                  <a:cubicBezTo>
                    <a:pt x="0" y="2320"/>
                    <a:pt x="671" y="2987"/>
                    <a:pt x="1493" y="2987"/>
                  </a:cubicBezTo>
                  <a:lnTo>
                    <a:pt x="19596" y="2987"/>
                  </a:lnTo>
                  <a:cubicBezTo>
                    <a:pt x="21591" y="2987"/>
                    <a:pt x="23340" y="4081"/>
                    <a:pt x="23340" y="5330"/>
                  </a:cubicBezTo>
                  <a:lnTo>
                    <a:pt x="23340" y="6696"/>
                  </a:lnTo>
                  <a:cubicBezTo>
                    <a:pt x="23340" y="7945"/>
                    <a:pt x="21591" y="9039"/>
                    <a:pt x="19596" y="9039"/>
                  </a:cubicBezTo>
                  <a:lnTo>
                    <a:pt x="1493" y="9039"/>
                  </a:lnTo>
                  <a:cubicBezTo>
                    <a:pt x="671" y="9039"/>
                    <a:pt x="0" y="9706"/>
                    <a:pt x="0" y="10532"/>
                  </a:cubicBezTo>
                  <a:cubicBezTo>
                    <a:pt x="0" y="11358"/>
                    <a:pt x="671" y="12028"/>
                    <a:pt x="1493" y="12028"/>
                  </a:cubicBezTo>
                  <a:lnTo>
                    <a:pt x="19596" y="12028"/>
                  </a:lnTo>
                  <a:lnTo>
                    <a:pt x="19596" y="12025"/>
                  </a:lnTo>
                  <a:cubicBezTo>
                    <a:pt x="23370" y="12025"/>
                    <a:pt x="26327" y="9685"/>
                    <a:pt x="26327" y="6696"/>
                  </a:cubicBezTo>
                  <a:lnTo>
                    <a:pt x="26327" y="5330"/>
                  </a:lnTo>
                  <a:cubicBezTo>
                    <a:pt x="26327" y="2340"/>
                    <a:pt x="23370" y="0"/>
                    <a:pt x="19596" y="0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46" name="Google Shape;7446;p21"/>
            <p:cNvSpPr/>
            <p:nvPr/>
          </p:nvSpPr>
          <p:spPr>
            <a:xfrm>
              <a:off x="848698" y="3504966"/>
              <a:ext cx="317374" cy="317436"/>
            </a:xfrm>
            <a:custGeom>
              <a:rect b="b" l="l" r="r" t="t"/>
              <a:pathLst>
                <a:path extrusionOk="0" h="15212" w="15209">
                  <a:moveTo>
                    <a:pt x="7604" y="0"/>
                  </a:moveTo>
                  <a:cubicBezTo>
                    <a:pt x="3404" y="0"/>
                    <a:pt x="0" y="3407"/>
                    <a:pt x="0" y="7607"/>
                  </a:cubicBezTo>
                  <a:cubicBezTo>
                    <a:pt x="0" y="11807"/>
                    <a:pt x="3404" y="15212"/>
                    <a:pt x="7604" y="15212"/>
                  </a:cubicBezTo>
                  <a:cubicBezTo>
                    <a:pt x="11804" y="15212"/>
                    <a:pt x="15209" y="11807"/>
                    <a:pt x="15209" y="7607"/>
                  </a:cubicBezTo>
                  <a:cubicBezTo>
                    <a:pt x="15209" y="3407"/>
                    <a:pt x="11804" y="0"/>
                    <a:pt x="760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47" name="Google Shape;7447;p21"/>
            <p:cNvSpPr/>
            <p:nvPr/>
          </p:nvSpPr>
          <p:spPr>
            <a:xfrm>
              <a:off x="553048" y="3538167"/>
              <a:ext cx="549400" cy="251015"/>
            </a:xfrm>
            <a:custGeom>
              <a:rect b="b" l="l" r="r" t="t"/>
              <a:pathLst>
                <a:path extrusionOk="0" h="12029" w="26328">
                  <a:moveTo>
                    <a:pt x="1493" y="1"/>
                  </a:moveTo>
                  <a:cubicBezTo>
                    <a:pt x="671" y="1"/>
                    <a:pt x="0" y="672"/>
                    <a:pt x="0" y="1497"/>
                  </a:cubicBezTo>
                  <a:cubicBezTo>
                    <a:pt x="0" y="2320"/>
                    <a:pt x="671" y="2991"/>
                    <a:pt x="1493" y="2991"/>
                  </a:cubicBezTo>
                  <a:lnTo>
                    <a:pt x="19596" y="2991"/>
                  </a:lnTo>
                  <a:cubicBezTo>
                    <a:pt x="21591" y="2991"/>
                    <a:pt x="23340" y="4085"/>
                    <a:pt x="23340" y="5331"/>
                  </a:cubicBezTo>
                  <a:lnTo>
                    <a:pt x="23340" y="6699"/>
                  </a:lnTo>
                  <a:cubicBezTo>
                    <a:pt x="23340" y="7948"/>
                    <a:pt x="21591" y="9042"/>
                    <a:pt x="19596" y="9042"/>
                  </a:cubicBezTo>
                  <a:lnTo>
                    <a:pt x="1493" y="9042"/>
                  </a:lnTo>
                  <a:cubicBezTo>
                    <a:pt x="671" y="9042"/>
                    <a:pt x="0" y="9710"/>
                    <a:pt x="0" y="10535"/>
                  </a:cubicBezTo>
                  <a:cubicBezTo>
                    <a:pt x="0" y="11361"/>
                    <a:pt x="671" y="12029"/>
                    <a:pt x="1493" y="12029"/>
                  </a:cubicBezTo>
                  <a:lnTo>
                    <a:pt x="19596" y="12029"/>
                  </a:lnTo>
                  <a:cubicBezTo>
                    <a:pt x="23370" y="12029"/>
                    <a:pt x="26327" y="9689"/>
                    <a:pt x="26327" y="6699"/>
                  </a:cubicBezTo>
                  <a:lnTo>
                    <a:pt x="26327" y="5331"/>
                  </a:lnTo>
                  <a:cubicBezTo>
                    <a:pt x="26327" y="2344"/>
                    <a:pt x="23370" y="1"/>
                    <a:pt x="19596" y="1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48" name="Google Shape;7448;p21"/>
            <p:cNvSpPr/>
            <p:nvPr/>
          </p:nvSpPr>
          <p:spPr>
            <a:xfrm>
              <a:off x="848698" y="3939449"/>
              <a:ext cx="317374" cy="317395"/>
            </a:xfrm>
            <a:custGeom>
              <a:rect b="b" l="l" r="r" t="t"/>
              <a:pathLst>
                <a:path extrusionOk="0" h="15210" w="15209">
                  <a:moveTo>
                    <a:pt x="7604" y="1"/>
                  </a:moveTo>
                  <a:cubicBezTo>
                    <a:pt x="3404" y="1"/>
                    <a:pt x="0" y="3405"/>
                    <a:pt x="0" y="7605"/>
                  </a:cubicBezTo>
                  <a:cubicBezTo>
                    <a:pt x="0" y="11805"/>
                    <a:pt x="3404" y="15209"/>
                    <a:pt x="7604" y="15209"/>
                  </a:cubicBezTo>
                  <a:cubicBezTo>
                    <a:pt x="11804" y="15209"/>
                    <a:pt x="15209" y="11805"/>
                    <a:pt x="15209" y="7605"/>
                  </a:cubicBezTo>
                  <a:cubicBezTo>
                    <a:pt x="15209" y="3405"/>
                    <a:pt x="11804" y="1"/>
                    <a:pt x="760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49" name="Google Shape;7449;p21"/>
            <p:cNvSpPr/>
            <p:nvPr/>
          </p:nvSpPr>
          <p:spPr>
            <a:xfrm>
              <a:off x="553048" y="3972670"/>
              <a:ext cx="549400" cy="251015"/>
            </a:xfrm>
            <a:custGeom>
              <a:rect b="b" l="l" r="r" t="t"/>
              <a:pathLst>
                <a:path extrusionOk="0" h="12029" w="26328">
                  <a:moveTo>
                    <a:pt x="1493" y="0"/>
                  </a:moveTo>
                  <a:cubicBezTo>
                    <a:pt x="671" y="0"/>
                    <a:pt x="0" y="668"/>
                    <a:pt x="0" y="1494"/>
                  </a:cubicBezTo>
                  <a:cubicBezTo>
                    <a:pt x="0" y="2320"/>
                    <a:pt x="671" y="2990"/>
                    <a:pt x="1493" y="2990"/>
                  </a:cubicBezTo>
                  <a:lnTo>
                    <a:pt x="19596" y="2990"/>
                  </a:lnTo>
                  <a:cubicBezTo>
                    <a:pt x="21591" y="2990"/>
                    <a:pt x="23340" y="4081"/>
                    <a:pt x="23340" y="5330"/>
                  </a:cubicBezTo>
                  <a:lnTo>
                    <a:pt x="23340" y="6695"/>
                  </a:lnTo>
                  <a:cubicBezTo>
                    <a:pt x="23340" y="7944"/>
                    <a:pt x="21591" y="9038"/>
                    <a:pt x="19596" y="9038"/>
                  </a:cubicBezTo>
                  <a:lnTo>
                    <a:pt x="1493" y="9038"/>
                  </a:lnTo>
                  <a:cubicBezTo>
                    <a:pt x="671" y="9038"/>
                    <a:pt x="0" y="9706"/>
                    <a:pt x="0" y="10532"/>
                  </a:cubicBezTo>
                  <a:cubicBezTo>
                    <a:pt x="0" y="11358"/>
                    <a:pt x="671" y="12028"/>
                    <a:pt x="1493" y="12028"/>
                  </a:cubicBezTo>
                  <a:lnTo>
                    <a:pt x="19596" y="12028"/>
                  </a:lnTo>
                  <a:lnTo>
                    <a:pt x="19596" y="12025"/>
                  </a:lnTo>
                  <a:cubicBezTo>
                    <a:pt x="23370" y="12025"/>
                    <a:pt x="26327" y="9685"/>
                    <a:pt x="26327" y="6695"/>
                  </a:cubicBezTo>
                  <a:lnTo>
                    <a:pt x="26327" y="5327"/>
                  </a:lnTo>
                  <a:cubicBezTo>
                    <a:pt x="26327" y="2340"/>
                    <a:pt x="23370" y="0"/>
                    <a:pt x="19596" y="0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450" name="Google Shape;7450;p21"/>
          <p:cNvSpPr txBox="1"/>
          <p:nvPr>
            <p:ph type="title"/>
          </p:nvPr>
        </p:nvSpPr>
        <p:spPr>
          <a:xfrm>
            <a:off x="1270650" y="629375"/>
            <a:ext cx="7020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300"/>
              <a:buFont typeface="Gantari ExtraBold"/>
              <a:buNone/>
              <a:defRPr sz="3300">
                <a:solidFill>
                  <a:schemeClr val="lt2"/>
                </a:solidFill>
                <a:latin typeface="Gantari ExtraBold"/>
                <a:ea typeface="Gantari ExtraBold"/>
                <a:cs typeface="Gantari ExtraBold"/>
                <a:sym typeface="Gantari Extra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300"/>
              <a:buFont typeface="Gantari ExtraBold"/>
              <a:buNone/>
              <a:defRPr sz="3300">
                <a:solidFill>
                  <a:schemeClr val="lt2"/>
                </a:solidFill>
                <a:latin typeface="Gantari ExtraBold"/>
                <a:ea typeface="Gantari ExtraBold"/>
                <a:cs typeface="Gantari ExtraBold"/>
                <a:sym typeface="Gantari ExtraBo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300"/>
              <a:buFont typeface="Gantari ExtraBold"/>
              <a:buNone/>
              <a:defRPr sz="3300">
                <a:solidFill>
                  <a:schemeClr val="lt2"/>
                </a:solidFill>
                <a:latin typeface="Gantari ExtraBold"/>
                <a:ea typeface="Gantari ExtraBold"/>
                <a:cs typeface="Gantari ExtraBold"/>
                <a:sym typeface="Gantari ExtraBo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300"/>
              <a:buFont typeface="Gantari ExtraBold"/>
              <a:buNone/>
              <a:defRPr sz="3300">
                <a:solidFill>
                  <a:schemeClr val="lt2"/>
                </a:solidFill>
                <a:latin typeface="Gantari ExtraBold"/>
                <a:ea typeface="Gantari ExtraBold"/>
                <a:cs typeface="Gantari ExtraBold"/>
                <a:sym typeface="Gantari ExtraBo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300"/>
              <a:buFont typeface="Gantari ExtraBold"/>
              <a:buNone/>
              <a:defRPr sz="3300">
                <a:solidFill>
                  <a:schemeClr val="lt2"/>
                </a:solidFill>
                <a:latin typeface="Gantari ExtraBold"/>
                <a:ea typeface="Gantari ExtraBold"/>
                <a:cs typeface="Gantari ExtraBold"/>
                <a:sym typeface="Gantari ExtraBo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300"/>
              <a:buFont typeface="Gantari ExtraBold"/>
              <a:buNone/>
              <a:defRPr sz="3300">
                <a:solidFill>
                  <a:schemeClr val="lt2"/>
                </a:solidFill>
                <a:latin typeface="Gantari ExtraBold"/>
                <a:ea typeface="Gantari ExtraBold"/>
                <a:cs typeface="Gantari ExtraBold"/>
                <a:sym typeface="Gantari ExtraBo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300"/>
              <a:buFont typeface="Gantari ExtraBold"/>
              <a:buNone/>
              <a:defRPr sz="3300">
                <a:solidFill>
                  <a:schemeClr val="lt2"/>
                </a:solidFill>
                <a:latin typeface="Gantari ExtraBold"/>
                <a:ea typeface="Gantari ExtraBold"/>
                <a:cs typeface="Gantari ExtraBold"/>
                <a:sym typeface="Gantari ExtraBo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300"/>
              <a:buFont typeface="Gantari ExtraBold"/>
              <a:buNone/>
              <a:defRPr sz="3300">
                <a:solidFill>
                  <a:schemeClr val="lt2"/>
                </a:solidFill>
                <a:latin typeface="Gantari ExtraBold"/>
                <a:ea typeface="Gantari ExtraBold"/>
                <a:cs typeface="Gantari ExtraBold"/>
                <a:sym typeface="Gantari ExtraBo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300"/>
              <a:buFont typeface="Gantari ExtraBold"/>
              <a:buNone/>
              <a:defRPr sz="3300">
                <a:solidFill>
                  <a:schemeClr val="lt2"/>
                </a:solidFill>
                <a:latin typeface="Gantari ExtraBold"/>
                <a:ea typeface="Gantari ExtraBold"/>
                <a:cs typeface="Gantari ExtraBold"/>
                <a:sym typeface="Gantari ExtraBold"/>
              </a:defRPr>
            </a:lvl9pPr>
          </a:lstStyle>
          <a:p/>
        </p:txBody>
      </p:sp>
      <p:sp>
        <p:nvSpPr>
          <p:cNvPr id="7451" name="Google Shape;7451;p21"/>
          <p:cNvSpPr txBox="1"/>
          <p:nvPr>
            <p:ph idx="1" type="subTitle"/>
          </p:nvPr>
        </p:nvSpPr>
        <p:spPr>
          <a:xfrm>
            <a:off x="1270650" y="1202075"/>
            <a:ext cx="7020000" cy="388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b="1">
                <a:solidFill>
                  <a:schemeClr val="accent2"/>
                </a:solidFill>
                <a:highlight>
                  <a:schemeClr val="lt2"/>
                </a:highlight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b="1">
                <a:solidFill>
                  <a:schemeClr val="accent2"/>
                </a:solidFill>
                <a:highlight>
                  <a:schemeClr val="lt2"/>
                </a:highlight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b="1">
                <a:solidFill>
                  <a:schemeClr val="accent2"/>
                </a:solidFill>
                <a:highlight>
                  <a:schemeClr val="lt2"/>
                </a:highlight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b="1">
                <a:solidFill>
                  <a:schemeClr val="accent2"/>
                </a:solidFill>
                <a:highlight>
                  <a:schemeClr val="lt2"/>
                </a:highlight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b="1">
                <a:solidFill>
                  <a:schemeClr val="accent2"/>
                </a:solidFill>
                <a:highlight>
                  <a:schemeClr val="lt2"/>
                </a:highlight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b="1">
                <a:solidFill>
                  <a:schemeClr val="accent2"/>
                </a:solidFill>
                <a:highlight>
                  <a:schemeClr val="lt2"/>
                </a:highlight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b="1">
                <a:solidFill>
                  <a:schemeClr val="accent2"/>
                </a:solidFill>
                <a:highlight>
                  <a:schemeClr val="lt2"/>
                </a:highlight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b="1">
                <a:solidFill>
                  <a:schemeClr val="accent2"/>
                </a:solidFill>
                <a:highlight>
                  <a:schemeClr val="lt2"/>
                </a:highlight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b="1">
                <a:solidFill>
                  <a:schemeClr val="accent2"/>
                </a:solidFill>
                <a:highlight>
                  <a:schemeClr val="lt2"/>
                </a:highlight>
              </a:defRPr>
            </a:lvl9pPr>
          </a:lstStyle>
          <a:p/>
        </p:txBody>
      </p:sp>
      <p:sp>
        <p:nvSpPr>
          <p:cNvPr id="7452" name="Google Shape;7452;p21"/>
          <p:cNvSpPr txBox="1"/>
          <p:nvPr>
            <p:ph idx="2" type="subTitle"/>
          </p:nvPr>
        </p:nvSpPr>
        <p:spPr>
          <a:xfrm>
            <a:off x="1270650" y="1514375"/>
            <a:ext cx="7020000" cy="295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53" name="Google Shape;7453;p21"/>
          <p:cNvSpPr/>
          <p:nvPr/>
        </p:nvSpPr>
        <p:spPr>
          <a:xfrm>
            <a:off x="8428900" y="1041975"/>
            <a:ext cx="143750" cy="647425"/>
          </a:xfrm>
          <a:custGeom>
            <a:rect b="b" l="l" r="r" t="t"/>
            <a:pathLst>
              <a:path extrusionOk="0" h="25897" w="5750">
                <a:moveTo>
                  <a:pt x="0" y="0"/>
                </a:moveTo>
                <a:lnTo>
                  <a:pt x="0" y="25897"/>
                </a:lnTo>
                <a:cubicBezTo>
                  <a:pt x="3176" y="25897"/>
                  <a:pt x="5749" y="23323"/>
                  <a:pt x="5749" y="20147"/>
                </a:cubicBezTo>
                <a:lnTo>
                  <a:pt x="5749" y="5752"/>
                </a:lnTo>
                <a:cubicBezTo>
                  <a:pt x="5749" y="2576"/>
                  <a:pt x="3176" y="0"/>
                  <a:pt x="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54" name="Google Shape;7454;p21"/>
          <p:cNvSpPr/>
          <p:nvPr/>
        </p:nvSpPr>
        <p:spPr>
          <a:xfrm>
            <a:off x="8428900" y="2620900"/>
            <a:ext cx="143750" cy="647425"/>
          </a:xfrm>
          <a:custGeom>
            <a:rect b="b" l="l" r="r" t="t"/>
            <a:pathLst>
              <a:path extrusionOk="0" h="25897" w="5750">
                <a:moveTo>
                  <a:pt x="0" y="0"/>
                </a:moveTo>
                <a:lnTo>
                  <a:pt x="0" y="25897"/>
                </a:lnTo>
                <a:cubicBezTo>
                  <a:pt x="3176" y="25897"/>
                  <a:pt x="5749" y="23323"/>
                  <a:pt x="5749" y="20148"/>
                </a:cubicBezTo>
                <a:lnTo>
                  <a:pt x="5749" y="5752"/>
                </a:lnTo>
                <a:cubicBezTo>
                  <a:pt x="5749" y="2577"/>
                  <a:pt x="3176" y="0"/>
                  <a:pt x="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55" name="Google Shape;7455;p21"/>
          <p:cNvSpPr/>
          <p:nvPr/>
        </p:nvSpPr>
        <p:spPr>
          <a:xfrm>
            <a:off x="8428900" y="1811900"/>
            <a:ext cx="143750" cy="647425"/>
          </a:xfrm>
          <a:custGeom>
            <a:rect b="b" l="l" r="r" t="t"/>
            <a:pathLst>
              <a:path extrusionOk="0" h="25897" w="5750">
                <a:moveTo>
                  <a:pt x="0" y="0"/>
                </a:moveTo>
                <a:lnTo>
                  <a:pt x="0" y="25897"/>
                </a:lnTo>
                <a:cubicBezTo>
                  <a:pt x="3176" y="25897"/>
                  <a:pt x="5749" y="23320"/>
                  <a:pt x="5749" y="20147"/>
                </a:cubicBezTo>
                <a:lnTo>
                  <a:pt x="5749" y="5749"/>
                </a:lnTo>
                <a:cubicBezTo>
                  <a:pt x="5749" y="2574"/>
                  <a:pt x="3176" y="0"/>
                  <a:pt x="0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56" name="Google Shape;7456;p21"/>
          <p:cNvSpPr/>
          <p:nvPr/>
        </p:nvSpPr>
        <p:spPr>
          <a:xfrm>
            <a:off x="8428900" y="3454000"/>
            <a:ext cx="143750" cy="647425"/>
          </a:xfrm>
          <a:custGeom>
            <a:rect b="b" l="l" r="r" t="t"/>
            <a:pathLst>
              <a:path extrusionOk="0" h="25897" w="5750">
                <a:moveTo>
                  <a:pt x="0" y="1"/>
                </a:moveTo>
                <a:lnTo>
                  <a:pt x="0" y="25897"/>
                </a:lnTo>
                <a:cubicBezTo>
                  <a:pt x="3176" y="25897"/>
                  <a:pt x="5749" y="23323"/>
                  <a:pt x="5749" y="20148"/>
                </a:cubicBezTo>
                <a:lnTo>
                  <a:pt x="5749" y="5752"/>
                </a:lnTo>
                <a:cubicBezTo>
                  <a:pt x="5749" y="2577"/>
                  <a:pt x="3176" y="1"/>
                  <a:pt x="0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CUSTOM_3_1_1">
    <p:bg>
      <p:bgPr>
        <a:solidFill>
          <a:schemeClr val="lt1"/>
        </a:solidFill>
      </p:bgPr>
    </p:bg>
    <p:spTree>
      <p:nvGrpSpPr>
        <p:cNvPr id="7457" name="Shape 7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58" name="Google Shape;7458;p22"/>
          <p:cNvGrpSpPr/>
          <p:nvPr/>
        </p:nvGrpSpPr>
        <p:grpSpPr>
          <a:xfrm>
            <a:off x="0" y="0"/>
            <a:ext cx="9144125" cy="5143391"/>
            <a:chOff x="0" y="0"/>
            <a:chExt cx="9144125" cy="5143391"/>
          </a:xfrm>
        </p:grpSpPr>
        <p:sp>
          <p:nvSpPr>
            <p:cNvPr id="7459" name="Google Shape;7459;p22"/>
            <p:cNvSpPr/>
            <p:nvPr/>
          </p:nvSpPr>
          <p:spPr>
            <a:xfrm>
              <a:off x="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60" name="Google Shape;7460;p22"/>
            <p:cNvSpPr/>
            <p:nvPr/>
          </p:nvSpPr>
          <p:spPr>
            <a:xfrm>
              <a:off x="38100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61" name="Google Shape;7461;p22"/>
            <p:cNvSpPr/>
            <p:nvPr/>
          </p:nvSpPr>
          <p:spPr>
            <a:xfrm>
              <a:off x="76201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62" name="Google Shape;7462;p22"/>
            <p:cNvSpPr/>
            <p:nvPr/>
          </p:nvSpPr>
          <p:spPr>
            <a:xfrm>
              <a:off x="114301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63" name="Google Shape;7463;p22"/>
            <p:cNvSpPr/>
            <p:nvPr/>
          </p:nvSpPr>
          <p:spPr>
            <a:xfrm>
              <a:off x="152402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64" name="Google Shape;7464;p22"/>
            <p:cNvSpPr/>
            <p:nvPr/>
          </p:nvSpPr>
          <p:spPr>
            <a:xfrm>
              <a:off x="190502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65" name="Google Shape;7465;p22"/>
            <p:cNvSpPr/>
            <p:nvPr/>
          </p:nvSpPr>
          <p:spPr>
            <a:xfrm>
              <a:off x="228603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66" name="Google Shape;7466;p22"/>
            <p:cNvSpPr/>
            <p:nvPr/>
          </p:nvSpPr>
          <p:spPr>
            <a:xfrm>
              <a:off x="266703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67" name="Google Shape;7467;p22"/>
            <p:cNvSpPr/>
            <p:nvPr/>
          </p:nvSpPr>
          <p:spPr>
            <a:xfrm>
              <a:off x="304804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68" name="Google Shape;7468;p22"/>
            <p:cNvSpPr/>
            <p:nvPr/>
          </p:nvSpPr>
          <p:spPr>
            <a:xfrm>
              <a:off x="342904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69" name="Google Shape;7469;p22"/>
            <p:cNvSpPr/>
            <p:nvPr/>
          </p:nvSpPr>
          <p:spPr>
            <a:xfrm>
              <a:off x="381005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70" name="Google Shape;7470;p22"/>
            <p:cNvSpPr/>
            <p:nvPr/>
          </p:nvSpPr>
          <p:spPr>
            <a:xfrm>
              <a:off x="419105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71" name="Google Shape;7471;p22"/>
            <p:cNvSpPr/>
            <p:nvPr/>
          </p:nvSpPr>
          <p:spPr>
            <a:xfrm>
              <a:off x="457206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72" name="Google Shape;7472;p22"/>
            <p:cNvSpPr/>
            <p:nvPr/>
          </p:nvSpPr>
          <p:spPr>
            <a:xfrm>
              <a:off x="495306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73" name="Google Shape;7473;p22"/>
            <p:cNvSpPr/>
            <p:nvPr/>
          </p:nvSpPr>
          <p:spPr>
            <a:xfrm>
              <a:off x="533407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74" name="Google Shape;7474;p22"/>
            <p:cNvSpPr/>
            <p:nvPr/>
          </p:nvSpPr>
          <p:spPr>
            <a:xfrm>
              <a:off x="571507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75" name="Google Shape;7475;p22"/>
            <p:cNvSpPr/>
            <p:nvPr/>
          </p:nvSpPr>
          <p:spPr>
            <a:xfrm>
              <a:off x="609608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76" name="Google Shape;7476;p22"/>
            <p:cNvSpPr/>
            <p:nvPr/>
          </p:nvSpPr>
          <p:spPr>
            <a:xfrm>
              <a:off x="647708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77" name="Google Shape;7477;p22"/>
            <p:cNvSpPr/>
            <p:nvPr/>
          </p:nvSpPr>
          <p:spPr>
            <a:xfrm>
              <a:off x="685809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78" name="Google Shape;7478;p22"/>
            <p:cNvSpPr/>
            <p:nvPr/>
          </p:nvSpPr>
          <p:spPr>
            <a:xfrm>
              <a:off x="723909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79" name="Google Shape;7479;p22"/>
            <p:cNvSpPr/>
            <p:nvPr/>
          </p:nvSpPr>
          <p:spPr>
            <a:xfrm>
              <a:off x="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80" name="Google Shape;7480;p22"/>
            <p:cNvSpPr/>
            <p:nvPr/>
          </p:nvSpPr>
          <p:spPr>
            <a:xfrm>
              <a:off x="38100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81" name="Google Shape;7481;p22"/>
            <p:cNvSpPr/>
            <p:nvPr/>
          </p:nvSpPr>
          <p:spPr>
            <a:xfrm>
              <a:off x="76201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82" name="Google Shape;7482;p22"/>
            <p:cNvSpPr/>
            <p:nvPr/>
          </p:nvSpPr>
          <p:spPr>
            <a:xfrm>
              <a:off x="114301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83" name="Google Shape;7483;p22"/>
            <p:cNvSpPr/>
            <p:nvPr/>
          </p:nvSpPr>
          <p:spPr>
            <a:xfrm>
              <a:off x="152402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84" name="Google Shape;7484;p22"/>
            <p:cNvSpPr/>
            <p:nvPr/>
          </p:nvSpPr>
          <p:spPr>
            <a:xfrm>
              <a:off x="190502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85" name="Google Shape;7485;p22"/>
            <p:cNvSpPr/>
            <p:nvPr/>
          </p:nvSpPr>
          <p:spPr>
            <a:xfrm>
              <a:off x="228603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86" name="Google Shape;7486;p22"/>
            <p:cNvSpPr/>
            <p:nvPr/>
          </p:nvSpPr>
          <p:spPr>
            <a:xfrm>
              <a:off x="266703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87" name="Google Shape;7487;p22"/>
            <p:cNvSpPr/>
            <p:nvPr/>
          </p:nvSpPr>
          <p:spPr>
            <a:xfrm>
              <a:off x="304804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88" name="Google Shape;7488;p22"/>
            <p:cNvSpPr/>
            <p:nvPr/>
          </p:nvSpPr>
          <p:spPr>
            <a:xfrm>
              <a:off x="342904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89" name="Google Shape;7489;p22"/>
            <p:cNvSpPr/>
            <p:nvPr/>
          </p:nvSpPr>
          <p:spPr>
            <a:xfrm>
              <a:off x="381005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90" name="Google Shape;7490;p22"/>
            <p:cNvSpPr/>
            <p:nvPr/>
          </p:nvSpPr>
          <p:spPr>
            <a:xfrm>
              <a:off x="419105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91" name="Google Shape;7491;p22"/>
            <p:cNvSpPr/>
            <p:nvPr/>
          </p:nvSpPr>
          <p:spPr>
            <a:xfrm>
              <a:off x="457206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92" name="Google Shape;7492;p22"/>
            <p:cNvSpPr/>
            <p:nvPr/>
          </p:nvSpPr>
          <p:spPr>
            <a:xfrm>
              <a:off x="495306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93" name="Google Shape;7493;p22"/>
            <p:cNvSpPr/>
            <p:nvPr/>
          </p:nvSpPr>
          <p:spPr>
            <a:xfrm>
              <a:off x="533407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94" name="Google Shape;7494;p22"/>
            <p:cNvSpPr/>
            <p:nvPr/>
          </p:nvSpPr>
          <p:spPr>
            <a:xfrm>
              <a:off x="571507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95" name="Google Shape;7495;p22"/>
            <p:cNvSpPr/>
            <p:nvPr/>
          </p:nvSpPr>
          <p:spPr>
            <a:xfrm>
              <a:off x="609608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96" name="Google Shape;7496;p22"/>
            <p:cNvSpPr/>
            <p:nvPr/>
          </p:nvSpPr>
          <p:spPr>
            <a:xfrm>
              <a:off x="647708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97" name="Google Shape;7497;p22"/>
            <p:cNvSpPr/>
            <p:nvPr/>
          </p:nvSpPr>
          <p:spPr>
            <a:xfrm>
              <a:off x="685809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98" name="Google Shape;7498;p22"/>
            <p:cNvSpPr/>
            <p:nvPr/>
          </p:nvSpPr>
          <p:spPr>
            <a:xfrm>
              <a:off x="723909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99" name="Google Shape;7499;p22"/>
            <p:cNvSpPr/>
            <p:nvPr/>
          </p:nvSpPr>
          <p:spPr>
            <a:xfrm>
              <a:off x="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00" name="Google Shape;7500;p22"/>
            <p:cNvSpPr/>
            <p:nvPr/>
          </p:nvSpPr>
          <p:spPr>
            <a:xfrm>
              <a:off x="38100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01" name="Google Shape;7501;p22"/>
            <p:cNvSpPr/>
            <p:nvPr/>
          </p:nvSpPr>
          <p:spPr>
            <a:xfrm>
              <a:off x="76201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02" name="Google Shape;7502;p22"/>
            <p:cNvSpPr/>
            <p:nvPr/>
          </p:nvSpPr>
          <p:spPr>
            <a:xfrm>
              <a:off x="114301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03" name="Google Shape;7503;p22"/>
            <p:cNvSpPr/>
            <p:nvPr/>
          </p:nvSpPr>
          <p:spPr>
            <a:xfrm>
              <a:off x="152402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04" name="Google Shape;7504;p22"/>
            <p:cNvSpPr/>
            <p:nvPr/>
          </p:nvSpPr>
          <p:spPr>
            <a:xfrm>
              <a:off x="190502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05" name="Google Shape;7505;p22"/>
            <p:cNvSpPr/>
            <p:nvPr/>
          </p:nvSpPr>
          <p:spPr>
            <a:xfrm>
              <a:off x="228603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06" name="Google Shape;7506;p22"/>
            <p:cNvSpPr/>
            <p:nvPr/>
          </p:nvSpPr>
          <p:spPr>
            <a:xfrm>
              <a:off x="266703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07" name="Google Shape;7507;p22"/>
            <p:cNvSpPr/>
            <p:nvPr/>
          </p:nvSpPr>
          <p:spPr>
            <a:xfrm>
              <a:off x="304804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08" name="Google Shape;7508;p22"/>
            <p:cNvSpPr/>
            <p:nvPr/>
          </p:nvSpPr>
          <p:spPr>
            <a:xfrm>
              <a:off x="342904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09" name="Google Shape;7509;p22"/>
            <p:cNvSpPr/>
            <p:nvPr/>
          </p:nvSpPr>
          <p:spPr>
            <a:xfrm>
              <a:off x="381005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10" name="Google Shape;7510;p22"/>
            <p:cNvSpPr/>
            <p:nvPr/>
          </p:nvSpPr>
          <p:spPr>
            <a:xfrm>
              <a:off x="419105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11" name="Google Shape;7511;p22"/>
            <p:cNvSpPr/>
            <p:nvPr/>
          </p:nvSpPr>
          <p:spPr>
            <a:xfrm>
              <a:off x="457206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12" name="Google Shape;7512;p22"/>
            <p:cNvSpPr/>
            <p:nvPr/>
          </p:nvSpPr>
          <p:spPr>
            <a:xfrm>
              <a:off x="495306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13" name="Google Shape;7513;p22"/>
            <p:cNvSpPr/>
            <p:nvPr/>
          </p:nvSpPr>
          <p:spPr>
            <a:xfrm>
              <a:off x="533407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14" name="Google Shape;7514;p22"/>
            <p:cNvSpPr/>
            <p:nvPr/>
          </p:nvSpPr>
          <p:spPr>
            <a:xfrm>
              <a:off x="571507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15" name="Google Shape;7515;p22"/>
            <p:cNvSpPr/>
            <p:nvPr/>
          </p:nvSpPr>
          <p:spPr>
            <a:xfrm>
              <a:off x="609608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16" name="Google Shape;7516;p22"/>
            <p:cNvSpPr/>
            <p:nvPr/>
          </p:nvSpPr>
          <p:spPr>
            <a:xfrm>
              <a:off x="647708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17" name="Google Shape;7517;p22"/>
            <p:cNvSpPr/>
            <p:nvPr/>
          </p:nvSpPr>
          <p:spPr>
            <a:xfrm>
              <a:off x="685809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18" name="Google Shape;7518;p22"/>
            <p:cNvSpPr/>
            <p:nvPr/>
          </p:nvSpPr>
          <p:spPr>
            <a:xfrm>
              <a:off x="723909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19" name="Google Shape;7519;p22"/>
            <p:cNvSpPr/>
            <p:nvPr/>
          </p:nvSpPr>
          <p:spPr>
            <a:xfrm>
              <a:off x="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20" name="Google Shape;7520;p22"/>
            <p:cNvSpPr/>
            <p:nvPr/>
          </p:nvSpPr>
          <p:spPr>
            <a:xfrm>
              <a:off x="38100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21" name="Google Shape;7521;p22"/>
            <p:cNvSpPr/>
            <p:nvPr/>
          </p:nvSpPr>
          <p:spPr>
            <a:xfrm>
              <a:off x="76201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22" name="Google Shape;7522;p22"/>
            <p:cNvSpPr/>
            <p:nvPr/>
          </p:nvSpPr>
          <p:spPr>
            <a:xfrm>
              <a:off x="114301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23" name="Google Shape;7523;p22"/>
            <p:cNvSpPr/>
            <p:nvPr/>
          </p:nvSpPr>
          <p:spPr>
            <a:xfrm>
              <a:off x="152402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24" name="Google Shape;7524;p22"/>
            <p:cNvSpPr/>
            <p:nvPr/>
          </p:nvSpPr>
          <p:spPr>
            <a:xfrm>
              <a:off x="190502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25" name="Google Shape;7525;p22"/>
            <p:cNvSpPr/>
            <p:nvPr/>
          </p:nvSpPr>
          <p:spPr>
            <a:xfrm>
              <a:off x="228603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26" name="Google Shape;7526;p22"/>
            <p:cNvSpPr/>
            <p:nvPr/>
          </p:nvSpPr>
          <p:spPr>
            <a:xfrm>
              <a:off x="266703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27" name="Google Shape;7527;p22"/>
            <p:cNvSpPr/>
            <p:nvPr/>
          </p:nvSpPr>
          <p:spPr>
            <a:xfrm>
              <a:off x="304804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28" name="Google Shape;7528;p22"/>
            <p:cNvSpPr/>
            <p:nvPr/>
          </p:nvSpPr>
          <p:spPr>
            <a:xfrm>
              <a:off x="342904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29" name="Google Shape;7529;p22"/>
            <p:cNvSpPr/>
            <p:nvPr/>
          </p:nvSpPr>
          <p:spPr>
            <a:xfrm>
              <a:off x="381005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30" name="Google Shape;7530;p22"/>
            <p:cNvSpPr/>
            <p:nvPr/>
          </p:nvSpPr>
          <p:spPr>
            <a:xfrm>
              <a:off x="419105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31" name="Google Shape;7531;p22"/>
            <p:cNvSpPr/>
            <p:nvPr/>
          </p:nvSpPr>
          <p:spPr>
            <a:xfrm>
              <a:off x="457206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32" name="Google Shape;7532;p22"/>
            <p:cNvSpPr/>
            <p:nvPr/>
          </p:nvSpPr>
          <p:spPr>
            <a:xfrm>
              <a:off x="495306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33" name="Google Shape;7533;p22"/>
            <p:cNvSpPr/>
            <p:nvPr/>
          </p:nvSpPr>
          <p:spPr>
            <a:xfrm>
              <a:off x="533407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34" name="Google Shape;7534;p22"/>
            <p:cNvSpPr/>
            <p:nvPr/>
          </p:nvSpPr>
          <p:spPr>
            <a:xfrm>
              <a:off x="571507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35" name="Google Shape;7535;p22"/>
            <p:cNvSpPr/>
            <p:nvPr/>
          </p:nvSpPr>
          <p:spPr>
            <a:xfrm>
              <a:off x="609608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36" name="Google Shape;7536;p22"/>
            <p:cNvSpPr/>
            <p:nvPr/>
          </p:nvSpPr>
          <p:spPr>
            <a:xfrm>
              <a:off x="647708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37" name="Google Shape;7537;p22"/>
            <p:cNvSpPr/>
            <p:nvPr/>
          </p:nvSpPr>
          <p:spPr>
            <a:xfrm>
              <a:off x="685809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38" name="Google Shape;7538;p22"/>
            <p:cNvSpPr/>
            <p:nvPr/>
          </p:nvSpPr>
          <p:spPr>
            <a:xfrm>
              <a:off x="723909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39" name="Google Shape;7539;p22"/>
            <p:cNvSpPr/>
            <p:nvPr/>
          </p:nvSpPr>
          <p:spPr>
            <a:xfrm>
              <a:off x="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40" name="Google Shape;7540;p22"/>
            <p:cNvSpPr/>
            <p:nvPr/>
          </p:nvSpPr>
          <p:spPr>
            <a:xfrm>
              <a:off x="38100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41" name="Google Shape;7541;p22"/>
            <p:cNvSpPr/>
            <p:nvPr/>
          </p:nvSpPr>
          <p:spPr>
            <a:xfrm>
              <a:off x="76201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42" name="Google Shape;7542;p22"/>
            <p:cNvSpPr/>
            <p:nvPr/>
          </p:nvSpPr>
          <p:spPr>
            <a:xfrm>
              <a:off x="114301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43" name="Google Shape;7543;p22"/>
            <p:cNvSpPr/>
            <p:nvPr/>
          </p:nvSpPr>
          <p:spPr>
            <a:xfrm>
              <a:off x="152402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44" name="Google Shape;7544;p22"/>
            <p:cNvSpPr/>
            <p:nvPr/>
          </p:nvSpPr>
          <p:spPr>
            <a:xfrm>
              <a:off x="190502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45" name="Google Shape;7545;p22"/>
            <p:cNvSpPr/>
            <p:nvPr/>
          </p:nvSpPr>
          <p:spPr>
            <a:xfrm>
              <a:off x="228603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46" name="Google Shape;7546;p22"/>
            <p:cNvSpPr/>
            <p:nvPr/>
          </p:nvSpPr>
          <p:spPr>
            <a:xfrm>
              <a:off x="266703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47" name="Google Shape;7547;p22"/>
            <p:cNvSpPr/>
            <p:nvPr/>
          </p:nvSpPr>
          <p:spPr>
            <a:xfrm>
              <a:off x="304804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48" name="Google Shape;7548;p22"/>
            <p:cNvSpPr/>
            <p:nvPr/>
          </p:nvSpPr>
          <p:spPr>
            <a:xfrm>
              <a:off x="342904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49" name="Google Shape;7549;p22"/>
            <p:cNvSpPr/>
            <p:nvPr/>
          </p:nvSpPr>
          <p:spPr>
            <a:xfrm>
              <a:off x="381005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50" name="Google Shape;7550;p22"/>
            <p:cNvSpPr/>
            <p:nvPr/>
          </p:nvSpPr>
          <p:spPr>
            <a:xfrm>
              <a:off x="419105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51" name="Google Shape;7551;p22"/>
            <p:cNvSpPr/>
            <p:nvPr/>
          </p:nvSpPr>
          <p:spPr>
            <a:xfrm>
              <a:off x="457206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52" name="Google Shape;7552;p22"/>
            <p:cNvSpPr/>
            <p:nvPr/>
          </p:nvSpPr>
          <p:spPr>
            <a:xfrm>
              <a:off x="495306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53" name="Google Shape;7553;p22"/>
            <p:cNvSpPr/>
            <p:nvPr/>
          </p:nvSpPr>
          <p:spPr>
            <a:xfrm>
              <a:off x="533407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54" name="Google Shape;7554;p22"/>
            <p:cNvSpPr/>
            <p:nvPr/>
          </p:nvSpPr>
          <p:spPr>
            <a:xfrm>
              <a:off x="571507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55" name="Google Shape;7555;p22"/>
            <p:cNvSpPr/>
            <p:nvPr/>
          </p:nvSpPr>
          <p:spPr>
            <a:xfrm>
              <a:off x="609608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56" name="Google Shape;7556;p22"/>
            <p:cNvSpPr/>
            <p:nvPr/>
          </p:nvSpPr>
          <p:spPr>
            <a:xfrm>
              <a:off x="647708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57" name="Google Shape;7557;p22"/>
            <p:cNvSpPr/>
            <p:nvPr/>
          </p:nvSpPr>
          <p:spPr>
            <a:xfrm>
              <a:off x="685809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58" name="Google Shape;7558;p22"/>
            <p:cNvSpPr/>
            <p:nvPr/>
          </p:nvSpPr>
          <p:spPr>
            <a:xfrm>
              <a:off x="723909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59" name="Google Shape;7559;p22"/>
            <p:cNvSpPr/>
            <p:nvPr/>
          </p:nvSpPr>
          <p:spPr>
            <a:xfrm>
              <a:off x="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60" name="Google Shape;7560;p22"/>
            <p:cNvSpPr/>
            <p:nvPr/>
          </p:nvSpPr>
          <p:spPr>
            <a:xfrm>
              <a:off x="38100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61" name="Google Shape;7561;p22"/>
            <p:cNvSpPr/>
            <p:nvPr/>
          </p:nvSpPr>
          <p:spPr>
            <a:xfrm>
              <a:off x="76201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62" name="Google Shape;7562;p22"/>
            <p:cNvSpPr/>
            <p:nvPr/>
          </p:nvSpPr>
          <p:spPr>
            <a:xfrm>
              <a:off x="114301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63" name="Google Shape;7563;p22"/>
            <p:cNvSpPr/>
            <p:nvPr/>
          </p:nvSpPr>
          <p:spPr>
            <a:xfrm>
              <a:off x="152402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64" name="Google Shape;7564;p22"/>
            <p:cNvSpPr/>
            <p:nvPr/>
          </p:nvSpPr>
          <p:spPr>
            <a:xfrm>
              <a:off x="190502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65" name="Google Shape;7565;p22"/>
            <p:cNvSpPr/>
            <p:nvPr/>
          </p:nvSpPr>
          <p:spPr>
            <a:xfrm>
              <a:off x="228603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66" name="Google Shape;7566;p22"/>
            <p:cNvSpPr/>
            <p:nvPr/>
          </p:nvSpPr>
          <p:spPr>
            <a:xfrm>
              <a:off x="266703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67" name="Google Shape;7567;p22"/>
            <p:cNvSpPr/>
            <p:nvPr/>
          </p:nvSpPr>
          <p:spPr>
            <a:xfrm>
              <a:off x="304804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68" name="Google Shape;7568;p22"/>
            <p:cNvSpPr/>
            <p:nvPr/>
          </p:nvSpPr>
          <p:spPr>
            <a:xfrm>
              <a:off x="342904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69" name="Google Shape;7569;p22"/>
            <p:cNvSpPr/>
            <p:nvPr/>
          </p:nvSpPr>
          <p:spPr>
            <a:xfrm>
              <a:off x="381005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70" name="Google Shape;7570;p22"/>
            <p:cNvSpPr/>
            <p:nvPr/>
          </p:nvSpPr>
          <p:spPr>
            <a:xfrm>
              <a:off x="419105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71" name="Google Shape;7571;p22"/>
            <p:cNvSpPr/>
            <p:nvPr/>
          </p:nvSpPr>
          <p:spPr>
            <a:xfrm>
              <a:off x="457206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72" name="Google Shape;7572;p22"/>
            <p:cNvSpPr/>
            <p:nvPr/>
          </p:nvSpPr>
          <p:spPr>
            <a:xfrm>
              <a:off x="495306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73" name="Google Shape;7573;p22"/>
            <p:cNvSpPr/>
            <p:nvPr/>
          </p:nvSpPr>
          <p:spPr>
            <a:xfrm>
              <a:off x="533407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74" name="Google Shape;7574;p22"/>
            <p:cNvSpPr/>
            <p:nvPr/>
          </p:nvSpPr>
          <p:spPr>
            <a:xfrm>
              <a:off x="571507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75" name="Google Shape;7575;p22"/>
            <p:cNvSpPr/>
            <p:nvPr/>
          </p:nvSpPr>
          <p:spPr>
            <a:xfrm>
              <a:off x="609608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76" name="Google Shape;7576;p22"/>
            <p:cNvSpPr/>
            <p:nvPr/>
          </p:nvSpPr>
          <p:spPr>
            <a:xfrm>
              <a:off x="647708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77" name="Google Shape;7577;p22"/>
            <p:cNvSpPr/>
            <p:nvPr/>
          </p:nvSpPr>
          <p:spPr>
            <a:xfrm>
              <a:off x="685809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78" name="Google Shape;7578;p22"/>
            <p:cNvSpPr/>
            <p:nvPr/>
          </p:nvSpPr>
          <p:spPr>
            <a:xfrm>
              <a:off x="723909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79" name="Google Shape;7579;p22"/>
            <p:cNvSpPr/>
            <p:nvPr/>
          </p:nvSpPr>
          <p:spPr>
            <a:xfrm>
              <a:off x="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80" name="Google Shape;7580;p22"/>
            <p:cNvSpPr/>
            <p:nvPr/>
          </p:nvSpPr>
          <p:spPr>
            <a:xfrm>
              <a:off x="38100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81" name="Google Shape;7581;p22"/>
            <p:cNvSpPr/>
            <p:nvPr/>
          </p:nvSpPr>
          <p:spPr>
            <a:xfrm>
              <a:off x="76201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82" name="Google Shape;7582;p22"/>
            <p:cNvSpPr/>
            <p:nvPr/>
          </p:nvSpPr>
          <p:spPr>
            <a:xfrm>
              <a:off x="114301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83" name="Google Shape;7583;p22"/>
            <p:cNvSpPr/>
            <p:nvPr/>
          </p:nvSpPr>
          <p:spPr>
            <a:xfrm>
              <a:off x="152402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84" name="Google Shape;7584;p22"/>
            <p:cNvSpPr/>
            <p:nvPr/>
          </p:nvSpPr>
          <p:spPr>
            <a:xfrm>
              <a:off x="190502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85" name="Google Shape;7585;p22"/>
            <p:cNvSpPr/>
            <p:nvPr/>
          </p:nvSpPr>
          <p:spPr>
            <a:xfrm>
              <a:off x="228603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86" name="Google Shape;7586;p22"/>
            <p:cNvSpPr/>
            <p:nvPr/>
          </p:nvSpPr>
          <p:spPr>
            <a:xfrm>
              <a:off x="266703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87" name="Google Shape;7587;p22"/>
            <p:cNvSpPr/>
            <p:nvPr/>
          </p:nvSpPr>
          <p:spPr>
            <a:xfrm>
              <a:off x="304804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88" name="Google Shape;7588;p22"/>
            <p:cNvSpPr/>
            <p:nvPr/>
          </p:nvSpPr>
          <p:spPr>
            <a:xfrm>
              <a:off x="342904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89" name="Google Shape;7589;p22"/>
            <p:cNvSpPr/>
            <p:nvPr/>
          </p:nvSpPr>
          <p:spPr>
            <a:xfrm>
              <a:off x="381005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90" name="Google Shape;7590;p22"/>
            <p:cNvSpPr/>
            <p:nvPr/>
          </p:nvSpPr>
          <p:spPr>
            <a:xfrm>
              <a:off x="419105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91" name="Google Shape;7591;p22"/>
            <p:cNvSpPr/>
            <p:nvPr/>
          </p:nvSpPr>
          <p:spPr>
            <a:xfrm>
              <a:off x="457206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92" name="Google Shape;7592;p22"/>
            <p:cNvSpPr/>
            <p:nvPr/>
          </p:nvSpPr>
          <p:spPr>
            <a:xfrm>
              <a:off x="495306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93" name="Google Shape;7593;p22"/>
            <p:cNvSpPr/>
            <p:nvPr/>
          </p:nvSpPr>
          <p:spPr>
            <a:xfrm>
              <a:off x="533407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94" name="Google Shape;7594;p22"/>
            <p:cNvSpPr/>
            <p:nvPr/>
          </p:nvSpPr>
          <p:spPr>
            <a:xfrm>
              <a:off x="571507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95" name="Google Shape;7595;p22"/>
            <p:cNvSpPr/>
            <p:nvPr/>
          </p:nvSpPr>
          <p:spPr>
            <a:xfrm>
              <a:off x="609608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96" name="Google Shape;7596;p22"/>
            <p:cNvSpPr/>
            <p:nvPr/>
          </p:nvSpPr>
          <p:spPr>
            <a:xfrm>
              <a:off x="647708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97" name="Google Shape;7597;p22"/>
            <p:cNvSpPr/>
            <p:nvPr/>
          </p:nvSpPr>
          <p:spPr>
            <a:xfrm>
              <a:off x="685809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98" name="Google Shape;7598;p22"/>
            <p:cNvSpPr/>
            <p:nvPr/>
          </p:nvSpPr>
          <p:spPr>
            <a:xfrm>
              <a:off x="723909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99" name="Google Shape;7599;p22"/>
            <p:cNvSpPr/>
            <p:nvPr/>
          </p:nvSpPr>
          <p:spPr>
            <a:xfrm>
              <a:off x="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00" name="Google Shape;7600;p22"/>
            <p:cNvSpPr/>
            <p:nvPr/>
          </p:nvSpPr>
          <p:spPr>
            <a:xfrm>
              <a:off x="38100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01" name="Google Shape;7601;p22"/>
            <p:cNvSpPr/>
            <p:nvPr/>
          </p:nvSpPr>
          <p:spPr>
            <a:xfrm>
              <a:off x="76201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02" name="Google Shape;7602;p22"/>
            <p:cNvSpPr/>
            <p:nvPr/>
          </p:nvSpPr>
          <p:spPr>
            <a:xfrm>
              <a:off x="114301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03" name="Google Shape;7603;p22"/>
            <p:cNvSpPr/>
            <p:nvPr/>
          </p:nvSpPr>
          <p:spPr>
            <a:xfrm>
              <a:off x="152402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04" name="Google Shape;7604;p22"/>
            <p:cNvSpPr/>
            <p:nvPr/>
          </p:nvSpPr>
          <p:spPr>
            <a:xfrm>
              <a:off x="190502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05" name="Google Shape;7605;p22"/>
            <p:cNvSpPr/>
            <p:nvPr/>
          </p:nvSpPr>
          <p:spPr>
            <a:xfrm>
              <a:off x="228603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06" name="Google Shape;7606;p22"/>
            <p:cNvSpPr/>
            <p:nvPr/>
          </p:nvSpPr>
          <p:spPr>
            <a:xfrm>
              <a:off x="266703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07" name="Google Shape;7607;p22"/>
            <p:cNvSpPr/>
            <p:nvPr/>
          </p:nvSpPr>
          <p:spPr>
            <a:xfrm>
              <a:off x="304804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08" name="Google Shape;7608;p22"/>
            <p:cNvSpPr/>
            <p:nvPr/>
          </p:nvSpPr>
          <p:spPr>
            <a:xfrm>
              <a:off x="342904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09" name="Google Shape;7609;p22"/>
            <p:cNvSpPr/>
            <p:nvPr/>
          </p:nvSpPr>
          <p:spPr>
            <a:xfrm>
              <a:off x="381005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10" name="Google Shape;7610;p22"/>
            <p:cNvSpPr/>
            <p:nvPr/>
          </p:nvSpPr>
          <p:spPr>
            <a:xfrm>
              <a:off x="419105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11" name="Google Shape;7611;p22"/>
            <p:cNvSpPr/>
            <p:nvPr/>
          </p:nvSpPr>
          <p:spPr>
            <a:xfrm>
              <a:off x="457206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12" name="Google Shape;7612;p22"/>
            <p:cNvSpPr/>
            <p:nvPr/>
          </p:nvSpPr>
          <p:spPr>
            <a:xfrm>
              <a:off x="495306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13" name="Google Shape;7613;p22"/>
            <p:cNvSpPr/>
            <p:nvPr/>
          </p:nvSpPr>
          <p:spPr>
            <a:xfrm>
              <a:off x="533407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14" name="Google Shape;7614;p22"/>
            <p:cNvSpPr/>
            <p:nvPr/>
          </p:nvSpPr>
          <p:spPr>
            <a:xfrm>
              <a:off x="571507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15" name="Google Shape;7615;p22"/>
            <p:cNvSpPr/>
            <p:nvPr/>
          </p:nvSpPr>
          <p:spPr>
            <a:xfrm>
              <a:off x="609608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16" name="Google Shape;7616;p22"/>
            <p:cNvSpPr/>
            <p:nvPr/>
          </p:nvSpPr>
          <p:spPr>
            <a:xfrm>
              <a:off x="647708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17" name="Google Shape;7617;p22"/>
            <p:cNvSpPr/>
            <p:nvPr/>
          </p:nvSpPr>
          <p:spPr>
            <a:xfrm>
              <a:off x="685809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18" name="Google Shape;7618;p22"/>
            <p:cNvSpPr/>
            <p:nvPr/>
          </p:nvSpPr>
          <p:spPr>
            <a:xfrm>
              <a:off x="723909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19" name="Google Shape;7619;p22"/>
            <p:cNvSpPr/>
            <p:nvPr/>
          </p:nvSpPr>
          <p:spPr>
            <a:xfrm>
              <a:off x="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20" name="Google Shape;7620;p22"/>
            <p:cNvSpPr/>
            <p:nvPr/>
          </p:nvSpPr>
          <p:spPr>
            <a:xfrm>
              <a:off x="38100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21" name="Google Shape;7621;p22"/>
            <p:cNvSpPr/>
            <p:nvPr/>
          </p:nvSpPr>
          <p:spPr>
            <a:xfrm>
              <a:off x="76201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22" name="Google Shape;7622;p22"/>
            <p:cNvSpPr/>
            <p:nvPr/>
          </p:nvSpPr>
          <p:spPr>
            <a:xfrm>
              <a:off x="114301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23" name="Google Shape;7623;p22"/>
            <p:cNvSpPr/>
            <p:nvPr/>
          </p:nvSpPr>
          <p:spPr>
            <a:xfrm>
              <a:off x="152402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24" name="Google Shape;7624;p22"/>
            <p:cNvSpPr/>
            <p:nvPr/>
          </p:nvSpPr>
          <p:spPr>
            <a:xfrm>
              <a:off x="190502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25" name="Google Shape;7625;p22"/>
            <p:cNvSpPr/>
            <p:nvPr/>
          </p:nvSpPr>
          <p:spPr>
            <a:xfrm>
              <a:off x="228603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26" name="Google Shape;7626;p22"/>
            <p:cNvSpPr/>
            <p:nvPr/>
          </p:nvSpPr>
          <p:spPr>
            <a:xfrm>
              <a:off x="266703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27" name="Google Shape;7627;p22"/>
            <p:cNvSpPr/>
            <p:nvPr/>
          </p:nvSpPr>
          <p:spPr>
            <a:xfrm>
              <a:off x="304804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28" name="Google Shape;7628;p22"/>
            <p:cNvSpPr/>
            <p:nvPr/>
          </p:nvSpPr>
          <p:spPr>
            <a:xfrm>
              <a:off x="342904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29" name="Google Shape;7629;p22"/>
            <p:cNvSpPr/>
            <p:nvPr/>
          </p:nvSpPr>
          <p:spPr>
            <a:xfrm>
              <a:off x="381005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30" name="Google Shape;7630;p22"/>
            <p:cNvSpPr/>
            <p:nvPr/>
          </p:nvSpPr>
          <p:spPr>
            <a:xfrm>
              <a:off x="419105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31" name="Google Shape;7631;p22"/>
            <p:cNvSpPr/>
            <p:nvPr/>
          </p:nvSpPr>
          <p:spPr>
            <a:xfrm>
              <a:off x="457206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32" name="Google Shape;7632;p22"/>
            <p:cNvSpPr/>
            <p:nvPr/>
          </p:nvSpPr>
          <p:spPr>
            <a:xfrm>
              <a:off x="495306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33" name="Google Shape;7633;p22"/>
            <p:cNvSpPr/>
            <p:nvPr/>
          </p:nvSpPr>
          <p:spPr>
            <a:xfrm>
              <a:off x="533407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34" name="Google Shape;7634;p22"/>
            <p:cNvSpPr/>
            <p:nvPr/>
          </p:nvSpPr>
          <p:spPr>
            <a:xfrm>
              <a:off x="571507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35" name="Google Shape;7635;p22"/>
            <p:cNvSpPr/>
            <p:nvPr/>
          </p:nvSpPr>
          <p:spPr>
            <a:xfrm>
              <a:off x="609608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36" name="Google Shape;7636;p22"/>
            <p:cNvSpPr/>
            <p:nvPr/>
          </p:nvSpPr>
          <p:spPr>
            <a:xfrm>
              <a:off x="647708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37" name="Google Shape;7637;p22"/>
            <p:cNvSpPr/>
            <p:nvPr/>
          </p:nvSpPr>
          <p:spPr>
            <a:xfrm>
              <a:off x="685809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38" name="Google Shape;7638;p22"/>
            <p:cNvSpPr/>
            <p:nvPr/>
          </p:nvSpPr>
          <p:spPr>
            <a:xfrm>
              <a:off x="723909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39" name="Google Shape;7639;p22"/>
            <p:cNvSpPr/>
            <p:nvPr/>
          </p:nvSpPr>
          <p:spPr>
            <a:xfrm>
              <a:off x="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40" name="Google Shape;7640;p22"/>
            <p:cNvSpPr/>
            <p:nvPr/>
          </p:nvSpPr>
          <p:spPr>
            <a:xfrm>
              <a:off x="38100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41" name="Google Shape;7641;p22"/>
            <p:cNvSpPr/>
            <p:nvPr/>
          </p:nvSpPr>
          <p:spPr>
            <a:xfrm>
              <a:off x="76201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42" name="Google Shape;7642;p22"/>
            <p:cNvSpPr/>
            <p:nvPr/>
          </p:nvSpPr>
          <p:spPr>
            <a:xfrm>
              <a:off x="114301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43" name="Google Shape;7643;p22"/>
            <p:cNvSpPr/>
            <p:nvPr/>
          </p:nvSpPr>
          <p:spPr>
            <a:xfrm>
              <a:off x="152402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44" name="Google Shape;7644;p22"/>
            <p:cNvSpPr/>
            <p:nvPr/>
          </p:nvSpPr>
          <p:spPr>
            <a:xfrm>
              <a:off x="190502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45" name="Google Shape;7645;p22"/>
            <p:cNvSpPr/>
            <p:nvPr/>
          </p:nvSpPr>
          <p:spPr>
            <a:xfrm>
              <a:off x="228603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46" name="Google Shape;7646;p22"/>
            <p:cNvSpPr/>
            <p:nvPr/>
          </p:nvSpPr>
          <p:spPr>
            <a:xfrm>
              <a:off x="266703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47" name="Google Shape;7647;p22"/>
            <p:cNvSpPr/>
            <p:nvPr/>
          </p:nvSpPr>
          <p:spPr>
            <a:xfrm>
              <a:off x="304804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48" name="Google Shape;7648;p22"/>
            <p:cNvSpPr/>
            <p:nvPr/>
          </p:nvSpPr>
          <p:spPr>
            <a:xfrm>
              <a:off x="342904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49" name="Google Shape;7649;p22"/>
            <p:cNvSpPr/>
            <p:nvPr/>
          </p:nvSpPr>
          <p:spPr>
            <a:xfrm>
              <a:off x="381005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50" name="Google Shape;7650;p22"/>
            <p:cNvSpPr/>
            <p:nvPr/>
          </p:nvSpPr>
          <p:spPr>
            <a:xfrm>
              <a:off x="419105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51" name="Google Shape;7651;p22"/>
            <p:cNvSpPr/>
            <p:nvPr/>
          </p:nvSpPr>
          <p:spPr>
            <a:xfrm>
              <a:off x="457206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52" name="Google Shape;7652;p22"/>
            <p:cNvSpPr/>
            <p:nvPr/>
          </p:nvSpPr>
          <p:spPr>
            <a:xfrm>
              <a:off x="495306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53" name="Google Shape;7653;p22"/>
            <p:cNvSpPr/>
            <p:nvPr/>
          </p:nvSpPr>
          <p:spPr>
            <a:xfrm>
              <a:off x="533407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54" name="Google Shape;7654;p22"/>
            <p:cNvSpPr/>
            <p:nvPr/>
          </p:nvSpPr>
          <p:spPr>
            <a:xfrm>
              <a:off x="571507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55" name="Google Shape;7655;p22"/>
            <p:cNvSpPr/>
            <p:nvPr/>
          </p:nvSpPr>
          <p:spPr>
            <a:xfrm>
              <a:off x="609608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56" name="Google Shape;7656;p22"/>
            <p:cNvSpPr/>
            <p:nvPr/>
          </p:nvSpPr>
          <p:spPr>
            <a:xfrm>
              <a:off x="647708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57" name="Google Shape;7657;p22"/>
            <p:cNvSpPr/>
            <p:nvPr/>
          </p:nvSpPr>
          <p:spPr>
            <a:xfrm>
              <a:off x="685809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58" name="Google Shape;7658;p22"/>
            <p:cNvSpPr/>
            <p:nvPr/>
          </p:nvSpPr>
          <p:spPr>
            <a:xfrm>
              <a:off x="723909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59" name="Google Shape;7659;p22"/>
            <p:cNvSpPr/>
            <p:nvPr/>
          </p:nvSpPr>
          <p:spPr>
            <a:xfrm>
              <a:off x="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60" name="Google Shape;7660;p22"/>
            <p:cNvSpPr/>
            <p:nvPr/>
          </p:nvSpPr>
          <p:spPr>
            <a:xfrm>
              <a:off x="38100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61" name="Google Shape;7661;p22"/>
            <p:cNvSpPr/>
            <p:nvPr/>
          </p:nvSpPr>
          <p:spPr>
            <a:xfrm>
              <a:off x="76201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62" name="Google Shape;7662;p22"/>
            <p:cNvSpPr/>
            <p:nvPr/>
          </p:nvSpPr>
          <p:spPr>
            <a:xfrm>
              <a:off x="114301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63" name="Google Shape;7663;p22"/>
            <p:cNvSpPr/>
            <p:nvPr/>
          </p:nvSpPr>
          <p:spPr>
            <a:xfrm>
              <a:off x="152402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64" name="Google Shape;7664;p22"/>
            <p:cNvSpPr/>
            <p:nvPr/>
          </p:nvSpPr>
          <p:spPr>
            <a:xfrm>
              <a:off x="190502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65" name="Google Shape;7665;p22"/>
            <p:cNvSpPr/>
            <p:nvPr/>
          </p:nvSpPr>
          <p:spPr>
            <a:xfrm>
              <a:off x="228603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66" name="Google Shape;7666;p22"/>
            <p:cNvSpPr/>
            <p:nvPr/>
          </p:nvSpPr>
          <p:spPr>
            <a:xfrm>
              <a:off x="266703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67" name="Google Shape;7667;p22"/>
            <p:cNvSpPr/>
            <p:nvPr/>
          </p:nvSpPr>
          <p:spPr>
            <a:xfrm>
              <a:off x="304804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68" name="Google Shape;7668;p22"/>
            <p:cNvSpPr/>
            <p:nvPr/>
          </p:nvSpPr>
          <p:spPr>
            <a:xfrm>
              <a:off x="342904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69" name="Google Shape;7669;p22"/>
            <p:cNvSpPr/>
            <p:nvPr/>
          </p:nvSpPr>
          <p:spPr>
            <a:xfrm>
              <a:off x="381005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70" name="Google Shape;7670;p22"/>
            <p:cNvSpPr/>
            <p:nvPr/>
          </p:nvSpPr>
          <p:spPr>
            <a:xfrm>
              <a:off x="419105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71" name="Google Shape;7671;p22"/>
            <p:cNvSpPr/>
            <p:nvPr/>
          </p:nvSpPr>
          <p:spPr>
            <a:xfrm>
              <a:off x="457206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72" name="Google Shape;7672;p22"/>
            <p:cNvSpPr/>
            <p:nvPr/>
          </p:nvSpPr>
          <p:spPr>
            <a:xfrm>
              <a:off x="495306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73" name="Google Shape;7673;p22"/>
            <p:cNvSpPr/>
            <p:nvPr/>
          </p:nvSpPr>
          <p:spPr>
            <a:xfrm>
              <a:off x="533407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74" name="Google Shape;7674;p22"/>
            <p:cNvSpPr/>
            <p:nvPr/>
          </p:nvSpPr>
          <p:spPr>
            <a:xfrm>
              <a:off x="571507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75" name="Google Shape;7675;p22"/>
            <p:cNvSpPr/>
            <p:nvPr/>
          </p:nvSpPr>
          <p:spPr>
            <a:xfrm>
              <a:off x="609608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76" name="Google Shape;7676;p22"/>
            <p:cNvSpPr/>
            <p:nvPr/>
          </p:nvSpPr>
          <p:spPr>
            <a:xfrm>
              <a:off x="647708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77" name="Google Shape;7677;p22"/>
            <p:cNvSpPr/>
            <p:nvPr/>
          </p:nvSpPr>
          <p:spPr>
            <a:xfrm>
              <a:off x="685809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78" name="Google Shape;7678;p22"/>
            <p:cNvSpPr/>
            <p:nvPr/>
          </p:nvSpPr>
          <p:spPr>
            <a:xfrm>
              <a:off x="723909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79" name="Google Shape;7679;p22"/>
            <p:cNvSpPr/>
            <p:nvPr/>
          </p:nvSpPr>
          <p:spPr>
            <a:xfrm>
              <a:off x="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80" name="Google Shape;7680;p22"/>
            <p:cNvSpPr/>
            <p:nvPr/>
          </p:nvSpPr>
          <p:spPr>
            <a:xfrm>
              <a:off x="38100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81" name="Google Shape;7681;p22"/>
            <p:cNvSpPr/>
            <p:nvPr/>
          </p:nvSpPr>
          <p:spPr>
            <a:xfrm>
              <a:off x="76201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82" name="Google Shape;7682;p22"/>
            <p:cNvSpPr/>
            <p:nvPr/>
          </p:nvSpPr>
          <p:spPr>
            <a:xfrm>
              <a:off x="114301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83" name="Google Shape;7683;p22"/>
            <p:cNvSpPr/>
            <p:nvPr/>
          </p:nvSpPr>
          <p:spPr>
            <a:xfrm>
              <a:off x="152402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84" name="Google Shape;7684;p22"/>
            <p:cNvSpPr/>
            <p:nvPr/>
          </p:nvSpPr>
          <p:spPr>
            <a:xfrm>
              <a:off x="190502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85" name="Google Shape;7685;p22"/>
            <p:cNvSpPr/>
            <p:nvPr/>
          </p:nvSpPr>
          <p:spPr>
            <a:xfrm>
              <a:off x="228603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86" name="Google Shape;7686;p22"/>
            <p:cNvSpPr/>
            <p:nvPr/>
          </p:nvSpPr>
          <p:spPr>
            <a:xfrm>
              <a:off x="266703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87" name="Google Shape;7687;p22"/>
            <p:cNvSpPr/>
            <p:nvPr/>
          </p:nvSpPr>
          <p:spPr>
            <a:xfrm>
              <a:off x="304804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88" name="Google Shape;7688;p22"/>
            <p:cNvSpPr/>
            <p:nvPr/>
          </p:nvSpPr>
          <p:spPr>
            <a:xfrm>
              <a:off x="342904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89" name="Google Shape;7689;p22"/>
            <p:cNvSpPr/>
            <p:nvPr/>
          </p:nvSpPr>
          <p:spPr>
            <a:xfrm>
              <a:off x="381005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90" name="Google Shape;7690;p22"/>
            <p:cNvSpPr/>
            <p:nvPr/>
          </p:nvSpPr>
          <p:spPr>
            <a:xfrm>
              <a:off x="419105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91" name="Google Shape;7691;p22"/>
            <p:cNvSpPr/>
            <p:nvPr/>
          </p:nvSpPr>
          <p:spPr>
            <a:xfrm>
              <a:off x="457206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92" name="Google Shape;7692;p22"/>
            <p:cNvSpPr/>
            <p:nvPr/>
          </p:nvSpPr>
          <p:spPr>
            <a:xfrm>
              <a:off x="495306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93" name="Google Shape;7693;p22"/>
            <p:cNvSpPr/>
            <p:nvPr/>
          </p:nvSpPr>
          <p:spPr>
            <a:xfrm>
              <a:off x="533407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94" name="Google Shape;7694;p22"/>
            <p:cNvSpPr/>
            <p:nvPr/>
          </p:nvSpPr>
          <p:spPr>
            <a:xfrm>
              <a:off x="571507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95" name="Google Shape;7695;p22"/>
            <p:cNvSpPr/>
            <p:nvPr/>
          </p:nvSpPr>
          <p:spPr>
            <a:xfrm>
              <a:off x="609608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96" name="Google Shape;7696;p22"/>
            <p:cNvSpPr/>
            <p:nvPr/>
          </p:nvSpPr>
          <p:spPr>
            <a:xfrm>
              <a:off x="647708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97" name="Google Shape;7697;p22"/>
            <p:cNvSpPr/>
            <p:nvPr/>
          </p:nvSpPr>
          <p:spPr>
            <a:xfrm>
              <a:off x="685809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98" name="Google Shape;7698;p22"/>
            <p:cNvSpPr/>
            <p:nvPr/>
          </p:nvSpPr>
          <p:spPr>
            <a:xfrm>
              <a:off x="723909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99" name="Google Shape;7699;p22"/>
            <p:cNvSpPr/>
            <p:nvPr/>
          </p:nvSpPr>
          <p:spPr>
            <a:xfrm>
              <a:off x="7620110" y="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00" name="Google Shape;7700;p22"/>
            <p:cNvSpPr/>
            <p:nvPr/>
          </p:nvSpPr>
          <p:spPr>
            <a:xfrm>
              <a:off x="8001115" y="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01" name="Google Shape;7701;p22"/>
            <p:cNvSpPr/>
            <p:nvPr/>
          </p:nvSpPr>
          <p:spPr>
            <a:xfrm>
              <a:off x="8382120" y="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02" name="Google Shape;7702;p22"/>
            <p:cNvSpPr/>
            <p:nvPr/>
          </p:nvSpPr>
          <p:spPr>
            <a:xfrm>
              <a:off x="8763125" y="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03" name="Google Shape;7703;p22"/>
            <p:cNvSpPr/>
            <p:nvPr/>
          </p:nvSpPr>
          <p:spPr>
            <a:xfrm>
              <a:off x="7620110" y="342894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04" name="Google Shape;7704;p22"/>
            <p:cNvSpPr/>
            <p:nvPr/>
          </p:nvSpPr>
          <p:spPr>
            <a:xfrm>
              <a:off x="8001115" y="342894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05" name="Google Shape;7705;p22"/>
            <p:cNvSpPr/>
            <p:nvPr/>
          </p:nvSpPr>
          <p:spPr>
            <a:xfrm>
              <a:off x="8382120" y="342894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06" name="Google Shape;7706;p22"/>
            <p:cNvSpPr/>
            <p:nvPr/>
          </p:nvSpPr>
          <p:spPr>
            <a:xfrm>
              <a:off x="8763125" y="342894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07" name="Google Shape;7707;p22"/>
            <p:cNvSpPr/>
            <p:nvPr/>
          </p:nvSpPr>
          <p:spPr>
            <a:xfrm>
              <a:off x="7620110" y="685788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08" name="Google Shape;7708;p22"/>
            <p:cNvSpPr/>
            <p:nvPr/>
          </p:nvSpPr>
          <p:spPr>
            <a:xfrm>
              <a:off x="8001115" y="685788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09" name="Google Shape;7709;p22"/>
            <p:cNvSpPr/>
            <p:nvPr/>
          </p:nvSpPr>
          <p:spPr>
            <a:xfrm>
              <a:off x="8382120" y="685788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10" name="Google Shape;7710;p22"/>
            <p:cNvSpPr/>
            <p:nvPr/>
          </p:nvSpPr>
          <p:spPr>
            <a:xfrm>
              <a:off x="8763125" y="685788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11" name="Google Shape;7711;p22"/>
            <p:cNvSpPr/>
            <p:nvPr/>
          </p:nvSpPr>
          <p:spPr>
            <a:xfrm>
              <a:off x="7620110" y="1028682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12" name="Google Shape;7712;p22"/>
            <p:cNvSpPr/>
            <p:nvPr/>
          </p:nvSpPr>
          <p:spPr>
            <a:xfrm>
              <a:off x="8001115" y="1028682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13" name="Google Shape;7713;p22"/>
            <p:cNvSpPr/>
            <p:nvPr/>
          </p:nvSpPr>
          <p:spPr>
            <a:xfrm>
              <a:off x="8382120" y="1028682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14" name="Google Shape;7714;p22"/>
            <p:cNvSpPr/>
            <p:nvPr/>
          </p:nvSpPr>
          <p:spPr>
            <a:xfrm>
              <a:off x="8763125" y="1028682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15" name="Google Shape;7715;p22"/>
            <p:cNvSpPr/>
            <p:nvPr/>
          </p:nvSpPr>
          <p:spPr>
            <a:xfrm>
              <a:off x="7620110" y="1371576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16" name="Google Shape;7716;p22"/>
            <p:cNvSpPr/>
            <p:nvPr/>
          </p:nvSpPr>
          <p:spPr>
            <a:xfrm>
              <a:off x="8001115" y="1371576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17" name="Google Shape;7717;p22"/>
            <p:cNvSpPr/>
            <p:nvPr/>
          </p:nvSpPr>
          <p:spPr>
            <a:xfrm>
              <a:off x="8382120" y="1371576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18" name="Google Shape;7718;p22"/>
            <p:cNvSpPr/>
            <p:nvPr/>
          </p:nvSpPr>
          <p:spPr>
            <a:xfrm>
              <a:off x="8763125" y="1371576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19" name="Google Shape;7719;p22"/>
            <p:cNvSpPr/>
            <p:nvPr/>
          </p:nvSpPr>
          <p:spPr>
            <a:xfrm>
              <a:off x="7620110" y="171447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20" name="Google Shape;7720;p22"/>
            <p:cNvSpPr/>
            <p:nvPr/>
          </p:nvSpPr>
          <p:spPr>
            <a:xfrm>
              <a:off x="8001115" y="171447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21" name="Google Shape;7721;p22"/>
            <p:cNvSpPr/>
            <p:nvPr/>
          </p:nvSpPr>
          <p:spPr>
            <a:xfrm>
              <a:off x="8382120" y="171447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22" name="Google Shape;7722;p22"/>
            <p:cNvSpPr/>
            <p:nvPr/>
          </p:nvSpPr>
          <p:spPr>
            <a:xfrm>
              <a:off x="8763125" y="171447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23" name="Google Shape;7723;p22"/>
            <p:cNvSpPr/>
            <p:nvPr/>
          </p:nvSpPr>
          <p:spPr>
            <a:xfrm>
              <a:off x="7620110" y="205736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24" name="Google Shape;7724;p22"/>
            <p:cNvSpPr/>
            <p:nvPr/>
          </p:nvSpPr>
          <p:spPr>
            <a:xfrm>
              <a:off x="8001115" y="205736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25" name="Google Shape;7725;p22"/>
            <p:cNvSpPr/>
            <p:nvPr/>
          </p:nvSpPr>
          <p:spPr>
            <a:xfrm>
              <a:off x="8382120" y="205736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26" name="Google Shape;7726;p22"/>
            <p:cNvSpPr/>
            <p:nvPr/>
          </p:nvSpPr>
          <p:spPr>
            <a:xfrm>
              <a:off x="8763125" y="205736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27" name="Google Shape;7727;p22"/>
            <p:cNvSpPr/>
            <p:nvPr/>
          </p:nvSpPr>
          <p:spPr>
            <a:xfrm>
              <a:off x="7620110" y="2400259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28" name="Google Shape;7728;p22"/>
            <p:cNvSpPr/>
            <p:nvPr/>
          </p:nvSpPr>
          <p:spPr>
            <a:xfrm>
              <a:off x="8001115" y="2400259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29" name="Google Shape;7729;p22"/>
            <p:cNvSpPr/>
            <p:nvPr/>
          </p:nvSpPr>
          <p:spPr>
            <a:xfrm>
              <a:off x="8382120" y="2400259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30" name="Google Shape;7730;p22"/>
            <p:cNvSpPr/>
            <p:nvPr/>
          </p:nvSpPr>
          <p:spPr>
            <a:xfrm>
              <a:off x="8763125" y="2400259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31" name="Google Shape;7731;p22"/>
            <p:cNvSpPr/>
            <p:nvPr/>
          </p:nvSpPr>
          <p:spPr>
            <a:xfrm>
              <a:off x="7620110" y="274315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32" name="Google Shape;7732;p22"/>
            <p:cNvSpPr/>
            <p:nvPr/>
          </p:nvSpPr>
          <p:spPr>
            <a:xfrm>
              <a:off x="8001115" y="274315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33" name="Google Shape;7733;p22"/>
            <p:cNvSpPr/>
            <p:nvPr/>
          </p:nvSpPr>
          <p:spPr>
            <a:xfrm>
              <a:off x="8382120" y="274315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34" name="Google Shape;7734;p22"/>
            <p:cNvSpPr/>
            <p:nvPr/>
          </p:nvSpPr>
          <p:spPr>
            <a:xfrm>
              <a:off x="8763125" y="274315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35" name="Google Shape;7735;p22"/>
            <p:cNvSpPr/>
            <p:nvPr/>
          </p:nvSpPr>
          <p:spPr>
            <a:xfrm>
              <a:off x="7620110" y="308604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36" name="Google Shape;7736;p22"/>
            <p:cNvSpPr/>
            <p:nvPr/>
          </p:nvSpPr>
          <p:spPr>
            <a:xfrm>
              <a:off x="8001115" y="308604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37" name="Google Shape;7737;p22"/>
            <p:cNvSpPr/>
            <p:nvPr/>
          </p:nvSpPr>
          <p:spPr>
            <a:xfrm>
              <a:off x="8382120" y="308604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38" name="Google Shape;7738;p22"/>
            <p:cNvSpPr/>
            <p:nvPr/>
          </p:nvSpPr>
          <p:spPr>
            <a:xfrm>
              <a:off x="8763125" y="308604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39" name="Google Shape;7739;p22"/>
            <p:cNvSpPr/>
            <p:nvPr/>
          </p:nvSpPr>
          <p:spPr>
            <a:xfrm>
              <a:off x="7620110" y="342894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40" name="Google Shape;7740;p22"/>
            <p:cNvSpPr/>
            <p:nvPr/>
          </p:nvSpPr>
          <p:spPr>
            <a:xfrm>
              <a:off x="8001115" y="342894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41" name="Google Shape;7741;p22"/>
            <p:cNvSpPr/>
            <p:nvPr/>
          </p:nvSpPr>
          <p:spPr>
            <a:xfrm>
              <a:off x="8382120" y="342894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42" name="Google Shape;7742;p22"/>
            <p:cNvSpPr/>
            <p:nvPr/>
          </p:nvSpPr>
          <p:spPr>
            <a:xfrm>
              <a:off x="8763125" y="342894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43" name="Google Shape;7743;p22"/>
            <p:cNvSpPr/>
            <p:nvPr/>
          </p:nvSpPr>
          <p:spPr>
            <a:xfrm>
              <a:off x="7620110" y="377182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44" name="Google Shape;7744;p22"/>
            <p:cNvSpPr/>
            <p:nvPr/>
          </p:nvSpPr>
          <p:spPr>
            <a:xfrm>
              <a:off x="8001115" y="377182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45" name="Google Shape;7745;p22"/>
            <p:cNvSpPr/>
            <p:nvPr/>
          </p:nvSpPr>
          <p:spPr>
            <a:xfrm>
              <a:off x="8382120" y="377182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46" name="Google Shape;7746;p22"/>
            <p:cNvSpPr/>
            <p:nvPr/>
          </p:nvSpPr>
          <p:spPr>
            <a:xfrm>
              <a:off x="8763125" y="377182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47" name="Google Shape;7747;p22"/>
            <p:cNvSpPr/>
            <p:nvPr/>
          </p:nvSpPr>
          <p:spPr>
            <a:xfrm>
              <a:off x="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48" name="Google Shape;7748;p22"/>
            <p:cNvSpPr/>
            <p:nvPr/>
          </p:nvSpPr>
          <p:spPr>
            <a:xfrm>
              <a:off x="38100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49" name="Google Shape;7749;p22"/>
            <p:cNvSpPr/>
            <p:nvPr/>
          </p:nvSpPr>
          <p:spPr>
            <a:xfrm>
              <a:off x="76201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50" name="Google Shape;7750;p22"/>
            <p:cNvSpPr/>
            <p:nvPr/>
          </p:nvSpPr>
          <p:spPr>
            <a:xfrm>
              <a:off x="114301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51" name="Google Shape;7751;p22"/>
            <p:cNvSpPr/>
            <p:nvPr/>
          </p:nvSpPr>
          <p:spPr>
            <a:xfrm>
              <a:off x="152402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52" name="Google Shape;7752;p22"/>
            <p:cNvSpPr/>
            <p:nvPr/>
          </p:nvSpPr>
          <p:spPr>
            <a:xfrm>
              <a:off x="190502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53" name="Google Shape;7753;p22"/>
            <p:cNvSpPr/>
            <p:nvPr/>
          </p:nvSpPr>
          <p:spPr>
            <a:xfrm>
              <a:off x="228603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54" name="Google Shape;7754;p22"/>
            <p:cNvSpPr/>
            <p:nvPr/>
          </p:nvSpPr>
          <p:spPr>
            <a:xfrm>
              <a:off x="266703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55" name="Google Shape;7755;p22"/>
            <p:cNvSpPr/>
            <p:nvPr/>
          </p:nvSpPr>
          <p:spPr>
            <a:xfrm>
              <a:off x="304804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56" name="Google Shape;7756;p22"/>
            <p:cNvSpPr/>
            <p:nvPr/>
          </p:nvSpPr>
          <p:spPr>
            <a:xfrm>
              <a:off x="342904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57" name="Google Shape;7757;p22"/>
            <p:cNvSpPr/>
            <p:nvPr/>
          </p:nvSpPr>
          <p:spPr>
            <a:xfrm>
              <a:off x="381005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58" name="Google Shape;7758;p22"/>
            <p:cNvSpPr/>
            <p:nvPr/>
          </p:nvSpPr>
          <p:spPr>
            <a:xfrm>
              <a:off x="419105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59" name="Google Shape;7759;p22"/>
            <p:cNvSpPr/>
            <p:nvPr/>
          </p:nvSpPr>
          <p:spPr>
            <a:xfrm>
              <a:off x="457206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60" name="Google Shape;7760;p22"/>
            <p:cNvSpPr/>
            <p:nvPr/>
          </p:nvSpPr>
          <p:spPr>
            <a:xfrm>
              <a:off x="495306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61" name="Google Shape;7761;p22"/>
            <p:cNvSpPr/>
            <p:nvPr/>
          </p:nvSpPr>
          <p:spPr>
            <a:xfrm>
              <a:off x="533407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62" name="Google Shape;7762;p22"/>
            <p:cNvSpPr/>
            <p:nvPr/>
          </p:nvSpPr>
          <p:spPr>
            <a:xfrm>
              <a:off x="571507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63" name="Google Shape;7763;p22"/>
            <p:cNvSpPr/>
            <p:nvPr/>
          </p:nvSpPr>
          <p:spPr>
            <a:xfrm>
              <a:off x="609608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64" name="Google Shape;7764;p22"/>
            <p:cNvSpPr/>
            <p:nvPr/>
          </p:nvSpPr>
          <p:spPr>
            <a:xfrm>
              <a:off x="647708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65" name="Google Shape;7765;p22"/>
            <p:cNvSpPr/>
            <p:nvPr/>
          </p:nvSpPr>
          <p:spPr>
            <a:xfrm>
              <a:off x="685809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66" name="Google Shape;7766;p22"/>
            <p:cNvSpPr/>
            <p:nvPr/>
          </p:nvSpPr>
          <p:spPr>
            <a:xfrm>
              <a:off x="723909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67" name="Google Shape;7767;p22"/>
            <p:cNvSpPr/>
            <p:nvPr/>
          </p:nvSpPr>
          <p:spPr>
            <a:xfrm>
              <a:off x="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68" name="Google Shape;7768;p22"/>
            <p:cNvSpPr/>
            <p:nvPr/>
          </p:nvSpPr>
          <p:spPr>
            <a:xfrm>
              <a:off x="38100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69" name="Google Shape;7769;p22"/>
            <p:cNvSpPr/>
            <p:nvPr/>
          </p:nvSpPr>
          <p:spPr>
            <a:xfrm>
              <a:off x="76201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70" name="Google Shape;7770;p22"/>
            <p:cNvSpPr/>
            <p:nvPr/>
          </p:nvSpPr>
          <p:spPr>
            <a:xfrm>
              <a:off x="114301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71" name="Google Shape;7771;p22"/>
            <p:cNvSpPr/>
            <p:nvPr/>
          </p:nvSpPr>
          <p:spPr>
            <a:xfrm>
              <a:off x="152402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72" name="Google Shape;7772;p22"/>
            <p:cNvSpPr/>
            <p:nvPr/>
          </p:nvSpPr>
          <p:spPr>
            <a:xfrm>
              <a:off x="190502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73" name="Google Shape;7773;p22"/>
            <p:cNvSpPr/>
            <p:nvPr/>
          </p:nvSpPr>
          <p:spPr>
            <a:xfrm>
              <a:off x="228603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74" name="Google Shape;7774;p22"/>
            <p:cNvSpPr/>
            <p:nvPr/>
          </p:nvSpPr>
          <p:spPr>
            <a:xfrm>
              <a:off x="266703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75" name="Google Shape;7775;p22"/>
            <p:cNvSpPr/>
            <p:nvPr/>
          </p:nvSpPr>
          <p:spPr>
            <a:xfrm>
              <a:off x="304804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76" name="Google Shape;7776;p22"/>
            <p:cNvSpPr/>
            <p:nvPr/>
          </p:nvSpPr>
          <p:spPr>
            <a:xfrm>
              <a:off x="342904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77" name="Google Shape;7777;p22"/>
            <p:cNvSpPr/>
            <p:nvPr/>
          </p:nvSpPr>
          <p:spPr>
            <a:xfrm>
              <a:off x="381005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78" name="Google Shape;7778;p22"/>
            <p:cNvSpPr/>
            <p:nvPr/>
          </p:nvSpPr>
          <p:spPr>
            <a:xfrm>
              <a:off x="419105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79" name="Google Shape;7779;p22"/>
            <p:cNvSpPr/>
            <p:nvPr/>
          </p:nvSpPr>
          <p:spPr>
            <a:xfrm>
              <a:off x="457206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80" name="Google Shape;7780;p22"/>
            <p:cNvSpPr/>
            <p:nvPr/>
          </p:nvSpPr>
          <p:spPr>
            <a:xfrm>
              <a:off x="495306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81" name="Google Shape;7781;p22"/>
            <p:cNvSpPr/>
            <p:nvPr/>
          </p:nvSpPr>
          <p:spPr>
            <a:xfrm>
              <a:off x="533407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82" name="Google Shape;7782;p22"/>
            <p:cNvSpPr/>
            <p:nvPr/>
          </p:nvSpPr>
          <p:spPr>
            <a:xfrm>
              <a:off x="571507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83" name="Google Shape;7783;p22"/>
            <p:cNvSpPr/>
            <p:nvPr/>
          </p:nvSpPr>
          <p:spPr>
            <a:xfrm>
              <a:off x="609608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84" name="Google Shape;7784;p22"/>
            <p:cNvSpPr/>
            <p:nvPr/>
          </p:nvSpPr>
          <p:spPr>
            <a:xfrm>
              <a:off x="647708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85" name="Google Shape;7785;p22"/>
            <p:cNvSpPr/>
            <p:nvPr/>
          </p:nvSpPr>
          <p:spPr>
            <a:xfrm>
              <a:off x="685809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86" name="Google Shape;7786;p22"/>
            <p:cNvSpPr/>
            <p:nvPr/>
          </p:nvSpPr>
          <p:spPr>
            <a:xfrm>
              <a:off x="723909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87" name="Google Shape;7787;p22"/>
            <p:cNvSpPr/>
            <p:nvPr/>
          </p:nvSpPr>
          <p:spPr>
            <a:xfrm>
              <a:off x="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88" name="Google Shape;7788;p22"/>
            <p:cNvSpPr/>
            <p:nvPr/>
          </p:nvSpPr>
          <p:spPr>
            <a:xfrm>
              <a:off x="38100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89" name="Google Shape;7789;p22"/>
            <p:cNvSpPr/>
            <p:nvPr/>
          </p:nvSpPr>
          <p:spPr>
            <a:xfrm>
              <a:off x="76201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90" name="Google Shape;7790;p22"/>
            <p:cNvSpPr/>
            <p:nvPr/>
          </p:nvSpPr>
          <p:spPr>
            <a:xfrm>
              <a:off x="114301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91" name="Google Shape;7791;p22"/>
            <p:cNvSpPr/>
            <p:nvPr/>
          </p:nvSpPr>
          <p:spPr>
            <a:xfrm>
              <a:off x="152402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92" name="Google Shape;7792;p22"/>
            <p:cNvSpPr/>
            <p:nvPr/>
          </p:nvSpPr>
          <p:spPr>
            <a:xfrm>
              <a:off x="190502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93" name="Google Shape;7793;p22"/>
            <p:cNvSpPr/>
            <p:nvPr/>
          </p:nvSpPr>
          <p:spPr>
            <a:xfrm>
              <a:off x="228603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94" name="Google Shape;7794;p22"/>
            <p:cNvSpPr/>
            <p:nvPr/>
          </p:nvSpPr>
          <p:spPr>
            <a:xfrm>
              <a:off x="266703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95" name="Google Shape;7795;p22"/>
            <p:cNvSpPr/>
            <p:nvPr/>
          </p:nvSpPr>
          <p:spPr>
            <a:xfrm>
              <a:off x="304804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96" name="Google Shape;7796;p22"/>
            <p:cNvSpPr/>
            <p:nvPr/>
          </p:nvSpPr>
          <p:spPr>
            <a:xfrm>
              <a:off x="342904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97" name="Google Shape;7797;p22"/>
            <p:cNvSpPr/>
            <p:nvPr/>
          </p:nvSpPr>
          <p:spPr>
            <a:xfrm>
              <a:off x="381005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98" name="Google Shape;7798;p22"/>
            <p:cNvSpPr/>
            <p:nvPr/>
          </p:nvSpPr>
          <p:spPr>
            <a:xfrm>
              <a:off x="419105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99" name="Google Shape;7799;p22"/>
            <p:cNvSpPr/>
            <p:nvPr/>
          </p:nvSpPr>
          <p:spPr>
            <a:xfrm>
              <a:off x="457206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00" name="Google Shape;7800;p22"/>
            <p:cNvSpPr/>
            <p:nvPr/>
          </p:nvSpPr>
          <p:spPr>
            <a:xfrm>
              <a:off x="495306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01" name="Google Shape;7801;p22"/>
            <p:cNvSpPr/>
            <p:nvPr/>
          </p:nvSpPr>
          <p:spPr>
            <a:xfrm>
              <a:off x="533407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02" name="Google Shape;7802;p22"/>
            <p:cNvSpPr/>
            <p:nvPr/>
          </p:nvSpPr>
          <p:spPr>
            <a:xfrm>
              <a:off x="571507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03" name="Google Shape;7803;p22"/>
            <p:cNvSpPr/>
            <p:nvPr/>
          </p:nvSpPr>
          <p:spPr>
            <a:xfrm>
              <a:off x="609608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04" name="Google Shape;7804;p22"/>
            <p:cNvSpPr/>
            <p:nvPr/>
          </p:nvSpPr>
          <p:spPr>
            <a:xfrm>
              <a:off x="647708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05" name="Google Shape;7805;p22"/>
            <p:cNvSpPr/>
            <p:nvPr/>
          </p:nvSpPr>
          <p:spPr>
            <a:xfrm>
              <a:off x="685809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06" name="Google Shape;7806;p22"/>
            <p:cNvSpPr/>
            <p:nvPr/>
          </p:nvSpPr>
          <p:spPr>
            <a:xfrm>
              <a:off x="723909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07" name="Google Shape;7807;p22"/>
            <p:cNvSpPr/>
            <p:nvPr/>
          </p:nvSpPr>
          <p:spPr>
            <a:xfrm>
              <a:off x="7620110" y="411471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08" name="Google Shape;7808;p22"/>
            <p:cNvSpPr/>
            <p:nvPr/>
          </p:nvSpPr>
          <p:spPr>
            <a:xfrm>
              <a:off x="8001115" y="411471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09" name="Google Shape;7809;p22"/>
            <p:cNvSpPr/>
            <p:nvPr/>
          </p:nvSpPr>
          <p:spPr>
            <a:xfrm>
              <a:off x="8382120" y="411471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10" name="Google Shape;7810;p22"/>
            <p:cNvSpPr/>
            <p:nvPr/>
          </p:nvSpPr>
          <p:spPr>
            <a:xfrm>
              <a:off x="8763125" y="411471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11" name="Google Shape;7811;p22"/>
            <p:cNvSpPr/>
            <p:nvPr/>
          </p:nvSpPr>
          <p:spPr>
            <a:xfrm>
              <a:off x="7620110" y="445760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12" name="Google Shape;7812;p22"/>
            <p:cNvSpPr/>
            <p:nvPr/>
          </p:nvSpPr>
          <p:spPr>
            <a:xfrm>
              <a:off x="8001115" y="445760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13" name="Google Shape;7813;p22"/>
            <p:cNvSpPr/>
            <p:nvPr/>
          </p:nvSpPr>
          <p:spPr>
            <a:xfrm>
              <a:off x="8382120" y="445760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14" name="Google Shape;7814;p22"/>
            <p:cNvSpPr/>
            <p:nvPr/>
          </p:nvSpPr>
          <p:spPr>
            <a:xfrm>
              <a:off x="8763125" y="445760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15" name="Google Shape;7815;p22"/>
            <p:cNvSpPr/>
            <p:nvPr/>
          </p:nvSpPr>
          <p:spPr>
            <a:xfrm>
              <a:off x="7620110" y="480049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16" name="Google Shape;7816;p22"/>
            <p:cNvSpPr/>
            <p:nvPr/>
          </p:nvSpPr>
          <p:spPr>
            <a:xfrm>
              <a:off x="8001115" y="480049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17" name="Google Shape;7817;p22"/>
            <p:cNvSpPr/>
            <p:nvPr/>
          </p:nvSpPr>
          <p:spPr>
            <a:xfrm>
              <a:off x="8382120" y="480049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18" name="Google Shape;7818;p22"/>
            <p:cNvSpPr/>
            <p:nvPr/>
          </p:nvSpPr>
          <p:spPr>
            <a:xfrm>
              <a:off x="8763125" y="480049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819" name="Google Shape;7819;p22"/>
          <p:cNvSpPr/>
          <p:nvPr/>
        </p:nvSpPr>
        <p:spPr>
          <a:xfrm flipH="1">
            <a:off x="0" y="0"/>
            <a:ext cx="9144000" cy="5143500"/>
          </a:xfrm>
          <a:prstGeom prst="rtTriangle">
            <a:avLst/>
          </a:prstGeom>
          <a:solidFill>
            <a:srgbClr val="005051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820" name="Google Shape;7820;p22"/>
          <p:cNvGrpSpPr/>
          <p:nvPr/>
        </p:nvGrpSpPr>
        <p:grpSpPr>
          <a:xfrm>
            <a:off x="553048" y="535000"/>
            <a:ext cx="8105852" cy="4302000"/>
            <a:chOff x="553048" y="535000"/>
            <a:chExt cx="8105852" cy="4302000"/>
          </a:xfrm>
        </p:grpSpPr>
        <p:sp>
          <p:nvSpPr>
            <p:cNvPr id="7821" name="Google Shape;7821;p22"/>
            <p:cNvSpPr/>
            <p:nvPr/>
          </p:nvSpPr>
          <p:spPr>
            <a:xfrm>
              <a:off x="942300" y="763600"/>
              <a:ext cx="7716600" cy="4073400"/>
            </a:xfrm>
            <a:prstGeom prst="roundRect">
              <a:avLst>
                <a:gd fmla="val 2480" name="adj"/>
              </a:avLst>
            </a:prstGeom>
            <a:solidFill>
              <a:srgbClr val="222828">
                <a:alpha val="2039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22" name="Google Shape;7822;p22"/>
            <p:cNvSpPr/>
            <p:nvPr/>
          </p:nvSpPr>
          <p:spPr>
            <a:xfrm>
              <a:off x="712275" y="535000"/>
              <a:ext cx="7716600" cy="4073400"/>
            </a:xfrm>
            <a:prstGeom prst="roundRect">
              <a:avLst>
                <a:gd fmla="val 2480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23" name="Google Shape;7823;p22"/>
            <p:cNvSpPr/>
            <p:nvPr/>
          </p:nvSpPr>
          <p:spPr>
            <a:xfrm>
              <a:off x="848698" y="898261"/>
              <a:ext cx="317374" cy="317436"/>
            </a:xfrm>
            <a:custGeom>
              <a:rect b="b" l="l" r="r" t="t"/>
              <a:pathLst>
                <a:path extrusionOk="0" h="15212" w="15209">
                  <a:moveTo>
                    <a:pt x="7604" y="0"/>
                  </a:moveTo>
                  <a:cubicBezTo>
                    <a:pt x="3404" y="0"/>
                    <a:pt x="0" y="3405"/>
                    <a:pt x="0" y="7605"/>
                  </a:cubicBezTo>
                  <a:cubicBezTo>
                    <a:pt x="0" y="11805"/>
                    <a:pt x="3404" y="15212"/>
                    <a:pt x="7604" y="15212"/>
                  </a:cubicBezTo>
                  <a:cubicBezTo>
                    <a:pt x="11804" y="15212"/>
                    <a:pt x="15209" y="11805"/>
                    <a:pt x="15209" y="7605"/>
                  </a:cubicBezTo>
                  <a:cubicBezTo>
                    <a:pt x="15209" y="3405"/>
                    <a:pt x="11804" y="0"/>
                    <a:pt x="760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24" name="Google Shape;7824;p22"/>
            <p:cNvSpPr/>
            <p:nvPr/>
          </p:nvSpPr>
          <p:spPr>
            <a:xfrm>
              <a:off x="553048" y="931482"/>
              <a:ext cx="549400" cy="250994"/>
            </a:xfrm>
            <a:custGeom>
              <a:rect b="b" l="l" r="r" t="t"/>
              <a:pathLst>
                <a:path extrusionOk="0" h="12028" w="26328">
                  <a:moveTo>
                    <a:pt x="1493" y="0"/>
                  </a:moveTo>
                  <a:cubicBezTo>
                    <a:pt x="671" y="0"/>
                    <a:pt x="0" y="668"/>
                    <a:pt x="0" y="1494"/>
                  </a:cubicBezTo>
                  <a:cubicBezTo>
                    <a:pt x="0" y="2319"/>
                    <a:pt x="671" y="2990"/>
                    <a:pt x="1493" y="2990"/>
                  </a:cubicBezTo>
                  <a:lnTo>
                    <a:pt x="19596" y="2990"/>
                  </a:lnTo>
                  <a:cubicBezTo>
                    <a:pt x="21591" y="2990"/>
                    <a:pt x="23340" y="4081"/>
                    <a:pt x="23340" y="5330"/>
                  </a:cubicBezTo>
                  <a:lnTo>
                    <a:pt x="23340" y="6698"/>
                  </a:lnTo>
                  <a:cubicBezTo>
                    <a:pt x="23340" y="7944"/>
                    <a:pt x="21591" y="9038"/>
                    <a:pt x="19596" y="9038"/>
                  </a:cubicBezTo>
                  <a:lnTo>
                    <a:pt x="1493" y="9038"/>
                  </a:lnTo>
                  <a:cubicBezTo>
                    <a:pt x="671" y="9038"/>
                    <a:pt x="0" y="9706"/>
                    <a:pt x="0" y="10532"/>
                  </a:cubicBezTo>
                  <a:cubicBezTo>
                    <a:pt x="0" y="11357"/>
                    <a:pt x="671" y="12028"/>
                    <a:pt x="1493" y="12028"/>
                  </a:cubicBezTo>
                  <a:lnTo>
                    <a:pt x="19596" y="12028"/>
                  </a:lnTo>
                  <a:lnTo>
                    <a:pt x="19596" y="12025"/>
                  </a:lnTo>
                  <a:cubicBezTo>
                    <a:pt x="23370" y="12025"/>
                    <a:pt x="26327" y="9685"/>
                    <a:pt x="26327" y="6695"/>
                  </a:cubicBezTo>
                  <a:lnTo>
                    <a:pt x="26327" y="5327"/>
                  </a:lnTo>
                  <a:cubicBezTo>
                    <a:pt x="26327" y="2340"/>
                    <a:pt x="23370" y="0"/>
                    <a:pt x="19596" y="0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25" name="Google Shape;7825;p22"/>
            <p:cNvSpPr/>
            <p:nvPr/>
          </p:nvSpPr>
          <p:spPr>
            <a:xfrm>
              <a:off x="848698" y="1332681"/>
              <a:ext cx="317374" cy="317457"/>
            </a:xfrm>
            <a:custGeom>
              <a:rect b="b" l="l" r="r" t="t"/>
              <a:pathLst>
                <a:path extrusionOk="0" h="15213" w="15209">
                  <a:moveTo>
                    <a:pt x="7604" y="1"/>
                  </a:moveTo>
                  <a:cubicBezTo>
                    <a:pt x="3404" y="1"/>
                    <a:pt x="0" y="3408"/>
                    <a:pt x="0" y="7608"/>
                  </a:cubicBezTo>
                  <a:cubicBezTo>
                    <a:pt x="0" y="11808"/>
                    <a:pt x="3404" y="15212"/>
                    <a:pt x="7604" y="15212"/>
                  </a:cubicBezTo>
                  <a:cubicBezTo>
                    <a:pt x="11804" y="15212"/>
                    <a:pt x="15209" y="11808"/>
                    <a:pt x="15209" y="7608"/>
                  </a:cubicBezTo>
                  <a:cubicBezTo>
                    <a:pt x="15209" y="3408"/>
                    <a:pt x="11804" y="1"/>
                    <a:pt x="760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26" name="Google Shape;7826;p22"/>
            <p:cNvSpPr/>
            <p:nvPr/>
          </p:nvSpPr>
          <p:spPr>
            <a:xfrm>
              <a:off x="553048" y="1365902"/>
              <a:ext cx="549400" cy="251015"/>
            </a:xfrm>
            <a:custGeom>
              <a:rect b="b" l="l" r="r" t="t"/>
              <a:pathLst>
                <a:path extrusionOk="0" h="12029" w="26328">
                  <a:moveTo>
                    <a:pt x="1493" y="1"/>
                  </a:moveTo>
                  <a:cubicBezTo>
                    <a:pt x="671" y="1"/>
                    <a:pt x="0" y="671"/>
                    <a:pt x="0" y="1497"/>
                  </a:cubicBezTo>
                  <a:cubicBezTo>
                    <a:pt x="0" y="2320"/>
                    <a:pt x="671" y="2990"/>
                    <a:pt x="1493" y="2990"/>
                  </a:cubicBezTo>
                  <a:lnTo>
                    <a:pt x="19596" y="2990"/>
                  </a:lnTo>
                  <a:cubicBezTo>
                    <a:pt x="21591" y="2990"/>
                    <a:pt x="23340" y="4084"/>
                    <a:pt x="23340" y="5330"/>
                  </a:cubicBezTo>
                  <a:lnTo>
                    <a:pt x="23340" y="6699"/>
                  </a:lnTo>
                  <a:cubicBezTo>
                    <a:pt x="23340" y="7948"/>
                    <a:pt x="21591" y="9042"/>
                    <a:pt x="19596" y="9042"/>
                  </a:cubicBezTo>
                  <a:lnTo>
                    <a:pt x="1493" y="9042"/>
                  </a:lnTo>
                  <a:cubicBezTo>
                    <a:pt x="671" y="9042"/>
                    <a:pt x="0" y="9709"/>
                    <a:pt x="0" y="10535"/>
                  </a:cubicBezTo>
                  <a:cubicBezTo>
                    <a:pt x="0" y="11361"/>
                    <a:pt x="671" y="12028"/>
                    <a:pt x="1493" y="12028"/>
                  </a:cubicBezTo>
                  <a:lnTo>
                    <a:pt x="19596" y="12028"/>
                  </a:lnTo>
                  <a:cubicBezTo>
                    <a:pt x="23370" y="12028"/>
                    <a:pt x="26327" y="9688"/>
                    <a:pt x="26327" y="6699"/>
                  </a:cubicBezTo>
                  <a:lnTo>
                    <a:pt x="26327" y="5330"/>
                  </a:lnTo>
                  <a:cubicBezTo>
                    <a:pt x="26327" y="2344"/>
                    <a:pt x="23370" y="1"/>
                    <a:pt x="19596" y="1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27" name="Google Shape;7827;p22"/>
            <p:cNvSpPr/>
            <p:nvPr/>
          </p:nvSpPr>
          <p:spPr>
            <a:xfrm>
              <a:off x="848698" y="1767184"/>
              <a:ext cx="317374" cy="317436"/>
            </a:xfrm>
            <a:custGeom>
              <a:rect b="b" l="l" r="r" t="t"/>
              <a:pathLst>
                <a:path extrusionOk="0" h="15212" w="15209">
                  <a:moveTo>
                    <a:pt x="7604" y="0"/>
                  </a:moveTo>
                  <a:cubicBezTo>
                    <a:pt x="3404" y="0"/>
                    <a:pt x="0" y="3404"/>
                    <a:pt x="0" y="7605"/>
                  </a:cubicBezTo>
                  <a:cubicBezTo>
                    <a:pt x="0" y="11805"/>
                    <a:pt x="3404" y="15212"/>
                    <a:pt x="7604" y="15212"/>
                  </a:cubicBezTo>
                  <a:cubicBezTo>
                    <a:pt x="11804" y="15212"/>
                    <a:pt x="15209" y="11805"/>
                    <a:pt x="15209" y="7605"/>
                  </a:cubicBezTo>
                  <a:cubicBezTo>
                    <a:pt x="15209" y="3404"/>
                    <a:pt x="11804" y="0"/>
                    <a:pt x="760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28" name="Google Shape;7828;p22"/>
            <p:cNvSpPr/>
            <p:nvPr/>
          </p:nvSpPr>
          <p:spPr>
            <a:xfrm>
              <a:off x="553048" y="1800405"/>
              <a:ext cx="549400" cy="250994"/>
            </a:xfrm>
            <a:custGeom>
              <a:rect b="b" l="l" r="r" t="t"/>
              <a:pathLst>
                <a:path extrusionOk="0" h="12028" w="26328">
                  <a:moveTo>
                    <a:pt x="1493" y="0"/>
                  </a:moveTo>
                  <a:cubicBezTo>
                    <a:pt x="671" y="0"/>
                    <a:pt x="0" y="668"/>
                    <a:pt x="0" y="1493"/>
                  </a:cubicBezTo>
                  <a:cubicBezTo>
                    <a:pt x="0" y="2319"/>
                    <a:pt x="671" y="2990"/>
                    <a:pt x="1493" y="2990"/>
                  </a:cubicBezTo>
                  <a:lnTo>
                    <a:pt x="19596" y="2990"/>
                  </a:lnTo>
                  <a:cubicBezTo>
                    <a:pt x="21591" y="2990"/>
                    <a:pt x="23340" y="4081"/>
                    <a:pt x="23340" y="5330"/>
                  </a:cubicBezTo>
                  <a:lnTo>
                    <a:pt x="23340" y="6695"/>
                  </a:lnTo>
                  <a:cubicBezTo>
                    <a:pt x="23340" y="7944"/>
                    <a:pt x="21591" y="9038"/>
                    <a:pt x="19596" y="9038"/>
                  </a:cubicBezTo>
                  <a:lnTo>
                    <a:pt x="1493" y="9038"/>
                  </a:lnTo>
                  <a:cubicBezTo>
                    <a:pt x="671" y="9038"/>
                    <a:pt x="0" y="9706"/>
                    <a:pt x="0" y="10532"/>
                  </a:cubicBezTo>
                  <a:cubicBezTo>
                    <a:pt x="0" y="11357"/>
                    <a:pt x="671" y="12028"/>
                    <a:pt x="1493" y="12028"/>
                  </a:cubicBezTo>
                  <a:lnTo>
                    <a:pt x="19596" y="12028"/>
                  </a:lnTo>
                  <a:lnTo>
                    <a:pt x="19596" y="12025"/>
                  </a:lnTo>
                  <a:cubicBezTo>
                    <a:pt x="23370" y="12025"/>
                    <a:pt x="26327" y="9685"/>
                    <a:pt x="26327" y="6695"/>
                  </a:cubicBezTo>
                  <a:lnTo>
                    <a:pt x="26327" y="5327"/>
                  </a:lnTo>
                  <a:cubicBezTo>
                    <a:pt x="26327" y="2340"/>
                    <a:pt x="23370" y="0"/>
                    <a:pt x="19596" y="0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29" name="Google Shape;7829;p22"/>
            <p:cNvSpPr/>
            <p:nvPr/>
          </p:nvSpPr>
          <p:spPr>
            <a:xfrm>
              <a:off x="848698" y="2201603"/>
              <a:ext cx="317374" cy="317457"/>
            </a:xfrm>
            <a:custGeom>
              <a:rect b="b" l="l" r="r" t="t"/>
              <a:pathLst>
                <a:path extrusionOk="0" h="15213" w="15209">
                  <a:moveTo>
                    <a:pt x="7604" y="1"/>
                  </a:moveTo>
                  <a:cubicBezTo>
                    <a:pt x="3404" y="1"/>
                    <a:pt x="0" y="3405"/>
                    <a:pt x="0" y="7608"/>
                  </a:cubicBezTo>
                  <a:cubicBezTo>
                    <a:pt x="0" y="11808"/>
                    <a:pt x="3404" y="15212"/>
                    <a:pt x="7604" y="15212"/>
                  </a:cubicBezTo>
                  <a:cubicBezTo>
                    <a:pt x="11804" y="15212"/>
                    <a:pt x="15209" y="11808"/>
                    <a:pt x="15209" y="7608"/>
                  </a:cubicBezTo>
                  <a:cubicBezTo>
                    <a:pt x="15209" y="3405"/>
                    <a:pt x="11804" y="1"/>
                    <a:pt x="760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30" name="Google Shape;7830;p22"/>
            <p:cNvSpPr/>
            <p:nvPr/>
          </p:nvSpPr>
          <p:spPr>
            <a:xfrm>
              <a:off x="553048" y="2234824"/>
              <a:ext cx="549400" cy="251015"/>
            </a:xfrm>
            <a:custGeom>
              <a:rect b="b" l="l" r="r" t="t"/>
              <a:pathLst>
                <a:path extrusionOk="0" h="12029" w="26328">
                  <a:moveTo>
                    <a:pt x="1493" y="1"/>
                  </a:moveTo>
                  <a:cubicBezTo>
                    <a:pt x="671" y="1"/>
                    <a:pt x="0" y="668"/>
                    <a:pt x="0" y="1494"/>
                  </a:cubicBezTo>
                  <a:cubicBezTo>
                    <a:pt x="0" y="2320"/>
                    <a:pt x="671" y="2990"/>
                    <a:pt x="1493" y="2990"/>
                  </a:cubicBezTo>
                  <a:lnTo>
                    <a:pt x="19596" y="2990"/>
                  </a:lnTo>
                  <a:cubicBezTo>
                    <a:pt x="21591" y="2990"/>
                    <a:pt x="23340" y="4084"/>
                    <a:pt x="23340" y="5330"/>
                  </a:cubicBezTo>
                  <a:lnTo>
                    <a:pt x="23340" y="6699"/>
                  </a:lnTo>
                  <a:cubicBezTo>
                    <a:pt x="23340" y="7945"/>
                    <a:pt x="21591" y="9039"/>
                    <a:pt x="19596" y="9039"/>
                  </a:cubicBezTo>
                  <a:lnTo>
                    <a:pt x="1493" y="9039"/>
                  </a:lnTo>
                  <a:cubicBezTo>
                    <a:pt x="671" y="9039"/>
                    <a:pt x="0" y="9706"/>
                    <a:pt x="0" y="10532"/>
                  </a:cubicBezTo>
                  <a:cubicBezTo>
                    <a:pt x="0" y="11358"/>
                    <a:pt x="671" y="12028"/>
                    <a:pt x="1493" y="12028"/>
                  </a:cubicBezTo>
                  <a:lnTo>
                    <a:pt x="19596" y="12028"/>
                  </a:lnTo>
                  <a:lnTo>
                    <a:pt x="19596" y="12025"/>
                  </a:lnTo>
                  <a:cubicBezTo>
                    <a:pt x="23370" y="12025"/>
                    <a:pt x="26327" y="9685"/>
                    <a:pt x="26327" y="6699"/>
                  </a:cubicBezTo>
                  <a:lnTo>
                    <a:pt x="26327" y="5330"/>
                  </a:lnTo>
                  <a:cubicBezTo>
                    <a:pt x="26327" y="2341"/>
                    <a:pt x="23370" y="1"/>
                    <a:pt x="19596" y="1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31" name="Google Shape;7831;p22"/>
            <p:cNvSpPr/>
            <p:nvPr/>
          </p:nvSpPr>
          <p:spPr>
            <a:xfrm>
              <a:off x="848698" y="2636106"/>
              <a:ext cx="317374" cy="317374"/>
            </a:xfrm>
            <a:custGeom>
              <a:rect b="b" l="l" r="r" t="t"/>
              <a:pathLst>
                <a:path extrusionOk="0" h="15209" w="15209">
                  <a:moveTo>
                    <a:pt x="7604" y="0"/>
                  </a:moveTo>
                  <a:cubicBezTo>
                    <a:pt x="3404" y="0"/>
                    <a:pt x="0" y="3404"/>
                    <a:pt x="0" y="7604"/>
                  </a:cubicBezTo>
                  <a:cubicBezTo>
                    <a:pt x="0" y="11805"/>
                    <a:pt x="3404" y="15209"/>
                    <a:pt x="7604" y="15209"/>
                  </a:cubicBezTo>
                  <a:cubicBezTo>
                    <a:pt x="11804" y="15209"/>
                    <a:pt x="15209" y="11805"/>
                    <a:pt x="15209" y="7604"/>
                  </a:cubicBezTo>
                  <a:cubicBezTo>
                    <a:pt x="15209" y="3404"/>
                    <a:pt x="11804" y="0"/>
                    <a:pt x="760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32" name="Google Shape;7832;p22"/>
            <p:cNvSpPr/>
            <p:nvPr/>
          </p:nvSpPr>
          <p:spPr>
            <a:xfrm>
              <a:off x="553048" y="2669265"/>
              <a:ext cx="549400" cy="250994"/>
            </a:xfrm>
            <a:custGeom>
              <a:rect b="b" l="l" r="r" t="t"/>
              <a:pathLst>
                <a:path extrusionOk="0" h="12028" w="26328">
                  <a:moveTo>
                    <a:pt x="1493" y="0"/>
                  </a:moveTo>
                  <a:cubicBezTo>
                    <a:pt x="671" y="0"/>
                    <a:pt x="0" y="671"/>
                    <a:pt x="0" y="1496"/>
                  </a:cubicBezTo>
                  <a:cubicBezTo>
                    <a:pt x="0" y="2322"/>
                    <a:pt x="671" y="2990"/>
                    <a:pt x="1493" y="2990"/>
                  </a:cubicBezTo>
                  <a:lnTo>
                    <a:pt x="19596" y="2990"/>
                  </a:lnTo>
                  <a:cubicBezTo>
                    <a:pt x="21591" y="2990"/>
                    <a:pt x="23340" y="4084"/>
                    <a:pt x="23340" y="5330"/>
                  </a:cubicBezTo>
                  <a:lnTo>
                    <a:pt x="23340" y="6698"/>
                  </a:lnTo>
                  <a:cubicBezTo>
                    <a:pt x="23340" y="7947"/>
                    <a:pt x="21591" y="9041"/>
                    <a:pt x="19596" y="9041"/>
                  </a:cubicBezTo>
                  <a:lnTo>
                    <a:pt x="1493" y="9041"/>
                  </a:lnTo>
                  <a:cubicBezTo>
                    <a:pt x="671" y="9041"/>
                    <a:pt x="0" y="9709"/>
                    <a:pt x="0" y="10534"/>
                  </a:cubicBezTo>
                  <a:cubicBezTo>
                    <a:pt x="0" y="11360"/>
                    <a:pt x="671" y="12028"/>
                    <a:pt x="1493" y="12028"/>
                  </a:cubicBezTo>
                  <a:lnTo>
                    <a:pt x="19596" y="12028"/>
                  </a:lnTo>
                  <a:cubicBezTo>
                    <a:pt x="23370" y="12028"/>
                    <a:pt x="26327" y="9688"/>
                    <a:pt x="26327" y="6698"/>
                  </a:cubicBezTo>
                  <a:lnTo>
                    <a:pt x="26327" y="5330"/>
                  </a:lnTo>
                  <a:cubicBezTo>
                    <a:pt x="26327" y="2343"/>
                    <a:pt x="23370" y="0"/>
                    <a:pt x="19596" y="0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33" name="Google Shape;7833;p22"/>
            <p:cNvSpPr/>
            <p:nvPr/>
          </p:nvSpPr>
          <p:spPr>
            <a:xfrm>
              <a:off x="848698" y="3070526"/>
              <a:ext cx="317374" cy="317457"/>
            </a:xfrm>
            <a:custGeom>
              <a:rect b="b" l="l" r="r" t="t"/>
              <a:pathLst>
                <a:path extrusionOk="0" h="15213" w="15209">
                  <a:moveTo>
                    <a:pt x="7604" y="1"/>
                  </a:moveTo>
                  <a:cubicBezTo>
                    <a:pt x="3404" y="1"/>
                    <a:pt x="0" y="3405"/>
                    <a:pt x="0" y="7605"/>
                  </a:cubicBezTo>
                  <a:cubicBezTo>
                    <a:pt x="0" y="11805"/>
                    <a:pt x="3404" y="15212"/>
                    <a:pt x="7604" y="15212"/>
                  </a:cubicBezTo>
                  <a:cubicBezTo>
                    <a:pt x="11804" y="15212"/>
                    <a:pt x="15209" y="11805"/>
                    <a:pt x="15209" y="7605"/>
                  </a:cubicBezTo>
                  <a:cubicBezTo>
                    <a:pt x="15209" y="3405"/>
                    <a:pt x="11804" y="1"/>
                    <a:pt x="760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34" name="Google Shape;7834;p22"/>
            <p:cNvSpPr/>
            <p:nvPr/>
          </p:nvSpPr>
          <p:spPr>
            <a:xfrm>
              <a:off x="553048" y="3103747"/>
              <a:ext cx="549400" cy="251015"/>
            </a:xfrm>
            <a:custGeom>
              <a:rect b="b" l="l" r="r" t="t"/>
              <a:pathLst>
                <a:path extrusionOk="0" h="12029" w="26328">
                  <a:moveTo>
                    <a:pt x="1493" y="0"/>
                  </a:moveTo>
                  <a:cubicBezTo>
                    <a:pt x="671" y="0"/>
                    <a:pt x="0" y="668"/>
                    <a:pt x="0" y="1494"/>
                  </a:cubicBezTo>
                  <a:cubicBezTo>
                    <a:pt x="0" y="2320"/>
                    <a:pt x="671" y="2987"/>
                    <a:pt x="1493" y="2987"/>
                  </a:cubicBezTo>
                  <a:lnTo>
                    <a:pt x="19596" y="2987"/>
                  </a:lnTo>
                  <a:cubicBezTo>
                    <a:pt x="21591" y="2987"/>
                    <a:pt x="23340" y="4081"/>
                    <a:pt x="23340" y="5330"/>
                  </a:cubicBezTo>
                  <a:lnTo>
                    <a:pt x="23340" y="6696"/>
                  </a:lnTo>
                  <a:cubicBezTo>
                    <a:pt x="23340" y="7945"/>
                    <a:pt x="21591" y="9039"/>
                    <a:pt x="19596" y="9039"/>
                  </a:cubicBezTo>
                  <a:lnTo>
                    <a:pt x="1493" y="9039"/>
                  </a:lnTo>
                  <a:cubicBezTo>
                    <a:pt x="671" y="9039"/>
                    <a:pt x="0" y="9706"/>
                    <a:pt x="0" y="10532"/>
                  </a:cubicBezTo>
                  <a:cubicBezTo>
                    <a:pt x="0" y="11358"/>
                    <a:pt x="671" y="12028"/>
                    <a:pt x="1493" y="12028"/>
                  </a:cubicBezTo>
                  <a:lnTo>
                    <a:pt x="19596" y="12028"/>
                  </a:lnTo>
                  <a:lnTo>
                    <a:pt x="19596" y="12025"/>
                  </a:lnTo>
                  <a:cubicBezTo>
                    <a:pt x="23370" y="12025"/>
                    <a:pt x="26327" y="9685"/>
                    <a:pt x="26327" y="6696"/>
                  </a:cubicBezTo>
                  <a:lnTo>
                    <a:pt x="26327" y="5330"/>
                  </a:lnTo>
                  <a:cubicBezTo>
                    <a:pt x="26327" y="2340"/>
                    <a:pt x="23370" y="0"/>
                    <a:pt x="19596" y="0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35" name="Google Shape;7835;p22"/>
            <p:cNvSpPr/>
            <p:nvPr/>
          </p:nvSpPr>
          <p:spPr>
            <a:xfrm>
              <a:off x="848698" y="3504966"/>
              <a:ext cx="317374" cy="317436"/>
            </a:xfrm>
            <a:custGeom>
              <a:rect b="b" l="l" r="r" t="t"/>
              <a:pathLst>
                <a:path extrusionOk="0" h="15212" w="15209">
                  <a:moveTo>
                    <a:pt x="7604" y="0"/>
                  </a:moveTo>
                  <a:cubicBezTo>
                    <a:pt x="3404" y="0"/>
                    <a:pt x="0" y="3407"/>
                    <a:pt x="0" y="7607"/>
                  </a:cubicBezTo>
                  <a:cubicBezTo>
                    <a:pt x="0" y="11807"/>
                    <a:pt x="3404" y="15212"/>
                    <a:pt x="7604" y="15212"/>
                  </a:cubicBezTo>
                  <a:cubicBezTo>
                    <a:pt x="11804" y="15212"/>
                    <a:pt x="15209" y="11807"/>
                    <a:pt x="15209" y="7607"/>
                  </a:cubicBezTo>
                  <a:cubicBezTo>
                    <a:pt x="15209" y="3407"/>
                    <a:pt x="11804" y="0"/>
                    <a:pt x="760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36" name="Google Shape;7836;p22"/>
            <p:cNvSpPr/>
            <p:nvPr/>
          </p:nvSpPr>
          <p:spPr>
            <a:xfrm>
              <a:off x="553048" y="3538167"/>
              <a:ext cx="549400" cy="251015"/>
            </a:xfrm>
            <a:custGeom>
              <a:rect b="b" l="l" r="r" t="t"/>
              <a:pathLst>
                <a:path extrusionOk="0" h="12029" w="26328">
                  <a:moveTo>
                    <a:pt x="1493" y="1"/>
                  </a:moveTo>
                  <a:cubicBezTo>
                    <a:pt x="671" y="1"/>
                    <a:pt x="0" y="672"/>
                    <a:pt x="0" y="1497"/>
                  </a:cubicBezTo>
                  <a:cubicBezTo>
                    <a:pt x="0" y="2320"/>
                    <a:pt x="671" y="2991"/>
                    <a:pt x="1493" y="2991"/>
                  </a:cubicBezTo>
                  <a:lnTo>
                    <a:pt x="19596" y="2991"/>
                  </a:lnTo>
                  <a:cubicBezTo>
                    <a:pt x="21591" y="2991"/>
                    <a:pt x="23340" y="4085"/>
                    <a:pt x="23340" y="5331"/>
                  </a:cubicBezTo>
                  <a:lnTo>
                    <a:pt x="23340" y="6699"/>
                  </a:lnTo>
                  <a:cubicBezTo>
                    <a:pt x="23340" y="7948"/>
                    <a:pt x="21591" y="9042"/>
                    <a:pt x="19596" y="9042"/>
                  </a:cubicBezTo>
                  <a:lnTo>
                    <a:pt x="1493" y="9042"/>
                  </a:lnTo>
                  <a:cubicBezTo>
                    <a:pt x="671" y="9042"/>
                    <a:pt x="0" y="9710"/>
                    <a:pt x="0" y="10535"/>
                  </a:cubicBezTo>
                  <a:cubicBezTo>
                    <a:pt x="0" y="11361"/>
                    <a:pt x="671" y="12029"/>
                    <a:pt x="1493" y="12029"/>
                  </a:cubicBezTo>
                  <a:lnTo>
                    <a:pt x="19596" y="12029"/>
                  </a:lnTo>
                  <a:cubicBezTo>
                    <a:pt x="23370" y="12029"/>
                    <a:pt x="26327" y="9689"/>
                    <a:pt x="26327" y="6699"/>
                  </a:cubicBezTo>
                  <a:lnTo>
                    <a:pt x="26327" y="5331"/>
                  </a:lnTo>
                  <a:cubicBezTo>
                    <a:pt x="26327" y="2344"/>
                    <a:pt x="23370" y="1"/>
                    <a:pt x="19596" y="1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37" name="Google Shape;7837;p22"/>
            <p:cNvSpPr/>
            <p:nvPr/>
          </p:nvSpPr>
          <p:spPr>
            <a:xfrm>
              <a:off x="848698" y="3939449"/>
              <a:ext cx="317374" cy="317395"/>
            </a:xfrm>
            <a:custGeom>
              <a:rect b="b" l="l" r="r" t="t"/>
              <a:pathLst>
                <a:path extrusionOk="0" h="15210" w="15209">
                  <a:moveTo>
                    <a:pt x="7604" y="1"/>
                  </a:moveTo>
                  <a:cubicBezTo>
                    <a:pt x="3404" y="1"/>
                    <a:pt x="0" y="3405"/>
                    <a:pt x="0" y="7605"/>
                  </a:cubicBezTo>
                  <a:cubicBezTo>
                    <a:pt x="0" y="11805"/>
                    <a:pt x="3404" y="15209"/>
                    <a:pt x="7604" y="15209"/>
                  </a:cubicBezTo>
                  <a:cubicBezTo>
                    <a:pt x="11804" y="15209"/>
                    <a:pt x="15209" y="11805"/>
                    <a:pt x="15209" y="7605"/>
                  </a:cubicBezTo>
                  <a:cubicBezTo>
                    <a:pt x="15209" y="3405"/>
                    <a:pt x="11804" y="1"/>
                    <a:pt x="760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38" name="Google Shape;7838;p22"/>
            <p:cNvSpPr/>
            <p:nvPr/>
          </p:nvSpPr>
          <p:spPr>
            <a:xfrm>
              <a:off x="553048" y="3972670"/>
              <a:ext cx="549400" cy="251015"/>
            </a:xfrm>
            <a:custGeom>
              <a:rect b="b" l="l" r="r" t="t"/>
              <a:pathLst>
                <a:path extrusionOk="0" h="12029" w="26328">
                  <a:moveTo>
                    <a:pt x="1493" y="0"/>
                  </a:moveTo>
                  <a:cubicBezTo>
                    <a:pt x="671" y="0"/>
                    <a:pt x="0" y="668"/>
                    <a:pt x="0" y="1494"/>
                  </a:cubicBezTo>
                  <a:cubicBezTo>
                    <a:pt x="0" y="2320"/>
                    <a:pt x="671" y="2990"/>
                    <a:pt x="1493" y="2990"/>
                  </a:cubicBezTo>
                  <a:lnTo>
                    <a:pt x="19596" y="2990"/>
                  </a:lnTo>
                  <a:cubicBezTo>
                    <a:pt x="21591" y="2990"/>
                    <a:pt x="23340" y="4081"/>
                    <a:pt x="23340" y="5330"/>
                  </a:cubicBezTo>
                  <a:lnTo>
                    <a:pt x="23340" y="6695"/>
                  </a:lnTo>
                  <a:cubicBezTo>
                    <a:pt x="23340" y="7944"/>
                    <a:pt x="21591" y="9038"/>
                    <a:pt x="19596" y="9038"/>
                  </a:cubicBezTo>
                  <a:lnTo>
                    <a:pt x="1493" y="9038"/>
                  </a:lnTo>
                  <a:cubicBezTo>
                    <a:pt x="671" y="9038"/>
                    <a:pt x="0" y="9706"/>
                    <a:pt x="0" y="10532"/>
                  </a:cubicBezTo>
                  <a:cubicBezTo>
                    <a:pt x="0" y="11358"/>
                    <a:pt x="671" y="12028"/>
                    <a:pt x="1493" y="12028"/>
                  </a:cubicBezTo>
                  <a:lnTo>
                    <a:pt x="19596" y="12028"/>
                  </a:lnTo>
                  <a:lnTo>
                    <a:pt x="19596" y="12025"/>
                  </a:lnTo>
                  <a:cubicBezTo>
                    <a:pt x="23370" y="12025"/>
                    <a:pt x="26327" y="9685"/>
                    <a:pt x="26327" y="6695"/>
                  </a:cubicBezTo>
                  <a:lnTo>
                    <a:pt x="26327" y="5327"/>
                  </a:lnTo>
                  <a:cubicBezTo>
                    <a:pt x="26327" y="2340"/>
                    <a:pt x="23370" y="0"/>
                    <a:pt x="19596" y="0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839" name="Google Shape;7839;p22"/>
          <p:cNvSpPr txBox="1"/>
          <p:nvPr>
            <p:ph type="title"/>
          </p:nvPr>
        </p:nvSpPr>
        <p:spPr>
          <a:xfrm>
            <a:off x="1270650" y="629375"/>
            <a:ext cx="7020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300"/>
              <a:buFont typeface="Gantari ExtraBold"/>
              <a:buNone/>
              <a:defRPr sz="3300">
                <a:solidFill>
                  <a:schemeClr val="lt2"/>
                </a:solidFill>
                <a:latin typeface="Gantari ExtraBold"/>
                <a:ea typeface="Gantari ExtraBold"/>
                <a:cs typeface="Gantari ExtraBold"/>
                <a:sym typeface="Gantari Extra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300"/>
              <a:buFont typeface="Gantari ExtraBold"/>
              <a:buNone/>
              <a:defRPr sz="3300">
                <a:solidFill>
                  <a:schemeClr val="lt2"/>
                </a:solidFill>
                <a:latin typeface="Gantari ExtraBold"/>
                <a:ea typeface="Gantari ExtraBold"/>
                <a:cs typeface="Gantari ExtraBold"/>
                <a:sym typeface="Gantari ExtraBo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300"/>
              <a:buFont typeface="Gantari ExtraBold"/>
              <a:buNone/>
              <a:defRPr sz="3300">
                <a:solidFill>
                  <a:schemeClr val="lt2"/>
                </a:solidFill>
                <a:latin typeface="Gantari ExtraBold"/>
                <a:ea typeface="Gantari ExtraBold"/>
                <a:cs typeface="Gantari ExtraBold"/>
                <a:sym typeface="Gantari ExtraBo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300"/>
              <a:buFont typeface="Gantari ExtraBold"/>
              <a:buNone/>
              <a:defRPr sz="3300">
                <a:solidFill>
                  <a:schemeClr val="lt2"/>
                </a:solidFill>
                <a:latin typeface="Gantari ExtraBold"/>
                <a:ea typeface="Gantari ExtraBold"/>
                <a:cs typeface="Gantari ExtraBold"/>
                <a:sym typeface="Gantari ExtraBo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300"/>
              <a:buFont typeface="Gantari ExtraBold"/>
              <a:buNone/>
              <a:defRPr sz="3300">
                <a:solidFill>
                  <a:schemeClr val="lt2"/>
                </a:solidFill>
                <a:latin typeface="Gantari ExtraBold"/>
                <a:ea typeface="Gantari ExtraBold"/>
                <a:cs typeface="Gantari ExtraBold"/>
                <a:sym typeface="Gantari ExtraBo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300"/>
              <a:buFont typeface="Gantari ExtraBold"/>
              <a:buNone/>
              <a:defRPr sz="3300">
                <a:solidFill>
                  <a:schemeClr val="lt2"/>
                </a:solidFill>
                <a:latin typeface="Gantari ExtraBold"/>
                <a:ea typeface="Gantari ExtraBold"/>
                <a:cs typeface="Gantari ExtraBold"/>
                <a:sym typeface="Gantari ExtraBo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300"/>
              <a:buFont typeface="Gantari ExtraBold"/>
              <a:buNone/>
              <a:defRPr sz="3300">
                <a:solidFill>
                  <a:schemeClr val="lt2"/>
                </a:solidFill>
                <a:latin typeface="Gantari ExtraBold"/>
                <a:ea typeface="Gantari ExtraBold"/>
                <a:cs typeface="Gantari ExtraBold"/>
                <a:sym typeface="Gantari ExtraBo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300"/>
              <a:buFont typeface="Gantari ExtraBold"/>
              <a:buNone/>
              <a:defRPr sz="3300">
                <a:solidFill>
                  <a:schemeClr val="lt2"/>
                </a:solidFill>
                <a:latin typeface="Gantari ExtraBold"/>
                <a:ea typeface="Gantari ExtraBold"/>
                <a:cs typeface="Gantari ExtraBold"/>
                <a:sym typeface="Gantari ExtraBo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300"/>
              <a:buFont typeface="Gantari ExtraBold"/>
              <a:buNone/>
              <a:defRPr sz="3300">
                <a:solidFill>
                  <a:schemeClr val="lt2"/>
                </a:solidFill>
                <a:latin typeface="Gantari ExtraBold"/>
                <a:ea typeface="Gantari ExtraBold"/>
                <a:cs typeface="Gantari ExtraBold"/>
                <a:sym typeface="Gantari ExtraBold"/>
              </a:defRPr>
            </a:lvl9pPr>
          </a:lstStyle>
          <a:p/>
        </p:txBody>
      </p:sp>
      <p:sp>
        <p:nvSpPr>
          <p:cNvPr id="7840" name="Google Shape;7840;p22"/>
          <p:cNvSpPr txBox="1"/>
          <p:nvPr>
            <p:ph idx="1" type="subTitle"/>
          </p:nvPr>
        </p:nvSpPr>
        <p:spPr>
          <a:xfrm>
            <a:off x="1270650" y="1202075"/>
            <a:ext cx="7020000" cy="388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b="1">
                <a:solidFill>
                  <a:schemeClr val="accent2"/>
                </a:solidFill>
                <a:highlight>
                  <a:schemeClr val="lt2"/>
                </a:highlight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b="1">
                <a:solidFill>
                  <a:schemeClr val="accent2"/>
                </a:solidFill>
                <a:highlight>
                  <a:schemeClr val="lt2"/>
                </a:highlight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b="1">
                <a:solidFill>
                  <a:schemeClr val="accent2"/>
                </a:solidFill>
                <a:highlight>
                  <a:schemeClr val="lt2"/>
                </a:highlight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b="1">
                <a:solidFill>
                  <a:schemeClr val="accent2"/>
                </a:solidFill>
                <a:highlight>
                  <a:schemeClr val="lt2"/>
                </a:highlight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b="1">
                <a:solidFill>
                  <a:schemeClr val="accent2"/>
                </a:solidFill>
                <a:highlight>
                  <a:schemeClr val="lt2"/>
                </a:highlight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b="1">
                <a:solidFill>
                  <a:schemeClr val="accent2"/>
                </a:solidFill>
                <a:highlight>
                  <a:schemeClr val="lt2"/>
                </a:highlight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b="1">
                <a:solidFill>
                  <a:schemeClr val="accent2"/>
                </a:solidFill>
                <a:highlight>
                  <a:schemeClr val="lt2"/>
                </a:highlight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b="1">
                <a:solidFill>
                  <a:schemeClr val="accent2"/>
                </a:solidFill>
                <a:highlight>
                  <a:schemeClr val="lt2"/>
                </a:highlight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b="1">
                <a:solidFill>
                  <a:schemeClr val="accent2"/>
                </a:solidFill>
                <a:highlight>
                  <a:schemeClr val="lt2"/>
                </a:highlight>
              </a:defRPr>
            </a:lvl9pPr>
          </a:lstStyle>
          <a:p/>
        </p:txBody>
      </p:sp>
      <p:sp>
        <p:nvSpPr>
          <p:cNvPr id="7841" name="Google Shape;7841;p22"/>
          <p:cNvSpPr txBox="1"/>
          <p:nvPr>
            <p:ph idx="2" type="subTitle"/>
          </p:nvPr>
        </p:nvSpPr>
        <p:spPr>
          <a:xfrm>
            <a:off x="1270650" y="1514375"/>
            <a:ext cx="7020000" cy="295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42" name="Google Shape;7842;p22"/>
          <p:cNvSpPr/>
          <p:nvPr/>
        </p:nvSpPr>
        <p:spPr>
          <a:xfrm>
            <a:off x="8428900" y="1041975"/>
            <a:ext cx="143750" cy="647425"/>
          </a:xfrm>
          <a:custGeom>
            <a:rect b="b" l="l" r="r" t="t"/>
            <a:pathLst>
              <a:path extrusionOk="0" h="25897" w="5750">
                <a:moveTo>
                  <a:pt x="0" y="0"/>
                </a:moveTo>
                <a:lnTo>
                  <a:pt x="0" y="25897"/>
                </a:lnTo>
                <a:cubicBezTo>
                  <a:pt x="3176" y="25897"/>
                  <a:pt x="5749" y="23323"/>
                  <a:pt x="5749" y="20147"/>
                </a:cubicBezTo>
                <a:lnTo>
                  <a:pt x="5749" y="5752"/>
                </a:lnTo>
                <a:cubicBezTo>
                  <a:pt x="5749" y="2576"/>
                  <a:pt x="3176" y="0"/>
                  <a:pt x="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43" name="Google Shape;7843;p22"/>
          <p:cNvSpPr/>
          <p:nvPr/>
        </p:nvSpPr>
        <p:spPr>
          <a:xfrm>
            <a:off x="8428900" y="2620900"/>
            <a:ext cx="143750" cy="647425"/>
          </a:xfrm>
          <a:custGeom>
            <a:rect b="b" l="l" r="r" t="t"/>
            <a:pathLst>
              <a:path extrusionOk="0" h="25897" w="5750">
                <a:moveTo>
                  <a:pt x="0" y="0"/>
                </a:moveTo>
                <a:lnTo>
                  <a:pt x="0" y="25897"/>
                </a:lnTo>
                <a:cubicBezTo>
                  <a:pt x="3176" y="25897"/>
                  <a:pt x="5749" y="23323"/>
                  <a:pt x="5749" y="20148"/>
                </a:cubicBezTo>
                <a:lnTo>
                  <a:pt x="5749" y="5752"/>
                </a:lnTo>
                <a:cubicBezTo>
                  <a:pt x="5749" y="2577"/>
                  <a:pt x="3176" y="0"/>
                  <a:pt x="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44" name="Google Shape;7844;p22"/>
          <p:cNvSpPr/>
          <p:nvPr/>
        </p:nvSpPr>
        <p:spPr>
          <a:xfrm>
            <a:off x="8428900" y="1811900"/>
            <a:ext cx="143750" cy="647425"/>
          </a:xfrm>
          <a:custGeom>
            <a:rect b="b" l="l" r="r" t="t"/>
            <a:pathLst>
              <a:path extrusionOk="0" h="25897" w="5750">
                <a:moveTo>
                  <a:pt x="0" y="0"/>
                </a:moveTo>
                <a:lnTo>
                  <a:pt x="0" y="25897"/>
                </a:lnTo>
                <a:cubicBezTo>
                  <a:pt x="3176" y="25897"/>
                  <a:pt x="5749" y="23320"/>
                  <a:pt x="5749" y="20147"/>
                </a:cubicBezTo>
                <a:lnTo>
                  <a:pt x="5749" y="5749"/>
                </a:lnTo>
                <a:cubicBezTo>
                  <a:pt x="5749" y="2574"/>
                  <a:pt x="3176" y="0"/>
                  <a:pt x="0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45" name="Google Shape;7845;p22"/>
          <p:cNvSpPr/>
          <p:nvPr/>
        </p:nvSpPr>
        <p:spPr>
          <a:xfrm>
            <a:off x="8428900" y="3454000"/>
            <a:ext cx="143750" cy="647425"/>
          </a:xfrm>
          <a:custGeom>
            <a:rect b="b" l="l" r="r" t="t"/>
            <a:pathLst>
              <a:path extrusionOk="0" h="25897" w="5750">
                <a:moveTo>
                  <a:pt x="0" y="1"/>
                </a:moveTo>
                <a:lnTo>
                  <a:pt x="0" y="25897"/>
                </a:lnTo>
                <a:cubicBezTo>
                  <a:pt x="3176" y="25897"/>
                  <a:pt x="5749" y="23323"/>
                  <a:pt x="5749" y="20148"/>
                </a:cubicBezTo>
                <a:lnTo>
                  <a:pt x="5749" y="5752"/>
                </a:lnTo>
                <a:cubicBezTo>
                  <a:pt x="5749" y="2577"/>
                  <a:pt x="3176" y="1"/>
                  <a:pt x="0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3">
  <p:cSld name="CUSTOM_3_1_1_1">
    <p:bg>
      <p:bgPr>
        <a:solidFill>
          <a:schemeClr val="lt1"/>
        </a:solidFill>
      </p:bgPr>
    </p:bg>
    <p:spTree>
      <p:nvGrpSpPr>
        <p:cNvPr id="7846" name="Shape 7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847" name="Google Shape;7847;p23"/>
          <p:cNvGrpSpPr/>
          <p:nvPr/>
        </p:nvGrpSpPr>
        <p:grpSpPr>
          <a:xfrm>
            <a:off x="0" y="0"/>
            <a:ext cx="9144125" cy="5143391"/>
            <a:chOff x="0" y="0"/>
            <a:chExt cx="9144125" cy="5143391"/>
          </a:xfrm>
        </p:grpSpPr>
        <p:sp>
          <p:nvSpPr>
            <p:cNvPr id="7848" name="Google Shape;7848;p23"/>
            <p:cNvSpPr/>
            <p:nvPr/>
          </p:nvSpPr>
          <p:spPr>
            <a:xfrm>
              <a:off x="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49" name="Google Shape;7849;p23"/>
            <p:cNvSpPr/>
            <p:nvPr/>
          </p:nvSpPr>
          <p:spPr>
            <a:xfrm>
              <a:off x="38100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50" name="Google Shape;7850;p23"/>
            <p:cNvSpPr/>
            <p:nvPr/>
          </p:nvSpPr>
          <p:spPr>
            <a:xfrm>
              <a:off x="76201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51" name="Google Shape;7851;p23"/>
            <p:cNvSpPr/>
            <p:nvPr/>
          </p:nvSpPr>
          <p:spPr>
            <a:xfrm>
              <a:off x="114301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52" name="Google Shape;7852;p23"/>
            <p:cNvSpPr/>
            <p:nvPr/>
          </p:nvSpPr>
          <p:spPr>
            <a:xfrm>
              <a:off x="152402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53" name="Google Shape;7853;p23"/>
            <p:cNvSpPr/>
            <p:nvPr/>
          </p:nvSpPr>
          <p:spPr>
            <a:xfrm>
              <a:off x="190502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54" name="Google Shape;7854;p23"/>
            <p:cNvSpPr/>
            <p:nvPr/>
          </p:nvSpPr>
          <p:spPr>
            <a:xfrm>
              <a:off x="228603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55" name="Google Shape;7855;p23"/>
            <p:cNvSpPr/>
            <p:nvPr/>
          </p:nvSpPr>
          <p:spPr>
            <a:xfrm>
              <a:off x="266703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56" name="Google Shape;7856;p23"/>
            <p:cNvSpPr/>
            <p:nvPr/>
          </p:nvSpPr>
          <p:spPr>
            <a:xfrm>
              <a:off x="304804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57" name="Google Shape;7857;p23"/>
            <p:cNvSpPr/>
            <p:nvPr/>
          </p:nvSpPr>
          <p:spPr>
            <a:xfrm>
              <a:off x="342904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58" name="Google Shape;7858;p23"/>
            <p:cNvSpPr/>
            <p:nvPr/>
          </p:nvSpPr>
          <p:spPr>
            <a:xfrm>
              <a:off x="381005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59" name="Google Shape;7859;p23"/>
            <p:cNvSpPr/>
            <p:nvPr/>
          </p:nvSpPr>
          <p:spPr>
            <a:xfrm>
              <a:off x="419105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60" name="Google Shape;7860;p23"/>
            <p:cNvSpPr/>
            <p:nvPr/>
          </p:nvSpPr>
          <p:spPr>
            <a:xfrm>
              <a:off x="457206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61" name="Google Shape;7861;p23"/>
            <p:cNvSpPr/>
            <p:nvPr/>
          </p:nvSpPr>
          <p:spPr>
            <a:xfrm>
              <a:off x="495306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62" name="Google Shape;7862;p23"/>
            <p:cNvSpPr/>
            <p:nvPr/>
          </p:nvSpPr>
          <p:spPr>
            <a:xfrm>
              <a:off x="533407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63" name="Google Shape;7863;p23"/>
            <p:cNvSpPr/>
            <p:nvPr/>
          </p:nvSpPr>
          <p:spPr>
            <a:xfrm>
              <a:off x="571507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64" name="Google Shape;7864;p23"/>
            <p:cNvSpPr/>
            <p:nvPr/>
          </p:nvSpPr>
          <p:spPr>
            <a:xfrm>
              <a:off x="609608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65" name="Google Shape;7865;p23"/>
            <p:cNvSpPr/>
            <p:nvPr/>
          </p:nvSpPr>
          <p:spPr>
            <a:xfrm>
              <a:off x="647708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66" name="Google Shape;7866;p23"/>
            <p:cNvSpPr/>
            <p:nvPr/>
          </p:nvSpPr>
          <p:spPr>
            <a:xfrm>
              <a:off x="685809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67" name="Google Shape;7867;p23"/>
            <p:cNvSpPr/>
            <p:nvPr/>
          </p:nvSpPr>
          <p:spPr>
            <a:xfrm>
              <a:off x="723909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68" name="Google Shape;7868;p23"/>
            <p:cNvSpPr/>
            <p:nvPr/>
          </p:nvSpPr>
          <p:spPr>
            <a:xfrm>
              <a:off x="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69" name="Google Shape;7869;p23"/>
            <p:cNvSpPr/>
            <p:nvPr/>
          </p:nvSpPr>
          <p:spPr>
            <a:xfrm>
              <a:off x="38100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70" name="Google Shape;7870;p23"/>
            <p:cNvSpPr/>
            <p:nvPr/>
          </p:nvSpPr>
          <p:spPr>
            <a:xfrm>
              <a:off x="76201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71" name="Google Shape;7871;p23"/>
            <p:cNvSpPr/>
            <p:nvPr/>
          </p:nvSpPr>
          <p:spPr>
            <a:xfrm>
              <a:off x="114301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72" name="Google Shape;7872;p23"/>
            <p:cNvSpPr/>
            <p:nvPr/>
          </p:nvSpPr>
          <p:spPr>
            <a:xfrm>
              <a:off x="152402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73" name="Google Shape;7873;p23"/>
            <p:cNvSpPr/>
            <p:nvPr/>
          </p:nvSpPr>
          <p:spPr>
            <a:xfrm>
              <a:off x="190502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74" name="Google Shape;7874;p23"/>
            <p:cNvSpPr/>
            <p:nvPr/>
          </p:nvSpPr>
          <p:spPr>
            <a:xfrm>
              <a:off x="228603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75" name="Google Shape;7875;p23"/>
            <p:cNvSpPr/>
            <p:nvPr/>
          </p:nvSpPr>
          <p:spPr>
            <a:xfrm>
              <a:off x="266703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76" name="Google Shape;7876;p23"/>
            <p:cNvSpPr/>
            <p:nvPr/>
          </p:nvSpPr>
          <p:spPr>
            <a:xfrm>
              <a:off x="304804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77" name="Google Shape;7877;p23"/>
            <p:cNvSpPr/>
            <p:nvPr/>
          </p:nvSpPr>
          <p:spPr>
            <a:xfrm>
              <a:off x="342904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78" name="Google Shape;7878;p23"/>
            <p:cNvSpPr/>
            <p:nvPr/>
          </p:nvSpPr>
          <p:spPr>
            <a:xfrm>
              <a:off x="381005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79" name="Google Shape;7879;p23"/>
            <p:cNvSpPr/>
            <p:nvPr/>
          </p:nvSpPr>
          <p:spPr>
            <a:xfrm>
              <a:off x="419105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80" name="Google Shape;7880;p23"/>
            <p:cNvSpPr/>
            <p:nvPr/>
          </p:nvSpPr>
          <p:spPr>
            <a:xfrm>
              <a:off x="457206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81" name="Google Shape;7881;p23"/>
            <p:cNvSpPr/>
            <p:nvPr/>
          </p:nvSpPr>
          <p:spPr>
            <a:xfrm>
              <a:off x="495306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82" name="Google Shape;7882;p23"/>
            <p:cNvSpPr/>
            <p:nvPr/>
          </p:nvSpPr>
          <p:spPr>
            <a:xfrm>
              <a:off x="533407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83" name="Google Shape;7883;p23"/>
            <p:cNvSpPr/>
            <p:nvPr/>
          </p:nvSpPr>
          <p:spPr>
            <a:xfrm>
              <a:off x="571507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84" name="Google Shape;7884;p23"/>
            <p:cNvSpPr/>
            <p:nvPr/>
          </p:nvSpPr>
          <p:spPr>
            <a:xfrm>
              <a:off x="609608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85" name="Google Shape;7885;p23"/>
            <p:cNvSpPr/>
            <p:nvPr/>
          </p:nvSpPr>
          <p:spPr>
            <a:xfrm>
              <a:off x="647708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86" name="Google Shape;7886;p23"/>
            <p:cNvSpPr/>
            <p:nvPr/>
          </p:nvSpPr>
          <p:spPr>
            <a:xfrm>
              <a:off x="685809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87" name="Google Shape;7887;p23"/>
            <p:cNvSpPr/>
            <p:nvPr/>
          </p:nvSpPr>
          <p:spPr>
            <a:xfrm>
              <a:off x="723909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88" name="Google Shape;7888;p23"/>
            <p:cNvSpPr/>
            <p:nvPr/>
          </p:nvSpPr>
          <p:spPr>
            <a:xfrm>
              <a:off x="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89" name="Google Shape;7889;p23"/>
            <p:cNvSpPr/>
            <p:nvPr/>
          </p:nvSpPr>
          <p:spPr>
            <a:xfrm>
              <a:off x="38100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90" name="Google Shape;7890;p23"/>
            <p:cNvSpPr/>
            <p:nvPr/>
          </p:nvSpPr>
          <p:spPr>
            <a:xfrm>
              <a:off x="76201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91" name="Google Shape;7891;p23"/>
            <p:cNvSpPr/>
            <p:nvPr/>
          </p:nvSpPr>
          <p:spPr>
            <a:xfrm>
              <a:off x="114301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92" name="Google Shape;7892;p23"/>
            <p:cNvSpPr/>
            <p:nvPr/>
          </p:nvSpPr>
          <p:spPr>
            <a:xfrm>
              <a:off x="152402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93" name="Google Shape;7893;p23"/>
            <p:cNvSpPr/>
            <p:nvPr/>
          </p:nvSpPr>
          <p:spPr>
            <a:xfrm>
              <a:off x="190502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94" name="Google Shape;7894;p23"/>
            <p:cNvSpPr/>
            <p:nvPr/>
          </p:nvSpPr>
          <p:spPr>
            <a:xfrm>
              <a:off x="228603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95" name="Google Shape;7895;p23"/>
            <p:cNvSpPr/>
            <p:nvPr/>
          </p:nvSpPr>
          <p:spPr>
            <a:xfrm>
              <a:off x="266703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96" name="Google Shape;7896;p23"/>
            <p:cNvSpPr/>
            <p:nvPr/>
          </p:nvSpPr>
          <p:spPr>
            <a:xfrm>
              <a:off x="304804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97" name="Google Shape;7897;p23"/>
            <p:cNvSpPr/>
            <p:nvPr/>
          </p:nvSpPr>
          <p:spPr>
            <a:xfrm>
              <a:off x="342904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98" name="Google Shape;7898;p23"/>
            <p:cNvSpPr/>
            <p:nvPr/>
          </p:nvSpPr>
          <p:spPr>
            <a:xfrm>
              <a:off x="381005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99" name="Google Shape;7899;p23"/>
            <p:cNvSpPr/>
            <p:nvPr/>
          </p:nvSpPr>
          <p:spPr>
            <a:xfrm>
              <a:off x="419105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00" name="Google Shape;7900;p23"/>
            <p:cNvSpPr/>
            <p:nvPr/>
          </p:nvSpPr>
          <p:spPr>
            <a:xfrm>
              <a:off x="457206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01" name="Google Shape;7901;p23"/>
            <p:cNvSpPr/>
            <p:nvPr/>
          </p:nvSpPr>
          <p:spPr>
            <a:xfrm>
              <a:off x="495306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02" name="Google Shape;7902;p23"/>
            <p:cNvSpPr/>
            <p:nvPr/>
          </p:nvSpPr>
          <p:spPr>
            <a:xfrm>
              <a:off x="533407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03" name="Google Shape;7903;p23"/>
            <p:cNvSpPr/>
            <p:nvPr/>
          </p:nvSpPr>
          <p:spPr>
            <a:xfrm>
              <a:off x="571507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04" name="Google Shape;7904;p23"/>
            <p:cNvSpPr/>
            <p:nvPr/>
          </p:nvSpPr>
          <p:spPr>
            <a:xfrm>
              <a:off x="609608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05" name="Google Shape;7905;p23"/>
            <p:cNvSpPr/>
            <p:nvPr/>
          </p:nvSpPr>
          <p:spPr>
            <a:xfrm>
              <a:off x="647708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06" name="Google Shape;7906;p23"/>
            <p:cNvSpPr/>
            <p:nvPr/>
          </p:nvSpPr>
          <p:spPr>
            <a:xfrm>
              <a:off x="685809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07" name="Google Shape;7907;p23"/>
            <p:cNvSpPr/>
            <p:nvPr/>
          </p:nvSpPr>
          <p:spPr>
            <a:xfrm>
              <a:off x="723909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08" name="Google Shape;7908;p23"/>
            <p:cNvSpPr/>
            <p:nvPr/>
          </p:nvSpPr>
          <p:spPr>
            <a:xfrm>
              <a:off x="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09" name="Google Shape;7909;p23"/>
            <p:cNvSpPr/>
            <p:nvPr/>
          </p:nvSpPr>
          <p:spPr>
            <a:xfrm>
              <a:off x="38100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10" name="Google Shape;7910;p23"/>
            <p:cNvSpPr/>
            <p:nvPr/>
          </p:nvSpPr>
          <p:spPr>
            <a:xfrm>
              <a:off x="76201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11" name="Google Shape;7911;p23"/>
            <p:cNvSpPr/>
            <p:nvPr/>
          </p:nvSpPr>
          <p:spPr>
            <a:xfrm>
              <a:off x="114301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12" name="Google Shape;7912;p23"/>
            <p:cNvSpPr/>
            <p:nvPr/>
          </p:nvSpPr>
          <p:spPr>
            <a:xfrm>
              <a:off x="152402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13" name="Google Shape;7913;p23"/>
            <p:cNvSpPr/>
            <p:nvPr/>
          </p:nvSpPr>
          <p:spPr>
            <a:xfrm>
              <a:off x="190502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14" name="Google Shape;7914;p23"/>
            <p:cNvSpPr/>
            <p:nvPr/>
          </p:nvSpPr>
          <p:spPr>
            <a:xfrm>
              <a:off x="228603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15" name="Google Shape;7915;p23"/>
            <p:cNvSpPr/>
            <p:nvPr/>
          </p:nvSpPr>
          <p:spPr>
            <a:xfrm>
              <a:off x="266703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16" name="Google Shape;7916;p23"/>
            <p:cNvSpPr/>
            <p:nvPr/>
          </p:nvSpPr>
          <p:spPr>
            <a:xfrm>
              <a:off x="304804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17" name="Google Shape;7917;p23"/>
            <p:cNvSpPr/>
            <p:nvPr/>
          </p:nvSpPr>
          <p:spPr>
            <a:xfrm>
              <a:off x="342904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18" name="Google Shape;7918;p23"/>
            <p:cNvSpPr/>
            <p:nvPr/>
          </p:nvSpPr>
          <p:spPr>
            <a:xfrm>
              <a:off x="381005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19" name="Google Shape;7919;p23"/>
            <p:cNvSpPr/>
            <p:nvPr/>
          </p:nvSpPr>
          <p:spPr>
            <a:xfrm>
              <a:off x="419105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20" name="Google Shape;7920;p23"/>
            <p:cNvSpPr/>
            <p:nvPr/>
          </p:nvSpPr>
          <p:spPr>
            <a:xfrm>
              <a:off x="457206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21" name="Google Shape;7921;p23"/>
            <p:cNvSpPr/>
            <p:nvPr/>
          </p:nvSpPr>
          <p:spPr>
            <a:xfrm>
              <a:off x="495306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22" name="Google Shape;7922;p23"/>
            <p:cNvSpPr/>
            <p:nvPr/>
          </p:nvSpPr>
          <p:spPr>
            <a:xfrm>
              <a:off x="533407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23" name="Google Shape;7923;p23"/>
            <p:cNvSpPr/>
            <p:nvPr/>
          </p:nvSpPr>
          <p:spPr>
            <a:xfrm>
              <a:off x="571507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24" name="Google Shape;7924;p23"/>
            <p:cNvSpPr/>
            <p:nvPr/>
          </p:nvSpPr>
          <p:spPr>
            <a:xfrm>
              <a:off x="609608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25" name="Google Shape;7925;p23"/>
            <p:cNvSpPr/>
            <p:nvPr/>
          </p:nvSpPr>
          <p:spPr>
            <a:xfrm>
              <a:off x="647708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26" name="Google Shape;7926;p23"/>
            <p:cNvSpPr/>
            <p:nvPr/>
          </p:nvSpPr>
          <p:spPr>
            <a:xfrm>
              <a:off x="685809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27" name="Google Shape;7927;p23"/>
            <p:cNvSpPr/>
            <p:nvPr/>
          </p:nvSpPr>
          <p:spPr>
            <a:xfrm>
              <a:off x="723909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28" name="Google Shape;7928;p23"/>
            <p:cNvSpPr/>
            <p:nvPr/>
          </p:nvSpPr>
          <p:spPr>
            <a:xfrm>
              <a:off x="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29" name="Google Shape;7929;p23"/>
            <p:cNvSpPr/>
            <p:nvPr/>
          </p:nvSpPr>
          <p:spPr>
            <a:xfrm>
              <a:off x="38100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30" name="Google Shape;7930;p23"/>
            <p:cNvSpPr/>
            <p:nvPr/>
          </p:nvSpPr>
          <p:spPr>
            <a:xfrm>
              <a:off x="76201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31" name="Google Shape;7931;p23"/>
            <p:cNvSpPr/>
            <p:nvPr/>
          </p:nvSpPr>
          <p:spPr>
            <a:xfrm>
              <a:off x="114301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32" name="Google Shape;7932;p23"/>
            <p:cNvSpPr/>
            <p:nvPr/>
          </p:nvSpPr>
          <p:spPr>
            <a:xfrm>
              <a:off x="152402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33" name="Google Shape;7933;p23"/>
            <p:cNvSpPr/>
            <p:nvPr/>
          </p:nvSpPr>
          <p:spPr>
            <a:xfrm>
              <a:off x="190502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34" name="Google Shape;7934;p23"/>
            <p:cNvSpPr/>
            <p:nvPr/>
          </p:nvSpPr>
          <p:spPr>
            <a:xfrm>
              <a:off x="228603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35" name="Google Shape;7935;p23"/>
            <p:cNvSpPr/>
            <p:nvPr/>
          </p:nvSpPr>
          <p:spPr>
            <a:xfrm>
              <a:off x="266703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36" name="Google Shape;7936;p23"/>
            <p:cNvSpPr/>
            <p:nvPr/>
          </p:nvSpPr>
          <p:spPr>
            <a:xfrm>
              <a:off x="304804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37" name="Google Shape;7937;p23"/>
            <p:cNvSpPr/>
            <p:nvPr/>
          </p:nvSpPr>
          <p:spPr>
            <a:xfrm>
              <a:off x="342904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38" name="Google Shape;7938;p23"/>
            <p:cNvSpPr/>
            <p:nvPr/>
          </p:nvSpPr>
          <p:spPr>
            <a:xfrm>
              <a:off x="381005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39" name="Google Shape;7939;p23"/>
            <p:cNvSpPr/>
            <p:nvPr/>
          </p:nvSpPr>
          <p:spPr>
            <a:xfrm>
              <a:off x="419105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40" name="Google Shape;7940;p23"/>
            <p:cNvSpPr/>
            <p:nvPr/>
          </p:nvSpPr>
          <p:spPr>
            <a:xfrm>
              <a:off x="457206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41" name="Google Shape;7941;p23"/>
            <p:cNvSpPr/>
            <p:nvPr/>
          </p:nvSpPr>
          <p:spPr>
            <a:xfrm>
              <a:off x="495306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42" name="Google Shape;7942;p23"/>
            <p:cNvSpPr/>
            <p:nvPr/>
          </p:nvSpPr>
          <p:spPr>
            <a:xfrm>
              <a:off x="533407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43" name="Google Shape;7943;p23"/>
            <p:cNvSpPr/>
            <p:nvPr/>
          </p:nvSpPr>
          <p:spPr>
            <a:xfrm>
              <a:off x="571507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44" name="Google Shape;7944;p23"/>
            <p:cNvSpPr/>
            <p:nvPr/>
          </p:nvSpPr>
          <p:spPr>
            <a:xfrm>
              <a:off x="609608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45" name="Google Shape;7945;p23"/>
            <p:cNvSpPr/>
            <p:nvPr/>
          </p:nvSpPr>
          <p:spPr>
            <a:xfrm>
              <a:off x="647708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46" name="Google Shape;7946;p23"/>
            <p:cNvSpPr/>
            <p:nvPr/>
          </p:nvSpPr>
          <p:spPr>
            <a:xfrm>
              <a:off x="685809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47" name="Google Shape;7947;p23"/>
            <p:cNvSpPr/>
            <p:nvPr/>
          </p:nvSpPr>
          <p:spPr>
            <a:xfrm>
              <a:off x="723909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48" name="Google Shape;7948;p23"/>
            <p:cNvSpPr/>
            <p:nvPr/>
          </p:nvSpPr>
          <p:spPr>
            <a:xfrm>
              <a:off x="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49" name="Google Shape;7949;p23"/>
            <p:cNvSpPr/>
            <p:nvPr/>
          </p:nvSpPr>
          <p:spPr>
            <a:xfrm>
              <a:off x="38100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50" name="Google Shape;7950;p23"/>
            <p:cNvSpPr/>
            <p:nvPr/>
          </p:nvSpPr>
          <p:spPr>
            <a:xfrm>
              <a:off x="76201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51" name="Google Shape;7951;p23"/>
            <p:cNvSpPr/>
            <p:nvPr/>
          </p:nvSpPr>
          <p:spPr>
            <a:xfrm>
              <a:off x="114301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52" name="Google Shape;7952;p23"/>
            <p:cNvSpPr/>
            <p:nvPr/>
          </p:nvSpPr>
          <p:spPr>
            <a:xfrm>
              <a:off x="152402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53" name="Google Shape;7953;p23"/>
            <p:cNvSpPr/>
            <p:nvPr/>
          </p:nvSpPr>
          <p:spPr>
            <a:xfrm>
              <a:off x="190502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54" name="Google Shape;7954;p23"/>
            <p:cNvSpPr/>
            <p:nvPr/>
          </p:nvSpPr>
          <p:spPr>
            <a:xfrm>
              <a:off x="228603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55" name="Google Shape;7955;p23"/>
            <p:cNvSpPr/>
            <p:nvPr/>
          </p:nvSpPr>
          <p:spPr>
            <a:xfrm>
              <a:off x="266703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56" name="Google Shape;7956;p23"/>
            <p:cNvSpPr/>
            <p:nvPr/>
          </p:nvSpPr>
          <p:spPr>
            <a:xfrm>
              <a:off x="304804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57" name="Google Shape;7957;p23"/>
            <p:cNvSpPr/>
            <p:nvPr/>
          </p:nvSpPr>
          <p:spPr>
            <a:xfrm>
              <a:off x="342904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58" name="Google Shape;7958;p23"/>
            <p:cNvSpPr/>
            <p:nvPr/>
          </p:nvSpPr>
          <p:spPr>
            <a:xfrm>
              <a:off x="381005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59" name="Google Shape;7959;p23"/>
            <p:cNvSpPr/>
            <p:nvPr/>
          </p:nvSpPr>
          <p:spPr>
            <a:xfrm>
              <a:off x="419105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60" name="Google Shape;7960;p23"/>
            <p:cNvSpPr/>
            <p:nvPr/>
          </p:nvSpPr>
          <p:spPr>
            <a:xfrm>
              <a:off x="457206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61" name="Google Shape;7961;p23"/>
            <p:cNvSpPr/>
            <p:nvPr/>
          </p:nvSpPr>
          <p:spPr>
            <a:xfrm>
              <a:off x="495306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62" name="Google Shape;7962;p23"/>
            <p:cNvSpPr/>
            <p:nvPr/>
          </p:nvSpPr>
          <p:spPr>
            <a:xfrm>
              <a:off x="533407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63" name="Google Shape;7963;p23"/>
            <p:cNvSpPr/>
            <p:nvPr/>
          </p:nvSpPr>
          <p:spPr>
            <a:xfrm>
              <a:off x="571507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64" name="Google Shape;7964;p23"/>
            <p:cNvSpPr/>
            <p:nvPr/>
          </p:nvSpPr>
          <p:spPr>
            <a:xfrm>
              <a:off x="609608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65" name="Google Shape;7965;p23"/>
            <p:cNvSpPr/>
            <p:nvPr/>
          </p:nvSpPr>
          <p:spPr>
            <a:xfrm>
              <a:off x="647708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66" name="Google Shape;7966;p23"/>
            <p:cNvSpPr/>
            <p:nvPr/>
          </p:nvSpPr>
          <p:spPr>
            <a:xfrm>
              <a:off x="685809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67" name="Google Shape;7967;p23"/>
            <p:cNvSpPr/>
            <p:nvPr/>
          </p:nvSpPr>
          <p:spPr>
            <a:xfrm>
              <a:off x="723909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68" name="Google Shape;7968;p23"/>
            <p:cNvSpPr/>
            <p:nvPr/>
          </p:nvSpPr>
          <p:spPr>
            <a:xfrm>
              <a:off x="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69" name="Google Shape;7969;p23"/>
            <p:cNvSpPr/>
            <p:nvPr/>
          </p:nvSpPr>
          <p:spPr>
            <a:xfrm>
              <a:off x="38100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70" name="Google Shape;7970;p23"/>
            <p:cNvSpPr/>
            <p:nvPr/>
          </p:nvSpPr>
          <p:spPr>
            <a:xfrm>
              <a:off x="76201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71" name="Google Shape;7971;p23"/>
            <p:cNvSpPr/>
            <p:nvPr/>
          </p:nvSpPr>
          <p:spPr>
            <a:xfrm>
              <a:off x="114301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72" name="Google Shape;7972;p23"/>
            <p:cNvSpPr/>
            <p:nvPr/>
          </p:nvSpPr>
          <p:spPr>
            <a:xfrm>
              <a:off x="152402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73" name="Google Shape;7973;p23"/>
            <p:cNvSpPr/>
            <p:nvPr/>
          </p:nvSpPr>
          <p:spPr>
            <a:xfrm>
              <a:off x="190502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74" name="Google Shape;7974;p23"/>
            <p:cNvSpPr/>
            <p:nvPr/>
          </p:nvSpPr>
          <p:spPr>
            <a:xfrm>
              <a:off x="228603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75" name="Google Shape;7975;p23"/>
            <p:cNvSpPr/>
            <p:nvPr/>
          </p:nvSpPr>
          <p:spPr>
            <a:xfrm>
              <a:off x="266703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76" name="Google Shape;7976;p23"/>
            <p:cNvSpPr/>
            <p:nvPr/>
          </p:nvSpPr>
          <p:spPr>
            <a:xfrm>
              <a:off x="304804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77" name="Google Shape;7977;p23"/>
            <p:cNvSpPr/>
            <p:nvPr/>
          </p:nvSpPr>
          <p:spPr>
            <a:xfrm>
              <a:off x="342904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78" name="Google Shape;7978;p23"/>
            <p:cNvSpPr/>
            <p:nvPr/>
          </p:nvSpPr>
          <p:spPr>
            <a:xfrm>
              <a:off x="381005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79" name="Google Shape;7979;p23"/>
            <p:cNvSpPr/>
            <p:nvPr/>
          </p:nvSpPr>
          <p:spPr>
            <a:xfrm>
              <a:off x="419105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80" name="Google Shape;7980;p23"/>
            <p:cNvSpPr/>
            <p:nvPr/>
          </p:nvSpPr>
          <p:spPr>
            <a:xfrm>
              <a:off x="457206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81" name="Google Shape;7981;p23"/>
            <p:cNvSpPr/>
            <p:nvPr/>
          </p:nvSpPr>
          <p:spPr>
            <a:xfrm>
              <a:off x="495306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82" name="Google Shape;7982;p23"/>
            <p:cNvSpPr/>
            <p:nvPr/>
          </p:nvSpPr>
          <p:spPr>
            <a:xfrm>
              <a:off x="533407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83" name="Google Shape;7983;p23"/>
            <p:cNvSpPr/>
            <p:nvPr/>
          </p:nvSpPr>
          <p:spPr>
            <a:xfrm>
              <a:off x="571507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84" name="Google Shape;7984;p23"/>
            <p:cNvSpPr/>
            <p:nvPr/>
          </p:nvSpPr>
          <p:spPr>
            <a:xfrm>
              <a:off x="609608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85" name="Google Shape;7985;p23"/>
            <p:cNvSpPr/>
            <p:nvPr/>
          </p:nvSpPr>
          <p:spPr>
            <a:xfrm>
              <a:off x="647708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86" name="Google Shape;7986;p23"/>
            <p:cNvSpPr/>
            <p:nvPr/>
          </p:nvSpPr>
          <p:spPr>
            <a:xfrm>
              <a:off x="685809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87" name="Google Shape;7987;p23"/>
            <p:cNvSpPr/>
            <p:nvPr/>
          </p:nvSpPr>
          <p:spPr>
            <a:xfrm>
              <a:off x="723909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88" name="Google Shape;7988;p23"/>
            <p:cNvSpPr/>
            <p:nvPr/>
          </p:nvSpPr>
          <p:spPr>
            <a:xfrm>
              <a:off x="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89" name="Google Shape;7989;p23"/>
            <p:cNvSpPr/>
            <p:nvPr/>
          </p:nvSpPr>
          <p:spPr>
            <a:xfrm>
              <a:off x="38100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90" name="Google Shape;7990;p23"/>
            <p:cNvSpPr/>
            <p:nvPr/>
          </p:nvSpPr>
          <p:spPr>
            <a:xfrm>
              <a:off x="76201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91" name="Google Shape;7991;p23"/>
            <p:cNvSpPr/>
            <p:nvPr/>
          </p:nvSpPr>
          <p:spPr>
            <a:xfrm>
              <a:off x="114301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92" name="Google Shape;7992;p23"/>
            <p:cNvSpPr/>
            <p:nvPr/>
          </p:nvSpPr>
          <p:spPr>
            <a:xfrm>
              <a:off x="152402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93" name="Google Shape;7993;p23"/>
            <p:cNvSpPr/>
            <p:nvPr/>
          </p:nvSpPr>
          <p:spPr>
            <a:xfrm>
              <a:off x="190502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94" name="Google Shape;7994;p23"/>
            <p:cNvSpPr/>
            <p:nvPr/>
          </p:nvSpPr>
          <p:spPr>
            <a:xfrm>
              <a:off x="228603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95" name="Google Shape;7995;p23"/>
            <p:cNvSpPr/>
            <p:nvPr/>
          </p:nvSpPr>
          <p:spPr>
            <a:xfrm>
              <a:off x="266703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96" name="Google Shape;7996;p23"/>
            <p:cNvSpPr/>
            <p:nvPr/>
          </p:nvSpPr>
          <p:spPr>
            <a:xfrm>
              <a:off x="304804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97" name="Google Shape;7997;p23"/>
            <p:cNvSpPr/>
            <p:nvPr/>
          </p:nvSpPr>
          <p:spPr>
            <a:xfrm>
              <a:off x="342904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98" name="Google Shape;7998;p23"/>
            <p:cNvSpPr/>
            <p:nvPr/>
          </p:nvSpPr>
          <p:spPr>
            <a:xfrm>
              <a:off x="381005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99" name="Google Shape;7999;p23"/>
            <p:cNvSpPr/>
            <p:nvPr/>
          </p:nvSpPr>
          <p:spPr>
            <a:xfrm>
              <a:off x="419105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00" name="Google Shape;8000;p23"/>
            <p:cNvSpPr/>
            <p:nvPr/>
          </p:nvSpPr>
          <p:spPr>
            <a:xfrm>
              <a:off x="457206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01" name="Google Shape;8001;p23"/>
            <p:cNvSpPr/>
            <p:nvPr/>
          </p:nvSpPr>
          <p:spPr>
            <a:xfrm>
              <a:off x="495306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02" name="Google Shape;8002;p23"/>
            <p:cNvSpPr/>
            <p:nvPr/>
          </p:nvSpPr>
          <p:spPr>
            <a:xfrm>
              <a:off x="533407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03" name="Google Shape;8003;p23"/>
            <p:cNvSpPr/>
            <p:nvPr/>
          </p:nvSpPr>
          <p:spPr>
            <a:xfrm>
              <a:off x="571507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04" name="Google Shape;8004;p23"/>
            <p:cNvSpPr/>
            <p:nvPr/>
          </p:nvSpPr>
          <p:spPr>
            <a:xfrm>
              <a:off x="609608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05" name="Google Shape;8005;p23"/>
            <p:cNvSpPr/>
            <p:nvPr/>
          </p:nvSpPr>
          <p:spPr>
            <a:xfrm>
              <a:off x="647708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06" name="Google Shape;8006;p23"/>
            <p:cNvSpPr/>
            <p:nvPr/>
          </p:nvSpPr>
          <p:spPr>
            <a:xfrm>
              <a:off x="685809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07" name="Google Shape;8007;p23"/>
            <p:cNvSpPr/>
            <p:nvPr/>
          </p:nvSpPr>
          <p:spPr>
            <a:xfrm>
              <a:off x="723909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08" name="Google Shape;8008;p23"/>
            <p:cNvSpPr/>
            <p:nvPr/>
          </p:nvSpPr>
          <p:spPr>
            <a:xfrm>
              <a:off x="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09" name="Google Shape;8009;p23"/>
            <p:cNvSpPr/>
            <p:nvPr/>
          </p:nvSpPr>
          <p:spPr>
            <a:xfrm>
              <a:off x="38100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10" name="Google Shape;8010;p23"/>
            <p:cNvSpPr/>
            <p:nvPr/>
          </p:nvSpPr>
          <p:spPr>
            <a:xfrm>
              <a:off x="76201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11" name="Google Shape;8011;p23"/>
            <p:cNvSpPr/>
            <p:nvPr/>
          </p:nvSpPr>
          <p:spPr>
            <a:xfrm>
              <a:off x="114301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12" name="Google Shape;8012;p23"/>
            <p:cNvSpPr/>
            <p:nvPr/>
          </p:nvSpPr>
          <p:spPr>
            <a:xfrm>
              <a:off x="152402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13" name="Google Shape;8013;p23"/>
            <p:cNvSpPr/>
            <p:nvPr/>
          </p:nvSpPr>
          <p:spPr>
            <a:xfrm>
              <a:off x="190502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14" name="Google Shape;8014;p23"/>
            <p:cNvSpPr/>
            <p:nvPr/>
          </p:nvSpPr>
          <p:spPr>
            <a:xfrm>
              <a:off x="228603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15" name="Google Shape;8015;p23"/>
            <p:cNvSpPr/>
            <p:nvPr/>
          </p:nvSpPr>
          <p:spPr>
            <a:xfrm>
              <a:off x="266703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16" name="Google Shape;8016;p23"/>
            <p:cNvSpPr/>
            <p:nvPr/>
          </p:nvSpPr>
          <p:spPr>
            <a:xfrm>
              <a:off x="304804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17" name="Google Shape;8017;p23"/>
            <p:cNvSpPr/>
            <p:nvPr/>
          </p:nvSpPr>
          <p:spPr>
            <a:xfrm>
              <a:off x="342904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18" name="Google Shape;8018;p23"/>
            <p:cNvSpPr/>
            <p:nvPr/>
          </p:nvSpPr>
          <p:spPr>
            <a:xfrm>
              <a:off x="381005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19" name="Google Shape;8019;p23"/>
            <p:cNvSpPr/>
            <p:nvPr/>
          </p:nvSpPr>
          <p:spPr>
            <a:xfrm>
              <a:off x="419105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20" name="Google Shape;8020;p23"/>
            <p:cNvSpPr/>
            <p:nvPr/>
          </p:nvSpPr>
          <p:spPr>
            <a:xfrm>
              <a:off x="457206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21" name="Google Shape;8021;p23"/>
            <p:cNvSpPr/>
            <p:nvPr/>
          </p:nvSpPr>
          <p:spPr>
            <a:xfrm>
              <a:off x="495306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22" name="Google Shape;8022;p23"/>
            <p:cNvSpPr/>
            <p:nvPr/>
          </p:nvSpPr>
          <p:spPr>
            <a:xfrm>
              <a:off x="533407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23" name="Google Shape;8023;p23"/>
            <p:cNvSpPr/>
            <p:nvPr/>
          </p:nvSpPr>
          <p:spPr>
            <a:xfrm>
              <a:off x="571507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24" name="Google Shape;8024;p23"/>
            <p:cNvSpPr/>
            <p:nvPr/>
          </p:nvSpPr>
          <p:spPr>
            <a:xfrm>
              <a:off x="609608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25" name="Google Shape;8025;p23"/>
            <p:cNvSpPr/>
            <p:nvPr/>
          </p:nvSpPr>
          <p:spPr>
            <a:xfrm>
              <a:off x="647708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26" name="Google Shape;8026;p23"/>
            <p:cNvSpPr/>
            <p:nvPr/>
          </p:nvSpPr>
          <p:spPr>
            <a:xfrm>
              <a:off x="685809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27" name="Google Shape;8027;p23"/>
            <p:cNvSpPr/>
            <p:nvPr/>
          </p:nvSpPr>
          <p:spPr>
            <a:xfrm>
              <a:off x="723909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28" name="Google Shape;8028;p23"/>
            <p:cNvSpPr/>
            <p:nvPr/>
          </p:nvSpPr>
          <p:spPr>
            <a:xfrm>
              <a:off x="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29" name="Google Shape;8029;p23"/>
            <p:cNvSpPr/>
            <p:nvPr/>
          </p:nvSpPr>
          <p:spPr>
            <a:xfrm>
              <a:off x="38100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30" name="Google Shape;8030;p23"/>
            <p:cNvSpPr/>
            <p:nvPr/>
          </p:nvSpPr>
          <p:spPr>
            <a:xfrm>
              <a:off x="76201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31" name="Google Shape;8031;p23"/>
            <p:cNvSpPr/>
            <p:nvPr/>
          </p:nvSpPr>
          <p:spPr>
            <a:xfrm>
              <a:off x="114301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32" name="Google Shape;8032;p23"/>
            <p:cNvSpPr/>
            <p:nvPr/>
          </p:nvSpPr>
          <p:spPr>
            <a:xfrm>
              <a:off x="152402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33" name="Google Shape;8033;p23"/>
            <p:cNvSpPr/>
            <p:nvPr/>
          </p:nvSpPr>
          <p:spPr>
            <a:xfrm>
              <a:off x="190502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34" name="Google Shape;8034;p23"/>
            <p:cNvSpPr/>
            <p:nvPr/>
          </p:nvSpPr>
          <p:spPr>
            <a:xfrm>
              <a:off x="228603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35" name="Google Shape;8035;p23"/>
            <p:cNvSpPr/>
            <p:nvPr/>
          </p:nvSpPr>
          <p:spPr>
            <a:xfrm>
              <a:off x="266703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36" name="Google Shape;8036;p23"/>
            <p:cNvSpPr/>
            <p:nvPr/>
          </p:nvSpPr>
          <p:spPr>
            <a:xfrm>
              <a:off x="304804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37" name="Google Shape;8037;p23"/>
            <p:cNvSpPr/>
            <p:nvPr/>
          </p:nvSpPr>
          <p:spPr>
            <a:xfrm>
              <a:off x="342904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38" name="Google Shape;8038;p23"/>
            <p:cNvSpPr/>
            <p:nvPr/>
          </p:nvSpPr>
          <p:spPr>
            <a:xfrm>
              <a:off x="381005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39" name="Google Shape;8039;p23"/>
            <p:cNvSpPr/>
            <p:nvPr/>
          </p:nvSpPr>
          <p:spPr>
            <a:xfrm>
              <a:off x="419105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40" name="Google Shape;8040;p23"/>
            <p:cNvSpPr/>
            <p:nvPr/>
          </p:nvSpPr>
          <p:spPr>
            <a:xfrm>
              <a:off x="457206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41" name="Google Shape;8041;p23"/>
            <p:cNvSpPr/>
            <p:nvPr/>
          </p:nvSpPr>
          <p:spPr>
            <a:xfrm>
              <a:off x="495306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42" name="Google Shape;8042;p23"/>
            <p:cNvSpPr/>
            <p:nvPr/>
          </p:nvSpPr>
          <p:spPr>
            <a:xfrm>
              <a:off x="533407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43" name="Google Shape;8043;p23"/>
            <p:cNvSpPr/>
            <p:nvPr/>
          </p:nvSpPr>
          <p:spPr>
            <a:xfrm>
              <a:off x="571507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44" name="Google Shape;8044;p23"/>
            <p:cNvSpPr/>
            <p:nvPr/>
          </p:nvSpPr>
          <p:spPr>
            <a:xfrm>
              <a:off x="609608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45" name="Google Shape;8045;p23"/>
            <p:cNvSpPr/>
            <p:nvPr/>
          </p:nvSpPr>
          <p:spPr>
            <a:xfrm>
              <a:off x="647708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46" name="Google Shape;8046;p23"/>
            <p:cNvSpPr/>
            <p:nvPr/>
          </p:nvSpPr>
          <p:spPr>
            <a:xfrm>
              <a:off x="685809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47" name="Google Shape;8047;p23"/>
            <p:cNvSpPr/>
            <p:nvPr/>
          </p:nvSpPr>
          <p:spPr>
            <a:xfrm>
              <a:off x="723909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48" name="Google Shape;8048;p23"/>
            <p:cNvSpPr/>
            <p:nvPr/>
          </p:nvSpPr>
          <p:spPr>
            <a:xfrm>
              <a:off x="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49" name="Google Shape;8049;p23"/>
            <p:cNvSpPr/>
            <p:nvPr/>
          </p:nvSpPr>
          <p:spPr>
            <a:xfrm>
              <a:off x="38100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50" name="Google Shape;8050;p23"/>
            <p:cNvSpPr/>
            <p:nvPr/>
          </p:nvSpPr>
          <p:spPr>
            <a:xfrm>
              <a:off x="76201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51" name="Google Shape;8051;p23"/>
            <p:cNvSpPr/>
            <p:nvPr/>
          </p:nvSpPr>
          <p:spPr>
            <a:xfrm>
              <a:off x="114301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52" name="Google Shape;8052;p23"/>
            <p:cNvSpPr/>
            <p:nvPr/>
          </p:nvSpPr>
          <p:spPr>
            <a:xfrm>
              <a:off x="152402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53" name="Google Shape;8053;p23"/>
            <p:cNvSpPr/>
            <p:nvPr/>
          </p:nvSpPr>
          <p:spPr>
            <a:xfrm>
              <a:off x="190502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54" name="Google Shape;8054;p23"/>
            <p:cNvSpPr/>
            <p:nvPr/>
          </p:nvSpPr>
          <p:spPr>
            <a:xfrm>
              <a:off x="228603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55" name="Google Shape;8055;p23"/>
            <p:cNvSpPr/>
            <p:nvPr/>
          </p:nvSpPr>
          <p:spPr>
            <a:xfrm>
              <a:off x="266703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56" name="Google Shape;8056;p23"/>
            <p:cNvSpPr/>
            <p:nvPr/>
          </p:nvSpPr>
          <p:spPr>
            <a:xfrm>
              <a:off x="304804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57" name="Google Shape;8057;p23"/>
            <p:cNvSpPr/>
            <p:nvPr/>
          </p:nvSpPr>
          <p:spPr>
            <a:xfrm>
              <a:off x="342904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58" name="Google Shape;8058;p23"/>
            <p:cNvSpPr/>
            <p:nvPr/>
          </p:nvSpPr>
          <p:spPr>
            <a:xfrm>
              <a:off x="381005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59" name="Google Shape;8059;p23"/>
            <p:cNvSpPr/>
            <p:nvPr/>
          </p:nvSpPr>
          <p:spPr>
            <a:xfrm>
              <a:off x="419105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60" name="Google Shape;8060;p23"/>
            <p:cNvSpPr/>
            <p:nvPr/>
          </p:nvSpPr>
          <p:spPr>
            <a:xfrm>
              <a:off x="457206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61" name="Google Shape;8061;p23"/>
            <p:cNvSpPr/>
            <p:nvPr/>
          </p:nvSpPr>
          <p:spPr>
            <a:xfrm>
              <a:off x="495306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62" name="Google Shape;8062;p23"/>
            <p:cNvSpPr/>
            <p:nvPr/>
          </p:nvSpPr>
          <p:spPr>
            <a:xfrm>
              <a:off x="533407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63" name="Google Shape;8063;p23"/>
            <p:cNvSpPr/>
            <p:nvPr/>
          </p:nvSpPr>
          <p:spPr>
            <a:xfrm>
              <a:off x="571507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64" name="Google Shape;8064;p23"/>
            <p:cNvSpPr/>
            <p:nvPr/>
          </p:nvSpPr>
          <p:spPr>
            <a:xfrm>
              <a:off x="609608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65" name="Google Shape;8065;p23"/>
            <p:cNvSpPr/>
            <p:nvPr/>
          </p:nvSpPr>
          <p:spPr>
            <a:xfrm>
              <a:off x="647708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66" name="Google Shape;8066;p23"/>
            <p:cNvSpPr/>
            <p:nvPr/>
          </p:nvSpPr>
          <p:spPr>
            <a:xfrm>
              <a:off x="685809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67" name="Google Shape;8067;p23"/>
            <p:cNvSpPr/>
            <p:nvPr/>
          </p:nvSpPr>
          <p:spPr>
            <a:xfrm>
              <a:off x="723909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68" name="Google Shape;8068;p23"/>
            <p:cNvSpPr/>
            <p:nvPr/>
          </p:nvSpPr>
          <p:spPr>
            <a:xfrm>
              <a:off x="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69" name="Google Shape;8069;p23"/>
            <p:cNvSpPr/>
            <p:nvPr/>
          </p:nvSpPr>
          <p:spPr>
            <a:xfrm>
              <a:off x="38100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70" name="Google Shape;8070;p23"/>
            <p:cNvSpPr/>
            <p:nvPr/>
          </p:nvSpPr>
          <p:spPr>
            <a:xfrm>
              <a:off x="76201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71" name="Google Shape;8071;p23"/>
            <p:cNvSpPr/>
            <p:nvPr/>
          </p:nvSpPr>
          <p:spPr>
            <a:xfrm>
              <a:off x="114301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72" name="Google Shape;8072;p23"/>
            <p:cNvSpPr/>
            <p:nvPr/>
          </p:nvSpPr>
          <p:spPr>
            <a:xfrm>
              <a:off x="152402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73" name="Google Shape;8073;p23"/>
            <p:cNvSpPr/>
            <p:nvPr/>
          </p:nvSpPr>
          <p:spPr>
            <a:xfrm>
              <a:off x="190502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74" name="Google Shape;8074;p23"/>
            <p:cNvSpPr/>
            <p:nvPr/>
          </p:nvSpPr>
          <p:spPr>
            <a:xfrm>
              <a:off x="228603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75" name="Google Shape;8075;p23"/>
            <p:cNvSpPr/>
            <p:nvPr/>
          </p:nvSpPr>
          <p:spPr>
            <a:xfrm>
              <a:off x="266703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76" name="Google Shape;8076;p23"/>
            <p:cNvSpPr/>
            <p:nvPr/>
          </p:nvSpPr>
          <p:spPr>
            <a:xfrm>
              <a:off x="304804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77" name="Google Shape;8077;p23"/>
            <p:cNvSpPr/>
            <p:nvPr/>
          </p:nvSpPr>
          <p:spPr>
            <a:xfrm>
              <a:off x="342904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78" name="Google Shape;8078;p23"/>
            <p:cNvSpPr/>
            <p:nvPr/>
          </p:nvSpPr>
          <p:spPr>
            <a:xfrm>
              <a:off x="381005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79" name="Google Shape;8079;p23"/>
            <p:cNvSpPr/>
            <p:nvPr/>
          </p:nvSpPr>
          <p:spPr>
            <a:xfrm>
              <a:off x="419105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80" name="Google Shape;8080;p23"/>
            <p:cNvSpPr/>
            <p:nvPr/>
          </p:nvSpPr>
          <p:spPr>
            <a:xfrm>
              <a:off x="457206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81" name="Google Shape;8081;p23"/>
            <p:cNvSpPr/>
            <p:nvPr/>
          </p:nvSpPr>
          <p:spPr>
            <a:xfrm>
              <a:off x="495306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82" name="Google Shape;8082;p23"/>
            <p:cNvSpPr/>
            <p:nvPr/>
          </p:nvSpPr>
          <p:spPr>
            <a:xfrm>
              <a:off x="533407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83" name="Google Shape;8083;p23"/>
            <p:cNvSpPr/>
            <p:nvPr/>
          </p:nvSpPr>
          <p:spPr>
            <a:xfrm>
              <a:off x="571507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84" name="Google Shape;8084;p23"/>
            <p:cNvSpPr/>
            <p:nvPr/>
          </p:nvSpPr>
          <p:spPr>
            <a:xfrm>
              <a:off x="609608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85" name="Google Shape;8085;p23"/>
            <p:cNvSpPr/>
            <p:nvPr/>
          </p:nvSpPr>
          <p:spPr>
            <a:xfrm>
              <a:off x="647708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86" name="Google Shape;8086;p23"/>
            <p:cNvSpPr/>
            <p:nvPr/>
          </p:nvSpPr>
          <p:spPr>
            <a:xfrm>
              <a:off x="685809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87" name="Google Shape;8087;p23"/>
            <p:cNvSpPr/>
            <p:nvPr/>
          </p:nvSpPr>
          <p:spPr>
            <a:xfrm>
              <a:off x="723909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88" name="Google Shape;8088;p23"/>
            <p:cNvSpPr/>
            <p:nvPr/>
          </p:nvSpPr>
          <p:spPr>
            <a:xfrm>
              <a:off x="7620110" y="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89" name="Google Shape;8089;p23"/>
            <p:cNvSpPr/>
            <p:nvPr/>
          </p:nvSpPr>
          <p:spPr>
            <a:xfrm>
              <a:off x="8001115" y="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90" name="Google Shape;8090;p23"/>
            <p:cNvSpPr/>
            <p:nvPr/>
          </p:nvSpPr>
          <p:spPr>
            <a:xfrm>
              <a:off x="8382120" y="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91" name="Google Shape;8091;p23"/>
            <p:cNvSpPr/>
            <p:nvPr/>
          </p:nvSpPr>
          <p:spPr>
            <a:xfrm>
              <a:off x="8763125" y="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92" name="Google Shape;8092;p23"/>
            <p:cNvSpPr/>
            <p:nvPr/>
          </p:nvSpPr>
          <p:spPr>
            <a:xfrm>
              <a:off x="7620110" y="342894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93" name="Google Shape;8093;p23"/>
            <p:cNvSpPr/>
            <p:nvPr/>
          </p:nvSpPr>
          <p:spPr>
            <a:xfrm>
              <a:off x="8001115" y="342894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94" name="Google Shape;8094;p23"/>
            <p:cNvSpPr/>
            <p:nvPr/>
          </p:nvSpPr>
          <p:spPr>
            <a:xfrm>
              <a:off x="8382120" y="342894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95" name="Google Shape;8095;p23"/>
            <p:cNvSpPr/>
            <p:nvPr/>
          </p:nvSpPr>
          <p:spPr>
            <a:xfrm>
              <a:off x="8763125" y="342894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96" name="Google Shape;8096;p23"/>
            <p:cNvSpPr/>
            <p:nvPr/>
          </p:nvSpPr>
          <p:spPr>
            <a:xfrm>
              <a:off x="7620110" y="685788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97" name="Google Shape;8097;p23"/>
            <p:cNvSpPr/>
            <p:nvPr/>
          </p:nvSpPr>
          <p:spPr>
            <a:xfrm>
              <a:off x="8001115" y="685788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98" name="Google Shape;8098;p23"/>
            <p:cNvSpPr/>
            <p:nvPr/>
          </p:nvSpPr>
          <p:spPr>
            <a:xfrm>
              <a:off x="8382120" y="685788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99" name="Google Shape;8099;p23"/>
            <p:cNvSpPr/>
            <p:nvPr/>
          </p:nvSpPr>
          <p:spPr>
            <a:xfrm>
              <a:off x="8763125" y="685788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00" name="Google Shape;8100;p23"/>
            <p:cNvSpPr/>
            <p:nvPr/>
          </p:nvSpPr>
          <p:spPr>
            <a:xfrm>
              <a:off x="7620110" y="1028682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01" name="Google Shape;8101;p23"/>
            <p:cNvSpPr/>
            <p:nvPr/>
          </p:nvSpPr>
          <p:spPr>
            <a:xfrm>
              <a:off x="8001115" y="1028682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02" name="Google Shape;8102;p23"/>
            <p:cNvSpPr/>
            <p:nvPr/>
          </p:nvSpPr>
          <p:spPr>
            <a:xfrm>
              <a:off x="8382120" y="1028682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03" name="Google Shape;8103;p23"/>
            <p:cNvSpPr/>
            <p:nvPr/>
          </p:nvSpPr>
          <p:spPr>
            <a:xfrm>
              <a:off x="8763125" y="1028682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04" name="Google Shape;8104;p23"/>
            <p:cNvSpPr/>
            <p:nvPr/>
          </p:nvSpPr>
          <p:spPr>
            <a:xfrm>
              <a:off x="7620110" y="1371576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05" name="Google Shape;8105;p23"/>
            <p:cNvSpPr/>
            <p:nvPr/>
          </p:nvSpPr>
          <p:spPr>
            <a:xfrm>
              <a:off x="8001115" y="1371576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06" name="Google Shape;8106;p23"/>
            <p:cNvSpPr/>
            <p:nvPr/>
          </p:nvSpPr>
          <p:spPr>
            <a:xfrm>
              <a:off x="8382120" y="1371576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07" name="Google Shape;8107;p23"/>
            <p:cNvSpPr/>
            <p:nvPr/>
          </p:nvSpPr>
          <p:spPr>
            <a:xfrm>
              <a:off x="8763125" y="1371576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08" name="Google Shape;8108;p23"/>
            <p:cNvSpPr/>
            <p:nvPr/>
          </p:nvSpPr>
          <p:spPr>
            <a:xfrm>
              <a:off x="7620110" y="171447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09" name="Google Shape;8109;p23"/>
            <p:cNvSpPr/>
            <p:nvPr/>
          </p:nvSpPr>
          <p:spPr>
            <a:xfrm>
              <a:off x="8001115" y="171447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10" name="Google Shape;8110;p23"/>
            <p:cNvSpPr/>
            <p:nvPr/>
          </p:nvSpPr>
          <p:spPr>
            <a:xfrm>
              <a:off x="8382120" y="171447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11" name="Google Shape;8111;p23"/>
            <p:cNvSpPr/>
            <p:nvPr/>
          </p:nvSpPr>
          <p:spPr>
            <a:xfrm>
              <a:off x="8763125" y="171447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12" name="Google Shape;8112;p23"/>
            <p:cNvSpPr/>
            <p:nvPr/>
          </p:nvSpPr>
          <p:spPr>
            <a:xfrm>
              <a:off x="7620110" y="205736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13" name="Google Shape;8113;p23"/>
            <p:cNvSpPr/>
            <p:nvPr/>
          </p:nvSpPr>
          <p:spPr>
            <a:xfrm>
              <a:off x="8001115" y="205736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14" name="Google Shape;8114;p23"/>
            <p:cNvSpPr/>
            <p:nvPr/>
          </p:nvSpPr>
          <p:spPr>
            <a:xfrm>
              <a:off x="8382120" y="205736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15" name="Google Shape;8115;p23"/>
            <p:cNvSpPr/>
            <p:nvPr/>
          </p:nvSpPr>
          <p:spPr>
            <a:xfrm>
              <a:off x="8763125" y="205736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16" name="Google Shape;8116;p23"/>
            <p:cNvSpPr/>
            <p:nvPr/>
          </p:nvSpPr>
          <p:spPr>
            <a:xfrm>
              <a:off x="7620110" y="2400259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17" name="Google Shape;8117;p23"/>
            <p:cNvSpPr/>
            <p:nvPr/>
          </p:nvSpPr>
          <p:spPr>
            <a:xfrm>
              <a:off x="8001115" y="2400259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18" name="Google Shape;8118;p23"/>
            <p:cNvSpPr/>
            <p:nvPr/>
          </p:nvSpPr>
          <p:spPr>
            <a:xfrm>
              <a:off x="8382120" y="2400259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19" name="Google Shape;8119;p23"/>
            <p:cNvSpPr/>
            <p:nvPr/>
          </p:nvSpPr>
          <p:spPr>
            <a:xfrm>
              <a:off x="8763125" y="2400259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20" name="Google Shape;8120;p23"/>
            <p:cNvSpPr/>
            <p:nvPr/>
          </p:nvSpPr>
          <p:spPr>
            <a:xfrm>
              <a:off x="7620110" y="274315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21" name="Google Shape;8121;p23"/>
            <p:cNvSpPr/>
            <p:nvPr/>
          </p:nvSpPr>
          <p:spPr>
            <a:xfrm>
              <a:off x="8001115" y="274315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22" name="Google Shape;8122;p23"/>
            <p:cNvSpPr/>
            <p:nvPr/>
          </p:nvSpPr>
          <p:spPr>
            <a:xfrm>
              <a:off x="8382120" y="274315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23" name="Google Shape;8123;p23"/>
            <p:cNvSpPr/>
            <p:nvPr/>
          </p:nvSpPr>
          <p:spPr>
            <a:xfrm>
              <a:off x="8763125" y="274315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24" name="Google Shape;8124;p23"/>
            <p:cNvSpPr/>
            <p:nvPr/>
          </p:nvSpPr>
          <p:spPr>
            <a:xfrm>
              <a:off x="7620110" y="308604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25" name="Google Shape;8125;p23"/>
            <p:cNvSpPr/>
            <p:nvPr/>
          </p:nvSpPr>
          <p:spPr>
            <a:xfrm>
              <a:off x="8001115" y="308604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26" name="Google Shape;8126;p23"/>
            <p:cNvSpPr/>
            <p:nvPr/>
          </p:nvSpPr>
          <p:spPr>
            <a:xfrm>
              <a:off x="8382120" y="308604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27" name="Google Shape;8127;p23"/>
            <p:cNvSpPr/>
            <p:nvPr/>
          </p:nvSpPr>
          <p:spPr>
            <a:xfrm>
              <a:off x="8763125" y="308604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28" name="Google Shape;8128;p23"/>
            <p:cNvSpPr/>
            <p:nvPr/>
          </p:nvSpPr>
          <p:spPr>
            <a:xfrm>
              <a:off x="7620110" y="342894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29" name="Google Shape;8129;p23"/>
            <p:cNvSpPr/>
            <p:nvPr/>
          </p:nvSpPr>
          <p:spPr>
            <a:xfrm>
              <a:off x="8001115" y="342894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30" name="Google Shape;8130;p23"/>
            <p:cNvSpPr/>
            <p:nvPr/>
          </p:nvSpPr>
          <p:spPr>
            <a:xfrm>
              <a:off x="8382120" y="342894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31" name="Google Shape;8131;p23"/>
            <p:cNvSpPr/>
            <p:nvPr/>
          </p:nvSpPr>
          <p:spPr>
            <a:xfrm>
              <a:off x="8763125" y="342894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32" name="Google Shape;8132;p23"/>
            <p:cNvSpPr/>
            <p:nvPr/>
          </p:nvSpPr>
          <p:spPr>
            <a:xfrm>
              <a:off x="7620110" y="377182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33" name="Google Shape;8133;p23"/>
            <p:cNvSpPr/>
            <p:nvPr/>
          </p:nvSpPr>
          <p:spPr>
            <a:xfrm>
              <a:off x="8001115" y="377182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34" name="Google Shape;8134;p23"/>
            <p:cNvSpPr/>
            <p:nvPr/>
          </p:nvSpPr>
          <p:spPr>
            <a:xfrm>
              <a:off x="8382120" y="377182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35" name="Google Shape;8135;p23"/>
            <p:cNvSpPr/>
            <p:nvPr/>
          </p:nvSpPr>
          <p:spPr>
            <a:xfrm>
              <a:off x="8763125" y="377182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36" name="Google Shape;8136;p23"/>
            <p:cNvSpPr/>
            <p:nvPr/>
          </p:nvSpPr>
          <p:spPr>
            <a:xfrm>
              <a:off x="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37" name="Google Shape;8137;p23"/>
            <p:cNvSpPr/>
            <p:nvPr/>
          </p:nvSpPr>
          <p:spPr>
            <a:xfrm>
              <a:off x="38100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38" name="Google Shape;8138;p23"/>
            <p:cNvSpPr/>
            <p:nvPr/>
          </p:nvSpPr>
          <p:spPr>
            <a:xfrm>
              <a:off x="76201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39" name="Google Shape;8139;p23"/>
            <p:cNvSpPr/>
            <p:nvPr/>
          </p:nvSpPr>
          <p:spPr>
            <a:xfrm>
              <a:off x="114301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40" name="Google Shape;8140;p23"/>
            <p:cNvSpPr/>
            <p:nvPr/>
          </p:nvSpPr>
          <p:spPr>
            <a:xfrm>
              <a:off x="152402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41" name="Google Shape;8141;p23"/>
            <p:cNvSpPr/>
            <p:nvPr/>
          </p:nvSpPr>
          <p:spPr>
            <a:xfrm>
              <a:off x="190502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42" name="Google Shape;8142;p23"/>
            <p:cNvSpPr/>
            <p:nvPr/>
          </p:nvSpPr>
          <p:spPr>
            <a:xfrm>
              <a:off x="228603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43" name="Google Shape;8143;p23"/>
            <p:cNvSpPr/>
            <p:nvPr/>
          </p:nvSpPr>
          <p:spPr>
            <a:xfrm>
              <a:off x="266703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44" name="Google Shape;8144;p23"/>
            <p:cNvSpPr/>
            <p:nvPr/>
          </p:nvSpPr>
          <p:spPr>
            <a:xfrm>
              <a:off x="304804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45" name="Google Shape;8145;p23"/>
            <p:cNvSpPr/>
            <p:nvPr/>
          </p:nvSpPr>
          <p:spPr>
            <a:xfrm>
              <a:off x="342904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46" name="Google Shape;8146;p23"/>
            <p:cNvSpPr/>
            <p:nvPr/>
          </p:nvSpPr>
          <p:spPr>
            <a:xfrm>
              <a:off x="381005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47" name="Google Shape;8147;p23"/>
            <p:cNvSpPr/>
            <p:nvPr/>
          </p:nvSpPr>
          <p:spPr>
            <a:xfrm>
              <a:off x="419105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48" name="Google Shape;8148;p23"/>
            <p:cNvSpPr/>
            <p:nvPr/>
          </p:nvSpPr>
          <p:spPr>
            <a:xfrm>
              <a:off x="457206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49" name="Google Shape;8149;p23"/>
            <p:cNvSpPr/>
            <p:nvPr/>
          </p:nvSpPr>
          <p:spPr>
            <a:xfrm>
              <a:off x="495306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50" name="Google Shape;8150;p23"/>
            <p:cNvSpPr/>
            <p:nvPr/>
          </p:nvSpPr>
          <p:spPr>
            <a:xfrm>
              <a:off x="533407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51" name="Google Shape;8151;p23"/>
            <p:cNvSpPr/>
            <p:nvPr/>
          </p:nvSpPr>
          <p:spPr>
            <a:xfrm>
              <a:off x="571507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52" name="Google Shape;8152;p23"/>
            <p:cNvSpPr/>
            <p:nvPr/>
          </p:nvSpPr>
          <p:spPr>
            <a:xfrm>
              <a:off x="609608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53" name="Google Shape;8153;p23"/>
            <p:cNvSpPr/>
            <p:nvPr/>
          </p:nvSpPr>
          <p:spPr>
            <a:xfrm>
              <a:off x="647708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54" name="Google Shape;8154;p23"/>
            <p:cNvSpPr/>
            <p:nvPr/>
          </p:nvSpPr>
          <p:spPr>
            <a:xfrm>
              <a:off x="685809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55" name="Google Shape;8155;p23"/>
            <p:cNvSpPr/>
            <p:nvPr/>
          </p:nvSpPr>
          <p:spPr>
            <a:xfrm>
              <a:off x="723909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56" name="Google Shape;8156;p23"/>
            <p:cNvSpPr/>
            <p:nvPr/>
          </p:nvSpPr>
          <p:spPr>
            <a:xfrm>
              <a:off x="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57" name="Google Shape;8157;p23"/>
            <p:cNvSpPr/>
            <p:nvPr/>
          </p:nvSpPr>
          <p:spPr>
            <a:xfrm>
              <a:off x="38100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58" name="Google Shape;8158;p23"/>
            <p:cNvSpPr/>
            <p:nvPr/>
          </p:nvSpPr>
          <p:spPr>
            <a:xfrm>
              <a:off x="76201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59" name="Google Shape;8159;p23"/>
            <p:cNvSpPr/>
            <p:nvPr/>
          </p:nvSpPr>
          <p:spPr>
            <a:xfrm>
              <a:off x="114301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60" name="Google Shape;8160;p23"/>
            <p:cNvSpPr/>
            <p:nvPr/>
          </p:nvSpPr>
          <p:spPr>
            <a:xfrm>
              <a:off x="152402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61" name="Google Shape;8161;p23"/>
            <p:cNvSpPr/>
            <p:nvPr/>
          </p:nvSpPr>
          <p:spPr>
            <a:xfrm>
              <a:off x="190502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62" name="Google Shape;8162;p23"/>
            <p:cNvSpPr/>
            <p:nvPr/>
          </p:nvSpPr>
          <p:spPr>
            <a:xfrm>
              <a:off x="228603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63" name="Google Shape;8163;p23"/>
            <p:cNvSpPr/>
            <p:nvPr/>
          </p:nvSpPr>
          <p:spPr>
            <a:xfrm>
              <a:off x="266703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64" name="Google Shape;8164;p23"/>
            <p:cNvSpPr/>
            <p:nvPr/>
          </p:nvSpPr>
          <p:spPr>
            <a:xfrm>
              <a:off x="304804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65" name="Google Shape;8165;p23"/>
            <p:cNvSpPr/>
            <p:nvPr/>
          </p:nvSpPr>
          <p:spPr>
            <a:xfrm>
              <a:off x="342904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66" name="Google Shape;8166;p23"/>
            <p:cNvSpPr/>
            <p:nvPr/>
          </p:nvSpPr>
          <p:spPr>
            <a:xfrm>
              <a:off x="381005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67" name="Google Shape;8167;p23"/>
            <p:cNvSpPr/>
            <p:nvPr/>
          </p:nvSpPr>
          <p:spPr>
            <a:xfrm>
              <a:off x="419105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68" name="Google Shape;8168;p23"/>
            <p:cNvSpPr/>
            <p:nvPr/>
          </p:nvSpPr>
          <p:spPr>
            <a:xfrm>
              <a:off x="457206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69" name="Google Shape;8169;p23"/>
            <p:cNvSpPr/>
            <p:nvPr/>
          </p:nvSpPr>
          <p:spPr>
            <a:xfrm>
              <a:off x="495306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70" name="Google Shape;8170;p23"/>
            <p:cNvSpPr/>
            <p:nvPr/>
          </p:nvSpPr>
          <p:spPr>
            <a:xfrm>
              <a:off x="533407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71" name="Google Shape;8171;p23"/>
            <p:cNvSpPr/>
            <p:nvPr/>
          </p:nvSpPr>
          <p:spPr>
            <a:xfrm>
              <a:off x="571507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72" name="Google Shape;8172;p23"/>
            <p:cNvSpPr/>
            <p:nvPr/>
          </p:nvSpPr>
          <p:spPr>
            <a:xfrm>
              <a:off x="609608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73" name="Google Shape;8173;p23"/>
            <p:cNvSpPr/>
            <p:nvPr/>
          </p:nvSpPr>
          <p:spPr>
            <a:xfrm>
              <a:off x="647708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74" name="Google Shape;8174;p23"/>
            <p:cNvSpPr/>
            <p:nvPr/>
          </p:nvSpPr>
          <p:spPr>
            <a:xfrm>
              <a:off x="685809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75" name="Google Shape;8175;p23"/>
            <p:cNvSpPr/>
            <p:nvPr/>
          </p:nvSpPr>
          <p:spPr>
            <a:xfrm>
              <a:off x="723909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76" name="Google Shape;8176;p23"/>
            <p:cNvSpPr/>
            <p:nvPr/>
          </p:nvSpPr>
          <p:spPr>
            <a:xfrm>
              <a:off x="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77" name="Google Shape;8177;p23"/>
            <p:cNvSpPr/>
            <p:nvPr/>
          </p:nvSpPr>
          <p:spPr>
            <a:xfrm>
              <a:off x="38100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78" name="Google Shape;8178;p23"/>
            <p:cNvSpPr/>
            <p:nvPr/>
          </p:nvSpPr>
          <p:spPr>
            <a:xfrm>
              <a:off x="76201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79" name="Google Shape;8179;p23"/>
            <p:cNvSpPr/>
            <p:nvPr/>
          </p:nvSpPr>
          <p:spPr>
            <a:xfrm>
              <a:off x="114301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80" name="Google Shape;8180;p23"/>
            <p:cNvSpPr/>
            <p:nvPr/>
          </p:nvSpPr>
          <p:spPr>
            <a:xfrm>
              <a:off x="152402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81" name="Google Shape;8181;p23"/>
            <p:cNvSpPr/>
            <p:nvPr/>
          </p:nvSpPr>
          <p:spPr>
            <a:xfrm>
              <a:off x="190502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82" name="Google Shape;8182;p23"/>
            <p:cNvSpPr/>
            <p:nvPr/>
          </p:nvSpPr>
          <p:spPr>
            <a:xfrm>
              <a:off x="228603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83" name="Google Shape;8183;p23"/>
            <p:cNvSpPr/>
            <p:nvPr/>
          </p:nvSpPr>
          <p:spPr>
            <a:xfrm>
              <a:off x="266703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84" name="Google Shape;8184;p23"/>
            <p:cNvSpPr/>
            <p:nvPr/>
          </p:nvSpPr>
          <p:spPr>
            <a:xfrm>
              <a:off x="304804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85" name="Google Shape;8185;p23"/>
            <p:cNvSpPr/>
            <p:nvPr/>
          </p:nvSpPr>
          <p:spPr>
            <a:xfrm>
              <a:off x="342904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86" name="Google Shape;8186;p23"/>
            <p:cNvSpPr/>
            <p:nvPr/>
          </p:nvSpPr>
          <p:spPr>
            <a:xfrm>
              <a:off x="381005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87" name="Google Shape;8187;p23"/>
            <p:cNvSpPr/>
            <p:nvPr/>
          </p:nvSpPr>
          <p:spPr>
            <a:xfrm>
              <a:off x="419105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88" name="Google Shape;8188;p23"/>
            <p:cNvSpPr/>
            <p:nvPr/>
          </p:nvSpPr>
          <p:spPr>
            <a:xfrm>
              <a:off x="457206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89" name="Google Shape;8189;p23"/>
            <p:cNvSpPr/>
            <p:nvPr/>
          </p:nvSpPr>
          <p:spPr>
            <a:xfrm>
              <a:off x="495306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90" name="Google Shape;8190;p23"/>
            <p:cNvSpPr/>
            <p:nvPr/>
          </p:nvSpPr>
          <p:spPr>
            <a:xfrm>
              <a:off x="533407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91" name="Google Shape;8191;p23"/>
            <p:cNvSpPr/>
            <p:nvPr/>
          </p:nvSpPr>
          <p:spPr>
            <a:xfrm>
              <a:off x="571507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92" name="Google Shape;8192;p23"/>
            <p:cNvSpPr/>
            <p:nvPr/>
          </p:nvSpPr>
          <p:spPr>
            <a:xfrm>
              <a:off x="609608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93" name="Google Shape;8193;p23"/>
            <p:cNvSpPr/>
            <p:nvPr/>
          </p:nvSpPr>
          <p:spPr>
            <a:xfrm>
              <a:off x="647708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94" name="Google Shape;8194;p23"/>
            <p:cNvSpPr/>
            <p:nvPr/>
          </p:nvSpPr>
          <p:spPr>
            <a:xfrm>
              <a:off x="685809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95" name="Google Shape;8195;p23"/>
            <p:cNvSpPr/>
            <p:nvPr/>
          </p:nvSpPr>
          <p:spPr>
            <a:xfrm>
              <a:off x="723909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96" name="Google Shape;8196;p23"/>
            <p:cNvSpPr/>
            <p:nvPr/>
          </p:nvSpPr>
          <p:spPr>
            <a:xfrm>
              <a:off x="7620110" y="411471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97" name="Google Shape;8197;p23"/>
            <p:cNvSpPr/>
            <p:nvPr/>
          </p:nvSpPr>
          <p:spPr>
            <a:xfrm>
              <a:off x="8001115" y="411471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98" name="Google Shape;8198;p23"/>
            <p:cNvSpPr/>
            <p:nvPr/>
          </p:nvSpPr>
          <p:spPr>
            <a:xfrm>
              <a:off x="8382120" y="411471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99" name="Google Shape;8199;p23"/>
            <p:cNvSpPr/>
            <p:nvPr/>
          </p:nvSpPr>
          <p:spPr>
            <a:xfrm>
              <a:off x="8763125" y="411471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00" name="Google Shape;8200;p23"/>
            <p:cNvSpPr/>
            <p:nvPr/>
          </p:nvSpPr>
          <p:spPr>
            <a:xfrm>
              <a:off x="7620110" y="445760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01" name="Google Shape;8201;p23"/>
            <p:cNvSpPr/>
            <p:nvPr/>
          </p:nvSpPr>
          <p:spPr>
            <a:xfrm>
              <a:off x="8001115" y="445760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02" name="Google Shape;8202;p23"/>
            <p:cNvSpPr/>
            <p:nvPr/>
          </p:nvSpPr>
          <p:spPr>
            <a:xfrm>
              <a:off x="8382120" y="445760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03" name="Google Shape;8203;p23"/>
            <p:cNvSpPr/>
            <p:nvPr/>
          </p:nvSpPr>
          <p:spPr>
            <a:xfrm>
              <a:off x="8763125" y="445760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04" name="Google Shape;8204;p23"/>
            <p:cNvSpPr/>
            <p:nvPr/>
          </p:nvSpPr>
          <p:spPr>
            <a:xfrm>
              <a:off x="7620110" y="480049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05" name="Google Shape;8205;p23"/>
            <p:cNvSpPr/>
            <p:nvPr/>
          </p:nvSpPr>
          <p:spPr>
            <a:xfrm>
              <a:off x="8001115" y="480049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06" name="Google Shape;8206;p23"/>
            <p:cNvSpPr/>
            <p:nvPr/>
          </p:nvSpPr>
          <p:spPr>
            <a:xfrm>
              <a:off x="8382120" y="480049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07" name="Google Shape;8207;p23"/>
            <p:cNvSpPr/>
            <p:nvPr/>
          </p:nvSpPr>
          <p:spPr>
            <a:xfrm>
              <a:off x="8763125" y="480049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208" name="Google Shape;8208;p23"/>
          <p:cNvSpPr/>
          <p:nvPr/>
        </p:nvSpPr>
        <p:spPr>
          <a:xfrm flipH="1">
            <a:off x="0" y="0"/>
            <a:ext cx="9144000" cy="5143500"/>
          </a:xfrm>
          <a:prstGeom prst="rtTriangle">
            <a:avLst/>
          </a:prstGeom>
          <a:solidFill>
            <a:srgbClr val="005051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209" name="Google Shape;8209;p23"/>
          <p:cNvGrpSpPr/>
          <p:nvPr/>
        </p:nvGrpSpPr>
        <p:grpSpPr>
          <a:xfrm>
            <a:off x="553048" y="535000"/>
            <a:ext cx="8105852" cy="4302000"/>
            <a:chOff x="553048" y="535000"/>
            <a:chExt cx="8105852" cy="4302000"/>
          </a:xfrm>
        </p:grpSpPr>
        <p:sp>
          <p:nvSpPr>
            <p:cNvPr id="8210" name="Google Shape;8210;p23"/>
            <p:cNvSpPr/>
            <p:nvPr/>
          </p:nvSpPr>
          <p:spPr>
            <a:xfrm>
              <a:off x="942300" y="763600"/>
              <a:ext cx="7716600" cy="4073400"/>
            </a:xfrm>
            <a:prstGeom prst="roundRect">
              <a:avLst>
                <a:gd fmla="val 2480" name="adj"/>
              </a:avLst>
            </a:prstGeom>
            <a:solidFill>
              <a:srgbClr val="222828">
                <a:alpha val="2039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11" name="Google Shape;8211;p23"/>
            <p:cNvSpPr/>
            <p:nvPr/>
          </p:nvSpPr>
          <p:spPr>
            <a:xfrm>
              <a:off x="712275" y="535000"/>
              <a:ext cx="7716600" cy="4073400"/>
            </a:xfrm>
            <a:prstGeom prst="roundRect">
              <a:avLst>
                <a:gd fmla="val 2480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12" name="Google Shape;8212;p23"/>
            <p:cNvSpPr/>
            <p:nvPr/>
          </p:nvSpPr>
          <p:spPr>
            <a:xfrm>
              <a:off x="848698" y="898261"/>
              <a:ext cx="317374" cy="317436"/>
            </a:xfrm>
            <a:custGeom>
              <a:rect b="b" l="l" r="r" t="t"/>
              <a:pathLst>
                <a:path extrusionOk="0" h="15212" w="15209">
                  <a:moveTo>
                    <a:pt x="7604" y="0"/>
                  </a:moveTo>
                  <a:cubicBezTo>
                    <a:pt x="3404" y="0"/>
                    <a:pt x="0" y="3405"/>
                    <a:pt x="0" y="7605"/>
                  </a:cubicBezTo>
                  <a:cubicBezTo>
                    <a:pt x="0" y="11805"/>
                    <a:pt x="3404" y="15212"/>
                    <a:pt x="7604" y="15212"/>
                  </a:cubicBezTo>
                  <a:cubicBezTo>
                    <a:pt x="11804" y="15212"/>
                    <a:pt x="15209" y="11805"/>
                    <a:pt x="15209" y="7605"/>
                  </a:cubicBezTo>
                  <a:cubicBezTo>
                    <a:pt x="15209" y="3405"/>
                    <a:pt x="11804" y="0"/>
                    <a:pt x="760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13" name="Google Shape;8213;p23"/>
            <p:cNvSpPr/>
            <p:nvPr/>
          </p:nvSpPr>
          <p:spPr>
            <a:xfrm>
              <a:off x="553048" y="931482"/>
              <a:ext cx="549400" cy="250994"/>
            </a:xfrm>
            <a:custGeom>
              <a:rect b="b" l="l" r="r" t="t"/>
              <a:pathLst>
                <a:path extrusionOk="0" h="12028" w="26328">
                  <a:moveTo>
                    <a:pt x="1493" y="0"/>
                  </a:moveTo>
                  <a:cubicBezTo>
                    <a:pt x="671" y="0"/>
                    <a:pt x="0" y="668"/>
                    <a:pt x="0" y="1494"/>
                  </a:cubicBezTo>
                  <a:cubicBezTo>
                    <a:pt x="0" y="2319"/>
                    <a:pt x="671" y="2990"/>
                    <a:pt x="1493" y="2990"/>
                  </a:cubicBezTo>
                  <a:lnTo>
                    <a:pt x="19596" y="2990"/>
                  </a:lnTo>
                  <a:cubicBezTo>
                    <a:pt x="21591" y="2990"/>
                    <a:pt x="23340" y="4081"/>
                    <a:pt x="23340" y="5330"/>
                  </a:cubicBezTo>
                  <a:lnTo>
                    <a:pt x="23340" y="6698"/>
                  </a:lnTo>
                  <a:cubicBezTo>
                    <a:pt x="23340" y="7944"/>
                    <a:pt x="21591" y="9038"/>
                    <a:pt x="19596" y="9038"/>
                  </a:cubicBezTo>
                  <a:lnTo>
                    <a:pt x="1493" y="9038"/>
                  </a:lnTo>
                  <a:cubicBezTo>
                    <a:pt x="671" y="9038"/>
                    <a:pt x="0" y="9706"/>
                    <a:pt x="0" y="10532"/>
                  </a:cubicBezTo>
                  <a:cubicBezTo>
                    <a:pt x="0" y="11357"/>
                    <a:pt x="671" y="12028"/>
                    <a:pt x="1493" y="12028"/>
                  </a:cubicBezTo>
                  <a:lnTo>
                    <a:pt x="19596" y="12028"/>
                  </a:lnTo>
                  <a:lnTo>
                    <a:pt x="19596" y="12025"/>
                  </a:lnTo>
                  <a:cubicBezTo>
                    <a:pt x="23370" y="12025"/>
                    <a:pt x="26327" y="9685"/>
                    <a:pt x="26327" y="6695"/>
                  </a:cubicBezTo>
                  <a:lnTo>
                    <a:pt x="26327" y="5327"/>
                  </a:lnTo>
                  <a:cubicBezTo>
                    <a:pt x="26327" y="2340"/>
                    <a:pt x="23370" y="0"/>
                    <a:pt x="19596" y="0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14" name="Google Shape;8214;p23"/>
            <p:cNvSpPr/>
            <p:nvPr/>
          </p:nvSpPr>
          <p:spPr>
            <a:xfrm>
              <a:off x="848698" y="1332681"/>
              <a:ext cx="317374" cy="317457"/>
            </a:xfrm>
            <a:custGeom>
              <a:rect b="b" l="l" r="r" t="t"/>
              <a:pathLst>
                <a:path extrusionOk="0" h="15213" w="15209">
                  <a:moveTo>
                    <a:pt x="7604" y="1"/>
                  </a:moveTo>
                  <a:cubicBezTo>
                    <a:pt x="3404" y="1"/>
                    <a:pt x="0" y="3408"/>
                    <a:pt x="0" y="7608"/>
                  </a:cubicBezTo>
                  <a:cubicBezTo>
                    <a:pt x="0" y="11808"/>
                    <a:pt x="3404" y="15212"/>
                    <a:pt x="7604" y="15212"/>
                  </a:cubicBezTo>
                  <a:cubicBezTo>
                    <a:pt x="11804" y="15212"/>
                    <a:pt x="15209" y="11808"/>
                    <a:pt x="15209" y="7608"/>
                  </a:cubicBezTo>
                  <a:cubicBezTo>
                    <a:pt x="15209" y="3408"/>
                    <a:pt x="11804" y="1"/>
                    <a:pt x="760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15" name="Google Shape;8215;p23"/>
            <p:cNvSpPr/>
            <p:nvPr/>
          </p:nvSpPr>
          <p:spPr>
            <a:xfrm>
              <a:off x="553048" y="1365902"/>
              <a:ext cx="549400" cy="251015"/>
            </a:xfrm>
            <a:custGeom>
              <a:rect b="b" l="l" r="r" t="t"/>
              <a:pathLst>
                <a:path extrusionOk="0" h="12029" w="26328">
                  <a:moveTo>
                    <a:pt x="1493" y="1"/>
                  </a:moveTo>
                  <a:cubicBezTo>
                    <a:pt x="671" y="1"/>
                    <a:pt x="0" y="671"/>
                    <a:pt x="0" y="1497"/>
                  </a:cubicBezTo>
                  <a:cubicBezTo>
                    <a:pt x="0" y="2320"/>
                    <a:pt x="671" y="2990"/>
                    <a:pt x="1493" y="2990"/>
                  </a:cubicBezTo>
                  <a:lnTo>
                    <a:pt x="19596" y="2990"/>
                  </a:lnTo>
                  <a:cubicBezTo>
                    <a:pt x="21591" y="2990"/>
                    <a:pt x="23340" y="4084"/>
                    <a:pt x="23340" y="5330"/>
                  </a:cubicBezTo>
                  <a:lnTo>
                    <a:pt x="23340" y="6699"/>
                  </a:lnTo>
                  <a:cubicBezTo>
                    <a:pt x="23340" y="7948"/>
                    <a:pt x="21591" y="9042"/>
                    <a:pt x="19596" y="9042"/>
                  </a:cubicBezTo>
                  <a:lnTo>
                    <a:pt x="1493" y="9042"/>
                  </a:lnTo>
                  <a:cubicBezTo>
                    <a:pt x="671" y="9042"/>
                    <a:pt x="0" y="9709"/>
                    <a:pt x="0" y="10535"/>
                  </a:cubicBezTo>
                  <a:cubicBezTo>
                    <a:pt x="0" y="11361"/>
                    <a:pt x="671" y="12028"/>
                    <a:pt x="1493" y="12028"/>
                  </a:cubicBezTo>
                  <a:lnTo>
                    <a:pt x="19596" y="12028"/>
                  </a:lnTo>
                  <a:cubicBezTo>
                    <a:pt x="23370" y="12028"/>
                    <a:pt x="26327" y="9688"/>
                    <a:pt x="26327" y="6699"/>
                  </a:cubicBezTo>
                  <a:lnTo>
                    <a:pt x="26327" y="5330"/>
                  </a:lnTo>
                  <a:cubicBezTo>
                    <a:pt x="26327" y="2344"/>
                    <a:pt x="23370" y="1"/>
                    <a:pt x="19596" y="1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16" name="Google Shape;8216;p23"/>
            <p:cNvSpPr/>
            <p:nvPr/>
          </p:nvSpPr>
          <p:spPr>
            <a:xfrm>
              <a:off x="848698" y="1767184"/>
              <a:ext cx="317374" cy="317436"/>
            </a:xfrm>
            <a:custGeom>
              <a:rect b="b" l="l" r="r" t="t"/>
              <a:pathLst>
                <a:path extrusionOk="0" h="15212" w="15209">
                  <a:moveTo>
                    <a:pt x="7604" y="0"/>
                  </a:moveTo>
                  <a:cubicBezTo>
                    <a:pt x="3404" y="0"/>
                    <a:pt x="0" y="3404"/>
                    <a:pt x="0" y="7605"/>
                  </a:cubicBezTo>
                  <a:cubicBezTo>
                    <a:pt x="0" y="11805"/>
                    <a:pt x="3404" y="15212"/>
                    <a:pt x="7604" y="15212"/>
                  </a:cubicBezTo>
                  <a:cubicBezTo>
                    <a:pt x="11804" y="15212"/>
                    <a:pt x="15209" y="11805"/>
                    <a:pt x="15209" y="7605"/>
                  </a:cubicBezTo>
                  <a:cubicBezTo>
                    <a:pt x="15209" y="3404"/>
                    <a:pt x="11804" y="0"/>
                    <a:pt x="760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17" name="Google Shape;8217;p23"/>
            <p:cNvSpPr/>
            <p:nvPr/>
          </p:nvSpPr>
          <p:spPr>
            <a:xfrm>
              <a:off x="553048" y="1800405"/>
              <a:ext cx="549400" cy="250994"/>
            </a:xfrm>
            <a:custGeom>
              <a:rect b="b" l="l" r="r" t="t"/>
              <a:pathLst>
                <a:path extrusionOk="0" h="12028" w="26328">
                  <a:moveTo>
                    <a:pt x="1493" y="0"/>
                  </a:moveTo>
                  <a:cubicBezTo>
                    <a:pt x="671" y="0"/>
                    <a:pt x="0" y="668"/>
                    <a:pt x="0" y="1493"/>
                  </a:cubicBezTo>
                  <a:cubicBezTo>
                    <a:pt x="0" y="2319"/>
                    <a:pt x="671" y="2990"/>
                    <a:pt x="1493" y="2990"/>
                  </a:cubicBezTo>
                  <a:lnTo>
                    <a:pt x="19596" y="2990"/>
                  </a:lnTo>
                  <a:cubicBezTo>
                    <a:pt x="21591" y="2990"/>
                    <a:pt x="23340" y="4081"/>
                    <a:pt x="23340" y="5330"/>
                  </a:cubicBezTo>
                  <a:lnTo>
                    <a:pt x="23340" y="6695"/>
                  </a:lnTo>
                  <a:cubicBezTo>
                    <a:pt x="23340" y="7944"/>
                    <a:pt x="21591" y="9038"/>
                    <a:pt x="19596" y="9038"/>
                  </a:cubicBezTo>
                  <a:lnTo>
                    <a:pt x="1493" y="9038"/>
                  </a:lnTo>
                  <a:cubicBezTo>
                    <a:pt x="671" y="9038"/>
                    <a:pt x="0" y="9706"/>
                    <a:pt x="0" y="10532"/>
                  </a:cubicBezTo>
                  <a:cubicBezTo>
                    <a:pt x="0" y="11357"/>
                    <a:pt x="671" y="12028"/>
                    <a:pt x="1493" y="12028"/>
                  </a:cubicBezTo>
                  <a:lnTo>
                    <a:pt x="19596" y="12028"/>
                  </a:lnTo>
                  <a:lnTo>
                    <a:pt x="19596" y="12025"/>
                  </a:lnTo>
                  <a:cubicBezTo>
                    <a:pt x="23370" y="12025"/>
                    <a:pt x="26327" y="9685"/>
                    <a:pt x="26327" y="6695"/>
                  </a:cubicBezTo>
                  <a:lnTo>
                    <a:pt x="26327" y="5327"/>
                  </a:lnTo>
                  <a:cubicBezTo>
                    <a:pt x="26327" y="2340"/>
                    <a:pt x="23370" y="0"/>
                    <a:pt x="19596" y="0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18" name="Google Shape;8218;p23"/>
            <p:cNvSpPr/>
            <p:nvPr/>
          </p:nvSpPr>
          <p:spPr>
            <a:xfrm>
              <a:off x="848698" y="2201603"/>
              <a:ext cx="317374" cy="317457"/>
            </a:xfrm>
            <a:custGeom>
              <a:rect b="b" l="l" r="r" t="t"/>
              <a:pathLst>
                <a:path extrusionOk="0" h="15213" w="15209">
                  <a:moveTo>
                    <a:pt x="7604" y="1"/>
                  </a:moveTo>
                  <a:cubicBezTo>
                    <a:pt x="3404" y="1"/>
                    <a:pt x="0" y="3405"/>
                    <a:pt x="0" y="7608"/>
                  </a:cubicBezTo>
                  <a:cubicBezTo>
                    <a:pt x="0" y="11808"/>
                    <a:pt x="3404" y="15212"/>
                    <a:pt x="7604" y="15212"/>
                  </a:cubicBezTo>
                  <a:cubicBezTo>
                    <a:pt x="11804" y="15212"/>
                    <a:pt x="15209" y="11808"/>
                    <a:pt x="15209" y="7608"/>
                  </a:cubicBezTo>
                  <a:cubicBezTo>
                    <a:pt x="15209" y="3405"/>
                    <a:pt x="11804" y="1"/>
                    <a:pt x="760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19" name="Google Shape;8219;p23"/>
            <p:cNvSpPr/>
            <p:nvPr/>
          </p:nvSpPr>
          <p:spPr>
            <a:xfrm>
              <a:off x="553048" y="2234824"/>
              <a:ext cx="549400" cy="251015"/>
            </a:xfrm>
            <a:custGeom>
              <a:rect b="b" l="l" r="r" t="t"/>
              <a:pathLst>
                <a:path extrusionOk="0" h="12029" w="26328">
                  <a:moveTo>
                    <a:pt x="1493" y="1"/>
                  </a:moveTo>
                  <a:cubicBezTo>
                    <a:pt x="671" y="1"/>
                    <a:pt x="0" y="668"/>
                    <a:pt x="0" y="1494"/>
                  </a:cubicBezTo>
                  <a:cubicBezTo>
                    <a:pt x="0" y="2320"/>
                    <a:pt x="671" y="2990"/>
                    <a:pt x="1493" y="2990"/>
                  </a:cubicBezTo>
                  <a:lnTo>
                    <a:pt x="19596" y="2990"/>
                  </a:lnTo>
                  <a:cubicBezTo>
                    <a:pt x="21591" y="2990"/>
                    <a:pt x="23340" y="4084"/>
                    <a:pt x="23340" y="5330"/>
                  </a:cubicBezTo>
                  <a:lnTo>
                    <a:pt x="23340" y="6699"/>
                  </a:lnTo>
                  <a:cubicBezTo>
                    <a:pt x="23340" y="7945"/>
                    <a:pt x="21591" y="9039"/>
                    <a:pt x="19596" y="9039"/>
                  </a:cubicBezTo>
                  <a:lnTo>
                    <a:pt x="1493" y="9039"/>
                  </a:lnTo>
                  <a:cubicBezTo>
                    <a:pt x="671" y="9039"/>
                    <a:pt x="0" y="9706"/>
                    <a:pt x="0" y="10532"/>
                  </a:cubicBezTo>
                  <a:cubicBezTo>
                    <a:pt x="0" y="11358"/>
                    <a:pt x="671" y="12028"/>
                    <a:pt x="1493" y="12028"/>
                  </a:cubicBezTo>
                  <a:lnTo>
                    <a:pt x="19596" y="12028"/>
                  </a:lnTo>
                  <a:lnTo>
                    <a:pt x="19596" y="12025"/>
                  </a:lnTo>
                  <a:cubicBezTo>
                    <a:pt x="23370" y="12025"/>
                    <a:pt x="26327" y="9685"/>
                    <a:pt x="26327" y="6699"/>
                  </a:cubicBezTo>
                  <a:lnTo>
                    <a:pt x="26327" y="5330"/>
                  </a:lnTo>
                  <a:cubicBezTo>
                    <a:pt x="26327" y="2341"/>
                    <a:pt x="23370" y="1"/>
                    <a:pt x="19596" y="1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20" name="Google Shape;8220;p23"/>
            <p:cNvSpPr/>
            <p:nvPr/>
          </p:nvSpPr>
          <p:spPr>
            <a:xfrm>
              <a:off x="848698" y="2636106"/>
              <a:ext cx="317374" cy="317374"/>
            </a:xfrm>
            <a:custGeom>
              <a:rect b="b" l="l" r="r" t="t"/>
              <a:pathLst>
                <a:path extrusionOk="0" h="15209" w="15209">
                  <a:moveTo>
                    <a:pt x="7604" y="0"/>
                  </a:moveTo>
                  <a:cubicBezTo>
                    <a:pt x="3404" y="0"/>
                    <a:pt x="0" y="3404"/>
                    <a:pt x="0" y="7604"/>
                  </a:cubicBezTo>
                  <a:cubicBezTo>
                    <a:pt x="0" y="11805"/>
                    <a:pt x="3404" y="15209"/>
                    <a:pt x="7604" y="15209"/>
                  </a:cubicBezTo>
                  <a:cubicBezTo>
                    <a:pt x="11804" y="15209"/>
                    <a:pt x="15209" y="11805"/>
                    <a:pt x="15209" y="7604"/>
                  </a:cubicBezTo>
                  <a:cubicBezTo>
                    <a:pt x="15209" y="3404"/>
                    <a:pt x="11804" y="0"/>
                    <a:pt x="760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21" name="Google Shape;8221;p23"/>
            <p:cNvSpPr/>
            <p:nvPr/>
          </p:nvSpPr>
          <p:spPr>
            <a:xfrm>
              <a:off x="553048" y="2669265"/>
              <a:ext cx="549400" cy="250994"/>
            </a:xfrm>
            <a:custGeom>
              <a:rect b="b" l="l" r="r" t="t"/>
              <a:pathLst>
                <a:path extrusionOk="0" h="12028" w="26328">
                  <a:moveTo>
                    <a:pt x="1493" y="0"/>
                  </a:moveTo>
                  <a:cubicBezTo>
                    <a:pt x="671" y="0"/>
                    <a:pt x="0" y="671"/>
                    <a:pt x="0" y="1496"/>
                  </a:cubicBezTo>
                  <a:cubicBezTo>
                    <a:pt x="0" y="2322"/>
                    <a:pt x="671" y="2990"/>
                    <a:pt x="1493" y="2990"/>
                  </a:cubicBezTo>
                  <a:lnTo>
                    <a:pt x="19596" y="2990"/>
                  </a:lnTo>
                  <a:cubicBezTo>
                    <a:pt x="21591" y="2990"/>
                    <a:pt x="23340" y="4084"/>
                    <a:pt x="23340" y="5330"/>
                  </a:cubicBezTo>
                  <a:lnTo>
                    <a:pt x="23340" y="6698"/>
                  </a:lnTo>
                  <a:cubicBezTo>
                    <a:pt x="23340" y="7947"/>
                    <a:pt x="21591" y="9041"/>
                    <a:pt x="19596" y="9041"/>
                  </a:cubicBezTo>
                  <a:lnTo>
                    <a:pt x="1493" y="9041"/>
                  </a:lnTo>
                  <a:cubicBezTo>
                    <a:pt x="671" y="9041"/>
                    <a:pt x="0" y="9709"/>
                    <a:pt x="0" y="10534"/>
                  </a:cubicBezTo>
                  <a:cubicBezTo>
                    <a:pt x="0" y="11360"/>
                    <a:pt x="671" y="12028"/>
                    <a:pt x="1493" y="12028"/>
                  </a:cubicBezTo>
                  <a:lnTo>
                    <a:pt x="19596" y="12028"/>
                  </a:lnTo>
                  <a:cubicBezTo>
                    <a:pt x="23370" y="12028"/>
                    <a:pt x="26327" y="9688"/>
                    <a:pt x="26327" y="6698"/>
                  </a:cubicBezTo>
                  <a:lnTo>
                    <a:pt x="26327" y="5330"/>
                  </a:lnTo>
                  <a:cubicBezTo>
                    <a:pt x="26327" y="2343"/>
                    <a:pt x="23370" y="0"/>
                    <a:pt x="19596" y="0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22" name="Google Shape;8222;p23"/>
            <p:cNvSpPr/>
            <p:nvPr/>
          </p:nvSpPr>
          <p:spPr>
            <a:xfrm>
              <a:off x="848698" y="3070526"/>
              <a:ext cx="317374" cy="317457"/>
            </a:xfrm>
            <a:custGeom>
              <a:rect b="b" l="l" r="r" t="t"/>
              <a:pathLst>
                <a:path extrusionOk="0" h="15213" w="15209">
                  <a:moveTo>
                    <a:pt x="7604" y="1"/>
                  </a:moveTo>
                  <a:cubicBezTo>
                    <a:pt x="3404" y="1"/>
                    <a:pt x="0" y="3405"/>
                    <a:pt x="0" y="7605"/>
                  </a:cubicBezTo>
                  <a:cubicBezTo>
                    <a:pt x="0" y="11805"/>
                    <a:pt x="3404" y="15212"/>
                    <a:pt x="7604" y="15212"/>
                  </a:cubicBezTo>
                  <a:cubicBezTo>
                    <a:pt x="11804" y="15212"/>
                    <a:pt x="15209" y="11805"/>
                    <a:pt x="15209" y="7605"/>
                  </a:cubicBezTo>
                  <a:cubicBezTo>
                    <a:pt x="15209" y="3405"/>
                    <a:pt x="11804" y="1"/>
                    <a:pt x="760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23" name="Google Shape;8223;p23"/>
            <p:cNvSpPr/>
            <p:nvPr/>
          </p:nvSpPr>
          <p:spPr>
            <a:xfrm>
              <a:off x="553048" y="3103747"/>
              <a:ext cx="549400" cy="251015"/>
            </a:xfrm>
            <a:custGeom>
              <a:rect b="b" l="l" r="r" t="t"/>
              <a:pathLst>
                <a:path extrusionOk="0" h="12029" w="26328">
                  <a:moveTo>
                    <a:pt x="1493" y="0"/>
                  </a:moveTo>
                  <a:cubicBezTo>
                    <a:pt x="671" y="0"/>
                    <a:pt x="0" y="668"/>
                    <a:pt x="0" y="1494"/>
                  </a:cubicBezTo>
                  <a:cubicBezTo>
                    <a:pt x="0" y="2320"/>
                    <a:pt x="671" y="2987"/>
                    <a:pt x="1493" y="2987"/>
                  </a:cubicBezTo>
                  <a:lnTo>
                    <a:pt x="19596" y="2987"/>
                  </a:lnTo>
                  <a:cubicBezTo>
                    <a:pt x="21591" y="2987"/>
                    <a:pt x="23340" y="4081"/>
                    <a:pt x="23340" y="5330"/>
                  </a:cubicBezTo>
                  <a:lnTo>
                    <a:pt x="23340" y="6696"/>
                  </a:lnTo>
                  <a:cubicBezTo>
                    <a:pt x="23340" y="7945"/>
                    <a:pt x="21591" y="9039"/>
                    <a:pt x="19596" y="9039"/>
                  </a:cubicBezTo>
                  <a:lnTo>
                    <a:pt x="1493" y="9039"/>
                  </a:lnTo>
                  <a:cubicBezTo>
                    <a:pt x="671" y="9039"/>
                    <a:pt x="0" y="9706"/>
                    <a:pt x="0" y="10532"/>
                  </a:cubicBezTo>
                  <a:cubicBezTo>
                    <a:pt x="0" y="11358"/>
                    <a:pt x="671" y="12028"/>
                    <a:pt x="1493" y="12028"/>
                  </a:cubicBezTo>
                  <a:lnTo>
                    <a:pt x="19596" y="12028"/>
                  </a:lnTo>
                  <a:lnTo>
                    <a:pt x="19596" y="12025"/>
                  </a:lnTo>
                  <a:cubicBezTo>
                    <a:pt x="23370" y="12025"/>
                    <a:pt x="26327" y="9685"/>
                    <a:pt x="26327" y="6696"/>
                  </a:cubicBezTo>
                  <a:lnTo>
                    <a:pt x="26327" y="5330"/>
                  </a:lnTo>
                  <a:cubicBezTo>
                    <a:pt x="26327" y="2340"/>
                    <a:pt x="23370" y="0"/>
                    <a:pt x="19596" y="0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24" name="Google Shape;8224;p23"/>
            <p:cNvSpPr/>
            <p:nvPr/>
          </p:nvSpPr>
          <p:spPr>
            <a:xfrm>
              <a:off x="848698" y="3504966"/>
              <a:ext cx="317374" cy="317436"/>
            </a:xfrm>
            <a:custGeom>
              <a:rect b="b" l="l" r="r" t="t"/>
              <a:pathLst>
                <a:path extrusionOk="0" h="15212" w="15209">
                  <a:moveTo>
                    <a:pt x="7604" y="0"/>
                  </a:moveTo>
                  <a:cubicBezTo>
                    <a:pt x="3404" y="0"/>
                    <a:pt x="0" y="3407"/>
                    <a:pt x="0" y="7607"/>
                  </a:cubicBezTo>
                  <a:cubicBezTo>
                    <a:pt x="0" y="11807"/>
                    <a:pt x="3404" y="15212"/>
                    <a:pt x="7604" y="15212"/>
                  </a:cubicBezTo>
                  <a:cubicBezTo>
                    <a:pt x="11804" y="15212"/>
                    <a:pt x="15209" y="11807"/>
                    <a:pt x="15209" y="7607"/>
                  </a:cubicBezTo>
                  <a:cubicBezTo>
                    <a:pt x="15209" y="3407"/>
                    <a:pt x="11804" y="0"/>
                    <a:pt x="760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25" name="Google Shape;8225;p23"/>
            <p:cNvSpPr/>
            <p:nvPr/>
          </p:nvSpPr>
          <p:spPr>
            <a:xfrm>
              <a:off x="553048" y="3538167"/>
              <a:ext cx="549400" cy="251015"/>
            </a:xfrm>
            <a:custGeom>
              <a:rect b="b" l="l" r="r" t="t"/>
              <a:pathLst>
                <a:path extrusionOk="0" h="12029" w="26328">
                  <a:moveTo>
                    <a:pt x="1493" y="1"/>
                  </a:moveTo>
                  <a:cubicBezTo>
                    <a:pt x="671" y="1"/>
                    <a:pt x="0" y="672"/>
                    <a:pt x="0" y="1497"/>
                  </a:cubicBezTo>
                  <a:cubicBezTo>
                    <a:pt x="0" y="2320"/>
                    <a:pt x="671" y="2991"/>
                    <a:pt x="1493" y="2991"/>
                  </a:cubicBezTo>
                  <a:lnTo>
                    <a:pt x="19596" y="2991"/>
                  </a:lnTo>
                  <a:cubicBezTo>
                    <a:pt x="21591" y="2991"/>
                    <a:pt x="23340" y="4085"/>
                    <a:pt x="23340" y="5331"/>
                  </a:cubicBezTo>
                  <a:lnTo>
                    <a:pt x="23340" y="6699"/>
                  </a:lnTo>
                  <a:cubicBezTo>
                    <a:pt x="23340" y="7948"/>
                    <a:pt x="21591" y="9042"/>
                    <a:pt x="19596" y="9042"/>
                  </a:cubicBezTo>
                  <a:lnTo>
                    <a:pt x="1493" y="9042"/>
                  </a:lnTo>
                  <a:cubicBezTo>
                    <a:pt x="671" y="9042"/>
                    <a:pt x="0" y="9710"/>
                    <a:pt x="0" y="10535"/>
                  </a:cubicBezTo>
                  <a:cubicBezTo>
                    <a:pt x="0" y="11361"/>
                    <a:pt x="671" y="12029"/>
                    <a:pt x="1493" y="12029"/>
                  </a:cubicBezTo>
                  <a:lnTo>
                    <a:pt x="19596" y="12029"/>
                  </a:lnTo>
                  <a:cubicBezTo>
                    <a:pt x="23370" y="12029"/>
                    <a:pt x="26327" y="9689"/>
                    <a:pt x="26327" y="6699"/>
                  </a:cubicBezTo>
                  <a:lnTo>
                    <a:pt x="26327" y="5331"/>
                  </a:lnTo>
                  <a:cubicBezTo>
                    <a:pt x="26327" y="2344"/>
                    <a:pt x="23370" y="1"/>
                    <a:pt x="19596" y="1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26" name="Google Shape;8226;p23"/>
            <p:cNvSpPr/>
            <p:nvPr/>
          </p:nvSpPr>
          <p:spPr>
            <a:xfrm>
              <a:off x="848698" y="3939449"/>
              <a:ext cx="317374" cy="317395"/>
            </a:xfrm>
            <a:custGeom>
              <a:rect b="b" l="l" r="r" t="t"/>
              <a:pathLst>
                <a:path extrusionOk="0" h="15210" w="15209">
                  <a:moveTo>
                    <a:pt x="7604" y="1"/>
                  </a:moveTo>
                  <a:cubicBezTo>
                    <a:pt x="3404" y="1"/>
                    <a:pt x="0" y="3405"/>
                    <a:pt x="0" y="7605"/>
                  </a:cubicBezTo>
                  <a:cubicBezTo>
                    <a:pt x="0" y="11805"/>
                    <a:pt x="3404" y="15209"/>
                    <a:pt x="7604" y="15209"/>
                  </a:cubicBezTo>
                  <a:cubicBezTo>
                    <a:pt x="11804" y="15209"/>
                    <a:pt x="15209" y="11805"/>
                    <a:pt x="15209" y="7605"/>
                  </a:cubicBezTo>
                  <a:cubicBezTo>
                    <a:pt x="15209" y="3405"/>
                    <a:pt x="11804" y="1"/>
                    <a:pt x="760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27" name="Google Shape;8227;p23"/>
            <p:cNvSpPr/>
            <p:nvPr/>
          </p:nvSpPr>
          <p:spPr>
            <a:xfrm>
              <a:off x="553048" y="3972670"/>
              <a:ext cx="549400" cy="251015"/>
            </a:xfrm>
            <a:custGeom>
              <a:rect b="b" l="l" r="r" t="t"/>
              <a:pathLst>
                <a:path extrusionOk="0" h="12029" w="26328">
                  <a:moveTo>
                    <a:pt x="1493" y="0"/>
                  </a:moveTo>
                  <a:cubicBezTo>
                    <a:pt x="671" y="0"/>
                    <a:pt x="0" y="668"/>
                    <a:pt x="0" y="1494"/>
                  </a:cubicBezTo>
                  <a:cubicBezTo>
                    <a:pt x="0" y="2320"/>
                    <a:pt x="671" y="2990"/>
                    <a:pt x="1493" y="2990"/>
                  </a:cubicBezTo>
                  <a:lnTo>
                    <a:pt x="19596" y="2990"/>
                  </a:lnTo>
                  <a:cubicBezTo>
                    <a:pt x="21591" y="2990"/>
                    <a:pt x="23340" y="4081"/>
                    <a:pt x="23340" y="5330"/>
                  </a:cubicBezTo>
                  <a:lnTo>
                    <a:pt x="23340" y="6695"/>
                  </a:lnTo>
                  <a:cubicBezTo>
                    <a:pt x="23340" y="7944"/>
                    <a:pt x="21591" y="9038"/>
                    <a:pt x="19596" y="9038"/>
                  </a:cubicBezTo>
                  <a:lnTo>
                    <a:pt x="1493" y="9038"/>
                  </a:lnTo>
                  <a:cubicBezTo>
                    <a:pt x="671" y="9038"/>
                    <a:pt x="0" y="9706"/>
                    <a:pt x="0" y="10532"/>
                  </a:cubicBezTo>
                  <a:cubicBezTo>
                    <a:pt x="0" y="11358"/>
                    <a:pt x="671" y="12028"/>
                    <a:pt x="1493" y="12028"/>
                  </a:cubicBezTo>
                  <a:lnTo>
                    <a:pt x="19596" y="12028"/>
                  </a:lnTo>
                  <a:lnTo>
                    <a:pt x="19596" y="12025"/>
                  </a:lnTo>
                  <a:cubicBezTo>
                    <a:pt x="23370" y="12025"/>
                    <a:pt x="26327" y="9685"/>
                    <a:pt x="26327" y="6695"/>
                  </a:cubicBezTo>
                  <a:lnTo>
                    <a:pt x="26327" y="5327"/>
                  </a:lnTo>
                  <a:cubicBezTo>
                    <a:pt x="26327" y="2340"/>
                    <a:pt x="23370" y="0"/>
                    <a:pt x="19596" y="0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228" name="Google Shape;8228;p23"/>
          <p:cNvSpPr txBox="1"/>
          <p:nvPr>
            <p:ph type="title"/>
          </p:nvPr>
        </p:nvSpPr>
        <p:spPr>
          <a:xfrm>
            <a:off x="1270650" y="629375"/>
            <a:ext cx="7020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300"/>
              <a:buFont typeface="Gantari ExtraBold"/>
              <a:buNone/>
              <a:defRPr sz="3300">
                <a:solidFill>
                  <a:schemeClr val="lt2"/>
                </a:solidFill>
                <a:latin typeface="Gantari ExtraBold"/>
                <a:ea typeface="Gantari ExtraBold"/>
                <a:cs typeface="Gantari ExtraBold"/>
                <a:sym typeface="Gantari Extra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300"/>
              <a:buFont typeface="Gantari ExtraBold"/>
              <a:buNone/>
              <a:defRPr sz="3300">
                <a:solidFill>
                  <a:schemeClr val="lt2"/>
                </a:solidFill>
                <a:latin typeface="Gantari ExtraBold"/>
                <a:ea typeface="Gantari ExtraBold"/>
                <a:cs typeface="Gantari ExtraBold"/>
                <a:sym typeface="Gantari ExtraBo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300"/>
              <a:buFont typeface="Gantari ExtraBold"/>
              <a:buNone/>
              <a:defRPr sz="3300">
                <a:solidFill>
                  <a:schemeClr val="lt2"/>
                </a:solidFill>
                <a:latin typeface="Gantari ExtraBold"/>
                <a:ea typeface="Gantari ExtraBold"/>
                <a:cs typeface="Gantari ExtraBold"/>
                <a:sym typeface="Gantari ExtraBo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300"/>
              <a:buFont typeface="Gantari ExtraBold"/>
              <a:buNone/>
              <a:defRPr sz="3300">
                <a:solidFill>
                  <a:schemeClr val="lt2"/>
                </a:solidFill>
                <a:latin typeface="Gantari ExtraBold"/>
                <a:ea typeface="Gantari ExtraBold"/>
                <a:cs typeface="Gantari ExtraBold"/>
                <a:sym typeface="Gantari ExtraBo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300"/>
              <a:buFont typeface="Gantari ExtraBold"/>
              <a:buNone/>
              <a:defRPr sz="3300">
                <a:solidFill>
                  <a:schemeClr val="lt2"/>
                </a:solidFill>
                <a:latin typeface="Gantari ExtraBold"/>
                <a:ea typeface="Gantari ExtraBold"/>
                <a:cs typeface="Gantari ExtraBold"/>
                <a:sym typeface="Gantari ExtraBo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300"/>
              <a:buFont typeface="Gantari ExtraBold"/>
              <a:buNone/>
              <a:defRPr sz="3300">
                <a:solidFill>
                  <a:schemeClr val="lt2"/>
                </a:solidFill>
                <a:latin typeface="Gantari ExtraBold"/>
                <a:ea typeface="Gantari ExtraBold"/>
                <a:cs typeface="Gantari ExtraBold"/>
                <a:sym typeface="Gantari ExtraBo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300"/>
              <a:buFont typeface="Gantari ExtraBold"/>
              <a:buNone/>
              <a:defRPr sz="3300">
                <a:solidFill>
                  <a:schemeClr val="lt2"/>
                </a:solidFill>
                <a:latin typeface="Gantari ExtraBold"/>
                <a:ea typeface="Gantari ExtraBold"/>
                <a:cs typeface="Gantari ExtraBold"/>
                <a:sym typeface="Gantari ExtraBo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300"/>
              <a:buFont typeface="Gantari ExtraBold"/>
              <a:buNone/>
              <a:defRPr sz="3300">
                <a:solidFill>
                  <a:schemeClr val="lt2"/>
                </a:solidFill>
                <a:latin typeface="Gantari ExtraBold"/>
                <a:ea typeface="Gantari ExtraBold"/>
                <a:cs typeface="Gantari ExtraBold"/>
                <a:sym typeface="Gantari ExtraBo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300"/>
              <a:buFont typeface="Gantari ExtraBold"/>
              <a:buNone/>
              <a:defRPr sz="3300">
                <a:solidFill>
                  <a:schemeClr val="lt2"/>
                </a:solidFill>
                <a:latin typeface="Gantari ExtraBold"/>
                <a:ea typeface="Gantari ExtraBold"/>
                <a:cs typeface="Gantari ExtraBold"/>
                <a:sym typeface="Gantari ExtraBold"/>
              </a:defRPr>
            </a:lvl9pPr>
          </a:lstStyle>
          <a:p/>
        </p:txBody>
      </p:sp>
      <p:sp>
        <p:nvSpPr>
          <p:cNvPr id="8229" name="Google Shape;8229;p23"/>
          <p:cNvSpPr txBox="1"/>
          <p:nvPr>
            <p:ph idx="1" type="subTitle"/>
          </p:nvPr>
        </p:nvSpPr>
        <p:spPr>
          <a:xfrm>
            <a:off x="1270650" y="1202075"/>
            <a:ext cx="7020000" cy="388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b="1">
                <a:solidFill>
                  <a:schemeClr val="accent2"/>
                </a:solidFill>
                <a:highlight>
                  <a:schemeClr val="lt2"/>
                </a:highlight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b="1">
                <a:solidFill>
                  <a:schemeClr val="accent2"/>
                </a:solidFill>
                <a:highlight>
                  <a:schemeClr val="lt2"/>
                </a:highlight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b="1">
                <a:solidFill>
                  <a:schemeClr val="accent2"/>
                </a:solidFill>
                <a:highlight>
                  <a:schemeClr val="lt2"/>
                </a:highlight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b="1">
                <a:solidFill>
                  <a:schemeClr val="accent2"/>
                </a:solidFill>
                <a:highlight>
                  <a:schemeClr val="lt2"/>
                </a:highlight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b="1">
                <a:solidFill>
                  <a:schemeClr val="accent2"/>
                </a:solidFill>
                <a:highlight>
                  <a:schemeClr val="lt2"/>
                </a:highlight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b="1">
                <a:solidFill>
                  <a:schemeClr val="accent2"/>
                </a:solidFill>
                <a:highlight>
                  <a:schemeClr val="lt2"/>
                </a:highlight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b="1">
                <a:solidFill>
                  <a:schemeClr val="accent2"/>
                </a:solidFill>
                <a:highlight>
                  <a:schemeClr val="lt2"/>
                </a:highlight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b="1">
                <a:solidFill>
                  <a:schemeClr val="accent2"/>
                </a:solidFill>
                <a:highlight>
                  <a:schemeClr val="lt2"/>
                </a:highlight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b="1">
                <a:solidFill>
                  <a:schemeClr val="accent2"/>
                </a:solidFill>
                <a:highlight>
                  <a:schemeClr val="lt2"/>
                </a:highlight>
              </a:defRPr>
            </a:lvl9pPr>
          </a:lstStyle>
          <a:p/>
        </p:txBody>
      </p:sp>
      <p:sp>
        <p:nvSpPr>
          <p:cNvPr id="8230" name="Google Shape;8230;p23"/>
          <p:cNvSpPr txBox="1"/>
          <p:nvPr>
            <p:ph idx="2" type="subTitle"/>
          </p:nvPr>
        </p:nvSpPr>
        <p:spPr>
          <a:xfrm>
            <a:off x="1270650" y="1514375"/>
            <a:ext cx="7020000" cy="295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31" name="Google Shape;8231;p23"/>
          <p:cNvSpPr/>
          <p:nvPr/>
        </p:nvSpPr>
        <p:spPr>
          <a:xfrm>
            <a:off x="8428900" y="1041975"/>
            <a:ext cx="143750" cy="647425"/>
          </a:xfrm>
          <a:custGeom>
            <a:rect b="b" l="l" r="r" t="t"/>
            <a:pathLst>
              <a:path extrusionOk="0" h="25897" w="5750">
                <a:moveTo>
                  <a:pt x="0" y="0"/>
                </a:moveTo>
                <a:lnTo>
                  <a:pt x="0" y="25897"/>
                </a:lnTo>
                <a:cubicBezTo>
                  <a:pt x="3176" y="25897"/>
                  <a:pt x="5749" y="23323"/>
                  <a:pt x="5749" y="20147"/>
                </a:cubicBezTo>
                <a:lnTo>
                  <a:pt x="5749" y="5752"/>
                </a:lnTo>
                <a:cubicBezTo>
                  <a:pt x="5749" y="2576"/>
                  <a:pt x="3176" y="0"/>
                  <a:pt x="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32" name="Google Shape;8232;p23"/>
          <p:cNvSpPr/>
          <p:nvPr/>
        </p:nvSpPr>
        <p:spPr>
          <a:xfrm>
            <a:off x="8428900" y="2620900"/>
            <a:ext cx="143750" cy="647425"/>
          </a:xfrm>
          <a:custGeom>
            <a:rect b="b" l="l" r="r" t="t"/>
            <a:pathLst>
              <a:path extrusionOk="0" h="25897" w="5750">
                <a:moveTo>
                  <a:pt x="0" y="0"/>
                </a:moveTo>
                <a:lnTo>
                  <a:pt x="0" y="25897"/>
                </a:lnTo>
                <a:cubicBezTo>
                  <a:pt x="3176" y="25897"/>
                  <a:pt x="5749" y="23323"/>
                  <a:pt x="5749" y="20148"/>
                </a:cubicBezTo>
                <a:lnTo>
                  <a:pt x="5749" y="5752"/>
                </a:lnTo>
                <a:cubicBezTo>
                  <a:pt x="5749" y="2577"/>
                  <a:pt x="3176" y="0"/>
                  <a:pt x="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33" name="Google Shape;8233;p23"/>
          <p:cNvSpPr/>
          <p:nvPr/>
        </p:nvSpPr>
        <p:spPr>
          <a:xfrm>
            <a:off x="8428900" y="1811900"/>
            <a:ext cx="143750" cy="647425"/>
          </a:xfrm>
          <a:custGeom>
            <a:rect b="b" l="l" r="r" t="t"/>
            <a:pathLst>
              <a:path extrusionOk="0" h="25897" w="5750">
                <a:moveTo>
                  <a:pt x="0" y="0"/>
                </a:moveTo>
                <a:lnTo>
                  <a:pt x="0" y="25897"/>
                </a:lnTo>
                <a:cubicBezTo>
                  <a:pt x="3176" y="25897"/>
                  <a:pt x="5749" y="23320"/>
                  <a:pt x="5749" y="20147"/>
                </a:cubicBezTo>
                <a:lnTo>
                  <a:pt x="5749" y="5749"/>
                </a:lnTo>
                <a:cubicBezTo>
                  <a:pt x="5749" y="2574"/>
                  <a:pt x="3176" y="0"/>
                  <a:pt x="0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34" name="Google Shape;8234;p23"/>
          <p:cNvSpPr/>
          <p:nvPr/>
        </p:nvSpPr>
        <p:spPr>
          <a:xfrm>
            <a:off x="8428900" y="3454000"/>
            <a:ext cx="143750" cy="647425"/>
          </a:xfrm>
          <a:custGeom>
            <a:rect b="b" l="l" r="r" t="t"/>
            <a:pathLst>
              <a:path extrusionOk="0" h="25897" w="5750">
                <a:moveTo>
                  <a:pt x="0" y="1"/>
                </a:moveTo>
                <a:lnTo>
                  <a:pt x="0" y="25897"/>
                </a:lnTo>
                <a:cubicBezTo>
                  <a:pt x="3176" y="25897"/>
                  <a:pt x="5749" y="23323"/>
                  <a:pt x="5749" y="20148"/>
                </a:cubicBezTo>
                <a:lnTo>
                  <a:pt x="5749" y="5752"/>
                </a:lnTo>
                <a:cubicBezTo>
                  <a:pt x="5749" y="2577"/>
                  <a:pt x="3176" y="1"/>
                  <a:pt x="0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CUSTOM_1_1">
    <p:bg>
      <p:bgPr>
        <a:solidFill>
          <a:schemeClr val="lt1"/>
        </a:solidFill>
      </p:bgPr>
    </p:bg>
    <p:spTree>
      <p:nvGrpSpPr>
        <p:cNvPr id="8235" name="Shape 8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236" name="Google Shape;8236;p24"/>
          <p:cNvGrpSpPr/>
          <p:nvPr/>
        </p:nvGrpSpPr>
        <p:grpSpPr>
          <a:xfrm>
            <a:off x="0" y="0"/>
            <a:ext cx="9144125" cy="5143391"/>
            <a:chOff x="0" y="0"/>
            <a:chExt cx="9144125" cy="5143391"/>
          </a:xfrm>
        </p:grpSpPr>
        <p:sp>
          <p:nvSpPr>
            <p:cNvPr id="8237" name="Google Shape;8237;p24"/>
            <p:cNvSpPr/>
            <p:nvPr/>
          </p:nvSpPr>
          <p:spPr>
            <a:xfrm>
              <a:off x="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38" name="Google Shape;8238;p24"/>
            <p:cNvSpPr/>
            <p:nvPr/>
          </p:nvSpPr>
          <p:spPr>
            <a:xfrm>
              <a:off x="38100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39" name="Google Shape;8239;p24"/>
            <p:cNvSpPr/>
            <p:nvPr/>
          </p:nvSpPr>
          <p:spPr>
            <a:xfrm>
              <a:off x="76201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40" name="Google Shape;8240;p24"/>
            <p:cNvSpPr/>
            <p:nvPr/>
          </p:nvSpPr>
          <p:spPr>
            <a:xfrm>
              <a:off x="114301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41" name="Google Shape;8241;p24"/>
            <p:cNvSpPr/>
            <p:nvPr/>
          </p:nvSpPr>
          <p:spPr>
            <a:xfrm>
              <a:off x="152402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42" name="Google Shape;8242;p24"/>
            <p:cNvSpPr/>
            <p:nvPr/>
          </p:nvSpPr>
          <p:spPr>
            <a:xfrm>
              <a:off x="190502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43" name="Google Shape;8243;p24"/>
            <p:cNvSpPr/>
            <p:nvPr/>
          </p:nvSpPr>
          <p:spPr>
            <a:xfrm>
              <a:off x="228603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44" name="Google Shape;8244;p24"/>
            <p:cNvSpPr/>
            <p:nvPr/>
          </p:nvSpPr>
          <p:spPr>
            <a:xfrm>
              <a:off x="266703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45" name="Google Shape;8245;p24"/>
            <p:cNvSpPr/>
            <p:nvPr/>
          </p:nvSpPr>
          <p:spPr>
            <a:xfrm>
              <a:off x="304804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46" name="Google Shape;8246;p24"/>
            <p:cNvSpPr/>
            <p:nvPr/>
          </p:nvSpPr>
          <p:spPr>
            <a:xfrm>
              <a:off x="342904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47" name="Google Shape;8247;p24"/>
            <p:cNvSpPr/>
            <p:nvPr/>
          </p:nvSpPr>
          <p:spPr>
            <a:xfrm>
              <a:off x="381005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48" name="Google Shape;8248;p24"/>
            <p:cNvSpPr/>
            <p:nvPr/>
          </p:nvSpPr>
          <p:spPr>
            <a:xfrm>
              <a:off x="419105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49" name="Google Shape;8249;p24"/>
            <p:cNvSpPr/>
            <p:nvPr/>
          </p:nvSpPr>
          <p:spPr>
            <a:xfrm>
              <a:off x="457206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50" name="Google Shape;8250;p24"/>
            <p:cNvSpPr/>
            <p:nvPr/>
          </p:nvSpPr>
          <p:spPr>
            <a:xfrm>
              <a:off x="495306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51" name="Google Shape;8251;p24"/>
            <p:cNvSpPr/>
            <p:nvPr/>
          </p:nvSpPr>
          <p:spPr>
            <a:xfrm>
              <a:off x="533407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52" name="Google Shape;8252;p24"/>
            <p:cNvSpPr/>
            <p:nvPr/>
          </p:nvSpPr>
          <p:spPr>
            <a:xfrm>
              <a:off x="571507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53" name="Google Shape;8253;p24"/>
            <p:cNvSpPr/>
            <p:nvPr/>
          </p:nvSpPr>
          <p:spPr>
            <a:xfrm>
              <a:off x="609608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54" name="Google Shape;8254;p24"/>
            <p:cNvSpPr/>
            <p:nvPr/>
          </p:nvSpPr>
          <p:spPr>
            <a:xfrm>
              <a:off x="647708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55" name="Google Shape;8255;p24"/>
            <p:cNvSpPr/>
            <p:nvPr/>
          </p:nvSpPr>
          <p:spPr>
            <a:xfrm>
              <a:off x="685809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56" name="Google Shape;8256;p24"/>
            <p:cNvSpPr/>
            <p:nvPr/>
          </p:nvSpPr>
          <p:spPr>
            <a:xfrm>
              <a:off x="723909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57" name="Google Shape;8257;p24"/>
            <p:cNvSpPr/>
            <p:nvPr/>
          </p:nvSpPr>
          <p:spPr>
            <a:xfrm>
              <a:off x="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58" name="Google Shape;8258;p24"/>
            <p:cNvSpPr/>
            <p:nvPr/>
          </p:nvSpPr>
          <p:spPr>
            <a:xfrm>
              <a:off x="38100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59" name="Google Shape;8259;p24"/>
            <p:cNvSpPr/>
            <p:nvPr/>
          </p:nvSpPr>
          <p:spPr>
            <a:xfrm>
              <a:off x="76201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60" name="Google Shape;8260;p24"/>
            <p:cNvSpPr/>
            <p:nvPr/>
          </p:nvSpPr>
          <p:spPr>
            <a:xfrm>
              <a:off x="114301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61" name="Google Shape;8261;p24"/>
            <p:cNvSpPr/>
            <p:nvPr/>
          </p:nvSpPr>
          <p:spPr>
            <a:xfrm>
              <a:off x="152402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62" name="Google Shape;8262;p24"/>
            <p:cNvSpPr/>
            <p:nvPr/>
          </p:nvSpPr>
          <p:spPr>
            <a:xfrm>
              <a:off x="190502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63" name="Google Shape;8263;p24"/>
            <p:cNvSpPr/>
            <p:nvPr/>
          </p:nvSpPr>
          <p:spPr>
            <a:xfrm>
              <a:off x="228603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64" name="Google Shape;8264;p24"/>
            <p:cNvSpPr/>
            <p:nvPr/>
          </p:nvSpPr>
          <p:spPr>
            <a:xfrm>
              <a:off x="266703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65" name="Google Shape;8265;p24"/>
            <p:cNvSpPr/>
            <p:nvPr/>
          </p:nvSpPr>
          <p:spPr>
            <a:xfrm>
              <a:off x="304804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66" name="Google Shape;8266;p24"/>
            <p:cNvSpPr/>
            <p:nvPr/>
          </p:nvSpPr>
          <p:spPr>
            <a:xfrm>
              <a:off x="342904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67" name="Google Shape;8267;p24"/>
            <p:cNvSpPr/>
            <p:nvPr/>
          </p:nvSpPr>
          <p:spPr>
            <a:xfrm>
              <a:off x="381005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68" name="Google Shape;8268;p24"/>
            <p:cNvSpPr/>
            <p:nvPr/>
          </p:nvSpPr>
          <p:spPr>
            <a:xfrm>
              <a:off x="419105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69" name="Google Shape;8269;p24"/>
            <p:cNvSpPr/>
            <p:nvPr/>
          </p:nvSpPr>
          <p:spPr>
            <a:xfrm>
              <a:off x="457206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70" name="Google Shape;8270;p24"/>
            <p:cNvSpPr/>
            <p:nvPr/>
          </p:nvSpPr>
          <p:spPr>
            <a:xfrm>
              <a:off x="495306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71" name="Google Shape;8271;p24"/>
            <p:cNvSpPr/>
            <p:nvPr/>
          </p:nvSpPr>
          <p:spPr>
            <a:xfrm>
              <a:off x="533407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72" name="Google Shape;8272;p24"/>
            <p:cNvSpPr/>
            <p:nvPr/>
          </p:nvSpPr>
          <p:spPr>
            <a:xfrm>
              <a:off x="571507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73" name="Google Shape;8273;p24"/>
            <p:cNvSpPr/>
            <p:nvPr/>
          </p:nvSpPr>
          <p:spPr>
            <a:xfrm>
              <a:off x="609608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74" name="Google Shape;8274;p24"/>
            <p:cNvSpPr/>
            <p:nvPr/>
          </p:nvSpPr>
          <p:spPr>
            <a:xfrm>
              <a:off x="647708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75" name="Google Shape;8275;p24"/>
            <p:cNvSpPr/>
            <p:nvPr/>
          </p:nvSpPr>
          <p:spPr>
            <a:xfrm>
              <a:off x="685809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76" name="Google Shape;8276;p24"/>
            <p:cNvSpPr/>
            <p:nvPr/>
          </p:nvSpPr>
          <p:spPr>
            <a:xfrm>
              <a:off x="723909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77" name="Google Shape;8277;p24"/>
            <p:cNvSpPr/>
            <p:nvPr/>
          </p:nvSpPr>
          <p:spPr>
            <a:xfrm>
              <a:off x="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78" name="Google Shape;8278;p24"/>
            <p:cNvSpPr/>
            <p:nvPr/>
          </p:nvSpPr>
          <p:spPr>
            <a:xfrm>
              <a:off x="38100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79" name="Google Shape;8279;p24"/>
            <p:cNvSpPr/>
            <p:nvPr/>
          </p:nvSpPr>
          <p:spPr>
            <a:xfrm>
              <a:off x="76201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80" name="Google Shape;8280;p24"/>
            <p:cNvSpPr/>
            <p:nvPr/>
          </p:nvSpPr>
          <p:spPr>
            <a:xfrm>
              <a:off x="114301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81" name="Google Shape;8281;p24"/>
            <p:cNvSpPr/>
            <p:nvPr/>
          </p:nvSpPr>
          <p:spPr>
            <a:xfrm>
              <a:off x="152402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82" name="Google Shape;8282;p24"/>
            <p:cNvSpPr/>
            <p:nvPr/>
          </p:nvSpPr>
          <p:spPr>
            <a:xfrm>
              <a:off x="190502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83" name="Google Shape;8283;p24"/>
            <p:cNvSpPr/>
            <p:nvPr/>
          </p:nvSpPr>
          <p:spPr>
            <a:xfrm>
              <a:off x="228603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84" name="Google Shape;8284;p24"/>
            <p:cNvSpPr/>
            <p:nvPr/>
          </p:nvSpPr>
          <p:spPr>
            <a:xfrm>
              <a:off x="266703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85" name="Google Shape;8285;p24"/>
            <p:cNvSpPr/>
            <p:nvPr/>
          </p:nvSpPr>
          <p:spPr>
            <a:xfrm>
              <a:off x="304804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86" name="Google Shape;8286;p24"/>
            <p:cNvSpPr/>
            <p:nvPr/>
          </p:nvSpPr>
          <p:spPr>
            <a:xfrm>
              <a:off x="342904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87" name="Google Shape;8287;p24"/>
            <p:cNvSpPr/>
            <p:nvPr/>
          </p:nvSpPr>
          <p:spPr>
            <a:xfrm>
              <a:off x="381005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88" name="Google Shape;8288;p24"/>
            <p:cNvSpPr/>
            <p:nvPr/>
          </p:nvSpPr>
          <p:spPr>
            <a:xfrm>
              <a:off x="419105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89" name="Google Shape;8289;p24"/>
            <p:cNvSpPr/>
            <p:nvPr/>
          </p:nvSpPr>
          <p:spPr>
            <a:xfrm>
              <a:off x="457206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90" name="Google Shape;8290;p24"/>
            <p:cNvSpPr/>
            <p:nvPr/>
          </p:nvSpPr>
          <p:spPr>
            <a:xfrm>
              <a:off x="495306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91" name="Google Shape;8291;p24"/>
            <p:cNvSpPr/>
            <p:nvPr/>
          </p:nvSpPr>
          <p:spPr>
            <a:xfrm>
              <a:off x="533407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92" name="Google Shape;8292;p24"/>
            <p:cNvSpPr/>
            <p:nvPr/>
          </p:nvSpPr>
          <p:spPr>
            <a:xfrm>
              <a:off x="571507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93" name="Google Shape;8293;p24"/>
            <p:cNvSpPr/>
            <p:nvPr/>
          </p:nvSpPr>
          <p:spPr>
            <a:xfrm>
              <a:off x="609608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94" name="Google Shape;8294;p24"/>
            <p:cNvSpPr/>
            <p:nvPr/>
          </p:nvSpPr>
          <p:spPr>
            <a:xfrm>
              <a:off x="647708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95" name="Google Shape;8295;p24"/>
            <p:cNvSpPr/>
            <p:nvPr/>
          </p:nvSpPr>
          <p:spPr>
            <a:xfrm>
              <a:off x="685809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96" name="Google Shape;8296;p24"/>
            <p:cNvSpPr/>
            <p:nvPr/>
          </p:nvSpPr>
          <p:spPr>
            <a:xfrm>
              <a:off x="723909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97" name="Google Shape;8297;p24"/>
            <p:cNvSpPr/>
            <p:nvPr/>
          </p:nvSpPr>
          <p:spPr>
            <a:xfrm>
              <a:off x="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98" name="Google Shape;8298;p24"/>
            <p:cNvSpPr/>
            <p:nvPr/>
          </p:nvSpPr>
          <p:spPr>
            <a:xfrm>
              <a:off x="38100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99" name="Google Shape;8299;p24"/>
            <p:cNvSpPr/>
            <p:nvPr/>
          </p:nvSpPr>
          <p:spPr>
            <a:xfrm>
              <a:off x="76201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00" name="Google Shape;8300;p24"/>
            <p:cNvSpPr/>
            <p:nvPr/>
          </p:nvSpPr>
          <p:spPr>
            <a:xfrm>
              <a:off x="114301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01" name="Google Shape;8301;p24"/>
            <p:cNvSpPr/>
            <p:nvPr/>
          </p:nvSpPr>
          <p:spPr>
            <a:xfrm>
              <a:off x="152402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02" name="Google Shape;8302;p24"/>
            <p:cNvSpPr/>
            <p:nvPr/>
          </p:nvSpPr>
          <p:spPr>
            <a:xfrm>
              <a:off x="190502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03" name="Google Shape;8303;p24"/>
            <p:cNvSpPr/>
            <p:nvPr/>
          </p:nvSpPr>
          <p:spPr>
            <a:xfrm>
              <a:off x="228603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04" name="Google Shape;8304;p24"/>
            <p:cNvSpPr/>
            <p:nvPr/>
          </p:nvSpPr>
          <p:spPr>
            <a:xfrm>
              <a:off x="266703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05" name="Google Shape;8305;p24"/>
            <p:cNvSpPr/>
            <p:nvPr/>
          </p:nvSpPr>
          <p:spPr>
            <a:xfrm>
              <a:off x="304804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06" name="Google Shape;8306;p24"/>
            <p:cNvSpPr/>
            <p:nvPr/>
          </p:nvSpPr>
          <p:spPr>
            <a:xfrm>
              <a:off x="342904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07" name="Google Shape;8307;p24"/>
            <p:cNvSpPr/>
            <p:nvPr/>
          </p:nvSpPr>
          <p:spPr>
            <a:xfrm>
              <a:off x="381005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08" name="Google Shape;8308;p24"/>
            <p:cNvSpPr/>
            <p:nvPr/>
          </p:nvSpPr>
          <p:spPr>
            <a:xfrm>
              <a:off x="419105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09" name="Google Shape;8309;p24"/>
            <p:cNvSpPr/>
            <p:nvPr/>
          </p:nvSpPr>
          <p:spPr>
            <a:xfrm>
              <a:off x="457206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10" name="Google Shape;8310;p24"/>
            <p:cNvSpPr/>
            <p:nvPr/>
          </p:nvSpPr>
          <p:spPr>
            <a:xfrm>
              <a:off x="495306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11" name="Google Shape;8311;p24"/>
            <p:cNvSpPr/>
            <p:nvPr/>
          </p:nvSpPr>
          <p:spPr>
            <a:xfrm>
              <a:off x="533407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12" name="Google Shape;8312;p24"/>
            <p:cNvSpPr/>
            <p:nvPr/>
          </p:nvSpPr>
          <p:spPr>
            <a:xfrm>
              <a:off x="571507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13" name="Google Shape;8313;p24"/>
            <p:cNvSpPr/>
            <p:nvPr/>
          </p:nvSpPr>
          <p:spPr>
            <a:xfrm>
              <a:off x="609608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14" name="Google Shape;8314;p24"/>
            <p:cNvSpPr/>
            <p:nvPr/>
          </p:nvSpPr>
          <p:spPr>
            <a:xfrm>
              <a:off x="647708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15" name="Google Shape;8315;p24"/>
            <p:cNvSpPr/>
            <p:nvPr/>
          </p:nvSpPr>
          <p:spPr>
            <a:xfrm>
              <a:off x="685809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16" name="Google Shape;8316;p24"/>
            <p:cNvSpPr/>
            <p:nvPr/>
          </p:nvSpPr>
          <p:spPr>
            <a:xfrm>
              <a:off x="723909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17" name="Google Shape;8317;p24"/>
            <p:cNvSpPr/>
            <p:nvPr/>
          </p:nvSpPr>
          <p:spPr>
            <a:xfrm>
              <a:off x="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18" name="Google Shape;8318;p24"/>
            <p:cNvSpPr/>
            <p:nvPr/>
          </p:nvSpPr>
          <p:spPr>
            <a:xfrm>
              <a:off x="38100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19" name="Google Shape;8319;p24"/>
            <p:cNvSpPr/>
            <p:nvPr/>
          </p:nvSpPr>
          <p:spPr>
            <a:xfrm>
              <a:off x="76201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20" name="Google Shape;8320;p24"/>
            <p:cNvSpPr/>
            <p:nvPr/>
          </p:nvSpPr>
          <p:spPr>
            <a:xfrm>
              <a:off x="114301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21" name="Google Shape;8321;p24"/>
            <p:cNvSpPr/>
            <p:nvPr/>
          </p:nvSpPr>
          <p:spPr>
            <a:xfrm>
              <a:off x="152402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22" name="Google Shape;8322;p24"/>
            <p:cNvSpPr/>
            <p:nvPr/>
          </p:nvSpPr>
          <p:spPr>
            <a:xfrm>
              <a:off x="190502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23" name="Google Shape;8323;p24"/>
            <p:cNvSpPr/>
            <p:nvPr/>
          </p:nvSpPr>
          <p:spPr>
            <a:xfrm>
              <a:off x="228603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24" name="Google Shape;8324;p24"/>
            <p:cNvSpPr/>
            <p:nvPr/>
          </p:nvSpPr>
          <p:spPr>
            <a:xfrm>
              <a:off x="266703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25" name="Google Shape;8325;p24"/>
            <p:cNvSpPr/>
            <p:nvPr/>
          </p:nvSpPr>
          <p:spPr>
            <a:xfrm>
              <a:off x="304804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26" name="Google Shape;8326;p24"/>
            <p:cNvSpPr/>
            <p:nvPr/>
          </p:nvSpPr>
          <p:spPr>
            <a:xfrm>
              <a:off x="342904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27" name="Google Shape;8327;p24"/>
            <p:cNvSpPr/>
            <p:nvPr/>
          </p:nvSpPr>
          <p:spPr>
            <a:xfrm>
              <a:off x="381005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28" name="Google Shape;8328;p24"/>
            <p:cNvSpPr/>
            <p:nvPr/>
          </p:nvSpPr>
          <p:spPr>
            <a:xfrm>
              <a:off x="419105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29" name="Google Shape;8329;p24"/>
            <p:cNvSpPr/>
            <p:nvPr/>
          </p:nvSpPr>
          <p:spPr>
            <a:xfrm>
              <a:off x="457206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30" name="Google Shape;8330;p24"/>
            <p:cNvSpPr/>
            <p:nvPr/>
          </p:nvSpPr>
          <p:spPr>
            <a:xfrm>
              <a:off x="495306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31" name="Google Shape;8331;p24"/>
            <p:cNvSpPr/>
            <p:nvPr/>
          </p:nvSpPr>
          <p:spPr>
            <a:xfrm>
              <a:off x="533407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32" name="Google Shape;8332;p24"/>
            <p:cNvSpPr/>
            <p:nvPr/>
          </p:nvSpPr>
          <p:spPr>
            <a:xfrm>
              <a:off x="571507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33" name="Google Shape;8333;p24"/>
            <p:cNvSpPr/>
            <p:nvPr/>
          </p:nvSpPr>
          <p:spPr>
            <a:xfrm>
              <a:off x="609608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34" name="Google Shape;8334;p24"/>
            <p:cNvSpPr/>
            <p:nvPr/>
          </p:nvSpPr>
          <p:spPr>
            <a:xfrm>
              <a:off x="647708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35" name="Google Shape;8335;p24"/>
            <p:cNvSpPr/>
            <p:nvPr/>
          </p:nvSpPr>
          <p:spPr>
            <a:xfrm>
              <a:off x="685809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36" name="Google Shape;8336;p24"/>
            <p:cNvSpPr/>
            <p:nvPr/>
          </p:nvSpPr>
          <p:spPr>
            <a:xfrm>
              <a:off x="723909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37" name="Google Shape;8337;p24"/>
            <p:cNvSpPr/>
            <p:nvPr/>
          </p:nvSpPr>
          <p:spPr>
            <a:xfrm>
              <a:off x="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38" name="Google Shape;8338;p24"/>
            <p:cNvSpPr/>
            <p:nvPr/>
          </p:nvSpPr>
          <p:spPr>
            <a:xfrm>
              <a:off x="38100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39" name="Google Shape;8339;p24"/>
            <p:cNvSpPr/>
            <p:nvPr/>
          </p:nvSpPr>
          <p:spPr>
            <a:xfrm>
              <a:off x="76201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40" name="Google Shape;8340;p24"/>
            <p:cNvSpPr/>
            <p:nvPr/>
          </p:nvSpPr>
          <p:spPr>
            <a:xfrm>
              <a:off x="114301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41" name="Google Shape;8341;p24"/>
            <p:cNvSpPr/>
            <p:nvPr/>
          </p:nvSpPr>
          <p:spPr>
            <a:xfrm>
              <a:off x="152402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42" name="Google Shape;8342;p24"/>
            <p:cNvSpPr/>
            <p:nvPr/>
          </p:nvSpPr>
          <p:spPr>
            <a:xfrm>
              <a:off x="190502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43" name="Google Shape;8343;p24"/>
            <p:cNvSpPr/>
            <p:nvPr/>
          </p:nvSpPr>
          <p:spPr>
            <a:xfrm>
              <a:off x="228603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44" name="Google Shape;8344;p24"/>
            <p:cNvSpPr/>
            <p:nvPr/>
          </p:nvSpPr>
          <p:spPr>
            <a:xfrm>
              <a:off x="266703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45" name="Google Shape;8345;p24"/>
            <p:cNvSpPr/>
            <p:nvPr/>
          </p:nvSpPr>
          <p:spPr>
            <a:xfrm>
              <a:off x="304804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46" name="Google Shape;8346;p24"/>
            <p:cNvSpPr/>
            <p:nvPr/>
          </p:nvSpPr>
          <p:spPr>
            <a:xfrm>
              <a:off x="342904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47" name="Google Shape;8347;p24"/>
            <p:cNvSpPr/>
            <p:nvPr/>
          </p:nvSpPr>
          <p:spPr>
            <a:xfrm>
              <a:off x="381005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48" name="Google Shape;8348;p24"/>
            <p:cNvSpPr/>
            <p:nvPr/>
          </p:nvSpPr>
          <p:spPr>
            <a:xfrm>
              <a:off x="419105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49" name="Google Shape;8349;p24"/>
            <p:cNvSpPr/>
            <p:nvPr/>
          </p:nvSpPr>
          <p:spPr>
            <a:xfrm>
              <a:off x="457206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50" name="Google Shape;8350;p24"/>
            <p:cNvSpPr/>
            <p:nvPr/>
          </p:nvSpPr>
          <p:spPr>
            <a:xfrm>
              <a:off x="495306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51" name="Google Shape;8351;p24"/>
            <p:cNvSpPr/>
            <p:nvPr/>
          </p:nvSpPr>
          <p:spPr>
            <a:xfrm>
              <a:off x="533407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52" name="Google Shape;8352;p24"/>
            <p:cNvSpPr/>
            <p:nvPr/>
          </p:nvSpPr>
          <p:spPr>
            <a:xfrm>
              <a:off x="571507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53" name="Google Shape;8353;p24"/>
            <p:cNvSpPr/>
            <p:nvPr/>
          </p:nvSpPr>
          <p:spPr>
            <a:xfrm>
              <a:off x="609608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54" name="Google Shape;8354;p24"/>
            <p:cNvSpPr/>
            <p:nvPr/>
          </p:nvSpPr>
          <p:spPr>
            <a:xfrm>
              <a:off x="647708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55" name="Google Shape;8355;p24"/>
            <p:cNvSpPr/>
            <p:nvPr/>
          </p:nvSpPr>
          <p:spPr>
            <a:xfrm>
              <a:off x="685809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56" name="Google Shape;8356;p24"/>
            <p:cNvSpPr/>
            <p:nvPr/>
          </p:nvSpPr>
          <p:spPr>
            <a:xfrm>
              <a:off x="723909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57" name="Google Shape;8357;p24"/>
            <p:cNvSpPr/>
            <p:nvPr/>
          </p:nvSpPr>
          <p:spPr>
            <a:xfrm>
              <a:off x="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58" name="Google Shape;8358;p24"/>
            <p:cNvSpPr/>
            <p:nvPr/>
          </p:nvSpPr>
          <p:spPr>
            <a:xfrm>
              <a:off x="38100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59" name="Google Shape;8359;p24"/>
            <p:cNvSpPr/>
            <p:nvPr/>
          </p:nvSpPr>
          <p:spPr>
            <a:xfrm>
              <a:off x="76201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60" name="Google Shape;8360;p24"/>
            <p:cNvSpPr/>
            <p:nvPr/>
          </p:nvSpPr>
          <p:spPr>
            <a:xfrm>
              <a:off x="114301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61" name="Google Shape;8361;p24"/>
            <p:cNvSpPr/>
            <p:nvPr/>
          </p:nvSpPr>
          <p:spPr>
            <a:xfrm>
              <a:off x="152402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62" name="Google Shape;8362;p24"/>
            <p:cNvSpPr/>
            <p:nvPr/>
          </p:nvSpPr>
          <p:spPr>
            <a:xfrm>
              <a:off x="190502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63" name="Google Shape;8363;p24"/>
            <p:cNvSpPr/>
            <p:nvPr/>
          </p:nvSpPr>
          <p:spPr>
            <a:xfrm>
              <a:off x="228603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64" name="Google Shape;8364;p24"/>
            <p:cNvSpPr/>
            <p:nvPr/>
          </p:nvSpPr>
          <p:spPr>
            <a:xfrm>
              <a:off x="266703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65" name="Google Shape;8365;p24"/>
            <p:cNvSpPr/>
            <p:nvPr/>
          </p:nvSpPr>
          <p:spPr>
            <a:xfrm>
              <a:off x="304804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66" name="Google Shape;8366;p24"/>
            <p:cNvSpPr/>
            <p:nvPr/>
          </p:nvSpPr>
          <p:spPr>
            <a:xfrm>
              <a:off x="342904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67" name="Google Shape;8367;p24"/>
            <p:cNvSpPr/>
            <p:nvPr/>
          </p:nvSpPr>
          <p:spPr>
            <a:xfrm>
              <a:off x="381005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68" name="Google Shape;8368;p24"/>
            <p:cNvSpPr/>
            <p:nvPr/>
          </p:nvSpPr>
          <p:spPr>
            <a:xfrm>
              <a:off x="419105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69" name="Google Shape;8369;p24"/>
            <p:cNvSpPr/>
            <p:nvPr/>
          </p:nvSpPr>
          <p:spPr>
            <a:xfrm>
              <a:off x="457206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70" name="Google Shape;8370;p24"/>
            <p:cNvSpPr/>
            <p:nvPr/>
          </p:nvSpPr>
          <p:spPr>
            <a:xfrm>
              <a:off x="495306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71" name="Google Shape;8371;p24"/>
            <p:cNvSpPr/>
            <p:nvPr/>
          </p:nvSpPr>
          <p:spPr>
            <a:xfrm>
              <a:off x="533407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72" name="Google Shape;8372;p24"/>
            <p:cNvSpPr/>
            <p:nvPr/>
          </p:nvSpPr>
          <p:spPr>
            <a:xfrm>
              <a:off x="571507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73" name="Google Shape;8373;p24"/>
            <p:cNvSpPr/>
            <p:nvPr/>
          </p:nvSpPr>
          <p:spPr>
            <a:xfrm>
              <a:off x="609608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74" name="Google Shape;8374;p24"/>
            <p:cNvSpPr/>
            <p:nvPr/>
          </p:nvSpPr>
          <p:spPr>
            <a:xfrm>
              <a:off x="647708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75" name="Google Shape;8375;p24"/>
            <p:cNvSpPr/>
            <p:nvPr/>
          </p:nvSpPr>
          <p:spPr>
            <a:xfrm>
              <a:off x="685809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76" name="Google Shape;8376;p24"/>
            <p:cNvSpPr/>
            <p:nvPr/>
          </p:nvSpPr>
          <p:spPr>
            <a:xfrm>
              <a:off x="723909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77" name="Google Shape;8377;p24"/>
            <p:cNvSpPr/>
            <p:nvPr/>
          </p:nvSpPr>
          <p:spPr>
            <a:xfrm>
              <a:off x="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78" name="Google Shape;8378;p24"/>
            <p:cNvSpPr/>
            <p:nvPr/>
          </p:nvSpPr>
          <p:spPr>
            <a:xfrm>
              <a:off x="38100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79" name="Google Shape;8379;p24"/>
            <p:cNvSpPr/>
            <p:nvPr/>
          </p:nvSpPr>
          <p:spPr>
            <a:xfrm>
              <a:off x="76201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80" name="Google Shape;8380;p24"/>
            <p:cNvSpPr/>
            <p:nvPr/>
          </p:nvSpPr>
          <p:spPr>
            <a:xfrm>
              <a:off x="114301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81" name="Google Shape;8381;p24"/>
            <p:cNvSpPr/>
            <p:nvPr/>
          </p:nvSpPr>
          <p:spPr>
            <a:xfrm>
              <a:off x="152402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82" name="Google Shape;8382;p24"/>
            <p:cNvSpPr/>
            <p:nvPr/>
          </p:nvSpPr>
          <p:spPr>
            <a:xfrm>
              <a:off x="190502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83" name="Google Shape;8383;p24"/>
            <p:cNvSpPr/>
            <p:nvPr/>
          </p:nvSpPr>
          <p:spPr>
            <a:xfrm>
              <a:off x="228603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84" name="Google Shape;8384;p24"/>
            <p:cNvSpPr/>
            <p:nvPr/>
          </p:nvSpPr>
          <p:spPr>
            <a:xfrm>
              <a:off x="266703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85" name="Google Shape;8385;p24"/>
            <p:cNvSpPr/>
            <p:nvPr/>
          </p:nvSpPr>
          <p:spPr>
            <a:xfrm>
              <a:off x="304804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86" name="Google Shape;8386;p24"/>
            <p:cNvSpPr/>
            <p:nvPr/>
          </p:nvSpPr>
          <p:spPr>
            <a:xfrm>
              <a:off x="342904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87" name="Google Shape;8387;p24"/>
            <p:cNvSpPr/>
            <p:nvPr/>
          </p:nvSpPr>
          <p:spPr>
            <a:xfrm>
              <a:off x="381005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88" name="Google Shape;8388;p24"/>
            <p:cNvSpPr/>
            <p:nvPr/>
          </p:nvSpPr>
          <p:spPr>
            <a:xfrm>
              <a:off x="419105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89" name="Google Shape;8389;p24"/>
            <p:cNvSpPr/>
            <p:nvPr/>
          </p:nvSpPr>
          <p:spPr>
            <a:xfrm>
              <a:off x="457206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90" name="Google Shape;8390;p24"/>
            <p:cNvSpPr/>
            <p:nvPr/>
          </p:nvSpPr>
          <p:spPr>
            <a:xfrm>
              <a:off x="495306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91" name="Google Shape;8391;p24"/>
            <p:cNvSpPr/>
            <p:nvPr/>
          </p:nvSpPr>
          <p:spPr>
            <a:xfrm>
              <a:off x="533407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92" name="Google Shape;8392;p24"/>
            <p:cNvSpPr/>
            <p:nvPr/>
          </p:nvSpPr>
          <p:spPr>
            <a:xfrm>
              <a:off x="571507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93" name="Google Shape;8393;p24"/>
            <p:cNvSpPr/>
            <p:nvPr/>
          </p:nvSpPr>
          <p:spPr>
            <a:xfrm>
              <a:off x="609608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94" name="Google Shape;8394;p24"/>
            <p:cNvSpPr/>
            <p:nvPr/>
          </p:nvSpPr>
          <p:spPr>
            <a:xfrm>
              <a:off x="647708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95" name="Google Shape;8395;p24"/>
            <p:cNvSpPr/>
            <p:nvPr/>
          </p:nvSpPr>
          <p:spPr>
            <a:xfrm>
              <a:off x="685809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96" name="Google Shape;8396;p24"/>
            <p:cNvSpPr/>
            <p:nvPr/>
          </p:nvSpPr>
          <p:spPr>
            <a:xfrm>
              <a:off x="723909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97" name="Google Shape;8397;p24"/>
            <p:cNvSpPr/>
            <p:nvPr/>
          </p:nvSpPr>
          <p:spPr>
            <a:xfrm>
              <a:off x="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98" name="Google Shape;8398;p24"/>
            <p:cNvSpPr/>
            <p:nvPr/>
          </p:nvSpPr>
          <p:spPr>
            <a:xfrm>
              <a:off x="38100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99" name="Google Shape;8399;p24"/>
            <p:cNvSpPr/>
            <p:nvPr/>
          </p:nvSpPr>
          <p:spPr>
            <a:xfrm>
              <a:off x="76201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00" name="Google Shape;8400;p24"/>
            <p:cNvSpPr/>
            <p:nvPr/>
          </p:nvSpPr>
          <p:spPr>
            <a:xfrm>
              <a:off x="114301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01" name="Google Shape;8401;p24"/>
            <p:cNvSpPr/>
            <p:nvPr/>
          </p:nvSpPr>
          <p:spPr>
            <a:xfrm>
              <a:off x="152402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02" name="Google Shape;8402;p24"/>
            <p:cNvSpPr/>
            <p:nvPr/>
          </p:nvSpPr>
          <p:spPr>
            <a:xfrm>
              <a:off x="190502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03" name="Google Shape;8403;p24"/>
            <p:cNvSpPr/>
            <p:nvPr/>
          </p:nvSpPr>
          <p:spPr>
            <a:xfrm>
              <a:off x="228603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04" name="Google Shape;8404;p24"/>
            <p:cNvSpPr/>
            <p:nvPr/>
          </p:nvSpPr>
          <p:spPr>
            <a:xfrm>
              <a:off x="266703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05" name="Google Shape;8405;p24"/>
            <p:cNvSpPr/>
            <p:nvPr/>
          </p:nvSpPr>
          <p:spPr>
            <a:xfrm>
              <a:off x="304804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06" name="Google Shape;8406;p24"/>
            <p:cNvSpPr/>
            <p:nvPr/>
          </p:nvSpPr>
          <p:spPr>
            <a:xfrm>
              <a:off x="342904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07" name="Google Shape;8407;p24"/>
            <p:cNvSpPr/>
            <p:nvPr/>
          </p:nvSpPr>
          <p:spPr>
            <a:xfrm>
              <a:off x="381005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08" name="Google Shape;8408;p24"/>
            <p:cNvSpPr/>
            <p:nvPr/>
          </p:nvSpPr>
          <p:spPr>
            <a:xfrm>
              <a:off x="419105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09" name="Google Shape;8409;p24"/>
            <p:cNvSpPr/>
            <p:nvPr/>
          </p:nvSpPr>
          <p:spPr>
            <a:xfrm>
              <a:off x="457206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10" name="Google Shape;8410;p24"/>
            <p:cNvSpPr/>
            <p:nvPr/>
          </p:nvSpPr>
          <p:spPr>
            <a:xfrm>
              <a:off x="495306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11" name="Google Shape;8411;p24"/>
            <p:cNvSpPr/>
            <p:nvPr/>
          </p:nvSpPr>
          <p:spPr>
            <a:xfrm>
              <a:off x="533407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12" name="Google Shape;8412;p24"/>
            <p:cNvSpPr/>
            <p:nvPr/>
          </p:nvSpPr>
          <p:spPr>
            <a:xfrm>
              <a:off x="571507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13" name="Google Shape;8413;p24"/>
            <p:cNvSpPr/>
            <p:nvPr/>
          </p:nvSpPr>
          <p:spPr>
            <a:xfrm>
              <a:off x="609608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14" name="Google Shape;8414;p24"/>
            <p:cNvSpPr/>
            <p:nvPr/>
          </p:nvSpPr>
          <p:spPr>
            <a:xfrm>
              <a:off x="647708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15" name="Google Shape;8415;p24"/>
            <p:cNvSpPr/>
            <p:nvPr/>
          </p:nvSpPr>
          <p:spPr>
            <a:xfrm>
              <a:off x="685809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16" name="Google Shape;8416;p24"/>
            <p:cNvSpPr/>
            <p:nvPr/>
          </p:nvSpPr>
          <p:spPr>
            <a:xfrm>
              <a:off x="723909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17" name="Google Shape;8417;p24"/>
            <p:cNvSpPr/>
            <p:nvPr/>
          </p:nvSpPr>
          <p:spPr>
            <a:xfrm>
              <a:off x="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18" name="Google Shape;8418;p24"/>
            <p:cNvSpPr/>
            <p:nvPr/>
          </p:nvSpPr>
          <p:spPr>
            <a:xfrm>
              <a:off x="38100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19" name="Google Shape;8419;p24"/>
            <p:cNvSpPr/>
            <p:nvPr/>
          </p:nvSpPr>
          <p:spPr>
            <a:xfrm>
              <a:off x="76201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20" name="Google Shape;8420;p24"/>
            <p:cNvSpPr/>
            <p:nvPr/>
          </p:nvSpPr>
          <p:spPr>
            <a:xfrm>
              <a:off x="114301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21" name="Google Shape;8421;p24"/>
            <p:cNvSpPr/>
            <p:nvPr/>
          </p:nvSpPr>
          <p:spPr>
            <a:xfrm>
              <a:off x="152402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22" name="Google Shape;8422;p24"/>
            <p:cNvSpPr/>
            <p:nvPr/>
          </p:nvSpPr>
          <p:spPr>
            <a:xfrm>
              <a:off x="190502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23" name="Google Shape;8423;p24"/>
            <p:cNvSpPr/>
            <p:nvPr/>
          </p:nvSpPr>
          <p:spPr>
            <a:xfrm>
              <a:off x="228603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24" name="Google Shape;8424;p24"/>
            <p:cNvSpPr/>
            <p:nvPr/>
          </p:nvSpPr>
          <p:spPr>
            <a:xfrm>
              <a:off x="266703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25" name="Google Shape;8425;p24"/>
            <p:cNvSpPr/>
            <p:nvPr/>
          </p:nvSpPr>
          <p:spPr>
            <a:xfrm>
              <a:off x="304804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26" name="Google Shape;8426;p24"/>
            <p:cNvSpPr/>
            <p:nvPr/>
          </p:nvSpPr>
          <p:spPr>
            <a:xfrm>
              <a:off x="342904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27" name="Google Shape;8427;p24"/>
            <p:cNvSpPr/>
            <p:nvPr/>
          </p:nvSpPr>
          <p:spPr>
            <a:xfrm>
              <a:off x="381005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28" name="Google Shape;8428;p24"/>
            <p:cNvSpPr/>
            <p:nvPr/>
          </p:nvSpPr>
          <p:spPr>
            <a:xfrm>
              <a:off x="419105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29" name="Google Shape;8429;p24"/>
            <p:cNvSpPr/>
            <p:nvPr/>
          </p:nvSpPr>
          <p:spPr>
            <a:xfrm>
              <a:off x="457206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30" name="Google Shape;8430;p24"/>
            <p:cNvSpPr/>
            <p:nvPr/>
          </p:nvSpPr>
          <p:spPr>
            <a:xfrm>
              <a:off x="495306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31" name="Google Shape;8431;p24"/>
            <p:cNvSpPr/>
            <p:nvPr/>
          </p:nvSpPr>
          <p:spPr>
            <a:xfrm>
              <a:off x="533407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32" name="Google Shape;8432;p24"/>
            <p:cNvSpPr/>
            <p:nvPr/>
          </p:nvSpPr>
          <p:spPr>
            <a:xfrm>
              <a:off x="571507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33" name="Google Shape;8433;p24"/>
            <p:cNvSpPr/>
            <p:nvPr/>
          </p:nvSpPr>
          <p:spPr>
            <a:xfrm>
              <a:off x="609608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34" name="Google Shape;8434;p24"/>
            <p:cNvSpPr/>
            <p:nvPr/>
          </p:nvSpPr>
          <p:spPr>
            <a:xfrm>
              <a:off x="647708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35" name="Google Shape;8435;p24"/>
            <p:cNvSpPr/>
            <p:nvPr/>
          </p:nvSpPr>
          <p:spPr>
            <a:xfrm>
              <a:off x="685809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36" name="Google Shape;8436;p24"/>
            <p:cNvSpPr/>
            <p:nvPr/>
          </p:nvSpPr>
          <p:spPr>
            <a:xfrm>
              <a:off x="723909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37" name="Google Shape;8437;p24"/>
            <p:cNvSpPr/>
            <p:nvPr/>
          </p:nvSpPr>
          <p:spPr>
            <a:xfrm>
              <a:off x="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38" name="Google Shape;8438;p24"/>
            <p:cNvSpPr/>
            <p:nvPr/>
          </p:nvSpPr>
          <p:spPr>
            <a:xfrm>
              <a:off x="38100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39" name="Google Shape;8439;p24"/>
            <p:cNvSpPr/>
            <p:nvPr/>
          </p:nvSpPr>
          <p:spPr>
            <a:xfrm>
              <a:off x="76201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40" name="Google Shape;8440;p24"/>
            <p:cNvSpPr/>
            <p:nvPr/>
          </p:nvSpPr>
          <p:spPr>
            <a:xfrm>
              <a:off x="114301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41" name="Google Shape;8441;p24"/>
            <p:cNvSpPr/>
            <p:nvPr/>
          </p:nvSpPr>
          <p:spPr>
            <a:xfrm>
              <a:off x="152402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42" name="Google Shape;8442;p24"/>
            <p:cNvSpPr/>
            <p:nvPr/>
          </p:nvSpPr>
          <p:spPr>
            <a:xfrm>
              <a:off x="190502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43" name="Google Shape;8443;p24"/>
            <p:cNvSpPr/>
            <p:nvPr/>
          </p:nvSpPr>
          <p:spPr>
            <a:xfrm>
              <a:off x="228603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44" name="Google Shape;8444;p24"/>
            <p:cNvSpPr/>
            <p:nvPr/>
          </p:nvSpPr>
          <p:spPr>
            <a:xfrm>
              <a:off x="266703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45" name="Google Shape;8445;p24"/>
            <p:cNvSpPr/>
            <p:nvPr/>
          </p:nvSpPr>
          <p:spPr>
            <a:xfrm>
              <a:off x="304804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46" name="Google Shape;8446;p24"/>
            <p:cNvSpPr/>
            <p:nvPr/>
          </p:nvSpPr>
          <p:spPr>
            <a:xfrm>
              <a:off x="342904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47" name="Google Shape;8447;p24"/>
            <p:cNvSpPr/>
            <p:nvPr/>
          </p:nvSpPr>
          <p:spPr>
            <a:xfrm>
              <a:off x="381005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48" name="Google Shape;8448;p24"/>
            <p:cNvSpPr/>
            <p:nvPr/>
          </p:nvSpPr>
          <p:spPr>
            <a:xfrm>
              <a:off x="419105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49" name="Google Shape;8449;p24"/>
            <p:cNvSpPr/>
            <p:nvPr/>
          </p:nvSpPr>
          <p:spPr>
            <a:xfrm>
              <a:off x="457206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50" name="Google Shape;8450;p24"/>
            <p:cNvSpPr/>
            <p:nvPr/>
          </p:nvSpPr>
          <p:spPr>
            <a:xfrm>
              <a:off x="495306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51" name="Google Shape;8451;p24"/>
            <p:cNvSpPr/>
            <p:nvPr/>
          </p:nvSpPr>
          <p:spPr>
            <a:xfrm>
              <a:off x="533407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52" name="Google Shape;8452;p24"/>
            <p:cNvSpPr/>
            <p:nvPr/>
          </p:nvSpPr>
          <p:spPr>
            <a:xfrm>
              <a:off x="571507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53" name="Google Shape;8453;p24"/>
            <p:cNvSpPr/>
            <p:nvPr/>
          </p:nvSpPr>
          <p:spPr>
            <a:xfrm>
              <a:off x="609608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54" name="Google Shape;8454;p24"/>
            <p:cNvSpPr/>
            <p:nvPr/>
          </p:nvSpPr>
          <p:spPr>
            <a:xfrm>
              <a:off x="647708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55" name="Google Shape;8455;p24"/>
            <p:cNvSpPr/>
            <p:nvPr/>
          </p:nvSpPr>
          <p:spPr>
            <a:xfrm>
              <a:off x="685809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56" name="Google Shape;8456;p24"/>
            <p:cNvSpPr/>
            <p:nvPr/>
          </p:nvSpPr>
          <p:spPr>
            <a:xfrm>
              <a:off x="723909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57" name="Google Shape;8457;p24"/>
            <p:cNvSpPr/>
            <p:nvPr/>
          </p:nvSpPr>
          <p:spPr>
            <a:xfrm>
              <a:off x="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58" name="Google Shape;8458;p24"/>
            <p:cNvSpPr/>
            <p:nvPr/>
          </p:nvSpPr>
          <p:spPr>
            <a:xfrm>
              <a:off x="38100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59" name="Google Shape;8459;p24"/>
            <p:cNvSpPr/>
            <p:nvPr/>
          </p:nvSpPr>
          <p:spPr>
            <a:xfrm>
              <a:off x="76201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60" name="Google Shape;8460;p24"/>
            <p:cNvSpPr/>
            <p:nvPr/>
          </p:nvSpPr>
          <p:spPr>
            <a:xfrm>
              <a:off x="114301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61" name="Google Shape;8461;p24"/>
            <p:cNvSpPr/>
            <p:nvPr/>
          </p:nvSpPr>
          <p:spPr>
            <a:xfrm>
              <a:off x="152402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62" name="Google Shape;8462;p24"/>
            <p:cNvSpPr/>
            <p:nvPr/>
          </p:nvSpPr>
          <p:spPr>
            <a:xfrm>
              <a:off x="190502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63" name="Google Shape;8463;p24"/>
            <p:cNvSpPr/>
            <p:nvPr/>
          </p:nvSpPr>
          <p:spPr>
            <a:xfrm>
              <a:off x="228603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64" name="Google Shape;8464;p24"/>
            <p:cNvSpPr/>
            <p:nvPr/>
          </p:nvSpPr>
          <p:spPr>
            <a:xfrm>
              <a:off x="266703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65" name="Google Shape;8465;p24"/>
            <p:cNvSpPr/>
            <p:nvPr/>
          </p:nvSpPr>
          <p:spPr>
            <a:xfrm>
              <a:off x="304804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66" name="Google Shape;8466;p24"/>
            <p:cNvSpPr/>
            <p:nvPr/>
          </p:nvSpPr>
          <p:spPr>
            <a:xfrm>
              <a:off x="342904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67" name="Google Shape;8467;p24"/>
            <p:cNvSpPr/>
            <p:nvPr/>
          </p:nvSpPr>
          <p:spPr>
            <a:xfrm>
              <a:off x="381005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68" name="Google Shape;8468;p24"/>
            <p:cNvSpPr/>
            <p:nvPr/>
          </p:nvSpPr>
          <p:spPr>
            <a:xfrm>
              <a:off x="419105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69" name="Google Shape;8469;p24"/>
            <p:cNvSpPr/>
            <p:nvPr/>
          </p:nvSpPr>
          <p:spPr>
            <a:xfrm>
              <a:off x="457206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70" name="Google Shape;8470;p24"/>
            <p:cNvSpPr/>
            <p:nvPr/>
          </p:nvSpPr>
          <p:spPr>
            <a:xfrm>
              <a:off x="495306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71" name="Google Shape;8471;p24"/>
            <p:cNvSpPr/>
            <p:nvPr/>
          </p:nvSpPr>
          <p:spPr>
            <a:xfrm>
              <a:off x="533407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72" name="Google Shape;8472;p24"/>
            <p:cNvSpPr/>
            <p:nvPr/>
          </p:nvSpPr>
          <p:spPr>
            <a:xfrm>
              <a:off x="571507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73" name="Google Shape;8473;p24"/>
            <p:cNvSpPr/>
            <p:nvPr/>
          </p:nvSpPr>
          <p:spPr>
            <a:xfrm>
              <a:off x="609608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74" name="Google Shape;8474;p24"/>
            <p:cNvSpPr/>
            <p:nvPr/>
          </p:nvSpPr>
          <p:spPr>
            <a:xfrm>
              <a:off x="647708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75" name="Google Shape;8475;p24"/>
            <p:cNvSpPr/>
            <p:nvPr/>
          </p:nvSpPr>
          <p:spPr>
            <a:xfrm>
              <a:off x="685809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76" name="Google Shape;8476;p24"/>
            <p:cNvSpPr/>
            <p:nvPr/>
          </p:nvSpPr>
          <p:spPr>
            <a:xfrm>
              <a:off x="723909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77" name="Google Shape;8477;p24"/>
            <p:cNvSpPr/>
            <p:nvPr/>
          </p:nvSpPr>
          <p:spPr>
            <a:xfrm>
              <a:off x="7620110" y="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78" name="Google Shape;8478;p24"/>
            <p:cNvSpPr/>
            <p:nvPr/>
          </p:nvSpPr>
          <p:spPr>
            <a:xfrm>
              <a:off x="8001115" y="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79" name="Google Shape;8479;p24"/>
            <p:cNvSpPr/>
            <p:nvPr/>
          </p:nvSpPr>
          <p:spPr>
            <a:xfrm>
              <a:off x="8382120" y="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80" name="Google Shape;8480;p24"/>
            <p:cNvSpPr/>
            <p:nvPr/>
          </p:nvSpPr>
          <p:spPr>
            <a:xfrm>
              <a:off x="8763125" y="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81" name="Google Shape;8481;p24"/>
            <p:cNvSpPr/>
            <p:nvPr/>
          </p:nvSpPr>
          <p:spPr>
            <a:xfrm>
              <a:off x="7620110" y="342894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82" name="Google Shape;8482;p24"/>
            <p:cNvSpPr/>
            <p:nvPr/>
          </p:nvSpPr>
          <p:spPr>
            <a:xfrm>
              <a:off x="8001115" y="342894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83" name="Google Shape;8483;p24"/>
            <p:cNvSpPr/>
            <p:nvPr/>
          </p:nvSpPr>
          <p:spPr>
            <a:xfrm>
              <a:off x="8382120" y="342894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84" name="Google Shape;8484;p24"/>
            <p:cNvSpPr/>
            <p:nvPr/>
          </p:nvSpPr>
          <p:spPr>
            <a:xfrm>
              <a:off x="8763125" y="342894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85" name="Google Shape;8485;p24"/>
            <p:cNvSpPr/>
            <p:nvPr/>
          </p:nvSpPr>
          <p:spPr>
            <a:xfrm>
              <a:off x="7620110" y="685788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86" name="Google Shape;8486;p24"/>
            <p:cNvSpPr/>
            <p:nvPr/>
          </p:nvSpPr>
          <p:spPr>
            <a:xfrm>
              <a:off x="8001115" y="685788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87" name="Google Shape;8487;p24"/>
            <p:cNvSpPr/>
            <p:nvPr/>
          </p:nvSpPr>
          <p:spPr>
            <a:xfrm>
              <a:off x="8382120" y="685788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88" name="Google Shape;8488;p24"/>
            <p:cNvSpPr/>
            <p:nvPr/>
          </p:nvSpPr>
          <p:spPr>
            <a:xfrm>
              <a:off x="8763125" y="685788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89" name="Google Shape;8489;p24"/>
            <p:cNvSpPr/>
            <p:nvPr/>
          </p:nvSpPr>
          <p:spPr>
            <a:xfrm>
              <a:off x="7620110" y="1028682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90" name="Google Shape;8490;p24"/>
            <p:cNvSpPr/>
            <p:nvPr/>
          </p:nvSpPr>
          <p:spPr>
            <a:xfrm>
              <a:off x="8001115" y="1028682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91" name="Google Shape;8491;p24"/>
            <p:cNvSpPr/>
            <p:nvPr/>
          </p:nvSpPr>
          <p:spPr>
            <a:xfrm>
              <a:off x="8382120" y="1028682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92" name="Google Shape;8492;p24"/>
            <p:cNvSpPr/>
            <p:nvPr/>
          </p:nvSpPr>
          <p:spPr>
            <a:xfrm>
              <a:off x="8763125" y="1028682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93" name="Google Shape;8493;p24"/>
            <p:cNvSpPr/>
            <p:nvPr/>
          </p:nvSpPr>
          <p:spPr>
            <a:xfrm>
              <a:off x="7620110" y="1371576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94" name="Google Shape;8494;p24"/>
            <p:cNvSpPr/>
            <p:nvPr/>
          </p:nvSpPr>
          <p:spPr>
            <a:xfrm>
              <a:off x="8001115" y="1371576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95" name="Google Shape;8495;p24"/>
            <p:cNvSpPr/>
            <p:nvPr/>
          </p:nvSpPr>
          <p:spPr>
            <a:xfrm>
              <a:off x="8382120" y="1371576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96" name="Google Shape;8496;p24"/>
            <p:cNvSpPr/>
            <p:nvPr/>
          </p:nvSpPr>
          <p:spPr>
            <a:xfrm>
              <a:off x="8763125" y="1371576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97" name="Google Shape;8497;p24"/>
            <p:cNvSpPr/>
            <p:nvPr/>
          </p:nvSpPr>
          <p:spPr>
            <a:xfrm>
              <a:off x="7620110" y="171447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98" name="Google Shape;8498;p24"/>
            <p:cNvSpPr/>
            <p:nvPr/>
          </p:nvSpPr>
          <p:spPr>
            <a:xfrm>
              <a:off x="8001115" y="171447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99" name="Google Shape;8499;p24"/>
            <p:cNvSpPr/>
            <p:nvPr/>
          </p:nvSpPr>
          <p:spPr>
            <a:xfrm>
              <a:off x="8382120" y="171447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00" name="Google Shape;8500;p24"/>
            <p:cNvSpPr/>
            <p:nvPr/>
          </p:nvSpPr>
          <p:spPr>
            <a:xfrm>
              <a:off x="8763125" y="171447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01" name="Google Shape;8501;p24"/>
            <p:cNvSpPr/>
            <p:nvPr/>
          </p:nvSpPr>
          <p:spPr>
            <a:xfrm>
              <a:off x="7620110" y="205736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02" name="Google Shape;8502;p24"/>
            <p:cNvSpPr/>
            <p:nvPr/>
          </p:nvSpPr>
          <p:spPr>
            <a:xfrm>
              <a:off x="8001115" y="205736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03" name="Google Shape;8503;p24"/>
            <p:cNvSpPr/>
            <p:nvPr/>
          </p:nvSpPr>
          <p:spPr>
            <a:xfrm>
              <a:off x="8382120" y="205736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04" name="Google Shape;8504;p24"/>
            <p:cNvSpPr/>
            <p:nvPr/>
          </p:nvSpPr>
          <p:spPr>
            <a:xfrm>
              <a:off x="8763125" y="205736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05" name="Google Shape;8505;p24"/>
            <p:cNvSpPr/>
            <p:nvPr/>
          </p:nvSpPr>
          <p:spPr>
            <a:xfrm>
              <a:off x="7620110" y="2400259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06" name="Google Shape;8506;p24"/>
            <p:cNvSpPr/>
            <p:nvPr/>
          </p:nvSpPr>
          <p:spPr>
            <a:xfrm>
              <a:off x="8001115" y="2400259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07" name="Google Shape;8507;p24"/>
            <p:cNvSpPr/>
            <p:nvPr/>
          </p:nvSpPr>
          <p:spPr>
            <a:xfrm>
              <a:off x="8382120" y="2400259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08" name="Google Shape;8508;p24"/>
            <p:cNvSpPr/>
            <p:nvPr/>
          </p:nvSpPr>
          <p:spPr>
            <a:xfrm>
              <a:off x="8763125" y="2400259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09" name="Google Shape;8509;p24"/>
            <p:cNvSpPr/>
            <p:nvPr/>
          </p:nvSpPr>
          <p:spPr>
            <a:xfrm>
              <a:off x="7620110" y="274315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10" name="Google Shape;8510;p24"/>
            <p:cNvSpPr/>
            <p:nvPr/>
          </p:nvSpPr>
          <p:spPr>
            <a:xfrm>
              <a:off x="8001115" y="274315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11" name="Google Shape;8511;p24"/>
            <p:cNvSpPr/>
            <p:nvPr/>
          </p:nvSpPr>
          <p:spPr>
            <a:xfrm>
              <a:off x="8382120" y="274315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12" name="Google Shape;8512;p24"/>
            <p:cNvSpPr/>
            <p:nvPr/>
          </p:nvSpPr>
          <p:spPr>
            <a:xfrm>
              <a:off x="8763125" y="274315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13" name="Google Shape;8513;p24"/>
            <p:cNvSpPr/>
            <p:nvPr/>
          </p:nvSpPr>
          <p:spPr>
            <a:xfrm>
              <a:off x="7620110" y="308604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14" name="Google Shape;8514;p24"/>
            <p:cNvSpPr/>
            <p:nvPr/>
          </p:nvSpPr>
          <p:spPr>
            <a:xfrm>
              <a:off x="8001115" y="308604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15" name="Google Shape;8515;p24"/>
            <p:cNvSpPr/>
            <p:nvPr/>
          </p:nvSpPr>
          <p:spPr>
            <a:xfrm>
              <a:off x="8382120" y="308604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16" name="Google Shape;8516;p24"/>
            <p:cNvSpPr/>
            <p:nvPr/>
          </p:nvSpPr>
          <p:spPr>
            <a:xfrm>
              <a:off x="8763125" y="308604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17" name="Google Shape;8517;p24"/>
            <p:cNvSpPr/>
            <p:nvPr/>
          </p:nvSpPr>
          <p:spPr>
            <a:xfrm>
              <a:off x="7620110" y="342894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18" name="Google Shape;8518;p24"/>
            <p:cNvSpPr/>
            <p:nvPr/>
          </p:nvSpPr>
          <p:spPr>
            <a:xfrm>
              <a:off x="8001115" y="342894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19" name="Google Shape;8519;p24"/>
            <p:cNvSpPr/>
            <p:nvPr/>
          </p:nvSpPr>
          <p:spPr>
            <a:xfrm>
              <a:off x="8382120" y="342894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20" name="Google Shape;8520;p24"/>
            <p:cNvSpPr/>
            <p:nvPr/>
          </p:nvSpPr>
          <p:spPr>
            <a:xfrm>
              <a:off x="8763125" y="342894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21" name="Google Shape;8521;p24"/>
            <p:cNvSpPr/>
            <p:nvPr/>
          </p:nvSpPr>
          <p:spPr>
            <a:xfrm>
              <a:off x="7620110" y="377182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22" name="Google Shape;8522;p24"/>
            <p:cNvSpPr/>
            <p:nvPr/>
          </p:nvSpPr>
          <p:spPr>
            <a:xfrm>
              <a:off x="8001115" y="377182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23" name="Google Shape;8523;p24"/>
            <p:cNvSpPr/>
            <p:nvPr/>
          </p:nvSpPr>
          <p:spPr>
            <a:xfrm>
              <a:off x="8382120" y="377182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24" name="Google Shape;8524;p24"/>
            <p:cNvSpPr/>
            <p:nvPr/>
          </p:nvSpPr>
          <p:spPr>
            <a:xfrm>
              <a:off x="8763125" y="377182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25" name="Google Shape;8525;p24"/>
            <p:cNvSpPr/>
            <p:nvPr/>
          </p:nvSpPr>
          <p:spPr>
            <a:xfrm>
              <a:off x="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26" name="Google Shape;8526;p24"/>
            <p:cNvSpPr/>
            <p:nvPr/>
          </p:nvSpPr>
          <p:spPr>
            <a:xfrm>
              <a:off x="38100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27" name="Google Shape;8527;p24"/>
            <p:cNvSpPr/>
            <p:nvPr/>
          </p:nvSpPr>
          <p:spPr>
            <a:xfrm>
              <a:off x="76201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28" name="Google Shape;8528;p24"/>
            <p:cNvSpPr/>
            <p:nvPr/>
          </p:nvSpPr>
          <p:spPr>
            <a:xfrm>
              <a:off x="114301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29" name="Google Shape;8529;p24"/>
            <p:cNvSpPr/>
            <p:nvPr/>
          </p:nvSpPr>
          <p:spPr>
            <a:xfrm>
              <a:off x="152402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30" name="Google Shape;8530;p24"/>
            <p:cNvSpPr/>
            <p:nvPr/>
          </p:nvSpPr>
          <p:spPr>
            <a:xfrm>
              <a:off x="190502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31" name="Google Shape;8531;p24"/>
            <p:cNvSpPr/>
            <p:nvPr/>
          </p:nvSpPr>
          <p:spPr>
            <a:xfrm>
              <a:off x="228603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32" name="Google Shape;8532;p24"/>
            <p:cNvSpPr/>
            <p:nvPr/>
          </p:nvSpPr>
          <p:spPr>
            <a:xfrm>
              <a:off x="266703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33" name="Google Shape;8533;p24"/>
            <p:cNvSpPr/>
            <p:nvPr/>
          </p:nvSpPr>
          <p:spPr>
            <a:xfrm>
              <a:off x="304804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34" name="Google Shape;8534;p24"/>
            <p:cNvSpPr/>
            <p:nvPr/>
          </p:nvSpPr>
          <p:spPr>
            <a:xfrm>
              <a:off x="342904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35" name="Google Shape;8535;p24"/>
            <p:cNvSpPr/>
            <p:nvPr/>
          </p:nvSpPr>
          <p:spPr>
            <a:xfrm>
              <a:off x="381005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36" name="Google Shape;8536;p24"/>
            <p:cNvSpPr/>
            <p:nvPr/>
          </p:nvSpPr>
          <p:spPr>
            <a:xfrm>
              <a:off x="419105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37" name="Google Shape;8537;p24"/>
            <p:cNvSpPr/>
            <p:nvPr/>
          </p:nvSpPr>
          <p:spPr>
            <a:xfrm>
              <a:off x="457206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38" name="Google Shape;8538;p24"/>
            <p:cNvSpPr/>
            <p:nvPr/>
          </p:nvSpPr>
          <p:spPr>
            <a:xfrm>
              <a:off x="495306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39" name="Google Shape;8539;p24"/>
            <p:cNvSpPr/>
            <p:nvPr/>
          </p:nvSpPr>
          <p:spPr>
            <a:xfrm>
              <a:off x="533407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40" name="Google Shape;8540;p24"/>
            <p:cNvSpPr/>
            <p:nvPr/>
          </p:nvSpPr>
          <p:spPr>
            <a:xfrm>
              <a:off x="571507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41" name="Google Shape;8541;p24"/>
            <p:cNvSpPr/>
            <p:nvPr/>
          </p:nvSpPr>
          <p:spPr>
            <a:xfrm>
              <a:off x="609608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42" name="Google Shape;8542;p24"/>
            <p:cNvSpPr/>
            <p:nvPr/>
          </p:nvSpPr>
          <p:spPr>
            <a:xfrm>
              <a:off x="647708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43" name="Google Shape;8543;p24"/>
            <p:cNvSpPr/>
            <p:nvPr/>
          </p:nvSpPr>
          <p:spPr>
            <a:xfrm>
              <a:off x="685809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44" name="Google Shape;8544;p24"/>
            <p:cNvSpPr/>
            <p:nvPr/>
          </p:nvSpPr>
          <p:spPr>
            <a:xfrm>
              <a:off x="723909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45" name="Google Shape;8545;p24"/>
            <p:cNvSpPr/>
            <p:nvPr/>
          </p:nvSpPr>
          <p:spPr>
            <a:xfrm>
              <a:off x="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46" name="Google Shape;8546;p24"/>
            <p:cNvSpPr/>
            <p:nvPr/>
          </p:nvSpPr>
          <p:spPr>
            <a:xfrm>
              <a:off x="38100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47" name="Google Shape;8547;p24"/>
            <p:cNvSpPr/>
            <p:nvPr/>
          </p:nvSpPr>
          <p:spPr>
            <a:xfrm>
              <a:off x="76201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48" name="Google Shape;8548;p24"/>
            <p:cNvSpPr/>
            <p:nvPr/>
          </p:nvSpPr>
          <p:spPr>
            <a:xfrm>
              <a:off x="114301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49" name="Google Shape;8549;p24"/>
            <p:cNvSpPr/>
            <p:nvPr/>
          </p:nvSpPr>
          <p:spPr>
            <a:xfrm>
              <a:off x="152402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50" name="Google Shape;8550;p24"/>
            <p:cNvSpPr/>
            <p:nvPr/>
          </p:nvSpPr>
          <p:spPr>
            <a:xfrm>
              <a:off x="190502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51" name="Google Shape;8551;p24"/>
            <p:cNvSpPr/>
            <p:nvPr/>
          </p:nvSpPr>
          <p:spPr>
            <a:xfrm>
              <a:off x="228603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52" name="Google Shape;8552;p24"/>
            <p:cNvSpPr/>
            <p:nvPr/>
          </p:nvSpPr>
          <p:spPr>
            <a:xfrm>
              <a:off x="266703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53" name="Google Shape;8553;p24"/>
            <p:cNvSpPr/>
            <p:nvPr/>
          </p:nvSpPr>
          <p:spPr>
            <a:xfrm>
              <a:off x="304804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54" name="Google Shape;8554;p24"/>
            <p:cNvSpPr/>
            <p:nvPr/>
          </p:nvSpPr>
          <p:spPr>
            <a:xfrm>
              <a:off x="342904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55" name="Google Shape;8555;p24"/>
            <p:cNvSpPr/>
            <p:nvPr/>
          </p:nvSpPr>
          <p:spPr>
            <a:xfrm>
              <a:off x="381005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56" name="Google Shape;8556;p24"/>
            <p:cNvSpPr/>
            <p:nvPr/>
          </p:nvSpPr>
          <p:spPr>
            <a:xfrm>
              <a:off x="419105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57" name="Google Shape;8557;p24"/>
            <p:cNvSpPr/>
            <p:nvPr/>
          </p:nvSpPr>
          <p:spPr>
            <a:xfrm>
              <a:off x="457206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58" name="Google Shape;8558;p24"/>
            <p:cNvSpPr/>
            <p:nvPr/>
          </p:nvSpPr>
          <p:spPr>
            <a:xfrm>
              <a:off x="495306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59" name="Google Shape;8559;p24"/>
            <p:cNvSpPr/>
            <p:nvPr/>
          </p:nvSpPr>
          <p:spPr>
            <a:xfrm>
              <a:off x="533407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60" name="Google Shape;8560;p24"/>
            <p:cNvSpPr/>
            <p:nvPr/>
          </p:nvSpPr>
          <p:spPr>
            <a:xfrm>
              <a:off x="571507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61" name="Google Shape;8561;p24"/>
            <p:cNvSpPr/>
            <p:nvPr/>
          </p:nvSpPr>
          <p:spPr>
            <a:xfrm>
              <a:off x="609608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62" name="Google Shape;8562;p24"/>
            <p:cNvSpPr/>
            <p:nvPr/>
          </p:nvSpPr>
          <p:spPr>
            <a:xfrm>
              <a:off x="647708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63" name="Google Shape;8563;p24"/>
            <p:cNvSpPr/>
            <p:nvPr/>
          </p:nvSpPr>
          <p:spPr>
            <a:xfrm>
              <a:off x="685809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64" name="Google Shape;8564;p24"/>
            <p:cNvSpPr/>
            <p:nvPr/>
          </p:nvSpPr>
          <p:spPr>
            <a:xfrm>
              <a:off x="723909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65" name="Google Shape;8565;p24"/>
            <p:cNvSpPr/>
            <p:nvPr/>
          </p:nvSpPr>
          <p:spPr>
            <a:xfrm>
              <a:off x="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66" name="Google Shape;8566;p24"/>
            <p:cNvSpPr/>
            <p:nvPr/>
          </p:nvSpPr>
          <p:spPr>
            <a:xfrm>
              <a:off x="38100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67" name="Google Shape;8567;p24"/>
            <p:cNvSpPr/>
            <p:nvPr/>
          </p:nvSpPr>
          <p:spPr>
            <a:xfrm>
              <a:off x="76201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68" name="Google Shape;8568;p24"/>
            <p:cNvSpPr/>
            <p:nvPr/>
          </p:nvSpPr>
          <p:spPr>
            <a:xfrm>
              <a:off x="114301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69" name="Google Shape;8569;p24"/>
            <p:cNvSpPr/>
            <p:nvPr/>
          </p:nvSpPr>
          <p:spPr>
            <a:xfrm>
              <a:off x="152402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70" name="Google Shape;8570;p24"/>
            <p:cNvSpPr/>
            <p:nvPr/>
          </p:nvSpPr>
          <p:spPr>
            <a:xfrm>
              <a:off x="190502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71" name="Google Shape;8571;p24"/>
            <p:cNvSpPr/>
            <p:nvPr/>
          </p:nvSpPr>
          <p:spPr>
            <a:xfrm>
              <a:off x="228603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72" name="Google Shape;8572;p24"/>
            <p:cNvSpPr/>
            <p:nvPr/>
          </p:nvSpPr>
          <p:spPr>
            <a:xfrm>
              <a:off x="266703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73" name="Google Shape;8573;p24"/>
            <p:cNvSpPr/>
            <p:nvPr/>
          </p:nvSpPr>
          <p:spPr>
            <a:xfrm>
              <a:off x="304804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74" name="Google Shape;8574;p24"/>
            <p:cNvSpPr/>
            <p:nvPr/>
          </p:nvSpPr>
          <p:spPr>
            <a:xfrm>
              <a:off x="342904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75" name="Google Shape;8575;p24"/>
            <p:cNvSpPr/>
            <p:nvPr/>
          </p:nvSpPr>
          <p:spPr>
            <a:xfrm>
              <a:off x="381005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76" name="Google Shape;8576;p24"/>
            <p:cNvSpPr/>
            <p:nvPr/>
          </p:nvSpPr>
          <p:spPr>
            <a:xfrm>
              <a:off x="419105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77" name="Google Shape;8577;p24"/>
            <p:cNvSpPr/>
            <p:nvPr/>
          </p:nvSpPr>
          <p:spPr>
            <a:xfrm>
              <a:off x="457206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78" name="Google Shape;8578;p24"/>
            <p:cNvSpPr/>
            <p:nvPr/>
          </p:nvSpPr>
          <p:spPr>
            <a:xfrm>
              <a:off x="495306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79" name="Google Shape;8579;p24"/>
            <p:cNvSpPr/>
            <p:nvPr/>
          </p:nvSpPr>
          <p:spPr>
            <a:xfrm>
              <a:off x="533407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80" name="Google Shape;8580;p24"/>
            <p:cNvSpPr/>
            <p:nvPr/>
          </p:nvSpPr>
          <p:spPr>
            <a:xfrm>
              <a:off x="571507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81" name="Google Shape;8581;p24"/>
            <p:cNvSpPr/>
            <p:nvPr/>
          </p:nvSpPr>
          <p:spPr>
            <a:xfrm>
              <a:off x="609608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82" name="Google Shape;8582;p24"/>
            <p:cNvSpPr/>
            <p:nvPr/>
          </p:nvSpPr>
          <p:spPr>
            <a:xfrm>
              <a:off x="647708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83" name="Google Shape;8583;p24"/>
            <p:cNvSpPr/>
            <p:nvPr/>
          </p:nvSpPr>
          <p:spPr>
            <a:xfrm>
              <a:off x="685809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84" name="Google Shape;8584;p24"/>
            <p:cNvSpPr/>
            <p:nvPr/>
          </p:nvSpPr>
          <p:spPr>
            <a:xfrm>
              <a:off x="723909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85" name="Google Shape;8585;p24"/>
            <p:cNvSpPr/>
            <p:nvPr/>
          </p:nvSpPr>
          <p:spPr>
            <a:xfrm>
              <a:off x="7620110" y="411471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86" name="Google Shape;8586;p24"/>
            <p:cNvSpPr/>
            <p:nvPr/>
          </p:nvSpPr>
          <p:spPr>
            <a:xfrm>
              <a:off x="8001115" y="411471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87" name="Google Shape;8587;p24"/>
            <p:cNvSpPr/>
            <p:nvPr/>
          </p:nvSpPr>
          <p:spPr>
            <a:xfrm>
              <a:off x="8382120" y="411471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88" name="Google Shape;8588;p24"/>
            <p:cNvSpPr/>
            <p:nvPr/>
          </p:nvSpPr>
          <p:spPr>
            <a:xfrm>
              <a:off x="8763125" y="411471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89" name="Google Shape;8589;p24"/>
            <p:cNvSpPr/>
            <p:nvPr/>
          </p:nvSpPr>
          <p:spPr>
            <a:xfrm>
              <a:off x="7620110" y="445760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90" name="Google Shape;8590;p24"/>
            <p:cNvSpPr/>
            <p:nvPr/>
          </p:nvSpPr>
          <p:spPr>
            <a:xfrm>
              <a:off x="8001115" y="445760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91" name="Google Shape;8591;p24"/>
            <p:cNvSpPr/>
            <p:nvPr/>
          </p:nvSpPr>
          <p:spPr>
            <a:xfrm>
              <a:off x="8382120" y="445760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92" name="Google Shape;8592;p24"/>
            <p:cNvSpPr/>
            <p:nvPr/>
          </p:nvSpPr>
          <p:spPr>
            <a:xfrm>
              <a:off x="8763125" y="445760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93" name="Google Shape;8593;p24"/>
            <p:cNvSpPr/>
            <p:nvPr/>
          </p:nvSpPr>
          <p:spPr>
            <a:xfrm>
              <a:off x="7620110" y="480049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94" name="Google Shape;8594;p24"/>
            <p:cNvSpPr/>
            <p:nvPr/>
          </p:nvSpPr>
          <p:spPr>
            <a:xfrm>
              <a:off x="8001115" y="480049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95" name="Google Shape;8595;p24"/>
            <p:cNvSpPr/>
            <p:nvPr/>
          </p:nvSpPr>
          <p:spPr>
            <a:xfrm>
              <a:off x="8382120" y="480049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96" name="Google Shape;8596;p24"/>
            <p:cNvSpPr/>
            <p:nvPr/>
          </p:nvSpPr>
          <p:spPr>
            <a:xfrm>
              <a:off x="8763125" y="480049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597" name="Google Shape;8597;p24"/>
          <p:cNvSpPr/>
          <p:nvPr/>
        </p:nvSpPr>
        <p:spPr>
          <a:xfrm flipH="1">
            <a:off x="0" y="0"/>
            <a:ext cx="9144000" cy="5143500"/>
          </a:xfrm>
          <a:prstGeom prst="rtTriangle">
            <a:avLst/>
          </a:prstGeom>
          <a:solidFill>
            <a:srgbClr val="005051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598" name="Google Shape;8598;p24"/>
          <p:cNvGrpSpPr/>
          <p:nvPr/>
        </p:nvGrpSpPr>
        <p:grpSpPr>
          <a:xfrm>
            <a:off x="553048" y="535000"/>
            <a:ext cx="8105852" cy="4302000"/>
            <a:chOff x="553048" y="535000"/>
            <a:chExt cx="8105852" cy="4302000"/>
          </a:xfrm>
        </p:grpSpPr>
        <p:sp>
          <p:nvSpPr>
            <p:cNvPr id="8599" name="Google Shape;8599;p24"/>
            <p:cNvSpPr/>
            <p:nvPr/>
          </p:nvSpPr>
          <p:spPr>
            <a:xfrm>
              <a:off x="942300" y="763600"/>
              <a:ext cx="7716600" cy="4073400"/>
            </a:xfrm>
            <a:prstGeom prst="roundRect">
              <a:avLst>
                <a:gd fmla="val 2480" name="adj"/>
              </a:avLst>
            </a:prstGeom>
            <a:solidFill>
              <a:srgbClr val="222828">
                <a:alpha val="2039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00" name="Google Shape;8600;p24"/>
            <p:cNvSpPr/>
            <p:nvPr/>
          </p:nvSpPr>
          <p:spPr>
            <a:xfrm>
              <a:off x="712275" y="535000"/>
              <a:ext cx="7716600" cy="4073400"/>
            </a:xfrm>
            <a:prstGeom prst="roundRect">
              <a:avLst>
                <a:gd fmla="val 2480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01" name="Google Shape;8601;p24"/>
            <p:cNvSpPr/>
            <p:nvPr/>
          </p:nvSpPr>
          <p:spPr>
            <a:xfrm>
              <a:off x="848698" y="898261"/>
              <a:ext cx="317374" cy="317436"/>
            </a:xfrm>
            <a:custGeom>
              <a:rect b="b" l="l" r="r" t="t"/>
              <a:pathLst>
                <a:path extrusionOk="0" h="15212" w="15209">
                  <a:moveTo>
                    <a:pt x="7604" y="0"/>
                  </a:moveTo>
                  <a:cubicBezTo>
                    <a:pt x="3404" y="0"/>
                    <a:pt x="0" y="3405"/>
                    <a:pt x="0" y="7605"/>
                  </a:cubicBezTo>
                  <a:cubicBezTo>
                    <a:pt x="0" y="11805"/>
                    <a:pt x="3404" y="15212"/>
                    <a:pt x="7604" y="15212"/>
                  </a:cubicBezTo>
                  <a:cubicBezTo>
                    <a:pt x="11804" y="15212"/>
                    <a:pt x="15209" y="11805"/>
                    <a:pt x="15209" y="7605"/>
                  </a:cubicBezTo>
                  <a:cubicBezTo>
                    <a:pt x="15209" y="3405"/>
                    <a:pt x="11804" y="0"/>
                    <a:pt x="760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02" name="Google Shape;8602;p24"/>
            <p:cNvSpPr/>
            <p:nvPr/>
          </p:nvSpPr>
          <p:spPr>
            <a:xfrm>
              <a:off x="553048" y="931482"/>
              <a:ext cx="549400" cy="250994"/>
            </a:xfrm>
            <a:custGeom>
              <a:rect b="b" l="l" r="r" t="t"/>
              <a:pathLst>
                <a:path extrusionOk="0" h="12028" w="26328">
                  <a:moveTo>
                    <a:pt x="1493" y="0"/>
                  </a:moveTo>
                  <a:cubicBezTo>
                    <a:pt x="671" y="0"/>
                    <a:pt x="0" y="668"/>
                    <a:pt x="0" y="1494"/>
                  </a:cubicBezTo>
                  <a:cubicBezTo>
                    <a:pt x="0" y="2319"/>
                    <a:pt x="671" y="2990"/>
                    <a:pt x="1493" y="2990"/>
                  </a:cubicBezTo>
                  <a:lnTo>
                    <a:pt x="19596" y="2990"/>
                  </a:lnTo>
                  <a:cubicBezTo>
                    <a:pt x="21591" y="2990"/>
                    <a:pt x="23340" y="4081"/>
                    <a:pt x="23340" y="5330"/>
                  </a:cubicBezTo>
                  <a:lnTo>
                    <a:pt x="23340" y="6698"/>
                  </a:lnTo>
                  <a:cubicBezTo>
                    <a:pt x="23340" y="7944"/>
                    <a:pt x="21591" y="9038"/>
                    <a:pt x="19596" y="9038"/>
                  </a:cubicBezTo>
                  <a:lnTo>
                    <a:pt x="1493" y="9038"/>
                  </a:lnTo>
                  <a:cubicBezTo>
                    <a:pt x="671" y="9038"/>
                    <a:pt x="0" y="9706"/>
                    <a:pt x="0" y="10532"/>
                  </a:cubicBezTo>
                  <a:cubicBezTo>
                    <a:pt x="0" y="11357"/>
                    <a:pt x="671" y="12028"/>
                    <a:pt x="1493" y="12028"/>
                  </a:cubicBezTo>
                  <a:lnTo>
                    <a:pt x="19596" y="12028"/>
                  </a:lnTo>
                  <a:lnTo>
                    <a:pt x="19596" y="12025"/>
                  </a:lnTo>
                  <a:cubicBezTo>
                    <a:pt x="23370" y="12025"/>
                    <a:pt x="26327" y="9685"/>
                    <a:pt x="26327" y="6695"/>
                  </a:cubicBezTo>
                  <a:lnTo>
                    <a:pt x="26327" y="5327"/>
                  </a:lnTo>
                  <a:cubicBezTo>
                    <a:pt x="26327" y="2340"/>
                    <a:pt x="23370" y="0"/>
                    <a:pt x="19596" y="0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03" name="Google Shape;8603;p24"/>
            <p:cNvSpPr/>
            <p:nvPr/>
          </p:nvSpPr>
          <p:spPr>
            <a:xfrm>
              <a:off x="848698" y="1332681"/>
              <a:ext cx="317374" cy="317457"/>
            </a:xfrm>
            <a:custGeom>
              <a:rect b="b" l="l" r="r" t="t"/>
              <a:pathLst>
                <a:path extrusionOk="0" h="15213" w="15209">
                  <a:moveTo>
                    <a:pt x="7604" y="1"/>
                  </a:moveTo>
                  <a:cubicBezTo>
                    <a:pt x="3404" y="1"/>
                    <a:pt x="0" y="3408"/>
                    <a:pt x="0" y="7608"/>
                  </a:cubicBezTo>
                  <a:cubicBezTo>
                    <a:pt x="0" y="11808"/>
                    <a:pt x="3404" y="15212"/>
                    <a:pt x="7604" y="15212"/>
                  </a:cubicBezTo>
                  <a:cubicBezTo>
                    <a:pt x="11804" y="15212"/>
                    <a:pt x="15209" y="11808"/>
                    <a:pt x="15209" y="7608"/>
                  </a:cubicBezTo>
                  <a:cubicBezTo>
                    <a:pt x="15209" y="3408"/>
                    <a:pt x="11804" y="1"/>
                    <a:pt x="760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04" name="Google Shape;8604;p24"/>
            <p:cNvSpPr/>
            <p:nvPr/>
          </p:nvSpPr>
          <p:spPr>
            <a:xfrm>
              <a:off x="553048" y="1365902"/>
              <a:ext cx="549400" cy="251015"/>
            </a:xfrm>
            <a:custGeom>
              <a:rect b="b" l="l" r="r" t="t"/>
              <a:pathLst>
                <a:path extrusionOk="0" h="12029" w="26328">
                  <a:moveTo>
                    <a:pt x="1493" y="1"/>
                  </a:moveTo>
                  <a:cubicBezTo>
                    <a:pt x="671" y="1"/>
                    <a:pt x="0" y="671"/>
                    <a:pt x="0" y="1497"/>
                  </a:cubicBezTo>
                  <a:cubicBezTo>
                    <a:pt x="0" y="2320"/>
                    <a:pt x="671" y="2990"/>
                    <a:pt x="1493" y="2990"/>
                  </a:cubicBezTo>
                  <a:lnTo>
                    <a:pt x="19596" y="2990"/>
                  </a:lnTo>
                  <a:cubicBezTo>
                    <a:pt x="21591" y="2990"/>
                    <a:pt x="23340" y="4084"/>
                    <a:pt x="23340" y="5330"/>
                  </a:cubicBezTo>
                  <a:lnTo>
                    <a:pt x="23340" y="6699"/>
                  </a:lnTo>
                  <a:cubicBezTo>
                    <a:pt x="23340" y="7948"/>
                    <a:pt x="21591" y="9042"/>
                    <a:pt x="19596" y="9042"/>
                  </a:cubicBezTo>
                  <a:lnTo>
                    <a:pt x="1493" y="9042"/>
                  </a:lnTo>
                  <a:cubicBezTo>
                    <a:pt x="671" y="9042"/>
                    <a:pt x="0" y="9709"/>
                    <a:pt x="0" y="10535"/>
                  </a:cubicBezTo>
                  <a:cubicBezTo>
                    <a:pt x="0" y="11361"/>
                    <a:pt x="671" y="12028"/>
                    <a:pt x="1493" y="12028"/>
                  </a:cubicBezTo>
                  <a:lnTo>
                    <a:pt x="19596" y="12028"/>
                  </a:lnTo>
                  <a:cubicBezTo>
                    <a:pt x="23370" y="12028"/>
                    <a:pt x="26327" y="9688"/>
                    <a:pt x="26327" y="6699"/>
                  </a:cubicBezTo>
                  <a:lnTo>
                    <a:pt x="26327" y="5330"/>
                  </a:lnTo>
                  <a:cubicBezTo>
                    <a:pt x="26327" y="2344"/>
                    <a:pt x="23370" y="1"/>
                    <a:pt x="19596" y="1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05" name="Google Shape;8605;p24"/>
            <p:cNvSpPr/>
            <p:nvPr/>
          </p:nvSpPr>
          <p:spPr>
            <a:xfrm>
              <a:off x="848698" y="1767184"/>
              <a:ext cx="317374" cy="317436"/>
            </a:xfrm>
            <a:custGeom>
              <a:rect b="b" l="l" r="r" t="t"/>
              <a:pathLst>
                <a:path extrusionOk="0" h="15212" w="15209">
                  <a:moveTo>
                    <a:pt x="7604" y="0"/>
                  </a:moveTo>
                  <a:cubicBezTo>
                    <a:pt x="3404" y="0"/>
                    <a:pt x="0" y="3404"/>
                    <a:pt x="0" y="7605"/>
                  </a:cubicBezTo>
                  <a:cubicBezTo>
                    <a:pt x="0" y="11805"/>
                    <a:pt x="3404" y="15212"/>
                    <a:pt x="7604" y="15212"/>
                  </a:cubicBezTo>
                  <a:cubicBezTo>
                    <a:pt x="11804" y="15212"/>
                    <a:pt x="15209" y="11805"/>
                    <a:pt x="15209" y="7605"/>
                  </a:cubicBezTo>
                  <a:cubicBezTo>
                    <a:pt x="15209" y="3404"/>
                    <a:pt x="11804" y="0"/>
                    <a:pt x="760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06" name="Google Shape;8606;p24"/>
            <p:cNvSpPr/>
            <p:nvPr/>
          </p:nvSpPr>
          <p:spPr>
            <a:xfrm>
              <a:off x="553048" y="1800405"/>
              <a:ext cx="549400" cy="250994"/>
            </a:xfrm>
            <a:custGeom>
              <a:rect b="b" l="l" r="r" t="t"/>
              <a:pathLst>
                <a:path extrusionOk="0" h="12028" w="26328">
                  <a:moveTo>
                    <a:pt x="1493" y="0"/>
                  </a:moveTo>
                  <a:cubicBezTo>
                    <a:pt x="671" y="0"/>
                    <a:pt x="0" y="668"/>
                    <a:pt x="0" y="1493"/>
                  </a:cubicBezTo>
                  <a:cubicBezTo>
                    <a:pt x="0" y="2319"/>
                    <a:pt x="671" y="2990"/>
                    <a:pt x="1493" y="2990"/>
                  </a:cubicBezTo>
                  <a:lnTo>
                    <a:pt x="19596" y="2990"/>
                  </a:lnTo>
                  <a:cubicBezTo>
                    <a:pt x="21591" y="2990"/>
                    <a:pt x="23340" y="4081"/>
                    <a:pt x="23340" y="5330"/>
                  </a:cubicBezTo>
                  <a:lnTo>
                    <a:pt x="23340" y="6695"/>
                  </a:lnTo>
                  <a:cubicBezTo>
                    <a:pt x="23340" y="7944"/>
                    <a:pt x="21591" y="9038"/>
                    <a:pt x="19596" y="9038"/>
                  </a:cubicBezTo>
                  <a:lnTo>
                    <a:pt x="1493" y="9038"/>
                  </a:lnTo>
                  <a:cubicBezTo>
                    <a:pt x="671" y="9038"/>
                    <a:pt x="0" y="9706"/>
                    <a:pt x="0" y="10532"/>
                  </a:cubicBezTo>
                  <a:cubicBezTo>
                    <a:pt x="0" y="11357"/>
                    <a:pt x="671" y="12028"/>
                    <a:pt x="1493" y="12028"/>
                  </a:cubicBezTo>
                  <a:lnTo>
                    <a:pt x="19596" y="12028"/>
                  </a:lnTo>
                  <a:lnTo>
                    <a:pt x="19596" y="12025"/>
                  </a:lnTo>
                  <a:cubicBezTo>
                    <a:pt x="23370" y="12025"/>
                    <a:pt x="26327" y="9685"/>
                    <a:pt x="26327" y="6695"/>
                  </a:cubicBezTo>
                  <a:lnTo>
                    <a:pt x="26327" y="5327"/>
                  </a:lnTo>
                  <a:cubicBezTo>
                    <a:pt x="26327" y="2340"/>
                    <a:pt x="23370" y="0"/>
                    <a:pt x="19596" y="0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07" name="Google Shape;8607;p24"/>
            <p:cNvSpPr/>
            <p:nvPr/>
          </p:nvSpPr>
          <p:spPr>
            <a:xfrm>
              <a:off x="848698" y="2201603"/>
              <a:ext cx="317374" cy="317457"/>
            </a:xfrm>
            <a:custGeom>
              <a:rect b="b" l="l" r="r" t="t"/>
              <a:pathLst>
                <a:path extrusionOk="0" h="15213" w="15209">
                  <a:moveTo>
                    <a:pt x="7604" y="1"/>
                  </a:moveTo>
                  <a:cubicBezTo>
                    <a:pt x="3404" y="1"/>
                    <a:pt x="0" y="3405"/>
                    <a:pt x="0" y="7608"/>
                  </a:cubicBezTo>
                  <a:cubicBezTo>
                    <a:pt x="0" y="11808"/>
                    <a:pt x="3404" y="15212"/>
                    <a:pt x="7604" y="15212"/>
                  </a:cubicBezTo>
                  <a:cubicBezTo>
                    <a:pt x="11804" y="15212"/>
                    <a:pt x="15209" y="11808"/>
                    <a:pt x="15209" y="7608"/>
                  </a:cubicBezTo>
                  <a:cubicBezTo>
                    <a:pt x="15209" y="3405"/>
                    <a:pt x="11804" y="1"/>
                    <a:pt x="760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08" name="Google Shape;8608;p24"/>
            <p:cNvSpPr/>
            <p:nvPr/>
          </p:nvSpPr>
          <p:spPr>
            <a:xfrm>
              <a:off x="553048" y="2234824"/>
              <a:ext cx="549400" cy="251015"/>
            </a:xfrm>
            <a:custGeom>
              <a:rect b="b" l="l" r="r" t="t"/>
              <a:pathLst>
                <a:path extrusionOk="0" h="12029" w="26328">
                  <a:moveTo>
                    <a:pt x="1493" y="1"/>
                  </a:moveTo>
                  <a:cubicBezTo>
                    <a:pt x="671" y="1"/>
                    <a:pt x="0" y="668"/>
                    <a:pt x="0" y="1494"/>
                  </a:cubicBezTo>
                  <a:cubicBezTo>
                    <a:pt x="0" y="2320"/>
                    <a:pt x="671" y="2990"/>
                    <a:pt x="1493" y="2990"/>
                  </a:cubicBezTo>
                  <a:lnTo>
                    <a:pt x="19596" y="2990"/>
                  </a:lnTo>
                  <a:cubicBezTo>
                    <a:pt x="21591" y="2990"/>
                    <a:pt x="23340" y="4084"/>
                    <a:pt x="23340" y="5330"/>
                  </a:cubicBezTo>
                  <a:lnTo>
                    <a:pt x="23340" y="6699"/>
                  </a:lnTo>
                  <a:cubicBezTo>
                    <a:pt x="23340" y="7945"/>
                    <a:pt x="21591" y="9039"/>
                    <a:pt x="19596" y="9039"/>
                  </a:cubicBezTo>
                  <a:lnTo>
                    <a:pt x="1493" y="9039"/>
                  </a:lnTo>
                  <a:cubicBezTo>
                    <a:pt x="671" y="9039"/>
                    <a:pt x="0" y="9706"/>
                    <a:pt x="0" y="10532"/>
                  </a:cubicBezTo>
                  <a:cubicBezTo>
                    <a:pt x="0" y="11358"/>
                    <a:pt x="671" y="12028"/>
                    <a:pt x="1493" y="12028"/>
                  </a:cubicBezTo>
                  <a:lnTo>
                    <a:pt x="19596" y="12028"/>
                  </a:lnTo>
                  <a:lnTo>
                    <a:pt x="19596" y="12025"/>
                  </a:lnTo>
                  <a:cubicBezTo>
                    <a:pt x="23370" y="12025"/>
                    <a:pt x="26327" y="9685"/>
                    <a:pt x="26327" y="6699"/>
                  </a:cubicBezTo>
                  <a:lnTo>
                    <a:pt x="26327" y="5330"/>
                  </a:lnTo>
                  <a:cubicBezTo>
                    <a:pt x="26327" y="2341"/>
                    <a:pt x="23370" y="1"/>
                    <a:pt x="19596" y="1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09" name="Google Shape;8609;p24"/>
            <p:cNvSpPr/>
            <p:nvPr/>
          </p:nvSpPr>
          <p:spPr>
            <a:xfrm>
              <a:off x="848698" y="2636106"/>
              <a:ext cx="317374" cy="317374"/>
            </a:xfrm>
            <a:custGeom>
              <a:rect b="b" l="l" r="r" t="t"/>
              <a:pathLst>
                <a:path extrusionOk="0" h="15209" w="15209">
                  <a:moveTo>
                    <a:pt x="7604" y="0"/>
                  </a:moveTo>
                  <a:cubicBezTo>
                    <a:pt x="3404" y="0"/>
                    <a:pt x="0" y="3404"/>
                    <a:pt x="0" y="7604"/>
                  </a:cubicBezTo>
                  <a:cubicBezTo>
                    <a:pt x="0" y="11805"/>
                    <a:pt x="3404" y="15209"/>
                    <a:pt x="7604" y="15209"/>
                  </a:cubicBezTo>
                  <a:cubicBezTo>
                    <a:pt x="11804" y="15209"/>
                    <a:pt x="15209" y="11805"/>
                    <a:pt x="15209" y="7604"/>
                  </a:cubicBezTo>
                  <a:cubicBezTo>
                    <a:pt x="15209" y="3404"/>
                    <a:pt x="11804" y="0"/>
                    <a:pt x="760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10" name="Google Shape;8610;p24"/>
            <p:cNvSpPr/>
            <p:nvPr/>
          </p:nvSpPr>
          <p:spPr>
            <a:xfrm>
              <a:off x="553048" y="2669265"/>
              <a:ext cx="549400" cy="250994"/>
            </a:xfrm>
            <a:custGeom>
              <a:rect b="b" l="l" r="r" t="t"/>
              <a:pathLst>
                <a:path extrusionOk="0" h="12028" w="26328">
                  <a:moveTo>
                    <a:pt x="1493" y="0"/>
                  </a:moveTo>
                  <a:cubicBezTo>
                    <a:pt x="671" y="0"/>
                    <a:pt x="0" y="671"/>
                    <a:pt x="0" y="1496"/>
                  </a:cubicBezTo>
                  <a:cubicBezTo>
                    <a:pt x="0" y="2322"/>
                    <a:pt x="671" y="2990"/>
                    <a:pt x="1493" y="2990"/>
                  </a:cubicBezTo>
                  <a:lnTo>
                    <a:pt x="19596" y="2990"/>
                  </a:lnTo>
                  <a:cubicBezTo>
                    <a:pt x="21591" y="2990"/>
                    <a:pt x="23340" y="4084"/>
                    <a:pt x="23340" y="5330"/>
                  </a:cubicBezTo>
                  <a:lnTo>
                    <a:pt x="23340" y="6698"/>
                  </a:lnTo>
                  <a:cubicBezTo>
                    <a:pt x="23340" y="7947"/>
                    <a:pt x="21591" y="9041"/>
                    <a:pt x="19596" y="9041"/>
                  </a:cubicBezTo>
                  <a:lnTo>
                    <a:pt x="1493" y="9041"/>
                  </a:lnTo>
                  <a:cubicBezTo>
                    <a:pt x="671" y="9041"/>
                    <a:pt x="0" y="9709"/>
                    <a:pt x="0" y="10534"/>
                  </a:cubicBezTo>
                  <a:cubicBezTo>
                    <a:pt x="0" y="11360"/>
                    <a:pt x="671" y="12028"/>
                    <a:pt x="1493" y="12028"/>
                  </a:cubicBezTo>
                  <a:lnTo>
                    <a:pt x="19596" y="12028"/>
                  </a:lnTo>
                  <a:cubicBezTo>
                    <a:pt x="23370" y="12028"/>
                    <a:pt x="26327" y="9688"/>
                    <a:pt x="26327" y="6698"/>
                  </a:cubicBezTo>
                  <a:lnTo>
                    <a:pt x="26327" y="5330"/>
                  </a:lnTo>
                  <a:cubicBezTo>
                    <a:pt x="26327" y="2343"/>
                    <a:pt x="23370" y="0"/>
                    <a:pt x="19596" y="0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11" name="Google Shape;8611;p24"/>
            <p:cNvSpPr/>
            <p:nvPr/>
          </p:nvSpPr>
          <p:spPr>
            <a:xfrm>
              <a:off x="848698" y="3070526"/>
              <a:ext cx="317374" cy="317457"/>
            </a:xfrm>
            <a:custGeom>
              <a:rect b="b" l="l" r="r" t="t"/>
              <a:pathLst>
                <a:path extrusionOk="0" h="15213" w="15209">
                  <a:moveTo>
                    <a:pt x="7604" y="1"/>
                  </a:moveTo>
                  <a:cubicBezTo>
                    <a:pt x="3404" y="1"/>
                    <a:pt x="0" y="3405"/>
                    <a:pt x="0" y="7605"/>
                  </a:cubicBezTo>
                  <a:cubicBezTo>
                    <a:pt x="0" y="11805"/>
                    <a:pt x="3404" y="15212"/>
                    <a:pt x="7604" y="15212"/>
                  </a:cubicBezTo>
                  <a:cubicBezTo>
                    <a:pt x="11804" y="15212"/>
                    <a:pt x="15209" y="11805"/>
                    <a:pt x="15209" y="7605"/>
                  </a:cubicBezTo>
                  <a:cubicBezTo>
                    <a:pt x="15209" y="3405"/>
                    <a:pt x="11804" y="1"/>
                    <a:pt x="760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12" name="Google Shape;8612;p24"/>
            <p:cNvSpPr/>
            <p:nvPr/>
          </p:nvSpPr>
          <p:spPr>
            <a:xfrm>
              <a:off x="553048" y="3103747"/>
              <a:ext cx="549400" cy="251015"/>
            </a:xfrm>
            <a:custGeom>
              <a:rect b="b" l="l" r="r" t="t"/>
              <a:pathLst>
                <a:path extrusionOk="0" h="12029" w="26328">
                  <a:moveTo>
                    <a:pt x="1493" y="0"/>
                  </a:moveTo>
                  <a:cubicBezTo>
                    <a:pt x="671" y="0"/>
                    <a:pt x="0" y="668"/>
                    <a:pt x="0" y="1494"/>
                  </a:cubicBezTo>
                  <a:cubicBezTo>
                    <a:pt x="0" y="2320"/>
                    <a:pt x="671" y="2987"/>
                    <a:pt x="1493" y="2987"/>
                  </a:cubicBezTo>
                  <a:lnTo>
                    <a:pt x="19596" y="2987"/>
                  </a:lnTo>
                  <a:cubicBezTo>
                    <a:pt x="21591" y="2987"/>
                    <a:pt x="23340" y="4081"/>
                    <a:pt x="23340" y="5330"/>
                  </a:cubicBezTo>
                  <a:lnTo>
                    <a:pt x="23340" y="6696"/>
                  </a:lnTo>
                  <a:cubicBezTo>
                    <a:pt x="23340" y="7945"/>
                    <a:pt x="21591" y="9039"/>
                    <a:pt x="19596" y="9039"/>
                  </a:cubicBezTo>
                  <a:lnTo>
                    <a:pt x="1493" y="9039"/>
                  </a:lnTo>
                  <a:cubicBezTo>
                    <a:pt x="671" y="9039"/>
                    <a:pt x="0" y="9706"/>
                    <a:pt x="0" y="10532"/>
                  </a:cubicBezTo>
                  <a:cubicBezTo>
                    <a:pt x="0" y="11358"/>
                    <a:pt x="671" y="12028"/>
                    <a:pt x="1493" y="12028"/>
                  </a:cubicBezTo>
                  <a:lnTo>
                    <a:pt x="19596" y="12028"/>
                  </a:lnTo>
                  <a:lnTo>
                    <a:pt x="19596" y="12025"/>
                  </a:lnTo>
                  <a:cubicBezTo>
                    <a:pt x="23370" y="12025"/>
                    <a:pt x="26327" y="9685"/>
                    <a:pt x="26327" y="6696"/>
                  </a:cubicBezTo>
                  <a:lnTo>
                    <a:pt x="26327" y="5330"/>
                  </a:lnTo>
                  <a:cubicBezTo>
                    <a:pt x="26327" y="2340"/>
                    <a:pt x="23370" y="0"/>
                    <a:pt x="19596" y="0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13" name="Google Shape;8613;p24"/>
            <p:cNvSpPr/>
            <p:nvPr/>
          </p:nvSpPr>
          <p:spPr>
            <a:xfrm>
              <a:off x="848698" y="3504966"/>
              <a:ext cx="317374" cy="317436"/>
            </a:xfrm>
            <a:custGeom>
              <a:rect b="b" l="l" r="r" t="t"/>
              <a:pathLst>
                <a:path extrusionOk="0" h="15212" w="15209">
                  <a:moveTo>
                    <a:pt x="7604" y="0"/>
                  </a:moveTo>
                  <a:cubicBezTo>
                    <a:pt x="3404" y="0"/>
                    <a:pt x="0" y="3407"/>
                    <a:pt x="0" y="7607"/>
                  </a:cubicBezTo>
                  <a:cubicBezTo>
                    <a:pt x="0" y="11807"/>
                    <a:pt x="3404" y="15212"/>
                    <a:pt x="7604" y="15212"/>
                  </a:cubicBezTo>
                  <a:cubicBezTo>
                    <a:pt x="11804" y="15212"/>
                    <a:pt x="15209" y="11807"/>
                    <a:pt x="15209" y="7607"/>
                  </a:cubicBezTo>
                  <a:cubicBezTo>
                    <a:pt x="15209" y="3407"/>
                    <a:pt x="11804" y="0"/>
                    <a:pt x="760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14" name="Google Shape;8614;p24"/>
            <p:cNvSpPr/>
            <p:nvPr/>
          </p:nvSpPr>
          <p:spPr>
            <a:xfrm>
              <a:off x="553048" y="3538167"/>
              <a:ext cx="549400" cy="251015"/>
            </a:xfrm>
            <a:custGeom>
              <a:rect b="b" l="l" r="r" t="t"/>
              <a:pathLst>
                <a:path extrusionOk="0" h="12029" w="26328">
                  <a:moveTo>
                    <a:pt x="1493" y="1"/>
                  </a:moveTo>
                  <a:cubicBezTo>
                    <a:pt x="671" y="1"/>
                    <a:pt x="0" y="672"/>
                    <a:pt x="0" y="1497"/>
                  </a:cubicBezTo>
                  <a:cubicBezTo>
                    <a:pt x="0" y="2320"/>
                    <a:pt x="671" y="2991"/>
                    <a:pt x="1493" y="2991"/>
                  </a:cubicBezTo>
                  <a:lnTo>
                    <a:pt x="19596" y="2991"/>
                  </a:lnTo>
                  <a:cubicBezTo>
                    <a:pt x="21591" y="2991"/>
                    <a:pt x="23340" y="4085"/>
                    <a:pt x="23340" y="5331"/>
                  </a:cubicBezTo>
                  <a:lnTo>
                    <a:pt x="23340" y="6699"/>
                  </a:lnTo>
                  <a:cubicBezTo>
                    <a:pt x="23340" y="7948"/>
                    <a:pt x="21591" y="9042"/>
                    <a:pt x="19596" y="9042"/>
                  </a:cubicBezTo>
                  <a:lnTo>
                    <a:pt x="1493" y="9042"/>
                  </a:lnTo>
                  <a:cubicBezTo>
                    <a:pt x="671" y="9042"/>
                    <a:pt x="0" y="9710"/>
                    <a:pt x="0" y="10535"/>
                  </a:cubicBezTo>
                  <a:cubicBezTo>
                    <a:pt x="0" y="11361"/>
                    <a:pt x="671" y="12029"/>
                    <a:pt x="1493" y="12029"/>
                  </a:cubicBezTo>
                  <a:lnTo>
                    <a:pt x="19596" y="12029"/>
                  </a:lnTo>
                  <a:cubicBezTo>
                    <a:pt x="23370" y="12029"/>
                    <a:pt x="26327" y="9689"/>
                    <a:pt x="26327" y="6699"/>
                  </a:cubicBezTo>
                  <a:lnTo>
                    <a:pt x="26327" y="5331"/>
                  </a:lnTo>
                  <a:cubicBezTo>
                    <a:pt x="26327" y="2344"/>
                    <a:pt x="23370" y="1"/>
                    <a:pt x="19596" y="1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15" name="Google Shape;8615;p24"/>
            <p:cNvSpPr/>
            <p:nvPr/>
          </p:nvSpPr>
          <p:spPr>
            <a:xfrm>
              <a:off x="848698" y="3939449"/>
              <a:ext cx="317374" cy="317395"/>
            </a:xfrm>
            <a:custGeom>
              <a:rect b="b" l="l" r="r" t="t"/>
              <a:pathLst>
                <a:path extrusionOk="0" h="15210" w="15209">
                  <a:moveTo>
                    <a:pt x="7604" y="1"/>
                  </a:moveTo>
                  <a:cubicBezTo>
                    <a:pt x="3404" y="1"/>
                    <a:pt x="0" y="3405"/>
                    <a:pt x="0" y="7605"/>
                  </a:cubicBezTo>
                  <a:cubicBezTo>
                    <a:pt x="0" y="11805"/>
                    <a:pt x="3404" y="15209"/>
                    <a:pt x="7604" y="15209"/>
                  </a:cubicBezTo>
                  <a:cubicBezTo>
                    <a:pt x="11804" y="15209"/>
                    <a:pt x="15209" y="11805"/>
                    <a:pt x="15209" y="7605"/>
                  </a:cubicBezTo>
                  <a:cubicBezTo>
                    <a:pt x="15209" y="3405"/>
                    <a:pt x="11804" y="1"/>
                    <a:pt x="760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16" name="Google Shape;8616;p24"/>
            <p:cNvSpPr/>
            <p:nvPr/>
          </p:nvSpPr>
          <p:spPr>
            <a:xfrm>
              <a:off x="553048" y="3972670"/>
              <a:ext cx="549400" cy="251015"/>
            </a:xfrm>
            <a:custGeom>
              <a:rect b="b" l="l" r="r" t="t"/>
              <a:pathLst>
                <a:path extrusionOk="0" h="12029" w="26328">
                  <a:moveTo>
                    <a:pt x="1493" y="0"/>
                  </a:moveTo>
                  <a:cubicBezTo>
                    <a:pt x="671" y="0"/>
                    <a:pt x="0" y="668"/>
                    <a:pt x="0" y="1494"/>
                  </a:cubicBezTo>
                  <a:cubicBezTo>
                    <a:pt x="0" y="2320"/>
                    <a:pt x="671" y="2990"/>
                    <a:pt x="1493" y="2990"/>
                  </a:cubicBezTo>
                  <a:lnTo>
                    <a:pt x="19596" y="2990"/>
                  </a:lnTo>
                  <a:cubicBezTo>
                    <a:pt x="21591" y="2990"/>
                    <a:pt x="23340" y="4081"/>
                    <a:pt x="23340" y="5330"/>
                  </a:cubicBezTo>
                  <a:lnTo>
                    <a:pt x="23340" y="6695"/>
                  </a:lnTo>
                  <a:cubicBezTo>
                    <a:pt x="23340" y="7944"/>
                    <a:pt x="21591" y="9038"/>
                    <a:pt x="19596" y="9038"/>
                  </a:cubicBezTo>
                  <a:lnTo>
                    <a:pt x="1493" y="9038"/>
                  </a:lnTo>
                  <a:cubicBezTo>
                    <a:pt x="671" y="9038"/>
                    <a:pt x="0" y="9706"/>
                    <a:pt x="0" y="10532"/>
                  </a:cubicBezTo>
                  <a:cubicBezTo>
                    <a:pt x="0" y="11358"/>
                    <a:pt x="671" y="12028"/>
                    <a:pt x="1493" y="12028"/>
                  </a:cubicBezTo>
                  <a:lnTo>
                    <a:pt x="19596" y="12028"/>
                  </a:lnTo>
                  <a:lnTo>
                    <a:pt x="19596" y="12025"/>
                  </a:lnTo>
                  <a:cubicBezTo>
                    <a:pt x="23370" y="12025"/>
                    <a:pt x="26327" y="9685"/>
                    <a:pt x="26327" y="6695"/>
                  </a:cubicBezTo>
                  <a:lnTo>
                    <a:pt x="26327" y="5327"/>
                  </a:lnTo>
                  <a:cubicBezTo>
                    <a:pt x="26327" y="2340"/>
                    <a:pt x="23370" y="0"/>
                    <a:pt x="19596" y="0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617" name="Google Shape;8617;p24"/>
          <p:cNvSpPr/>
          <p:nvPr/>
        </p:nvSpPr>
        <p:spPr>
          <a:xfrm>
            <a:off x="8428900" y="1041975"/>
            <a:ext cx="143750" cy="647425"/>
          </a:xfrm>
          <a:custGeom>
            <a:rect b="b" l="l" r="r" t="t"/>
            <a:pathLst>
              <a:path extrusionOk="0" h="25897" w="5750">
                <a:moveTo>
                  <a:pt x="0" y="0"/>
                </a:moveTo>
                <a:lnTo>
                  <a:pt x="0" y="25897"/>
                </a:lnTo>
                <a:cubicBezTo>
                  <a:pt x="3176" y="25897"/>
                  <a:pt x="5749" y="23323"/>
                  <a:pt x="5749" y="20147"/>
                </a:cubicBezTo>
                <a:lnTo>
                  <a:pt x="5749" y="5752"/>
                </a:lnTo>
                <a:cubicBezTo>
                  <a:pt x="5749" y="2576"/>
                  <a:pt x="3176" y="0"/>
                  <a:pt x="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18" name="Google Shape;8618;p24"/>
          <p:cNvSpPr/>
          <p:nvPr/>
        </p:nvSpPr>
        <p:spPr>
          <a:xfrm>
            <a:off x="8428900" y="2620900"/>
            <a:ext cx="143750" cy="647425"/>
          </a:xfrm>
          <a:custGeom>
            <a:rect b="b" l="l" r="r" t="t"/>
            <a:pathLst>
              <a:path extrusionOk="0" h="25897" w="5750">
                <a:moveTo>
                  <a:pt x="0" y="0"/>
                </a:moveTo>
                <a:lnTo>
                  <a:pt x="0" y="25897"/>
                </a:lnTo>
                <a:cubicBezTo>
                  <a:pt x="3176" y="25897"/>
                  <a:pt x="5749" y="23323"/>
                  <a:pt x="5749" y="20148"/>
                </a:cubicBezTo>
                <a:lnTo>
                  <a:pt x="5749" y="5752"/>
                </a:lnTo>
                <a:cubicBezTo>
                  <a:pt x="5749" y="2577"/>
                  <a:pt x="3176" y="0"/>
                  <a:pt x="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19" name="Google Shape;8619;p24"/>
          <p:cNvSpPr/>
          <p:nvPr/>
        </p:nvSpPr>
        <p:spPr>
          <a:xfrm>
            <a:off x="8428900" y="1811900"/>
            <a:ext cx="143750" cy="647425"/>
          </a:xfrm>
          <a:custGeom>
            <a:rect b="b" l="l" r="r" t="t"/>
            <a:pathLst>
              <a:path extrusionOk="0" h="25897" w="5750">
                <a:moveTo>
                  <a:pt x="0" y="0"/>
                </a:moveTo>
                <a:lnTo>
                  <a:pt x="0" y="25897"/>
                </a:lnTo>
                <a:cubicBezTo>
                  <a:pt x="3176" y="25897"/>
                  <a:pt x="5749" y="23320"/>
                  <a:pt x="5749" y="20147"/>
                </a:cubicBezTo>
                <a:lnTo>
                  <a:pt x="5749" y="5749"/>
                </a:lnTo>
                <a:cubicBezTo>
                  <a:pt x="5749" y="2574"/>
                  <a:pt x="3176" y="0"/>
                  <a:pt x="0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20" name="Google Shape;8620;p24"/>
          <p:cNvSpPr/>
          <p:nvPr/>
        </p:nvSpPr>
        <p:spPr>
          <a:xfrm>
            <a:off x="8428900" y="3454000"/>
            <a:ext cx="143750" cy="647425"/>
          </a:xfrm>
          <a:custGeom>
            <a:rect b="b" l="l" r="r" t="t"/>
            <a:pathLst>
              <a:path extrusionOk="0" h="25897" w="5750">
                <a:moveTo>
                  <a:pt x="0" y="1"/>
                </a:moveTo>
                <a:lnTo>
                  <a:pt x="0" y="25897"/>
                </a:lnTo>
                <a:cubicBezTo>
                  <a:pt x="3176" y="25897"/>
                  <a:pt x="5749" y="23323"/>
                  <a:pt x="5749" y="20148"/>
                </a:cubicBezTo>
                <a:lnTo>
                  <a:pt x="5749" y="5752"/>
                </a:lnTo>
                <a:cubicBezTo>
                  <a:pt x="5749" y="2577"/>
                  <a:pt x="3176" y="1"/>
                  <a:pt x="0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21" name="Google Shape;8621;p24"/>
          <p:cNvSpPr txBox="1"/>
          <p:nvPr>
            <p:ph type="title"/>
          </p:nvPr>
        </p:nvSpPr>
        <p:spPr>
          <a:xfrm>
            <a:off x="1270650" y="629375"/>
            <a:ext cx="7020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300"/>
              <a:buFont typeface="Gantari ExtraBold"/>
              <a:buNone/>
              <a:defRPr sz="3300">
                <a:solidFill>
                  <a:schemeClr val="lt2"/>
                </a:solidFill>
                <a:latin typeface="Gantari ExtraBold"/>
                <a:ea typeface="Gantari ExtraBold"/>
                <a:cs typeface="Gantari ExtraBold"/>
                <a:sym typeface="Gantari Extra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300"/>
              <a:buFont typeface="Gantari ExtraBold"/>
              <a:buNone/>
              <a:defRPr sz="3300">
                <a:solidFill>
                  <a:schemeClr val="lt2"/>
                </a:solidFill>
                <a:latin typeface="Gantari ExtraBold"/>
                <a:ea typeface="Gantari ExtraBold"/>
                <a:cs typeface="Gantari ExtraBold"/>
                <a:sym typeface="Gantari ExtraBo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300"/>
              <a:buFont typeface="Gantari ExtraBold"/>
              <a:buNone/>
              <a:defRPr sz="3300">
                <a:solidFill>
                  <a:schemeClr val="lt2"/>
                </a:solidFill>
                <a:latin typeface="Gantari ExtraBold"/>
                <a:ea typeface="Gantari ExtraBold"/>
                <a:cs typeface="Gantari ExtraBold"/>
                <a:sym typeface="Gantari ExtraBo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300"/>
              <a:buFont typeface="Gantari ExtraBold"/>
              <a:buNone/>
              <a:defRPr sz="3300">
                <a:solidFill>
                  <a:schemeClr val="lt2"/>
                </a:solidFill>
                <a:latin typeface="Gantari ExtraBold"/>
                <a:ea typeface="Gantari ExtraBold"/>
                <a:cs typeface="Gantari ExtraBold"/>
                <a:sym typeface="Gantari ExtraBo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300"/>
              <a:buFont typeface="Gantari ExtraBold"/>
              <a:buNone/>
              <a:defRPr sz="3300">
                <a:solidFill>
                  <a:schemeClr val="lt2"/>
                </a:solidFill>
                <a:latin typeface="Gantari ExtraBold"/>
                <a:ea typeface="Gantari ExtraBold"/>
                <a:cs typeface="Gantari ExtraBold"/>
                <a:sym typeface="Gantari ExtraBo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300"/>
              <a:buFont typeface="Gantari ExtraBold"/>
              <a:buNone/>
              <a:defRPr sz="3300">
                <a:solidFill>
                  <a:schemeClr val="lt2"/>
                </a:solidFill>
                <a:latin typeface="Gantari ExtraBold"/>
                <a:ea typeface="Gantari ExtraBold"/>
                <a:cs typeface="Gantari ExtraBold"/>
                <a:sym typeface="Gantari ExtraBo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300"/>
              <a:buFont typeface="Gantari ExtraBold"/>
              <a:buNone/>
              <a:defRPr sz="3300">
                <a:solidFill>
                  <a:schemeClr val="lt2"/>
                </a:solidFill>
                <a:latin typeface="Gantari ExtraBold"/>
                <a:ea typeface="Gantari ExtraBold"/>
                <a:cs typeface="Gantari ExtraBold"/>
                <a:sym typeface="Gantari ExtraBo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300"/>
              <a:buFont typeface="Gantari ExtraBold"/>
              <a:buNone/>
              <a:defRPr sz="3300">
                <a:solidFill>
                  <a:schemeClr val="lt2"/>
                </a:solidFill>
                <a:latin typeface="Gantari ExtraBold"/>
                <a:ea typeface="Gantari ExtraBold"/>
                <a:cs typeface="Gantari ExtraBold"/>
                <a:sym typeface="Gantari ExtraBo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300"/>
              <a:buFont typeface="Gantari ExtraBold"/>
              <a:buNone/>
              <a:defRPr sz="3300">
                <a:solidFill>
                  <a:schemeClr val="lt2"/>
                </a:solidFill>
                <a:latin typeface="Gantari ExtraBold"/>
                <a:ea typeface="Gantari ExtraBold"/>
                <a:cs typeface="Gantari ExtraBold"/>
                <a:sym typeface="Gantari Extra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BLANK_1_1_1_1_1_1_2">
    <p:bg>
      <p:bgPr>
        <a:solidFill>
          <a:schemeClr val="lt1"/>
        </a:solidFill>
      </p:bgPr>
    </p:bg>
    <p:spTree>
      <p:nvGrpSpPr>
        <p:cNvPr id="8622" name="Shape 8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623" name="Google Shape;8623;p25"/>
          <p:cNvGrpSpPr/>
          <p:nvPr/>
        </p:nvGrpSpPr>
        <p:grpSpPr>
          <a:xfrm>
            <a:off x="0" y="0"/>
            <a:ext cx="9144125" cy="5143391"/>
            <a:chOff x="0" y="0"/>
            <a:chExt cx="9144125" cy="5143391"/>
          </a:xfrm>
        </p:grpSpPr>
        <p:sp>
          <p:nvSpPr>
            <p:cNvPr id="8624" name="Google Shape;8624;p25"/>
            <p:cNvSpPr/>
            <p:nvPr/>
          </p:nvSpPr>
          <p:spPr>
            <a:xfrm>
              <a:off x="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25" name="Google Shape;8625;p25"/>
            <p:cNvSpPr/>
            <p:nvPr/>
          </p:nvSpPr>
          <p:spPr>
            <a:xfrm>
              <a:off x="38100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26" name="Google Shape;8626;p25"/>
            <p:cNvSpPr/>
            <p:nvPr/>
          </p:nvSpPr>
          <p:spPr>
            <a:xfrm>
              <a:off x="76201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27" name="Google Shape;8627;p25"/>
            <p:cNvSpPr/>
            <p:nvPr/>
          </p:nvSpPr>
          <p:spPr>
            <a:xfrm>
              <a:off x="114301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28" name="Google Shape;8628;p25"/>
            <p:cNvSpPr/>
            <p:nvPr/>
          </p:nvSpPr>
          <p:spPr>
            <a:xfrm>
              <a:off x="152402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29" name="Google Shape;8629;p25"/>
            <p:cNvSpPr/>
            <p:nvPr/>
          </p:nvSpPr>
          <p:spPr>
            <a:xfrm>
              <a:off x="190502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30" name="Google Shape;8630;p25"/>
            <p:cNvSpPr/>
            <p:nvPr/>
          </p:nvSpPr>
          <p:spPr>
            <a:xfrm>
              <a:off x="228603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31" name="Google Shape;8631;p25"/>
            <p:cNvSpPr/>
            <p:nvPr/>
          </p:nvSpPr>
          <p:spPr>
            <a:xfrm>
              <a:off x="266703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32" name="Google Shape;8632;p25"/>
            <p:cNvSpPr/>
            <p:nvPr/>
          </p:nvSpPr>
          <p:spPr>
            <a:xfrm>
              <a:off x="304804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33" name="Google Shape;8633;p25"/>
            <p:cNvSpPr/>
            <p:nvPr/>
          </p:nvSpPr>
          <p:spPr>
            <a:xfrm>
              <a:off x="342904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34" name="Google Shape;8634;p25"/>
            <p:cNvSpPr/>
            <p:nvPr/>
          </p:nvSpPr>
          <p:spPr>
            <a:xfrm>
              <a:off x="381005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35" name="Google Shape;8635;p25"/>
            <p:cNvSpPr/>
            <p:nvPr/>
          </p:nvSpPr>
          <p:spPr>
            <a:xfrm>
              <a:off x="419105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36" name="Google Shape;8636;p25"/>
            <p:cNvSpPr/>
            <p:nvPr/>
          </p:nvSpPr>
          <p:spPr>
            <a:xfrm>
              <a:off x="457206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37" name="Google Shape;8637;p25"/>
            <p:cNvSpPr/>
            <p:nvPr/>
          </p:nvSpPr>
          <p:spPr>
            <a:xfrm>
              <a:off x="495306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38" name="Google Shape;8638;p25"/>
            <p:cNvSpPr/>
            <p:nvPr/>
          </p:nvSpPr>
          <p:spPr>
            <a:xfrm>
              <a:off x="533407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39" name="Google Shape;8639;p25"/>
            <p:cNvSpPr/>
            <p:nvPr/>
          </p:nvSpPr>
          <p:spPr>
            <a:xfrm>
              <a:off x="571507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40" name="Google Shape;8640;p25"/>
            <p:cNvSpPr/>
            <p:nvPr/>
          </p:nvSpPr>
          <p:spPr>
            <a:xfrm>
              <a:off x="609608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41" name="Google Shape;8641;p25"/>
            <p:cNvSpPr/>
            <p:nvPr/>
          </p:nvSpPr>
          <p:spPr>
            <a:xfrm>
              <a:off x="647708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42" name="Google Shape;8642;p25"/>
            <p:cNvSpPr/>
            <p:nvPr/>
          </p:nvSpPr>
          <p:spPr>
            <a:xfrm>
              <a:off x="685809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43" name="Google Shape;8643;p25"/>
            <p:cNvSpPr/>
            <p:nvPr/>
          </p:nvSpPr>
          <p:spPr>
            <a:xfrm>
              <a:off x="723909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44" name="Google Shape;8644;p25"/>
            <p:cNvSpPr/>
            <p:nvPr/>
          </p:nvSpPr>
          <p:spPr>
            <a:xfrm>
              <a:off x="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45" name="Google Shape;8645;p25"/>
            <p:cNvSpPr/>
            <p:nvPr/>
          </p:nvSpPr>
          <p:spPr>
            <a:xfrm>
              <a:off x="38100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46" name="Google Shape;8646;p25"/>
            <p:cNvSpPr/>
            <p:nvPr/>
          </p:nvSpPr>
          <p:spPr>
            <a:xfrm>
              <a:off x="76201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47" name="Google Shape;8647;p25"/>
            <p:cNvSpPr/>
            <p:nvPr/>
          </p:nvSpPr>
          <p:spPr>
            <a:xfrm>
              <a:off x="114301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48" name="Google Shape;8648;p25"/>
            <p:cNvSpPr/>
            <p:nvPr/>
          </p:nvSpPr>
          <p:spPr>
            <a:xfrm>
              <a:off x="152402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49" name="Google Shape;8649;p25"/>
            <p:cNvSpPr/>
            <p:nvPr/>
          </p:nvSpPr>
          <p:spPr>
            <a:xfrm>
              <a:off x="190502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50" name="Google Shape;8650;p25"/>
            <p:cNvSpPr/>
            <p:nvPr/>
          </p:nvSpPr>
          <p:spPr>
            <a:xfrm>
              <a:off x="228603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51" name="Google Shape;8651;p25"/>
            <p:cNvSpPr/>
            <p:nvPr/>
          </p:nvSpPr>
          <p:spPr>
            <a:xfrm>
              <a:off x="266703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52" name="Google Shape;8652;p25"/>
            <p:cNvSpPr/>
            <p:nvPr/>
          </p:nvSpPr>
          <p:spPr>
            <a:xfrm>
              <a:off x="304804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53" name="Google Shape;8653;p25"/>
            <p:cNvSpPr/>
            <p:nvPr/>
          </p:nvSpPr>
          <p:spPr>
            <a:xfrm>
              <a:off x="342904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54" name="Google Shape;8654;p25"/>
            <p:cNvSpPr/>
            <p:nvPr/>
          </p:nvSpPr>
          <p:spPr>
            <a:xfrm>
              <a:off x="381005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55" name="Google Shape;8655;p25"/>
            <p:cNvSpPr/>
            <p:nvPr/>
          </p:nvSpPr>
          <p:spPr>
            <a:xfrm>
              <a:off x="419105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56" name="Google Shape;8656;p25"/>
            <p:cNvSpPr/>
            <p:nvPr/>
          </p:nvSpPr>
          <p:spPr>
            <a:xfrm>
              <a:off x="457206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57" name="Google Shape;8657;p25"/>
            <p:cNvSpPr/>
            <p:nvPr/>
          </p:nvSpPr>
          <p:spPr>
            <a:xfrm>
              <a:off x="495306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58" name="Google Shape;8658;p25"/>
            <p:cNvSpPr/>
            <p:nvPr/>
          </p:nvSpPr>
          <p:spPr>
            <a:xfrm>
              <a:off x="533407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59" name="Google Shape;8659;p25"/>
            <p:cNvSpPr/>
            <p:nvPr/>
          </p:nvSpPr>
          <p:spPr>
            <a:xfrm>
              <a:off x="571507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60" name="Google Shape;8660;p25"/>
            <p:cNvSpPr/>
            <p:nvPr/>
          </p:nvSpPr>
          <p:spPr>
            <a:xfrm>
              <a:off x="609608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61" name="Google Shape;8661;p25"/>
            <p:cNvSpPr/>
            <p:nvPr/>
          </p:nvSpPr>
          <p:spPr>
            <a:xfrm>
              <a:off x="647708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62" name="Google Shape;8662;p25"/>
            <p:cNvSpPr/>
            <p:nvPr/>
          </p:nvSpPr>
          <p:spPr>
            <a:xfrm>
              <a:off x="685809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63" name="Google Shape;8663;p25"/>
            <p:cNvSpPr/>
            <p:nvPr/>
          </p:nvSpPr>
          <p:spPr>
            <a:xfrm>
              <a:off x="723909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64" name="Google Shape;8664;p25"/>
            <p:cNvSpPr/>
            <p:nvPr/>
          </p:nvSpPr>
          <p:spPr>
            <a:xfrm>
              <a:off x="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65" name="Google Shape;8665;p25"/>
            <p:cNvSpPr/>
            <p:nvPr/>
          </p:nvSpPr>
          <p:spPr>
            <a:xfrm>
              <a:off x="38100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66" name="Google Shape;8666;p25"/>
            <p:cNvSpPr/>
            <p:nvPr/>
          </p:nvSpPr>
          <p:spPr>
            <a:xfrm>
              <a:off x="76201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67" name="Google Shape;8667;p25"/>
            <p:cNvSpPr/>
            <p:nvPr/>
          </p:nvSpPr>
          <p:spPr>
            <a:xfrm>
              <a:off x="114301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68" name="Google Shape;8668;p25"/>
            <p:cNvSpPr/>
            <p:nvPr/>
          </p:nvSpPr>
          <p:spPr>
            <a:xfrm>
              <a:off x="152402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69" name="Google Shape;8669;p25"/>
            <p:cNvSpPr/>
            <p:nvPr/>
          </p:nvSpPr>
          <p:spPr>
            <a:xfrm>
              <a:off x="190502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70" name="Google Shape;8670;p25"/>
            <p:cNvSpPr/>
            <p:nvPr/>
          </p:nvSpPr>
          <p:spPr>
            <a:xfrm>
              <a:off x="228603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71" name="Google Shape;8671;p25"/>
            <p:cNvSpPr/>
            <p:nvPr/>
          </p:nvSpPr>
          <p:spPr>
            <a:xfrm>
              <a:off x="266703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72" name="Google Shape;8672;p25"/>
            <p:cNvSpPr/>
            <p:nvPr/>
          </p:nvSpPr>
          <p:spPr>
            <a:xfrm>
              <a:off x="304804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73" name="Google Shape;8673;p25"/>
            <p:cNvSpPr/>
            <p:nvPr/>
          </p:nvSpPr>
          <p:spPr>
            <a:xfrm>
              <a:off x="342904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74" name="Google Shape;8674;p25"/>
            <p:cNvSpPr/>
            <p:nvPr/>
          </p:nvSpPr>
          <p:spPr>
            <a:xfrm>
              <a:off x="381005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75" name="Google Shape;8675;p25"/>
            <p:cNvSpPr/>
            <p:nvPr/>
          </p:nvSpPr>
          <p:spPr>
            <a:xfrm>
              <a:off x="419105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76" name="Google Shape;8676;p25"/>
            <p:cNvSpPr/>
            <p:nvPr/>
          </p:nvSpPr>
          <p:spPr>
            <a:xfrm>
              <a:off x="457206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77" name="Google Shape;8677;p25"/>
            <p:cNvSpPr/>
            <p:nvPr/>
          </p:nvSpPr>
          <p:spPr>
            <a:xfrm>
              <a:off x="495306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78" name="Google Shape;8678;p25"/>
            <p:cNvSpPr/>
            <p:nvPr/>
          </p:nvSpPr>
          <p:spPr>
            <a:xfrm>
              <a:off x="533407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79" name="Google Shape;8679;p25"/>
            <p:cNvSpPr/>
            <p:nvPr/>
          </p:nvSpPr>
          <p:spPr>
            <a:xfrm>
              <a:off x="571507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80" name="Google Shape;8680;p25"/>
            <p:cNvSpPr/>
            <p:nvPr/>
          </p:nvSpPr>
          <p:spPr>
            <a:xfrm>
              <a:off x="609608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81" name="Google Shape;8681;p25"/>
            <p:cNvSpPr/>
            <p:nvPr/>
          </p:nvSpPr>
          <p:spPr>
            <a:xfrm>
              <a:off x="647708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82" name="Google Shape;8682;p25"/>
            <p:cNvSpPr/>
            <p:nvPr/>
          </p:nvSpPr>
          <p:spPr>
            <a:xfrm>
              <a:off x="685809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83" name="Google Shape;8683;p25"/>
            <p:cNvSpPr/>
            <p:nvPr/>
          </p:nvSpPr>
          <p:spPr>
            <a:xfrm>
              <a:off x="723909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84" name="Google Shape;8684;p25"/>
            <p:cNvSpPr/>
            <p:nvPr/>
          </p:nvSpPr>
          <p:spPr>
            <a:xfrm>
              <a:off x="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85" name="Google Shape;8685;p25"/>
            <p:cNvSpPr/>
            <p:nvPr/>
          </p:nvSpPr>
          <p:spPr>
            <a:xfrm>
              <a:off x="38100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86" name="Google Shape;8686;p25"/>
            <p:cNvSpPr/>
            <p:nvPr/>
          </p:nvSpPr>
          <p:spPr>
            <a:xfrm>
              <a:off x="76201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87" name="Google Shape;8687;p25"/>
            <p:cNvSpPr/>
            <p:nvPr/>
          </p:nvSpPr>
          <p:spPr>
            <a:xfrm>
              <a:off x="114301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88" name="Google Shape;8688;p25"/>
            <p:cNvSpPr/>
            <p:nvPr/>
          </p:nvSpPr>
          <p:spPr>
            <a:xfrm>
              <a:off x="152402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89" name="Google Shape;8689;p25"/>
            <p:cNvSpPr/>
            <p:nvPr/>
          </p:nvSpPr>
          <p:spPr>
            <a:xfrm>
              <a:off x="190502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90" name="Google Shape;8690;p25"/>
            <p:cNvSpPr/>
            <p:nvPr/>
          </p:nvSpPr>
          <p:spPr>
            <a:xfrm>
              <a:off x="228603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91" name="Google Shape;8691;p25"/>
            <p:cNvSpPr/>
            <p:nvPr/>
          </p:nvSpPr>
          <p:spPr>
            <a:xfrm>
              <a:off x="266703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92" name="Google Shape;8692;p25"/>
            <p:cNvSpPr/>
            <p:nvPr/>
          </p:nvSpPr>
          <p:spPr>
            <a:xfrm>
              <a:off x="304804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93" name="Google Shape;8693;p25"/>
            <p:cNvSpPr/>
            <p:nvPr/>
          </p:nvSpPr>
          <p:spPr>
            <a:xfrm>
              <a:off x="342904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94" name="Google Shape;8694;p25"/>
            <p:cNvSpPr/>
            <p:nvPr/>
          </p:nvSpPr>
          <p:spPr>
            <a:xfrm>
              <a:off x="381005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95" name="Google Shape;8695;p25"/>
            <p:cNvSpPr/>
            <p:nvPr/>
          </p:nvSpPr>
          <p:spPr>
            <a:xfrm>
              <a:off x="419105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96" name="Google Shape;8696;p25"/>
            <p:cNvSpPr/>
            <p:nvPr/>
          </p:nvSpPr>
          <p:spPr>
            <a:xfrm>
              <a:off x="457206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97" name="Google Shape;8697;p25"/>
            <p:cNvSpPr/>
            <p:nvPr/>
          </p:nvSpPr>
          <p:spPr>
            <a:xfrm>
              <a:off x="495306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98" name="Google Shape;8698;p25"/>
            <p:cNvSpPr/>
            <p:nvPr/>
          </p:nvSpPr>
          <p:spPr>
            <a:xfrm>
              <a:off x="533407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99" name="Google Shape;8699;p25"/>
            <p:cNvSpPr/>
            <p:nvPr/>
          </p:nvSpPr>
          <p:spPr>
            <a:xfrm>
              <a:off x="571507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00" name="Google Shape;8700;p25"/>
            <p:cNvSpPr/>
            <p:nvPr/>
          </p:nvSpPr>
          <p:spPr>
            <a:xfrm>
              <a:off x="609608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01" name="Google Shape;8701;p25"/>
            <p:cNvSpPr/>
            <p:nvPr/>
          </p:nvSpPr>
          <p:spPr>
            <a:xfrm>
              <a:off x="647708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02" name="Google Shape;8702;p25"/>
            <p:cNvSpPr/>
            <p:nvPr/>
          </p:nvSpPr>
          <p:spPr>
            <a:xfrm>
              <a:off x="685809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03" name="Google Shape;8703;p25"/>
            <p:cNvSpPr/>
            <p:nvPr/>
          </p:nvSpPr>
          <p:spPr>
            <a:xfrm>
              <a:off x="723909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04" name="Google Shape;8704;p25"/>
            <p:cNvSpPr/>
            <p:nvPr/>
          </p:nvSpPr>
          <p:spPr>
            <a:xfrm>
              <a:off x="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05" name="Google Shape;8705;p25"/>
            <p:cNvSpPr/>
            <p:nvPr/>
          </p:nvSpPr>
          <p:spPr>
            <a:xfrm>
              <a:off x="38100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06" name="Google Shape;8706;p25"/>
            <p:cNvSpPr/>
            <p:nvPr/>
          </p:nvSpPr>
          <p:spPr>
            <a:xfrm>
              <a:off x="76201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07" name="Google Shape;8707;p25"/>
            <p:cNvSpPr/>
            <p:nvPr/>
          </p:nvSpPr>
          <p:spPr>
            <a:xfrm>
              <a:off x="114301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08" name="Google Shape;8708;p25"/>
            <p:cNvSpPr/>
            <p:nvPr/>
          </p:nvSpPr>
          <p:spPr>
            <a:xfrm>
              <a:off x="152402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09" name="Google Shape;8709;p25"/>
            <p:cNvSpPr/>
            <p:nvPr/>
          </p:nvSpPr>
          <p:spPr>
            <a:xfrm>
              <a:off x="190502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10" name="Google Shape;8710;p25"/>
            <p:cNvSpPr/>
            <p:nvPr/>
          </p:nvSpPr>
          <p:spPr>
            <a:xfrm>
              <a:off x="228603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11" name="Google Shape;8711;p25"/>
            <p:cNvSpPr/>
            <p:nvPr/>
          </p:nvSpPr>
          <p:spPr>
            <a:xfrm>
              <a:off x="266703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12" name="Google Shape;8712;p25"/>
            <p:cNvSpPr/>
            <p:nvPr/>
          </p:nvSpPr>
          <p:spPr>
            <a:xfrm>
              <a:off x="304804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13" name="Google Shape;8713;p25"/>
            <p:cNvSpPr/>
            <p:nvPr/>
          </p:nvSpPr>
          <p:spPr>
            <a:xfrm>
              <a:off x="342904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14" name="Google Shape;8714;p25"/>
            <p:cNvSpPr/>
            <p:nvPr/>
          </p:nvSpPr>
          <p:spPr>
            <a:xfrm>
              <a:off x="381005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15" name="Google Shape;8715;p25"/>
            <p:cNvSpPr/>
            <p:nvPr/>
          </p:nvSpPr>
          <p:spPr>
            <a:xfrm>
              <a:off x="419105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16" name="Google Shape;8716;p25"/>
            <p:cNvSpPr/>
            <p:nvPr/>
          </p:nvSpPr>
          <p:spPr>
            <a:xfrm>
              <a:off x="457206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17" name="Google Shape;8717;p25"/>
            <p:cNvSpPr/>
            <p:nvPr/>
          </p:nvSpPr>
          <p:spPr>
            <a:xfrm>
              <a:off x="495306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18" name="Google Shape;8718;p25"/>
            <p:cNvSpPr/>
            <p:nvPr/>
          </p:nvSpPr>
          <p:spPr>
            <a:xfrm>
              <a:off x="533407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19" name="Google Shape;8719;p25"/>
            <p:cNvSpPr/>
            <p:nvPr/>
          </p:nvSpPr>
          <p:spPr>
            <a:xfrm>
              <a:off x="571507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20" name="Google Shape;8720;p25"/>
            <p:cNvSpPr/>
            <p:nvPr/>
          </p:nvSpPr>
          <p:spPr>
            <a:xfrm>
              <a:off x="609608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21" name="Google Shape;8721;p25"/>
            <p:cNvSpPr/>
            <p:nvPr/>
          </p:nvSpPr>
          <p:spPr>
            <a:xfrm>
              <a:off x="647708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22" name="Google Shape;8722;p25"/>
            <p:cNvSpPr/>
            <p:nvPr/>
          </p:nvSpPr>
          <p:spPr>
            <a:xfrm>
              <a:off x="685809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23" name="Google Shape;8723;p25"/>
            <p:cNvSpPr/>
            <p:nvPr/>
          </p:nvSpPr>
          <p:spPr>
            <a:xfrm>
              <a:off x="723909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24" name="Google Shape;8724;p25"/>
            <p:cNvSpPr/>
            <p:nvPr/>
          </p:nvSpPr>
          <p:spPr>
            <a:xfrm>
              <a:off x="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25" name="Google Shape;8725;p25"/>
            <p:cNvSpPr/>
            <p:nvPr/>
          </p:nvSpPr>
          <p:spPr>
            <a:xfrm>
              <a:off x="38100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26" name="Google Shape;8726;p25"/>
            <p:cNvSpPr/>
            <p:nvPr/>
          </p:nvSpPr>
          <p:spPr>
            <a:xfrm>
              <a:off x="76201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27" name="Google Shape;8727;p25"/>
            <p:cNvSpPr/>
            <p:nvPr/>
          </p:nvSpPr>
          <p:spPr>
            <a:xfrm>
              <a:off x="114301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28" name="Google Shape;8728;p25"/>
            <p:cNvSpPr/>
            <p:nvPr/>
          </p:nvSpPr>
          <p:spPr>
            <a:xfrm>
              <a:off x="152402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29" name="Google Shape;8729;p25"/>
            <p:cNvSpPr/>
            <p:nvPr/>
          </p:nvSpPr>
          <p:spPr>
            <a:xfrm>
              <a:off x="190502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30" name="Google Shape;8730;p25"/>
            <p:cNvSpPr/>
            <p:nvPr/>
          </p:nvSpPr>
          <p:spPr>
            <a:xfrm>
              <a:off x="228603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31" name="Google Shape;8731;p25"/>
            <p:cNvSpPr/>
            <p:nvPr/>
          </p:nvSpPr>
          <p:spPr>
            <a:xfrm>
              <a:off x="266703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32" name="Google Shape;8732;p25"/>
            <p:cNvSpPr/>
            <p:nvPr/>
          </p:nvSpPr>
          <p:spPr>
            <a:xfrm>
              <a:off x="304804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33" name="Google Shape;8733;p25"/>
            <p:cNvSpPr/>
            <p:nvPr/>
          </p:nvSpPr>
          <p:spPr>
            <a:xfrm>
              <a:off x="342904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34" name="Google Shape;8734;p25"/>
            <p:cNvSpPr/>
            <p:nvPr/>
          </p:nvSpPr>
          <p:spPr>
            <a:xfrm>
              <a:off x="381005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35" name="Google Shape;8735;p25"/>
            <p:cNvSpPr/>
            <p:nvPr/>
          </p:nvSpPr>
          <p:spPr>
            <a:xfrm>
              <a:off x="419105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36" name="Google Shape;8736;p25"/>
            <p:cNvSpPr/>
            <p:nvPr/>
          </p:nvSpPr>
          <p:spPr>
            <a:xfrm>
              <a:off x="457206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37" name="Google Shape;8737;p25"/>
            <p:cNvSpPr/>
            <p:nvPr/>
          </p:nvSpPr>
          <p:spPr>
            <a:xfrm>
              <a:off x="495306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38" name="Google Shape;8738;p25"/>
            <p:cNvSpPr/>
            <p:nvPr/>
          </p:nvSpPr>
          <p:spPr>
            <a:xfrm>
              <a:off x="533407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39" name="Google Shape;8739;p25"/>
            <p:cNvSpPr/>
            <p:nvPr/>
          </p:nvSpPr>
          <p:spPr>
            <a:xfrm>
              <a:off x="571507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40" name="Google Shape;8740;p25"/>
            <p:cNvSpPr/>
            <p:nvPr/>
          </p:nvSpPr>
          <p:spPr>
            <a:xfrm>
              <a:off x="609608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41" name="Google Shape;8741;p25"/>
            <p:cNvSpPr/>
            <p:nvPr/>
          </p:nvSpPr>
          <p:spPr>
            <a:xfrm>
              <a:off x="647708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42" name="Google Shape;8742;p25"/>
            <p:cNvSpPr/>
            <p:nvPr/>
          </p:nvSpPr>
          <p:spPr>
            <a:xfrm>
              <a:off x="685809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43" name="Google Shape;8743;p25"/>
            <p:cNvSpPr/>
            <p:nvPr/>
          </p:nvSpPr>
          <p:spPr>
            <a:xfrm>
              <a:off x="723909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44" name="Google Shape;8744;p25"/>
            <p:cNvSpPr/>
            <p:nvPr/>
          </p:nvSpPr>
          <p:spPr>
            <a:xfrm>
              <a:off x="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45" name="Google Shape;8745;p25"/>
            <p:cNvSpPr/>
            <p:nvPr/>
          </p:nvSpPr>
          <p:spPr>
            <a:xfrm>
              <a:off x="38100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46" name="Google Shape;8746;p25"/>
            <p:cNvSpPr/>
            <p:nvPr/>
          </p:nvSpPr>
          <p:spPr>
            <a:xfrm>
              <a:off x="76201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47" name="Google Shape;8747;p25"/>
            <p:cNvSpPr/>
            <p:nvPr/>
          </p:nvSpPr>
          <p:spPr>
            <a:xfrm>
              <a:off x="114301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48" name="Google Shape;8748;p25"/>
            <p:cNvSpPr/>
            <p:nvPr/>
          </p:nvSpPr>
          <p:spPr>
            <a:xfrm>
              <a:off x="152402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49" name="Google Shape;8749;p25"/>
            <p:cNvSpPr/>
            <p:nvPr/>
          </p:nvSpPr>
          <p:spPr>
            <a:xfrm>
              <a:off x="190502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50" name="Google Shape;8750;p25"/>
            <p:cNvSpPr/>
            <p:nvPr/>
          </p:nvSpPr>
          <p:spPr>
            <a:xfrm>
              <a:off x="228603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51" name="Google Shape;8751;p25"/>
            <p:cNvSpPr/>
            <p:nvPr/>
          </p:nvSpPr>
          <p:spPr>
            <a:xfrm>
              <a:off x="266703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52" name="Google Shape;8752;p25"/>
            <p:cNvSpPr/>
            <p:nvPr/>
          </p:nvSpPr>
          <p:spPr>
            <a:xfrm>
              <a:off x="304804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53" name="Google Shape;8753;p25"/>
            <p:cNvSpPr/>
            <p:nvPr/>
          </p:nvSpPr>
          <p:spPr>
            <a:xfrm>
              <a:off x="342904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54" name="Google Shape;8754;p25"/>
            <p:cNvSpPr/>
            <p:nvPr/>
          </p:nvSpPr>
          <p:spPr>
            <a:xfrm>
              <a:off x="381005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55" name="Google Shape;8755;p25"/>
            <p:cNvSpPr/>
            <p:nvPr/>
          </p:nvSpPr>
          <p:spPr>
            <a:xfrm>
              <a:off x="419105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56" name="Google Shape;8756;p25"/>
            <p:cNvSpPr/>
            <p:nvPr/>
          </p:nvSpPr>
          <p:spPr>
            <a:xfrm>
              <a:off x="457206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57" name="Google Shape;8757;p25"/>
            <p:cNvSpPr/>
            <p:nvPr/>
          </p:nvSpPr>
          <p:spPr>
            <a:xfrm>
              <a:off x="495306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58" name="Google Shape;8758;p25"/>
            <p:cNvSpPr/>
            <p:nvPr/>
          </p:nvSpPr>
          <p:spPr>
            <a:xfrm>
              <a:off x="533407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59" name="Google Shape;8759;p25"/>
            <p:cNvSpPr/>
            <p:nvPr/>
          </p:nvSpPr>
          <p:spPr>
            <a:xfrm>
              <a:off x="571507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60" name="Google Shape;8760;p25"/>
            <p:cNvSpPr/>
            <p:nvPr/>
          </p:nvSpPr>
          <p:spPr>
            <a:xfrm>
              <a:off x="609608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61" name="Google Shape;8761;p25"/>
            <p:cNvSpPr/>
            <p:nvPr/>
          </p:nvSpPr>
          <p:spPr>
            <a:xfrm>
              <a:off x="647708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62" name="Google Shape;8762;p25"/>
            <p:cNvSpPr/>
            <p:nvPr/>
          </p:nvSpPr>
          <p:spPr>
            <a:xfrm>
              <a:off x="685809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63" name="Google Shape;8763;p25"/>
            <p:cNvSpPr/>
            <p:nvPr/>
          </p:nvSpPr>
          <p:spPr>
            <a:xfrm>
              <a:off x="723909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64" name="Google Shape;8764;p25"/>
            <p:cNvSpPr/>
            <p:nvPr/>
          </p:nvSpPr>
          <p:spPr>
            <a:xfrm>
              <a:off x="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65" name="Google Shape;8765;p25"/>
            <p:cNvSpPr/>
            <p:nvPr/>
          </p:nvSpPr>
          <p:spPr>
            <a:xfrm>
              <a:off x="38100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66" name="Google Shape;8766;p25"/>
            <p:cNvSpPr/>
            <p:nvPr/>
          </p:nvSpPr>
          <p:spPr>
            <a:xfrm>
              <a:off x="76201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67" name="Google Shape;8767;p25"/>
            <p:cNvSpPr/>
            <p:nvPr/>
          </p:nvSpPr>
          <p:spPr>
            <a:xfrm>
              <a:off x="114301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68" name="Google Shape;8768;p25"/>
            <p:cNvSpPr/>
            <p:nvPr/>
          </p:nvSpPr>
          <p:spPr>
            <a:xfrm>
              <a:off x="152402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69" name="Google Shape;8769;p25"/>
            <p:cNvSpPr/>
            <p:nvPr/>
          </p:nvSpPr>
          <p:spPr>
            <a:xfrm>
              <a:off x="190502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70" name="Google Shape;8770;p25"/>
            <p:cNvSpPr/>
            <p:nvPr/>
          </p:nvSpPr>
          <p:spPr>
            <a:xfrm>
              <a:off x="228603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71" name="Google Shape;8771;p25"/>
            <p:cNvSpPr/>
            <p:nvPr/>
          </p:nvSpPr>
          <p:spPr>
            <a:xfrm>
              <a:off x="266703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72" name="Google Shape;8772;p25"/>
            <p:cNvSpPr/>
            <p:nvPr/>
          </p:nvSpPr>
          <p:spPr>
            <a:xfrm>
              <a:off x="304804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73" name="Google Shape;8773;p25"/>
            <p:cNvSpPr/>
            <p:nvPr/>
          </p:nvSpPr>
          <p:spPr>
            <a:xfrm>
              <a:off x="342904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74" name="Google Shape;8774;p25"/>
            <p:cNvSpPr/>
            <p:nvPr/>
          </p:nvSpPr>
          <p:spPr>
            <a:xfrm>
              <a:off x="381005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75" name="Google Shape;8775;p25"/>
            <p:cNvSpPr/>
            <p:nvPr/>
          </p:nvSpPr>
          <p:spPr>
            <a:xfrm>
              <a:off x="419105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76" name="Google Shape;8776;p25"/>
            <p:cNvSpPr/>
            <p:nvPr/>
          </p:nvSpPr>
          <p:spPr>
            <a:xfrm>
              <a:off x="457206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77" name="Google Shape;8777;p25"/>
            <p:cNvSpPr/>
            <p:nvPr/>
          </p:nvSpPr>
          <p:spPr>
            <a:xfrm>
              <a:off x="495306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78" name="Google Shape;8778;p25"/>
            <p:cNvSpPr/>
            <p:nvPr/>
          </p:nvSpPr>
          <p:spPr>
            <a:xfrm>
              <a:off x="533407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79" name="Google Shape;8779;p25"/>
            <p:cNvSpPr/>
            <p:nvPr/>
          </p:nvSpPr>
          <p:spPr>
            <a:xfrm>
              <a:off x="571507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80" name="Google Shape;8780;p25"/>
            <p:cNvSpPr/>
            <p:nvPr/>
          </p:nvSpPr>
          <p:spPr>
            <a:xfrm>
              <a:off x="609608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81" name="Google Shape;8781;p25"/>
            <p:cNvSpPr/>
            <p:nvPr/>
          </p:nvSpPr>
          <p:spPr>
            <a:xfrm>
              <a:off x="647708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82" name="Google Shape;8782;p25"/>
            <p:cNvSpPr/>
            <p:nvPr/>
          </p:nvSpPr>
          <p:spPr>
            <a:xfrm>
              <a:off x="685809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83" name="Google Shape;8783;p25"/>
            <p:cNvSpPr/>
            <p:nvPr/>
          </p:nvSpPr>
          <p:spPr>
            <a:xfrm>
              <a:off x="723909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84" name="Google Shape;8784;p25"/>
            <p:cNvSpPr/>
            <p:nvPr/>
          </p:nvSpPr>
          <p:spPr>
            <a:xfrm>
              <a:off x="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85" name="Google Shape;8785;p25"/>
            <p:cNvSpPr/>
            <p:nvPr/>
          </p:nvSpPr>
          <p:spPr>
            <a:xfrm>
              <a:off x="38100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86" name="Google Shape;8786;p25"/>
            <p:cNvSpPr/>
            <p:nvPr/>
          </p:nvSpPr>
          <p:spPr>
            <a:xfrm>
              <a:off x="76201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87" name="Google Shape;8787;p25"/>
            <p:cNvSpPr/>
            <p:nvPr/>
          </p:nvSpPr>
          <p:spPr>
            <a:xfrm>
              <a:off x="114301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88" name="Google Shape;8788;p25"/>
            <p:cNvSpPr/>
            <p:nvPr/>
          </p:nvSpPr>
          <p:spPr>
            <a:xfrm>
              <a:off x="152402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89" name="Google Shape;8789;p25"/>
            <p:cNvSpPr/>
            <p:nvPr/>
          </p:nvSpPr>
          <p:spPr>
            <a:xfrm>
              <a:off x="190502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90" name="Google Shape;8790;p25"/>
            <p:cNvSpPr/>
            <p:nvPr/>
          </p:nvSpPr>
          <p:spPr>
            <a:xfrm>
              <a:off x="228603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91" name="Google Shape;8791;p25"/>
            <p:cNvSpPr/>
            <p:nvPr/>
          </p:nvSpPr>
          <p:spPr>
            <a:xfrm>
              <a:off x="266703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92" name="Google Shape;8792;p25"/>
            <p:cNvSpPr/>
            <p:nvPr/>
          </p:nvSpPr>
          <p:spPr>
            <a:xfrm>
              <a:off x="304804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93" name="Google Shape;8793;p25"/>
            <p:cNvSpPr/>
            <p:nvPr/>
          </p:nvSpPr>
          <p:spPr>
            <a:xfrm>
              <a:off x="342904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94" name="Google Shape;8794;p25"/>
            <p:cNvSpPr/>
            <p:nvPr/>
          </p:nvSpPr>
          <p:spPr>
            <a:xfrm>
              <a:off x="381005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95" name="Google Shape;8795;p25"/>
            <p:cNvSpPr/>
            <p:nvPr/>
          </p:nvSpPr>
          <p:spPr>
            <a:xfrm>
              <a:off x="419105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96" name="Google Shape;8796;p25"/>
            <p:cNvSpPr/>
            <p:nvPr/>
          </p:nvSpPr>
          <p:spPr>
            <a:xfrm>
              <a:off x="457206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97" name="Google Shape;8797;p25"/>
            <p:cNvSpPr/>
            <p:nvPr/>
          </p:nvSpPr>
          <p:spPr>
            <a:xfrm>
              <a:off x="495306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98" name="Google Shape;8798;p25"/>
            <p:cNvSpPr/>
            <p:nvPr/>
          </p:nvSpPr>
          <p:spPr>
            <a:xfrm>
              <a:off x="533407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99" name="Google Shape;8799;p25"/>
            <p:cNvSpPr/>
            <p:nvPr/>
          </p:nvSpPr>
          <p:spPr>
            <a:xfrm>
              <a:off x="571507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00" name="Google Shape;8800;p25"/>
            <p:cNvSpPr/>
            <p:nvPr/>
          </p:nvSpPr>
          <p:spPr>
            <a:xfrm>
              <a:off x="609608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01" name="Google Shape;8801;p25"/>
            <p:cNvSpPr/>
            <p:nvPr/>
          </p:nvSpPr>
          <p:spPr>
            <a:xfrm>
              <a:off x="647708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02" name="Google Shape;8802;p25"/>
            <p:cNvSpPr/>
            <p:nvPr/>
          </p:nvSpPr>
          <p:spPr>
            <a:xfrm>
              <a:off x="685809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03" name="Google Shape;8803;p25"/>
            <p:cNvSpPr/>
            <p:nvPr/>
          </p:nvSpPr>
          <p:spPr>
            <a:xfrm>
              <a:off x="723909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04" name="Google Shape;8804;p25"/>
            <p:cNvSpPr/>
            <p:nvPr/>
          </p:nvSpPr>
          <p:spPr>
            <a:xfrm>
              <a:off x="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05" name="Google Shape;8805;p25"/>
            <p:cNvSpPr/>
            <p:nvPr/>
          </p:nvSpPr>
          <p:spPr>
            <a:xfrm>
              <a:off x="38100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06" name="Google Shape;8806;p25"/>
            <p:cNvSpPr/>
            <p:nvPr/>
          </p:nvSpPr>
          <p:spPr>
            <a:xfrm>
              <a:off x="76201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07" name="Google Shape;8807;p25"/>
            <p:cNvSpPr/>
            <p:nvPr/>
          </p:nvSpPr>
          <p:spPr>
            <a:xfrm>
              <a:off x="114301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08" name="Google Shape;8808;p25"/>
            <p:cNvSpPr/>
            <p:nvPr/>
          </p:nvSpPr>
          <p:spPr>
            <a:xfrm>
              <a:off x="152402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09" name="Google Shape;8809;p25"/>
            <p:cNvSpPr/>
            <p:nvPr/>
          </p:nvSpPr>
          <p:spPr>
            <a:xfrm>
              <a:off x="190502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10" name="Google Shape;8810;p25"/>
            <p:cNvSpPr/>
            <p:nvPr/>
          </p:nvSpPr>
          <p:spPr>
            <a:xfrm>
              <a:off x="228603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11" name="Google Shape;8811;p25"/>
            <p:cNvSpPr/>
            <p:nvPr/>
          </p:nvSpPr>
          <p:spPr>
            <a:xfrm>
              <a:off x="266703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12" name="Google Shape;8812;p25"/>
            <p:cNvSpPr/>
            <p:nvPr/>
          </p:nvSpPr>
          <p:spPr>
            <a:xfrm>
              <a:off x="304804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13" name="Google Shape;8813;p25"/>
            <p:cNvSpPr/>
            <p:nvPr/>
          </p:nvSpPr>
          <p:spPr>
            <a:xfrm>
              <a:off x="342904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14" name="Google Shape;8814;p25"/>
            <p:cNvSpPr/>
            <p:nvPr/>
          </p:nvSpPr>
          <p:spPr>
            <a:xfrm>
              <a:off x="381005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15" name="Google Shape;8815;p25"/>
            <p:cNvSpPr/>
            <p:nvPr/>
          </p:nvSpPr>
          <p:spPr>
            <a:xfrm>
              <a:off x="419105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16" name="Google Shape;8816;p25"/>
            <p:cNvSpPr/>
            <p:nvPr/>
          </p:nvSpPr>
          <p:spPr>
            <a:xfrm>
              <a:off x="457206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17" name="Google Shape;8817;p25"/>
            <p:cNvSpPr/>
            <p:nvPr/>
          </p:nvSpPr>
          <p:spPr>
            <a:xfrm>
              <a:off x="495306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18" name="Google Shape;8818;p25"/>
            <p:cNvSpPr/>
            <p:nvPr/>
          </p:nvSpPr>
          <p:spPr>
            <a:xfrm>
              <a:off x="533407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19" name="Google Shape;8819;p25"/>
            <p:cNvSpPr/>
            <p:nvPr/>
          </p:nvSpPr>
          <p:spPr>
            <a:xfrm>
              <a:off x="571507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20" name="Google Shape;8820;p25"/>
            <p:cNvSpPr/>
            <p:nvPr/>
          </p:nvSpPr>
          <p:spPr>
            <a:xfrm>
              <a:off x="609608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21" name="Google Shape;8821;p25"/>
            <p:cNvSpPr/>
            <p:nvPr/>
          </p:nvSpPr>
          <p:spPr>
            <a:xfrm>
              <a:off x="647708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22" name="Google Shape;8822;p25"/>
            <p:cNvSpPr/>
            <p:nvPr/>
          </p:nvSpPr>
          <p:spPr>
            <a:xfrm>
              <a:off x="685809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23" name="Google Shape;8823;p25"/>
            <p:cNvSpPr/>
            <p:nvPr/>
          </p:nvSpPr>
          <p:spPr>
            <a:xfrm>
              <a:off x="723909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24" name="Google Shape;8824;p25"/>
            <p:cNvSpPr/>
            <p:nvPr/>
          </p:nvSpPr>
          <p:spPr>
            <a:xfrm>
              <a:off x="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25" name="Google Shape;8825;p25"/>
            <p:cNvSpPr/>
            <p:nvPr/>
          </p:nvSpPr>
          <p:spPr>
            <a:xfrm>
              <a:off x="38100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26" name="Google Shape;8826;p25"/>
            <p:cNvSpPr/>
            <p:nvPr/>
          </p:nvSpPr>
          <p:spPr>
            <a:xfrm>
              <a:off x="76201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27" name="Google Shape;8827;p25"/>
            <p:cNvSpPr/>
            <p:nvPr/>
          </p:nvSpPr>
          <p:spPr>
            <a:xfrm>
              <a:off x="114301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28" name="Google Shape;8828;p25"/>
            <p:cNvSpPr/>
            <p:nvPr/>
          </p:nvSpPr>
          <p:spPr>
            <a:xfrm>
              <a:off x="152402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29" name="Google Shape;8829;p25"/>
            <p:cNvSpPr/>
            <p:nvPr/>
          </p:nvSpPr>
          <p:spPr>
            <a:xfrm>
              <a:off x="190502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30" name="Google Shape;8830;p25"/>
            <p:cNvSpPr/>
            <p:nvPr/>
          </p:nvSpPr>
          <p:spPr>
            <a:xfrm>
              <a:off x="228603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31" name="Google Shape;8831;p25"/>
            <p:cNvSpPr/>
            <p:nvPr/>
          </p:nvSpPr>
          <p:spPr>
            <a:xfrm>
              <a:off x="266703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32" name="Google Shape;8832;p25"/>
            <p:cNvSpPr/>
            <p:nvPr/>
          </p:nvSpPr>
          <p:spPr>
            <a:xfrm>
              <a:off x="304804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33" name="Google Shape;8833;p25"/>
            <p:cNvSpPr/>
            <p:nvPr/>
          </p:nvSpPr>
          <p:spPr>
            <a:xfrm>
              <a:off x="342904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34" name="Google Shape;8834;p25"/>
            <p:cNvSpPr/>
            <p:nvPr/>
          </p:nvSpPr>
          <p:spPr>
            <a:xfrm>
              <a:off x="381005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35" name="Google Shape;8835;p25"/>
            <p:cNvSpPr/>
            <p:nvPr/>
          </p:nvSpPr>
          <p:spPr>
            <a:xfrm>
              <a:off x="419105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36" name="Google Shape;8836;p25"/>
            <p:cNvSpPr/>
            <p:nvPr/>
          </p:nvSpPr>
          <p:spPr>
            <a:xfrm>
              <a:off x="457206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37" name="Google Shape;8837;p25"/>
            <p:cNvSpPr/>
            <p:nvPr/>
          </p:nvSpPr>
          <p:spPr>
            <a:xfrm>
              <a:off x="495306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38" name="Google Shape;8838;p25"/>
            <p:cNvSpPr/>
            <p:nvPr/>
          </p:nvSpPr>
          <p:spPr>
            <a:xfrm>
              <a:off x="533407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39" name="Google Shape;8839;p25"/>
            <p:cNvSpPr/>
            <p:nvPr/>
          </p:nvSpPr>
          <p:spPr>
            <a:xfrm>
              <a:off x="571507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40" name="Google Shape;8840;p25"/>
            <p:cNvSpPr/>
            <p:nvPr/>
          </p:nvSpPr>
          <p:spPr>
            <a:xfrm>
              <a:off x="609608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41" name="Google Shape;8841;p25"/>
            <p:cNvSpPr/>
            <p:nvPr/>
          </p:nvSpPr>
          <p:spPr>
            <a:xfrm>
              <a:off x="647708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42" name="Google Shape;8842;p25"/>
            <p:cNvSpPr/>
            <p:nvPr/>
          </p:nvSpPr>
          <p:spPr>
            <a:xfrm>
              <a:off x="685809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43" name="Google Shape;8843;p25"/>
            <p:cNvSpPr/>
            <p:nvPr/>
          </p:nvSpPr>
          <p:spPr>
            <a:xfrm>
              <a:off x="723909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44" name="Google Shape;8844;p25"/>
            <p:cNvSpPr/>
            <p:nvPr/>
          </p:nvSpPr>
          <p:spPr>
            <a:xfrm>
              <a:off x="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45" name="Google Shape;8845;p25"/>
            <p:cNvSpPr/>
            <p:nvPr/>
          </p:nvSpPr>
          <p:spPr>
            <a:xfrm>
              <a:off x="38100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46" name="Google Shape;8846;p25"/>
            <p:cNvSpPr/>
            <p:nvPr/>
          </p:nvSpPr>
          <p:spPr>
            <a:xfrm>
              <a:off x="76201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47" name="Google Shape;8847;p25"/>
            <p:cNvSpPr/>
            <p:nvPr/>
          </p:nvSpPr>
          <p:spPr>
            <a:xfrm>
              <a:off x="114301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48" name="Google Shape;8848;p25"/>
            <p:cNvSpPr/>
            <p:nvPr/>
          </p:nvSpPr>
          <p:spPr>
            <a:xfrm>
              <a:off x="152402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49" name="Google Shape;8849;p25"/>
            <p:cNvSpPr/>
            <p:nvPr/>
          </p:nvSpPr>
          <p:spPr>
            <a:xfrm>
              <a:off x="190502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50" name="Google Shape;8850;p25"/>
            <p:cNvSpPr/>
            <p:nvPr/>
          </p:nvSpPr>
          <p:spPr>
            <a:xfrm>
              <a:off x="228603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51" name="Google Shape;8851;p25"/>
            <p:cNvSpPr/>
            <p:nvPr/>
          </p:nvSpPr>
          <p:spPr>
            <a:xfrm>
              <a:off x="266703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52" name="Google Shape;8852;p25"/>
            <p:cNvSpPr/>
            <p:nvPr/>
          </p:nvSpPr>
          <p:spPr>
            <a:xfrm>
              <a:off x="304804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53" name="Google Shape;8853;p25"/>
            <p:cNvSpPr/>
            <p:nvPr/>
          </p:nvSpPr>
          <p:spPr>
            <a:xfrm>
              <a:off x="342904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54" name="Google Shape;8854;p25"/>
            <p:cNvSpPr/>
            <p:nvPr/>
          </p:nvSpPr>
          <p:spPr>
            <a:xfrm>
              <a:off x="381005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55" name="Google Shape;8855;p25"/>
            <p:cNvSpPr/>
            <p:nvPr/>
          </p:nvSpPr>
          <p:spPr>
            <a:xfrm>
              <a:off x="419105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56" name="Google Shape;8856;p25"/>
            <p:cNvSpPr/>
            <p:nvPr/>
          </p:nvSpPr>
          <p:spPr>
            <a:xfrm>
              <a:off x="457206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57" name="Google Shape;8857;p25"/>
            <p:cNvSpPr/>
            <p:nvPr/>
          </p:nvSpPr>
          <p:spPr>
            <a:xfrm>
              <a:off x="495306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58" name="Google Shape;8858;p25"/>
            <p:cNvSpPr/>
            <p:nvPr/>
          </p:nvSpPr>
          <p:spPr>
            <a:xfrm>
              <a:off x="533407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59" name="Google Shape;8859;p25"/>
            <p:cNvSpPr/>
            <p:nvPr/>
          </p:nvSpPr>
          <p:spPr>
            <a:xfrm>
              <a:off x="571507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60" name="Google Shape;8860;p25"/>
            <p:cNvSpPr/>
            <p:nvPr/>
          </p:nvSpPr>
          <p:spPr>
            <a:xfrm>
              <a:off x="609608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61" name="Google Shape;8861;p25"/>
            <p:cNvSpPr/>
            <p:nvPr/>
          </p:nvSpPr>
          <p:spPr>
            <a:xfrm>
              <a:off x="647708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62" name="Google Shape;8862;p25"/>
            <p:cNvSpPr/>
            <p:nvPr/>
          </p:nvSpPr>
          <p:spPr>
            <a:xfrm>
              <a:off x="685809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63" name="Google Shape;8863;p25"/>
            <p:cNvSpPr/>
            <p:nvPr/>
          </p:nvSpPr>
          <p:spPr>
            <a:xfrm>
              <a:off x="723909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64" name="Google Shape;8864;p25"/>
            <p:cNvSpPr/>
            <p:nvPr/>
          </p:nvSpPr>
          <p:spPr>
            <a:xfrm>
              <a:off x="7620110" y="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65" name="Google Shape;8865;p25"/>
            <p:cNvSpPr/>
            <p:nvPr/>
          </p:nvSpPr>
          <p:spPr>
            <a:xfrm>
              <a:off x="8001115" y="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66" name="Google Shape;8866;p25"/>
            <p:cNvSpPr/>
            <p:nvPr/>
          </p:nvSpPr>
          <p:spPr>
            <a:xfrm>
              <a:off x="8382120" y="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67" name="Google Shape;8867;p25"/>
            <p:cNvSpPr/>
            <p:nvPr/>
          </p:nvSpPr>
          <p:spPr>
            <a:xfrm>
              <a:off x="8763125" y="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68" name="Google Shape;8868;p25"/>
            <p:cNvSpPr/>
            <p:nvPr/>
          </p:nvSpPr>
          <p:spPr>
            <a:xfrm>
              <a:off x="7620110" y="342894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69" name="Google Shape;8869;p25"/>
            <p:cNvSpPr/>
            <p:nvPr/>
          </p:nvSpPr>
          <p:spPr>
            <a:xfrm>
              <a:off x="8001115" y="342894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70" name="Google Shape;8870;p25"/>
            <p:cNvSpPr/>
            <p:nvPr/>
          </p:nvSpPr>
          <p:spPr>
            <a:xfrm>
              <a:off x="8382120" y="342894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71" name="Google Shape;8871;p25"/>
            <p:cNvSpPr/>
            <p:nvPr/>
          </p:nvSpPr>
          <p:spPr>
            <a:xfrm>
              <a:off x="8763125" y="342894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72" name="Google Shape;8872;p25"/>
            <p:cNvSpPr/>
            <p:nvPr/>
          </p:nvSpPr>
          <p:spPr>
            <a:xfrm>
              <a:off x="7620110" y="685788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73" name="Google Shape;8873;p25"/>
            <p:cNvSpPr/>
            <p:nvPr/>
          </p:nvSpPr>
          <p:spPr>
            <a:xfrm>
              <a:off x="8001115" y="685788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74" name="Google Shape;8874;p25"/>
            <p:cNvSpPr/>
            <p:nvPr/>
          </p:nvSpPr>
          <p:spPr>
            <a:xfrm>
              <a:off x="8382120" y="685788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75" name="Google Shape;8875;p25"/>
            <p:cNvSpPr/>
            <p:nvPr/>
          </p:nvSpPr>
          <p:spPr>
            <a:xfrm>
              <a:off x="8763125" y="685788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76" name="Google Shape;8876;p25"/>
            <p:cNvSpPr/>
            <p:nvPr/>
          </p:nvSpPr>
          <p:spPr>
            <a:xfrm>
              <a:off x="7620110" y="1028682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77" name="Google Shape;8877;p25"/>
            <p:cNvSpPr/>
            <p:nvPr/>
          </p:nvSpPr>
          <p:spPr>
            <a:xfrm>
              <a:off x="8001115" y="1028682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78" name="Google Shape;8878;p25"/>
            <p:cNvSpPr/>
            <p:nvPr/>
          </p:nvSpPr>
          <p:spPr>
            <a:xfrm>
              <a:off x="8382120" y="1028682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79" name="Google Shape;8879;p25"/>
            <p:cNvSpPr/>
            <p:nvPr/>
          </p:nvSpPr>
          <p:spPr>
            <a:xfrm>
              <a:off x="8763125" y="1028682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80" name="Google Shape;8880;p25"/>
            <p:cNvSpPr/>
            <p:nvPr/>
          </p:nvSpPr>
          <p:spPr>
            <a:xfrm>
              <a:off x="7620110" y="1371576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81" name="Google Shape;8881;p25"/>
            <p:cNvSpPr/>
            <p:nvPr/>
          </p:nvSpPr>
          <p:spPr>
            <a:xfrm>
              <a:off x="8001115" y="1371576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82" name="Google Shape;8882;p25"/>
            <p:cNvSpPr/>
            <p:nvPr/>
          </p:nvSpPr>
          <p:spPr>
            <a:xfrm>
              <a:off x="8382120" y="1371576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83" name="Google Shape;8883;p25"/>
            <p:cNvSpPr/>
            <p:nvPr/>
          </p:nvSpPr>
          <p:spPr>
            <a:xfrm>
              <a:off x="8763125" y="1371576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84" name="Google Shape;8884;p25"/>
            <p:cNvSpPr/>
            <p:nvPr/>
          </p:nvSpPr>
          <p:spPr>
            <a:xfrm>
              <a:off x="7620110" y="171447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85" name="Google Shape;8885;p25"/>
            <p:cNvSpPr/>
            <p:nvPr/>
          </p:nvSpPr>
          <p:spPr>
            <a:xfrm>
              <a:off x="8001115" y="171447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86" name="Google Shape;8886;p25"/>
            <p:cNvSpPr/>
            <p:nvPr/>
          </p:nvSpPr>
          <p:spPr>
            <a:xfrm>
              <a:off x="8382120" y="171447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87" name="Google Shape;8887;p25"/>
            <p:cNvSpPr/>
            <p:nvPr/>
          </p:nvSpPr>
          <p:spPr>
            <a:xfrm>
              <a:off x="8763125" y="171447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88" name="Google Shape;8888;p25"/>
            <p:cNvSpPr/>
            <p:nvPr/>
          </p:nvSpPr>
          <p:spPr>
            <a:xfrm>
              <a:off x="7620110" y="205736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89" name="Google Shape;8889;p25"/>
            <p:cNvSpPr/>
            <p:nvPr/>
          </p:nvSpPr>
          <p:spPr>
            <a:xfrm>
              <a:off x="8001115" y="205736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90" name="Google Shape;8890;p25"/>
            <p:cNvSpPr/>
            <p:nvPr/>
          </p:nvSpPr>
          <p:spPr>
            <a:xfrm>
              <a:off x="8382120" y="205736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91" name="Google Shape;8891;p25"/>
            <p:cNvSpPr/>
            <p:nvPr/>
          </p:nvSpPr>
          <p:spPr>
            <a:xfrm>
              <a:off x="8763125" y="205736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92" name="Google Shape;8892;p25"/>
            <p:cNvSpPr/>
            <p:nvPr/>
          </p:nvSpPr>
          <p:spPr>
            <a:xfrm>
              <a:off x="7620110" y="2400259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93" name="Google Shape;8893;p25"/>
            <p:cNvSpPr/>
            <p:nvPr/>
          </p:nvSpPr>
          <p:spPr>
            <a:xfrm>
              <a:off x="8001115" y="2400259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94" name="Google Shape;8894;p25"/>
            <p:cNvSpPr/>
            <p:nvPr/>
          </p:nvSpPr>
          <p:spPr>
            <a:xfrm>
              <a:off x="8382120" y="2400259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95" name="Google Shape;8895;p25"/>
            <p:cNvSpPr/>
            <p:nvPr/>
          </p:nvSpPr>
          <p:spPr>
            <a:xfrm>
              <a:off x="8763125" y="2400259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96" name="Google Shape;8896;p25"/>
            <p:cNvSpPr/>
            <p:nvPr/>
          </p:nvSpPr>
          <p:spPr>
            <a:xfrm>
              <a:off x="7620110" y="274315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97" name="Google Shape;8897;p25"/>
            <p:cNvSpPr/>
            <p:nvPr/>
          </p:nvSpPr>
          <p:spPr>
            <a:xfrm>
              <a:off x="8001115" y="274315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98" name="Google Shape;8898;p25"/>
            <p:cNvSpPr/>
            <p:nvPr/>
          </p:nvSpPr>
          <p:spPr>
            <a:xfrm>
              <a:off x="8382120" y="274315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99" name="Google Shape;8899;p25"/>
            <p:cNvSpPr/>
            <p:nvPr/>
          </p:nvSpPr>
          <p:spPr>
            <a:xfrm>
              <a:off x="8763125" y="274315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00" name="Google Shape;8900;p25"/>
            <p:cNvSpPr/>
            <p:nvPr/>
          </p:nvSpPr>
          <p:spPr>
            <a:xfrm>
              <a:off x="7620110" y="308604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01" name="Google Shape;8901;p25"/>
            <p:cNvSpPr/>
            <p:nvPr/>
          </p:nvSpPr>
          <p:spPr>
            <a:xfrm>
              <a:off x="8001115" y="308604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02" name="Google Shape;8902;p25"/>
            <p:cNvSpPr/>
            <p:nvPr/>
          </p:nvSpPr>
          <p:spPr>
            <a:xfrm>
              <a:off x="8382120" y="308604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03" name="Google Shape;8903;p25"/>
            <p:cNvSpPr/>
            <p:nvPr/>
          </p:nvSpPr>
          <p:spPr>
            <a:xfrm>
              <a:off x="8763125" y="308604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04" name="Google Shape;8904;p25"/>
            <p:cNvSpPr/>
            <p:nvPr/>
          </p:nvSpPr>
          <p:spPr>
            <a:xfrm>
              <a:off x="7620110" y="342894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05" name="Google Shape;8905;p25"/>
            <p:cNvSpPr/>
            <p:nvPr/>
          </p:nvSpPr>
          <p:spPr>
            <a:xfrm>
              <a:off x="8001115" y="342894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06" name="Google Shape;8906;p25"/>
            <p:cNvSpPr/>
            <p:nvPr/>
          </p:nvSpPr>
          <p:spPr>
            <a:xfrm>
              <a:off x="8382120" y="342894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07" name="Google Shape;8907;p25"/>
            <p:cNvSpPr/>
            <p:nvPr/>
          </p:nvSpPr>
          <p:spPr>
            <a:xfrm>
              <a:off x="8763125" y="342894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08" name="Google Shape;8908;p25"/>
            <p:cNvSpPr/>
            <p:nvPr/>
          </p:nvSpPr>
          <p:spPr>
            <a:xfrm>
              <a:off x="7620110" y="377182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09" name="Google Shape;8909;p25"/>
            <p:cNvSpPr/>
            <p:nvPr/>
          </p:nvSpPr>
          <p:spPr>
            <a:xfrm>
              <a:off x="8001115" y="377182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10" name="Google Shape;8910;p25"/>
            <p:cNvSpPr/>
            <p:nvPr/>
          </p:nvSpPr>
          <p:spPr>
            <a:xfrm>
              <a:off x="8382120" y="377182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11" name="Google Shape;8911;p25"/>
            <p:cNvSpPr/>
            <p:nvPr/>
          </p:nvSpPr>
          <p:spPr>
            <a:xfrm>
              <a:off x="8763125" y="377182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12" name="Google Shape;8912;p25"/>
            <p:cNvSpPr/>
            <p:nvPr/>
          </p:nvSpPr>
          <p:spPr>
            <a:xfrm>
              <a:off x="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13" name="Google Shape;8913;p25"/>
            <p:cNvSpPr/>
            <p:nvPr/>
          </p:nvSpPr>
          <p:spPr>
            <a:xfrm>
              <a:off x="38100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14" name="Google Shape;8914;p25"/>
            <p:cNvSpPr/>
            <p:nvPr/>
          </p:nvSpPr>
          <p:spPr>
            <a:xfrm>
              <a:off x="76201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15" name="Google Shape;8915;p25"/>
            <p:cNvSpPr/>
            <p:nvPr/>
          </p:nvSpPr>
          <p:spPr>
            <a:xfrm>
              <a:off x="114301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16" name="Google Shape;8916;p25"/>
            <p:cNvSpPr/>
            <p:nvPr/>
          </p:nvSpPr>
          <p:spPr>
            <a:xfrm>
              <a:off x="152402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17" name="Google Shape;8917;p25"/>
            <p:cNvSpPr/>
            <p:nvPr/>
          </p:nvSpPr>
          <p:spPr>
            <a:xfrm>
              <a:off x="190502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18" name="Google Shape;8918;p25"/>
            <p:cNvSpPr/>
            <p:nvPr/>
          </p:nvSpPr>
          <p:spPr>
            <a:xfrm>
              <a:off x="228603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19" name="Google Shape;8919;p25"/>
            <p:cNvSpPr/>
            <p:nvPr/>
          </p:nvSpPr>
          <p:spPr>
            <a:xfrm>
              <a:off x="266703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20" name="Google Shape;8920;p25"/>
            <p:cNvSpPr/>
            <p:nvPr/>
          </p:nvSpPr>
          <p:spPr>
            <a:xfrm>
              <a:off x="304804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21" name="Google Shape;8921;p25"/>
            <p:cNvSpPr/>
            <p:nvPr/>
          </p:nvSpPr>
          <p:spPr>
            <a:xfrm>
              <a:off x="342904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22" name="Google Shape;8922;p25"/>
            <p:cNvSpPr/>
            <p:nvPr/>
          </p:nvSpPr>
          <p:spPr>
            <a:xfrm>
              <a:off x="381005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23" name="Google Shape;8923;p25"/>
            <p:cNvSpPr/>
            <p:nvPr/>
          </p:nvSpPr>
          <p:spPr>
            <a:xfrm>
              <a:off x="419105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24" name="Google Shape;8924;p25"/>
            <p:cNvSpPr/>
            <p:nvPr/>
          </p:nvSpPr>
          <p:spPr>
            <a:xfrm>
              <a:off x="457206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25" name="Google Shape;8925;p25"/>
            <p:cNvSpPr/>
            <p:nvPr/>
          </p:nvSpPr>
          <p:spPr>
            <a:xfrm>
              <a:off x="495306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26" name="Google Shape;8926;p25"/>
            <p:cNvSpPr/>
            <p:nvPr/>
          </p:nvSpPr>
          <p:spPr>
            <a:xfrm>
              <a:off x="533407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27" name="Google Shape;8927;p25"/>
            <p:cNvSpPr/>
            <p:nvPr/>
          </p:nvSpPr>
          <p:spPr>
            <a:xfrm>
              <a:off x="571507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28" name="Google Shape;8928;p25"/>
            <p:cNvSpPr/>
            <p:nvPr/>
          </p:nvSpPr>
          <p:spPr>
            <a:xfrm>
              <a:off x="609608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29" name="Google Shape;8929;p25"/>
            <p:cNvSpPr/>
            <p:nvPr/>
          </p:nvSpPr>
          <p:spPr>
            <a:xfrm>
              <a:off x="647708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30" name="Google Shape;8930;p25"/>
            <p:cNvSpPr/>
            <p:nvPr/>
          </p:nvSpPr>
          <p:spPr>
            <a:xfrm>
              <a:off x="685809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31" name="Google Shape;8931;p25"/>
            <p:cNvSpPr/>
            <p:nvPr/>
          </p:nvSpPr>
          <p:spPr>
            <a:xfrm>
              <a:off x="723909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32" name="Google Shape;8932;p25"/>
            <p:cNvSpPr/>
            <p:nvPr/>
          </p:nvSpPr>
          <p:spPr>
            <a:xfrm>
              <a:off x="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33" name="Google Shape;8933;p25"/>
            <p:cNvSpPr/>
            <p:nvPr/>
          </p:nvSpPr>
          <p:spPr>
            <a:xfrm>
              <a:off x="38100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34" name="Google Shape;8934;p25"/>
            <p:cNvSpPr/>
            <p:nvPr/>
          </p:nvSpPr>
          <p:spPr>
            <a:xfrm>
              <a:off x="76201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35" name="Google Shape;8935;p25"/>
            <p:cNvSpPr/>
            <p:nvPr/>
          </p:nvSpPr>
          <p:spPr>
            <a:xfrm>
              <a:off x="114301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36" name="Google Shape;8936;p25"/>
            <p:cNvSpPr/>
            <p:nvPr/>
          </p:nvSpPr>
          <p:spPr>
            <a:xfrm>
              <a:off x="152402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37" name="Google Shape;8937;p25"/>
            <p:cNvSpPr/>
            <p:nvPr/>
          </p:nvSpPr>
          <p:spPr>
            <a:xfrm>
              <a:off x="190502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38" name="Google Shape;8938;p25"/>
            <p:cNvSpPr/>
            <p:nvPr/>
          </p:nvSpPr>
          <p:spPr>
            <a:xfrm>
              <a:off x="228603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39" name="Google Shape;8939;p25"/>
            <p:cNvSpPr/>
            <p:nvPr/>
          </p:nvSpPr>
          <p:spPr>
            <a:xfrm>
              <a:off x="266703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40" name="Google Shape;8940;p25"/>
            <p:cNvSpPr/>
            <p:nvPr/>
          </p:nvSpPr>
          <p:spPr>
            <a:xfrm>
              <a:off x="304804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41" name="Google Shape;8941;p25"/>
            <p:cNvSpPr/>
            <p:nvPr/>
          </p:nvSpPr>
          <p:spPr>
            <a:xfrm>
              <a:off x="342904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42" name="Google Shape;8942;p25"/>
            <p:cNvSpPr/>
            <p:nvPr/>
          </p:nvSpPr>
          <p:spPr>
            <a:xfrm>
              <a:off x="381005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43" name="Google Shape;8943;p25"/>
            <p:cNvSpPr/>
            <p:nvPr/>
          </p:nvSpPr>
          <p:spPr>
            <a:xfrm>
              <a:off x="419105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44" name="Google Shape;8944;p25"/>
            <p:cNvSpPr/>
            <p:nvPr/>
          </p:nvSpPr>
          <p:spPr>
            <a:xfrm>
              <a:off x="457206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45" name="Google Shape;8945;p25"/>
            <p:cNvSpPr/>
            <p:nvPr/>
          </p:nvSpPr>
          <p:spPr>
            <a:xfrm>
              <a:off x="495306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46" name="Google Shape;8946;p25"/>
            <p:cNvSpPr/>
            <p:nvPr/>
          </p:nvSpPr>
          <p:spPr>
            <a:xfrm>
              <a:off x="533407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47" name="Google Shape;8947;p25"/>
            <p:cNvSpPr/>
            <p:nvPr/>
          </p:nvSpPr>
          <p:spPr>
            <a:xfrm>
              <a:off x="571507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48" name="Google Shape;8948;p25"/>
            <p:cNvSpPr/>
            <p:nvPr/>
          </p:nvSpPr>
          <p:spPr>
            <a:xfrm>
              <a:off x="609608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49" name="Google Shape;8949;p25"/>
            <p:cNvSpPr/>
            <p:nvPr/>
          </p:nvSpPr>
          <p:spPr>
            <a:xfrm>
              <a:off x="647708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50" name="Google Shape;8950;p25"/>
            <p:cNvSpPr/>
            <p:nvPr/>
          </p:nvSpPr>
          <p:spPr>
            <a:xfrm>
              <a:off x="685809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51" name="Google Shape;8951;p25"/>
            <p:cNvSpPr/>
            <p:nvPr/>
          </p:nvSpPr>
          <p:spPr>
            <a:xfrm>
              <a:off x="723909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52" name="Google Shape;8952;p25"/>
            <p:cNvSpPr/>
            <p:nvPr/>
          </p:nvSpPr>
          <p:spPr>
            <a:xfrm>
              <a:off x="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53" name="Google Shape;8953;p25"/>
            <p:cNvSpPr/>
            <p:nvPr/>
          </p:nvSpPr>
          <p:spPr>
            <a:xfrm>
              <a:off x="38100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54" name="Google Shape;8954;p25"/>
            <p:cNvSpPr/>
            <p:nvPr/>
          </p:nvSpPr>
          <p:spPr>
            <a:xfrm>
              <a:off x="76201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55" name="Google Shape;8955;p25"/>
            <p:cNvSpPr/>
            <p:nvPr/>
          </p:nvSpPr>
          <p:spPr>
            <a:xfrm>
              <a:off x="114301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56" name="Google Shape;8956;p25"/>
            <p:cNvSpPr/>
            <p:nvPr/>
          </p:nvSpPr>
          <p:spPr>
            <a:xfrm>
              <a:off x="152402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57" name="Google Shape;8957;p25"/>
            <p:cNvSpPr/>
            <p:nvPr/>
          </p:nvSpPr>
          <p:spPr>
            <a:xfrm>
              <a:off x="190502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58" name="Google Shape;8958;p25"/>
            <p:cNvSpPr/>
            <p:nvPr/>
          </p:nvSpPr>
          <p:spPr>
            <a:xfrm>
              <a:off x="228603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59" name="Google Shape;8959;p25"/>
            <p:cNvSpPr/>
            <p:nvPr/>
          </p:nvSpPr>
          <p:spPr>
            <a:xfrm>
              <a:off x="266703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60" name="Google Shape;8960;p25"/>
            <p:cNvSpPr/>
            <p:nvPr/>
          </p:nvSpPr>
          <p:spPr>
            <a:xfrm>
              <a:off x="304804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61" name="Google Shape;8961;p25"/>
            <p:cNvSpPr/>
            <p:nvPr/>
          </p:nvSpPr>
          <p:spPr>
            <a:xfrm>
              <a:off x="342904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62" name="Google Shape;8962;p25"/>
            <p:cNvSpPr/>
            <p:nvPr/>
          </p:nvSpPr>
          <p:spPr>
            <a:xfrm>
              <a:off x="381005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63" name="Google Shape;8963;p25"/>
            <p:cNvSpPr/>
            <p:nvPr/>
          </p:nvSpPr>
          <p:spPr>
            <a:xfrm>
              <a:off x="419105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64" name="Google Shape;8964;p25"/>
            <p:cNvSpPr/>
            <p:nvPr/>
          </p:nvSpPr>
          <p:spPr>
            <a:xfrm>
              <a:off x="457206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65" name="Google Shape;8965;p25"/>
            <p:cNvSpPr/>
            <p:nvPr/>
          </p:nvSpPr>
          <p:spPr>
            <a:xfrm>
              <a:off x="495306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66" name="Google Shape;8966;p25"/>
            <p:cNvSpPr/>
            <p:nvPr/>
          </p:nvSpPr>
          <p:spPr>
            <a:xfrm>
              <a:off x="533407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67" name="Google Shape;8967;p25"/>
            <p:cNvSpPr/>
            <p:nvPr/>
          </p:nvSpPr>
          <p:spPr>
            <a:xfrm>
              <a:off x="571507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68" name="Google Shape;8968;p25"/>
            <p:cNvSpPr/>
            <p:nvPr/>
          </p:nvSpPr>
          <p:spPr>
            <a:xfrm>
              <a:off x="609608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69" name="Google Shape;8969;p25"/>
            <p:cNvSpPr/>
            <p:nvPr/>
          </p:nvSpPr>
          <p:spPr>
            <a:xfrm>
              <a:off x="647708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70" name="Google Shape;8970;p25"/>
            <p:cNvSpPr/>
            <p:nvPr/>
          </p:nvSpPr>
          <p:spPr>
            <a:xfrm>
              <a:off x="685809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71" name="Google Shape;8971;p25"/>
            <p:cNvSpPr/>
            <p:nvPr/>
          </p:nvSpPr>
          <p:spPr>
            <a:xfrm>
              <a:off x="723909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72" name="Google Shape;8972;p25"/>
            <p:cNvSpPr/>
            <p:nvPr/>
          </p:nvSpPr>
          <p:spPr>
            <a:xfrm>
              <a:off x="7620110" y="411471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73" name="Google Shape;8973;p25"/>
            <p:cNvSpPr/>
            <p:nvPr/>
          </p:nvSpPr>
          <p:spPr>
            <a:xfrm>
              <a:off x="8001115" y="411471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74" name="Google Shape;8974;p25"/>
            <p:cNvSpPr/>
            <p:nvPr/>
          </p:nvSpPr>
          <p:spPr>
            <a:xfrm>
              <a:off x="8382120" y="411471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75" name="Google Shape;8975;p25"/>
            <p:cNvSpPr/>
            <p:nvPr/>
          </p:nvSpPr>
          <p:spPr>
            <a:xfrm>
              <a:off x="8763125" y="411471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76" name="Google Shape;8976;p25"/>
            <p:cNvSpPr/>
            <p:nvPr/>
          </p:nvSpPr>
          <p:spPr>
            <a:xfrm>
              <a:off x="7620110" y="445760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77" name="Google Shape;8977;p25"/>
            <p:cNvSpPr/>
            <p:nvPr/>
          </p:nvSpPr>
          <p:spPr>
            <a:xfrm>
              <a:off x="8001115" y="445760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78" name="Google Shape;8978;p25"/>
            <p:cNvSpPr/>
            <p:nvPr/>
          </p:nvSpPr>
          <p:spPr>
            <a:xfrm>
              <a:off x="8382120" y="445760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79" name="Google Shape;8979;p25"/>
            <p:cNvSpPr/>
            <p:nvPr/>
          </p:nvSpPr>
          <p:spPr>
            <a:xfrm>
              <a:off x="8763125" y="445760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80" name="Google Shape;8980;p25"/>
            <p:cNvSpPr/>
            <p:nvPr/>
          </p:nvSpPr>
          <p:spPr>
            <a:xfrm>
              <a:off x="7620110" y="480049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81" name="Google Shape;8981;p25"/>
            <p:cNvSpPr/>
            <p:nvPr/>
          </p:nvSpPr>
          <p:spPr>
            <a:xfrm>
              <a:off x="8001115" y="480049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82" name="Google Shape;8982;p25"/>
            <p:cNvSpPr/>
            <p:nvPr/>
          </p:nvSpPr>
          <p:spPr>
            <a:xfrm>
              <a:off x="8382120" y="480049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83" name="Google Shape;8983;p25"/>
            <p:cNvSpPr/>
            <p:nvPr/>
          </p:nvSpPr>
          <p:spPr>
            <a:xfrm>
              <a:off x="8763125" y="480049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984" name="Google Shape;8984;p25"/>
          <p:cNvSpPr/>
          <p:nvPr/>
        </p:nvSpPr>
        <p:spPr>
          <a:xfrm flipH="1">
            <a:off x="0" y="0"/>
            <a:ext cx="9144000" cy="5143500"/>
          </a:xfrm>
          <a:prstGeom prst="rtTriangle">
            <a:avLst/>
          </a:prstGeom>
          <a:solidFill>
            <a:srgbClr val="005051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985" name="Google Shape;8985;p25"/>
          <p:cNvGrpSpPr/>
          <p:nvPr/>
        </p:nvGrpSpPr>
        <p:grpSpPr>
          <a:xfrm>
            <a:off x="553048" y="535000"/>
            <a:ext cx="8105852" cy="4302000"/>
            <a:chOff x="553048" y="535000"/>
            <a:chExt cx="8105852" cy="4302000"/>
          </a:xfrm>
        </p:grpSpPr>
        <p:sp>
          <p:nvSpPr>
            <p:cNvPr id="8986" name="Google Shape;8986;p25"/>
            <p:cNvSpPr/>
            <p:nvPr/>
          </p:nvSpPr>
          <p:spPr>
            <a:xfrm>
              <a:off x="942300" y="763600"/>
              <a:ext cx="7716600" cy="4073400"/>
            </a:xfrm>
            <a:prstGeom prst="roundRect">
              <a:avLst>
                <a:gd fmla="val 2480" name="adj"/>
              </a:avLst>
            </a:prstGeom>
            <a:solidFill>
              <a:srgbClr val="222828">
                <a:alpha val="2039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87" name="Google Shape;8987;p25"/>
            <p:cNvSpPr/>
            <p:nvPr/>
          </p:nvSpPr>
          <p:spPr>
            <a:xfrm>
              <a:off x="712275" y="535000"/>
              <a:ext cx="7716600" cy="4073400"/>
            </a:xfrm>
            <a:prstGeom prst="roundRect">
              <a:avLst>
                <a:gd fmla="val 2480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88" name="Google Shape;8988;p25"/>
            <p:cNvSpPr/>
            <p:nvPr/>
          </p:nvSpPr>
          <p:spPr>
            <a:xfrm>
              <a:off x="848698" y="898261"/>
              <a:ext cx="317374" cy="317436"/>
            </a:xfrm>
            <a:custGeom>
              <a:rect b="b" l="l" r="r" t="t"/>
              <a:pathLst>
                <a:path extrusionOk="0" h="15212" w="15209">
                  <a:moveTo>
                    <a:pt x="7604" y="0"/>
                  </a:moveTo>
                  <a:cubicBezTo>
                    <a:pt x="3404" y="0"/>
                    <a:pt x="0" y="3405"/>
                    <a:pt x="0" y="7605"/>
                  </a:cubicBezTo>
                  <a:cubicBezTo>
                    <a:pt x="0" y="11805"/>
                    <a:pt x="3404" y="15212"/>
                    <a:pt x="7604" y="15212"/>
                  </a:cubicBezTo>
                  <a:cubicBezTo>
                    <a:pt x="11804" y="15212"/>
                    <a:pt x="15209" y="11805"/>
                    <a:pt x="15209" y="7605"/>
                  </a:cubicBezTo>
                  <a:cubicBezTo>
                    <a:pt x="15209" y="3405"/>
                    <a:pt x="11804" y="0"/>
                    <a:pt x="760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89" name="Google Shape;8989;p25"/>
            <p:cNvSpPr/>
            <p:nvPr/>
          </p:nvSpPr>
          <p:spPr>
            <a:xfrm>
              <a:off x="553048" y="931482"/>
              <a:ext cx="549400" cy="250994"/>
            </a:xfrm>
            <a:custGeom>
              <a:rect b="b" l="l" r="r" t="t"/>
              <a:pathLst>
                <a:path extrusionOk="0" h="12028" w="26328">
                  <a:moveTo>
                    <a:pt x="1493" y="0"/>
                  </a:moveTo>
                  <a:cubicBezTo>
                    <a:pt x="671" y="0"/>
                    <a:pt x="0" y="668"/>
                    <a:pt x="0" y="1494"/>
                  </a:cubicBezTo>
                  <a:cubicBezTo>
                    <a:pt x="0" y="2319"/>
                    <a:pt x="671" y="2990"/>
                    <a:pt x="1493" y="2990"/>
                  </a:cubicBezTo>
                  <a:lnTo>
                    <a:pt x="19596" y="2990"/>
                  </a:lnTo>
                  <a:cubicBezTo>
                    <a:pt x="21591" y="2990"/>
                    <a:pt x="23340" y="4081"/>
                    <a:pt x="23340" y="5330"/>
                  </a:cubicBezTo>
                  <a:lnTo>
                    <a:pt x="23340" y="6698"/>
                  </a:lnTo>
                  <a:cubicBezTo>
                    <a:pt x="23340" y="7944"/>
                    <a:pt x="21591" y="9038"/>
                    <a:pt x="19596" y="9038"/>
                  </a:cubicBezTo>
                  <a:lnTo>
                    <a:pt x="1493" y="9038"/>
                  </a:lnTo>
                  <a:cubicBezTo>
                    <a:pt x="671" y="9038"/>
                    <a:pt x="0" y="9706"/>
                    <a:pt x="0" y="10532"/>
                  </a:cubicBezTo>
                  <a:cubicBezTo>
                    <a:pt x="0" y="11357"/>
                    <a:pt x="671" y="12028"/>
                    <a:pt x="1493" y="12028"/>
                  </a:cubicBezTo>
                  <a:lnTo>
                    <a:pt x="19596" y="12028"/>
                  </a:lnTo>
                  <a:lnTo>
                    <a:pt x="19596" y="12025"/>
                  </a:lnTo>
                  <a:cubicBezTo>
                    <a:pt x="23370" y="12025"/>
                    <a:pt x="26327" y="9685"/>
                    <a:pt x="26327" y="6695"/>
                  </a:cubicBezTo>
                  <a:lnTo>
                    <a:pt x="26327" y="5327"/>
                  </a:lnTo>
                  <a:cubicBezTo>
                    <a:pt x="26327" y="2340"/>
                    <a:pt x="23370" y="0"/>
                    <a:pt x="19596" y="0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90" name="Google Shape;8990;p25"/>
            <p:cNvSpPr/>
            <p:nvPr/>
          </p:nvSpPr>
          <p:spPr>
            <a:xfrm>
              <a:off x="848698" y="1332681"/>
              <a:ext cx="317374" cy="317457"/>
            </a:xfrm>
            <a:custGeom>
              <a:rect b="b" l="l" r="r" t="t"/>
              <a:pathLst>
                <a:path extrusionOk="0" h="15213" w="15209">
                  <a:moveTo>
                    <a:pt x="7604" y="1"/>
                  </a:moveTo>
                  <a:cubicBezTo>
                    <a:pt x="3404" y="1"/>
                    <a:pt x="0" y="3408"/>
                    <a:pt x="0" y="7608"/>
                  </a:cubicBezTo>
                  <a:cubicBezTo>
                    <a:pt x="0" y="11808"/>
                    <a:pt x="3404" y="15212"/>
                    <a:pt x="7604" y="15212"/>
                  </a:cubicBezTo>
                  <a:cubicBezTo>
                    <a:pt x="11804" y="15212"/>
                    <a:pt x="15209" y="11808"/>
                    <a:pt x="15209" y="7608"/>
                  </a:cubicBezTo>
                  <a:cubicBezTo>
                    <a:pt x="15209" y="3408"/>
                    <a:pt x="11804" y="1"/>
                    <a:pt x="760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91" name="Google Shape;8991;p25"/>
            <p:cNvSpPr/>
            <p:nvPr/>
          </p:nvSpPr>
          <p:spPr>
            <a:xfrm>
              <a:off x="553048" y="1365902"/>
              <a:ext cx="549400" cy="251015"/>
            </a:xfrm>
            <a:custGeom>
              <a:rect b="b" l="l" r="r" t="t"/>
              <a:pathLst>
                <a:path extrusionOk="0" h="12029" w="26328">
                  <a:moveTo>
                    <a:pt x="1493" y="1"/>
                  </a:moveTo>
                  <a:cubicBezTo>
                    <a:pt x="671" y="1"/>
                    <a:pt x="0" y="671"/>
                    <a:pt x="0" y="1497"/>
                  </a:cubicBezTo>
                  <a:cubicBezTo>
                    <a:pt x="0" y="2320"/>
                    <a:pt x="671" y="2990"/>
                    <a:pt x="1493" y="2990"/>
                  </a:cubicBezTo>
                  <a:lnTo>
                    <a:pt x="19596" y="2990"/>
                  </a:lnTo>
                  <a:cubicBezTo>
                    <a:pt x="21591" y="2990"/>
                    <a:pt x="23340" y="4084"/>
                    <a:pt x="23340" y="5330"/>
                  </a:cubicBezTo>
                  <a:lnTo>
                    <a:pt x="23340" y="6699"/>
                  </a:lnTo>
                  <a:cubicBezTo>
                    <a:pt x="23340" y="7948"/>
                    <a:pt x="21591" y="9042"/>
                    <a:pt x="19596" y="9042"/>
                  </a:cubicBezTo>
                  <a:lnTo>
                    <a:pt x="1493" y="9042"/>
                  </a:lnTo>
                  <a:cubicBezTo>
                    <a:pt x="671" y="9042"/>
                    <a:pt x="0" y="9709"/>
                    <a:pt x="0" y="10535"/>
                  </a:cubicBezTo>
                  <a:cubicBezTo>
                    <a:pt x="0" y="11361"/>
                    <a:pt x="671" y="12028"/>
                    <a:pt x="1493" y="12028"/>
                  </a:cubicBezTo>
                  <a:lnTo>
                    <a:pt x="19596" y="12028"/>
                  </a:lnTo>
                  <a:cubicBezTo>
                    <a:pt x="23370" y="12028"/>
                    <a:pt x="26327" y="9688"/>
                    <a:pt x="26327" y="6699"/>
                  </a:cubicBezTo>
                  <a:lnTo>
                    <a:pt x="26327" y="5330"/>
                  </a:lnTo>
                  <a:cubicBezTo>
                    <a:pt x="26327" y="2344"/>
                    <a:pt x="23370" y="1"/>
                    <a:pt x="19596" y="1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92" name="Google Shape;8992;p25"/>
            <p:cNvSpPr/>
            <p:nvPr/>
          </p:nvSpPr>
          <p:spPr>
            <a:xfrm>
              <a:off x="848698" y="1767184"/>
              <a:ext cx="317374" cy="317436"/>
            </a:xfrm>
            <a:custGeom>
              <a:rect b="b" l="l" r="r" t="t"/>
              <a:pathLst>
                <a:path extrusionOk="0" h="15212" w="15209">
                  <a:moveTo>
                    <a:pt x="7604" y="0"/>
                  </a:moveTo>
                  <a:cubicBezTo>
                    <a:pt x="3404" y="0"/>
                    <a:pt x="0" y="3404"/>
                    <a:pt x="0" y="7605"/>
                  </a:cubicBezTo>
                  <a:cubicBezTo>
                    <a:pt x="0" y="11805"/>
                    <a:pt x="3404" y="15212"/>
                    <a:pt x="7604" y="15212"/>
                  </a:cubicBezTo>
                  <a:cubicBezTo>
                    <a:pt x="11804" y="15212"/>
                    <a:pt x="15209" y="11805"/>
                    <a:pt x="15209" y="7605"/>
                  </a:cubicBezTo>
                  <a:cubicBezTo>
                    <a:pt x="15209" y="3404"/>
                    <a:pt x="11804" y="0"/>
                    <a:pt x="760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93" name="Google Shape;8993;p25"/>
            <p:cNvSpPr/>
            <p:nvPr/>
          </p:nvSpPr>
          <p:spPr>
            <a:xfrm>
              <a:off x="553048" y="1800405"/>
              <a:ext cx="549400" cy="250994"/>
            </a:xfrm>
            <a:custGeom>
              <a:rect b="b" l="l" r="r" t="t"/>
              <a:pathLst>
                <a:path extrusionOk="0" h="12028" w="26328">
                  <a:moveTo>
                    <a:pt x="1493" y="0"/>
                  </a:moveTo>
                  <a:cubicBezTo>
                    <a:pt x="671" y="0"/>
                    <a:pt x="0" y="668"/>
                    <a:pt x="0" y="1493"/>
                  </a:cubicBezTo>
                  <a:cubicBezTo>
                    <a:pt x="0" y="2319"/>
                    <a:pt x="671" y="2990"/>
                    <a:pt x="1493" y="2990"/>
                  </a:cubicBezTo>
                  <a:lnTo>
                    <a:pt x="19596" y="2990"/>
                  </a:lnTo>
                  <a:cubicBezTo>
                    <a:pt x="21591" y="2990"/>
                    <a:pt x="23340" y="4081"/>
                    <a:pt x="23340" y="5330"/>
                  </a:cubicBezTo>
                  <a:lnTo>
                    <a:pt x="23340" y="6695"/>
                  </a:lnTo>
                  <a:cubicBezTo>
                    <a:pt x="23340" y="7944"/>
                    <a:pt x="21591" y="9038"/>
                    <a:pt x="19596" y="9038"/>
                  </a:cubicBezTo>
                  <a:lnTo>
                    <a:pt x="1493" y="9038"/>
                  </a:lnTo>
                  <a:cubicBezTo>
                    <a:pt x="671" y="9038"/>
                    <a:pt x="0" y="9706"/>
                    <a:pt x="0" y="10532"/>
                  </a:cubicBezTo>
                  <a:cubicBezTo>
                    <a:pt x="0" y="11357"/>
                    <a:pt x="671" y="12028"/>
                    <a:pt x="1493" y="12028"/>
                  </a:cubicBezTo>
                  <a:lnTo>
                    <a:pt x="19596" y="12028"/>
                  </a:lnTo>
                  <a:lnTo>
                    <a:pt x="19596" y="12025"/>
                  </a:lnTo>
                  <a:cubicBezTo>
                    <a:pt x="23370" y="12025"/>
                    <a:pt x="26327" y="9685"/>
                    <a:pt x="26327" y="6695"/>
                  </a:cubicBezTo>
                  <a:lnTo>
                    <a:pt x="26327" y="5327"/>
                  </a:lnTo>
                  <a:cubicBezTo>
                    <a:pt x="26327" y="2340"/>
                    <a:pt x="23370" y="0"/>
                    <a:pt x="19596" y="0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94" name="Google Shape;8994;p25"/>
            <p:cNvSpPr/>
            <p:nvPr/>
          </p:nvSpPr>
          <p:spPr>
            <a:xfrm>
              <a:off x="848698" y="2201603"/>
              <a:ext cx="317374" cy="317457"/>
            </a:xfrm>
            <a:custGeom>
              <a:rect b="b" l="l" r="r" t="t"/>
              <a:pathLst>
                <a:path extrusionOk="0" h="15213" w="15209">
                  <a:moveTo>
                    <a:pt x="7604" y="1"/>
                  </a:moveTo>
                  <a:cubicBezTo>
                    <a:pt x="3404" y="1"/>
                    <a:pt x="0" y="3405"/>
                    <a:pt x="0" y="7608"/>
                  </a:cubicBezTo>
                  <a:cubicBezTo>
                    <a:pt x="0" y="11808"/>
                    <a:pt x="3404" y="15212"/>
                    <a:pt x="7604" y="15212"/>
                  </a:cubicBezTo>
                  <a:cubicBezTo>
                    <a:pt x="11804" y="15212"/>
                    <a:pt x="15209" y="11808"/>
                    <a:pt x="15209" y="7608"/>
                  </a:cubicBezTo>
                  <a:cubicBezTo>
                    <a:pt x="15209" y="3405"/>
                    <a:pt x="11804" y="1"/>
                    <a:pt x="760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95" name="Google Shape;8995;p25"/>
            <p:cNvSpPr/>
            <p:nvPr/>
          </p:nvSpPr>
          <p:spPr>
            <a:xfrm>
              <a:off x="553048" y="2234824"/>
              <a:ext cx="549400" cy="251015"/>
            </a:xfrm>
            <a:custGeom>
              <a:rect b="b" l="l" r="r" t="t"/>
              <a:pathLst>
                <a:path extrusionOk="0" h="12029" w="26328">
                  <a:moveTo>
                    <a:pt x="1493" y="1"/>
                  </a:moveTo>
                  <a:cubicBezTo>
                    <a:pt x="671" y="1"/>
                    <a:pt x="0" y="668"/>
                    <a:pt x="0" y="1494"/>
                  </a:cubicBezTo>
                  <a:cubicBezTo>
                    <a:pt x="0" y="2320"/>
                    <a:pt x="671" y="2990"/>
                    <a:pt x="1493" y="2990"/>
                  </a:cubicBezTo>
                  <a:lnTo>
                    <a:pt x="19596" y="2990"/>
                  </a:lnTo>
                  <a:cubicBezTo>
                    <a:pt x="21591" y="2990"/>
                    <a:pt x="23340" y="4084"/>
                    <a:pt x="23340" y="5330"/>
                  </a:cubicBezTo>
                  <a:lnTo>
                    <a:pt x="23340" y="6699"/>
                  </a:lnTo>
                  <a:cubicBezTo>
                    <a:pt x="23340" y="7945"/>
                    <a:pt x="21591" y="9039"/>
                    <a:pt x="19596" y="9039"/>
                  </a:cubicBezTo>
                  <a:lnTo>
                    <a:pt x="1493" y="9039"/>
                  </a:lnTo>
                  <a:cubicBezTo>
                    <a:pt x="671" y="9039"/>
                    <a:pt x="0" y="9706"/>
                    <a:pt x="0" y="10532"/>
                  </a:cubicBezTo>
                  <a:cubicBezTo>
                    <a:pt x="0" y="11358"/>
                    <a:pt x="671" y="12028"/>
                    <a:pt x="1493" y="12028"/>
                  </a:cubicBezTo>
                  <a:lnTo>
                    <a:pt x="19596" y="12028"/>
                  </a:lnTo>
                  <a:lnTo>
                    <a:pt x="19596" y="12025"/>
                  </a:lnTo>
                  <a:cubicBezTo>
                    <a:pt x="23370" y="12025"/>
                    <a:pt x="26327" y="9685"/>
                    <a:pt x="26327" y="6699"/>
                  </a:cubicBezTo>
                  <a:lnTo>
                    <a:pt x="26327" y="5330"/>
                  </a:lnTo>
                  <a:cubicBezTo>
                    <a:pt x="26327" y="2341"/>
                    <a:pt x="23370" y="1"/>
                    <a:pt x="19596" y="1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96" name="Google Shape;8996;p25"/>
            <p:cNvSpPr/>
            <p:nvPr/>
          </p:nvSpPr>
          <p:spPr>
            <a:xfrm>
              <a:off x="848698" y="2636106"/>
              <a:ext cx="317374" cy="317374"/>
            </a:xfrm>
            <a:custGeom>
              <a:rect b="b" l="l" r="r" t="t"/>
              <a:pathLst>
                <a:path extrusionOk="0" h="15209" w="15209">
                  <a:moveTo>
                    <a:pt x="7604" y="0"/>
                  </a:moveTo>
                  <a:cubicBezTo>
                    <a:pt x="3404" y="0"/>
                    <a:pt x="0" y="3404"/>
                    <a:pt x="0" y="7604"/>
                  </a:cubicBezTo>
                  <a:cubicBezTo>
                    <a:pt x="0" y="11805"/>
                    <a:pt x="3404" y="15209"/>
                    <a:pt x="7604" y="15209"/>
                  </a:cubicBezTo>
                  <a:cubicBezTo>
                    <a:pt x="11804" y="15209"/>
                    <a:pt x="15209" y="11805"/>
                    <a:pt x="15209" y="7604"/>
                  </a:cubicBezTo>
                  <a:cubicBezTo>
                    <a:pt x="15209" y="3404"/>
                    <a:pt x="11804" y="0"/>
                    <a:pt x="760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97" name="Google Shape;8997;p25"/>
            <p:cNvSpPr/>
            <p:nvPr/>
          </p:nvSpPr>
          <p:spPr>
            <a:xfrm>
              <a:off x="553048" y="2669265"/>
              <a:ext cx="549400" cy="250994"/>
            </a:xfrm>
            <a:custGeom>
              <a:rect b="b" l="l" r="r" t="t"/>
              <a:pathLst>
                <a:path extrusionOk="0" h="12028" w="26328">
                  <a:moveTo>
                    <a:pt x="1493" y="0"/>
                  </a:moveTo>
                  <a:cubicBezTo>
                    <a:pt x="671" y="0"/>
                    <a:pt x="0" y="671"/>
                    <a:pt x="0" y="1496"/>
                  </a:cubicBezTo>
                  <a:cubicBezTo>
                    <a:pt x="0" y="2322"/>
                    <a:pt x="671" y="2990"/>
                    <a:pt x="1493" y="2990"/>
                  </a:cubicBezTo>
                  <a:lnTo>
                    <a:pt x="19596" y="2990"/>
                  </a:lnTo>
                  <a:cubicBezTo>
                    <a:pt x="21591" y="2990"/>
                    <a:pt x="23340" y="4084"/>
                    <a:pt x="23340" y="5330"/>
                  </a:cubicBezTo>
                  <a:lnTo>
                    <a:pt x="23340" y="6698"/>
                  </a:lnTo>
                  <a:cubicBezTo>
                    <a:pt x="23340" y="7947"/>
                    <a:pt x="21591" y="9041"/>
                    <a:pt x="19596" y="9041"/>
                  </a:cubicBezTo>
                  <a:lnTo>
                    <a:pt x="1493" y="9041"/>
                  </a:lnTo>
                  <a:cubicBezTo>
                    <a:pt x="671" y="9041"/>
                    <a:pt x="0" y="9709"/>
                    <a:pt x="0" y="10534"/>
                  </a:cubicBezTo>
                  <a:cubicBezTo>
                    <a:pt x="0" y="11360"/>
                    <a:pt x="671" y="12028"/>
                    <a:pt x="1493" y="12028"/>
                  </a:cubicBezTo>
                  <a:lnTo>
                    <a:pt x="19596" y="12028"/>
                  </a:lnTo>
                  <a:cubicBezTo>
                    <a:pt x="23370" y="12028"/>
                    <a:pt x="26327" y="9688"/>
                    <a:pt x="26327" y="6698"/>
                  </a:cubicBezTo>
                  <a:lnTo>
                    <a:pt x="26327" y="5330"/>
                  </a:lnTo>
                  <a:cubicBezTo>
                    <a:pt x="26327" y="2343"/>
                    <a:pt x="23370" y="0"/>
                    <a:pt x="19596" y="0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98" name="Google Shape;8998;p25"/>
            <p:cNvSpPr/>
            <p:nvPr/>
          </p:nvSpPr>
          <p:spPr>
            <a:xfrm>
              <a:off x="848698" y="3070526"/>
              <a:ext cx="317374" cy="317457"/>
            </a:xfrm>
            <a:custGeom>
              <a:rect b="b" l="l" r="r" t="t"/>
              <a:pathLst>
                <a:path extrusionOk="0" h="15213" w="15209">
                  <a:moveTo>
                    <a:pt x="7604" y="1"/>
                  </a:moveTo>
                  <a:cubicBezTo>
                    <a:pt x="3404" y="1"/>
                    <a:pt x="0" y="3405"/>
                    <a:pt x="0" y="7605"/>
                  </a:cubicBezTo>
                  <a:cubicBezTo>
                    <a:pt x="0" y="11805"/>
                    <a:pt x="3404" y="15212"/>
                    <a:pt x="7604" y="15212"/>
                  </a:cubicBezTo>
                  <a:cubicBezTo>
                    <a:pt x="11804" y="15212"/>
                    <a:pt x="15209" y="11805"/>
                    <a:pt x="15209" y="7605"/>
                  </a:cubicBezTo>
                  <a:cubicBezTo>
                    <a:pt x="15209" y="3405"/>
                    <a:pt x="11804" y="1"/>
                    <a:pt x="760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99" name="Google Shape;8999;p25"/>
            <p:cNvSpPr/>
            <p:nvPr/>
          </p:nvSpPr>
          <p:spPr>
            <a:xfrm>
              <a:off x="553048" y="3103747"/>
              <a:ext cx="549400" cy="251015"/>
            </a:xfrm>
            <a:custGeom>
              <a:rect b="b" l="l" r="r" t="t"/>
              <a:pathLst>
                <a:path extrusionOk="0" h="12029" w="26328">
                  <a:moveTo>
                    <a:pt x="1493" y="0"/>
                  </a:moveTo>
                  <a:cubicBezTo>
                    <a:pt x="671" y="0"/>
                    <a:pt x="0" y="668"/>
                    <a:pt x="0" y="1494"/>
                  </a:cubicBezTo>
                  <a:cubicBezTo>
                    <a:pt x="0" y="2320"/>
                    <a:pt x="671" y="2987"/>
                    <a:pt x="1493" y="2987"/>
                  </a:cubicBezTo>
                  <a:lnTo>
                    <a:pt x="19596" y="2987"/>
                  </a:lnTo>
                  <a:cubicBezTo>
                    <a:pt x="21591" y="2987"/>
                    <a:pt x="23340" y="4081"/>
                    <a:pt x="23340" y="5330"/>
                  </a:cubicBezTo>
                  <a:lnTo>
                    <a:pt x="23340" y="6696"/>
                  </a:lnTo>
                  <a:cubicBezTo>
                    <a:pt x="23340" y="7945"/>
                    <a:pt x="21591" y="9039"/>
                    <a:pt x="19596" y="9039"/>
                  </a:cubicBezTo>
                  <a:lnTo>
                    <a:pt x="1493" y="9039"/>
                  </a:lnTo>
                  <a:cubicBezTo>
                    <a:pt x="671" y="9039"/>
                    <a:pt x="0" y="9706"/>
                    <a:pt x="0" y="10532"/>
                  </a:cubicBezTo>
                  <a:cubicBezTo>
                    <a:pt x="0" y="11358"/>
                    <a:pt x="671" y="12028"/>
                    <a:pt x="1493" y="12028"/>
                  </a:cubicBezTo>
                  <a:lnTo>
                    <a:pt x="19596" y="12028"/>
                  </a:lnTo>
                  <a:lnTo>
                    <a:pt x="19596" y="12025"/>
                  </a:lnTo>
                  <a:cubicBezTo>
                    <a:pt x="23370" y="12025"/>
                    <a:pt x="26327" y="9685"/>
                    <a:pt x="26327" y="6696"/>
                  </a:cubicBezTo>
                  <a:lnTo>
                    <a:pt x="26327" y="5330"/>
                  </a:lnTo>
                  <a:cubicBezTo>
                    <a:pt x="26327" y="2340"/>
                    <a:pt x="23370" y="0"/>
                    <a:pt x="19596" y="0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00" name="Google Shape;9000;p25"/>
            <p:cNvSpPr/>
            <p:nvPr/>
          </p:nvSpPr>
          <p:spPr>
            <a:xfrm>
              <a:off x="848698" y="3504966"/>
              <a:ext cx="317374" cy="317436"/>
            </a:xfrm>
            <a:custGeom>
              <a:rect b="b" l="l" r="r" t="t"/>
              <a:pathLst>
                <a:path extrusionOk="0" h="15212" w="15209">
                  <a:moveTo>
                    <a:pt x="7604" y="0"/>
                  </a:moveTo>
                  <a:cubicBezTo>
                    <a:pt x="3404" y="0"/>
                    <a:pt x="0" y="3407"/>
                    <a:pt x="0" y="7607"/>
                  </a:cubicBezTo>
                  <a:cubicBezTo>
                    <a:pt x="0" y="11807"/>
                    <a:pt x="3404" y="15212"/>
                    <a:pt x="7604" y="15212"/>
                  </a:cubicBezTo>
                  <a:cubicBezTo>
                    <a:pt x="11804" y="15212"/>
                    <a:pt x="15209" y="11807"/>
                    <a:pt x="15209" y="7607"/>
                  </a:cubicBezTo>
                  <a:cubicBezTo>
                    <a:pt x="15209" y="3407"/>
                    <a:pt x="11804" y="0"/>
                    <a:pt x="760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01" name="Google Shape;9001;p25"/>
            <p:cNvSpPr/>
            <p:nvPr/>
          </p:nvSpPr>
          <p:spPr>
            <a:xfrm>
              <a:off x="553048" y="3538167"/>
              <a:ext cx="549400" cy="251015"/>
            </a:xfrm>
            <a:custGeom>
              <a:rect b="b" l="l" r="r" t="t"/>
              <a:pathLst>
                <a:path extrusionOk="0" h="12029" w="26328">
                  <a:moveTo>
                    <a:pt x="1493" y="1"/>
                  </a:moveTo>
                  <a:cubicBezTo>
                    <a:pt x="671" y="1"/>
                    <a:pt x="0" y="672"/>
                    <a:pt x="0" y="1497"/>
                  </a:cubicBezTo>
                  <a:cubicBezTo>
                    <a:pt x="0" y="2320"/>
                    <a:pt x="671" y="2991"/>
                    <a:pt x="1493" y="2991"/>
                  </a:cubicBezTo>
                  <a:lnTo>
                    <a:pt x="19596" y="2991"/>
                  </a:lnTo>
                  <a:cubicBezTo>
                    <a:pt x="21591" y="2991"/>
                    <a:pt x="23340" y="4085"/>
                    <a:pt x="23340" y="5331"/>
                  </a:cubicBezTo>
                  <a:lnTo>
                    <a:pt x="23340" y="6699"/>
                  </a:lnTo>
                  <a:cubicBezTo>
                    <a:pt x="23340" y="7948"/>
                    <a:pt x="21591" y="9042"/>
                    <a:pt x="19596" y="9042"/>
                  </a:cubicBezTo>
                  <a:lnTo>
                    <a:pt x="1493" y="9042"/>
                  </a:lnTo>
                  <a:cubicBezTo>
                    <a:pt x="671" y="9042"/>
                    <a:pt x="0" y="9710"/>
                    <a:pt x="0" y="10535"/>
                  </a:cubicBezTo>
                  <a:cubicBezTo>
                    <a:pt x="0" y="11361"/>
                    <a:pt x="671" y="12029"/>
                    <a:pt x="1493" y="12029"/>
                  </a:cubicBezTo>
                  <a:lnTo>
                    <a:pt x="19596" y="12029"/>
                  </a:lnTo>
                  <a:cubicBezTo>
                    <a:pt x="23370" y="12029"/>
                    <a:pt x="26327" y="9689"/>
                    <a:pt x="26327" y="6699"/>
                  </a:cubicBezTo>
                  <a:lnTo>
                    <a:pt x="26327" y="5331"/>
                  </a:lnTo>
                  <a:cubicBezTo>
                    <a:pt x="26327" y="2344"/>
                    <a:pt x="23370" y="1"/>
                    <a:pt x="19596" y="1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02" name="Google Shape;9002;p25"/>
            <p:cNvSpPr/>
            <p:nvPr/>
          </p:nvSpPr>
          <p:spPr>
            <a:xfrm>
              <a:off x="848698" y="3939449"/>
              <a:ext cx="317374" cy="317395"/>
            </a:xfrm>
            <a:custGeom>
              <a:rect b="b" l="l" r="r" t="t"/>
              <a:pathLst>
                <a:path extrusionOk="0" h="15210" w="15209">
                  <a:moveTo>
                    <a:pt x="7604" y="1"/>
                  </a:moveTo>
                  <a:cubicBezTo>
                    <a:pt x="3404" y="1"/>
                    <a:pt x="0" y="3405"/>
                    <a:pt x="0" y="7605"/>
                  </a:cubicBezTo>
                  <a:cubicBezTo>
                    <a:pt x="0" y="11805"/>
                    <a:pt x="3404" y="15209"/>
                    <a:pt x="7604" y="15209"/>
                  </a:cubicBezTo>
                  <a:cubicBezTo>
                    <a:pt x="11804" y="15209"/>
                    <a:pt x="15209" y="11805"/>
                    <a:pt x="15209" y="7605"/>
                  </a:cubicBezTo>
                  <a:cubicBezTo>
                    <a:pt x="15209" y="3405"/>
                    <a:pt x="11804" y="1"/>
                    <a:pt x="760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03" name="Google Shape;9003;p25"/>
            <p:cNvSpPr/>
            <p:nvPr/>
          </p:nvSpPr>
          <p:spPr>
            <a:xfrm>
              <a:off x="553048" y="3972670"/>
              <a:ext cx="549400" cy="251015"/>
            </a:xfrm>
            <a:custGeom>
              <a:rect b="b" l="l" r="r" t="t"/>
              <a:pathLst>
                <a:path extrusionOk="0" h="12029" w="26328">
                  <a:moveTo>
                    <a:pt x="1493" y="0"/>
                  </a:moveTo>
                  <a:cubicBezTo>
                    <a:pt x="671" y="0"/>
                    <a:pt x="0" y="668"/>
                    <a:pt x="0" y="1494"/>
                  </a:cubicBezTo>
                  <a:cubicBezTo>
                    <a:pt x="0" y="2320"/>
                    <a:pt x="671" y="2990"/>
                    <a:pt x="1493" y="2990"/>
                  </a:cubicBezTo>
                  <a:lnTo>
                    <a:pt x="19596" y="2990"/>
                  </a:lnTo>
                  <a:cubicBezTo>
                    <a:pt x="21591" y="2990"/>
                    <a:pt x="23340" y="4081"/>
                    <a:pt x="23340" y="5330"/>
                  </a:cubicBezTo>
                  <a:lnTo>
                    <a:pt x="23340" y="6695"/>
                  </a:lnTo>
                  <a:cubicBezTo>
                    <a:pt x="23340" y="7944"/>
                    <a:pt x="21591" y="9038"/>
                    <a:pt x="19596" y="9038"/>
                  </a:cubicBezTo>
                  <a:lnTo>
                    <a:pt x="1493" y="9038"/>
                  </a:lnTo>
                  <a:cubicBezTo>
                    <a:pt x="671" y="9038"/>
                    <a:pt x="0" y="9706"/>
                    <a:pt x="0" y="10532"/>
                  </a:cubicBezTo>
                  <a:cubicBezTo>
                    <a:pt x="0" y="11358"/>
                    <a:pt x="671" y="12028"/>
                    <a:pt x="1493" y="12028"/>
                  </a:cubicBezTo>
                  <a:lnTo>
                    <a:pt x="19596" y="12028"/>
                  </a:lnTo>
                  <a:lnTo>
                    <a:pt x="19596" y="12025"/>
                  </a:lnTo>
                  <a:cubicBezTo>
                    <a:pt x="23370" y="12025"/>
                    <a:pt x="26327" y="9685"/>
                    <a:pt x="26327" y="6695"/>
                  </a:cubicBezTo>
                  <a:lnTo>
                    <a:pt x="26327" y="5327"/>
                  </a:lnTo>
                  <a:cubicBezTo>
                    <a:pt x="26327" y="2340"/>
                    <a:pt x="23370" y="0"/>
                    <a:pt x="19596" y="0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004" name="Google Shape;9004;p25"/>
          <p:cNvSpPr txBox="1"/>
          <p:nvPr>
            <p:ph type="ctrTitle"/>
          </p:nvPr>
        </p:nvSpPr>
        <p:spPr>
          <a:xfrm>
            <a:off x="2788950" y="685350"/>
            <a:ext cx="3684300" cy="94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9005" name="Google Shape;9005;p25"/>
          <p:cNvSpPr txBox="1"/>
          <p:nvPr>
            <p:ph idx="1" type="subTitle"/>
          </p:nvPr>
        </p:nvSpPr>
        <p:spPr>
          <a:xfrm>
            <a:off x="2788950" y="1482750"/>
            <a:ext cx="3684300" cy="129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006" name="Google Shape;9006;p25"/>
          <p:cNvSpPr/>
          <p:nvPr/>
        </p:nvSpPr>
        <p:spPr>
          <a:xfrm>
            <a:off x="1571775" y="3336113"/>
            <a:ext cx="176025" cy="165050"/>
          </a:xfrm>
          <a:custGeom>
            <a:rect b="b" l="l" r="r" t="t"/>
            <a:pathLst>
              <a:path extrusionOk="0" h="6602" w="7041">
                <a:moveTo>
                  <a:pt x="4935" y="1378"/>
                </a:moveTo>
                <a:cubicBezTo>
                  <a:pt x="4939" y="1380"/>
                  <a:pt x="4948" y="1387"/>
                  <a:pt x="4965" y="1400"/>
                </a:cubicBezTo>
                <a:cubicBezTo>
                  <a:pt x="4955" y="1392"/>
                  <a:pt x="4945" y="1385"/>
                  <a:pt x="4935" y="1378"/>
                </a:cubicBezTo>
                <a:close/>
                <a:moveTo>
                  <a:pt x="1630" y="1762"/>
                </a:moveTo>
                <a:lnTo>
                  <a:pt x="1630" y="1762"/>
                </a:lnTo>
                <a:cubicBezTo>
                  <a:pt x="1621" y="1773"/>
                  <a:pt x="1618" y="1778"/>
                  <a:pt x="1618" y="1778"/>
                </a:cubicBezTo>
                <a:cubicBezTo>
                  <a:pt x="1618" y="1778"/>
                  <a:pt x="1623" y="1771"/>
                  <a:pt x="1630" y="1762"/>
                </a:cubicBezTo>
                <a:close/>
                <a:moveTo>
                  <a:pt x="3639" y="986"/>
                </a:moveTo>
                <a:cubicBezTo>
                  <a:pt x="4036" y="986"/>
                  <a:pt x="4418" y="1072"/>
                  <a:pt x="4734" y="1250"/>
                </a:cubicBezTo>
                <a:cubicBezTo>
                  <a:pt x="4786" y="1280"/>
                  <a:pt x="4839" y="1313"/>
                  <a:pt x="4890" y="1347"/>
                </a:cubicBezTo>
                <a:cubicBezTo>
                  <a:pt x="4906" y="1357"/>
                  <a:pt x="4921" y="1367"/>
                  <a:pt x="4935" y="1378"/>
                </a:cubicBezTo>
                <a:lnTo>
                  <a:pt x="4935" y="1378"/>
                </a:lnTo>
                <a:cubicBezTo>
                  <a:pt x="4934" y="1377"/>
                  <a:pt x="4933" y="1376"/>
                  <a:pt x="4933" y="1376"/>
                </a:cubicBezTo>
                <a:lnTo>
                  <a:pt x="4933" y="1376"/>
                </a:lnTo>
                <a:cubicBezTo>
                  <a:pt x="4934" y="1376"/>
                  <a:pt x="4964" y="1397"/>
                  <a:pt x="4972" y="1404"/>
                </a:cubicBezTo>
                <a:cubicBezTo>
                  <a:pt x="5081" y="1495"/>
                  <a:pt x="5182" y="1594"/>
                  <a:pt x="5275" y="1701"/>
                </a:cubicBezTo>
                <a:cubicBezTo>
                  <a:pt x="5296" y="1724"/>
                  <a:pt x="5315" y="1747"/>
                  <a:pt x="5332" y="1771"/>
                </a:cubicBezTo>
                <a:cubicBezTo>
                  <a:pt x="5336" y="1776"/>
                  <a:pt x="5339" y="1780"/>
                  <a:pt x="5342" y="1782"/>
                </a:cubicBezTo>
                <a:lnTo>
                  <a:pt x="5342" y="1782"/>
                </a:lnTo>
                <a:cubicBezTo>
                  <a:pt x="5378" y="1835"/>
                  <a:pt x="5414" y="1889"/>
                  <a:pt x="5446" y="1943"/>
                </a:cubicBezTo>
                <a:cubicBezTo>
                  <a:pt x="5477" y="1994"/>
                  <a:pt x="5507" y="2045"/>
                  <a:pt x="5534" y="2097"/>
                </a:cubicBezTo>
                <a:cubicBezTo>
                  <a:pt x="5548" y="2126"/>
                  <a:pt x="5603" y="2244"/>
                  <a:pt x="5604" y="2244"/>
                </a:cubicBezTo>
                <a:cubicBezTo>
                  <a:pt x="5605" y="2244"/>
                  <a:pt x="5604" y="2244"/>
                  <a:pt x="5604" y="2242"/>
                </a:cubicBezTo>
                <a:lnTo>
                  <a:pt x="5604" y="2242"/>
                </a:lnTo>
                <a:cubicBezTo>
                  <a:pt x="5646" y="2347"/>
                  <a:pt x="5682" y="2454"/>
                  <a:pt x="5711" y="2561"/>
                </a:cubicBezTo>
                <a:cubicBezTo>
                  <a:pt x="5726" y="2620"/>
                  <a:pt x="5741" y="2679"/>
                  <a:pt x="5751" y="2738"/>
                </a:cubicBezTo>
                <a:cubicBezTo>
                  <a:pt x="5756" y="2758"/>
                  <a:pt x="5778" y="2901"/>
                  <a:pt x="5781" y="2901"/>
                </a:cubicBezTo>
                <a:cubicBezTo>
                  <a:pt x="5781" y="2901"/>
                  <a:pt x="5781" y="2892"/>
                  <a:pt x="5779" y="2872"/>
                </a:cubicBezTo>
                <a:lnTo>
                  <a:pt x="5779" y="2872"/>
                </a:lnTo>
                <a:cubicBezTo>
                  <a:pt x="5793" y="2999"/>
                  <a:pt x="5800" y="3127"/>
                  <a:pt x="5800" y="3256"/>
                </a:cubicBezTo>
                <a:cubicBezTo>
                  <a:pt x="5798" y="3323"/>
                  <a:pt x="5796" y="3393"/>
                  <a:pt x="5791" y="3460"/>
                </a:cubicBezTo>
                <a:cubicBezTo>
                  <a:pt x="5787" y="3518"/>
                  <a:pt x="5781" y="3572"/>
                  <a:pt x="5780" y="3582"/>
                </a:cubicBezTo>
                <a:lnTo>
                  <a:pt x="5780" y="3582"/>
                </a:lnTo>
                <a:cubicBezTo>
                  <a:pt x="5759" y="3706"/>
                  <a:pt x="5734" y="3831"/>
                  <a:pt x="5699" y="3953"/>
                </a:cubicBezTo>
                <a:cubicBezTo>
                  <a:pt x="5682" y="4012"/>
                  <a:pt x="5663" y="4069"/>
                  <a:pt x="5642" y="4126"/>
                </a:cubicBezTo>
                <a:cubicBezTo>
                  <a:pt x="5631" y="4155"/>
                  <a:pt x="5621" y="4183"/>
                  <a:pt x="5610" y="4212"/>
                </a:cubicBezTo>
                <a:cubicBezTo>
                  <a:pt x="5606" y="4223"/>
                  <a:pt x="5602" y="4232"/>
                  <a:pt x="5600" y="4238"/>
                </a:cubicBezTo>
                <a:lnTo>
                  <a:pt x="5600" y="4238"/>
                </a:lnTo>
                <a:cubicBezTo>
                  <a:pt x="5597" y="4244"/>
                  <a:pt x="5593" y="4252"/>
                  <a:pt x="5589" y="4261"/>
                </a:cubicBezTo>
                <a:cubicBezTo>
                  <a:pt x="5534" y="4370"/>
                  <a:pt x="5477" y="4478"/>
                  <a:pt x="5412" y="4581"/>
                </a:cubicBezTo>
                <a:cubicBezTo>
                  <a:pt x="5311" y="4737"/>
                  <a:pt x="5324" y="4720"/>
                  <a:pt x="5189" y="4863"/>
                </a:cubicBezTo>
                <a:cubicBezTo>
                  <a:pt x="4814" y="5261"/>
                  <a:pt x="4355" y="5476"/>
                  <a:pt x="3756" y="5573"/>
                </a:cubicBezTo>
                <a:cubicBezTo>
                  <a:pt x="3620" y="5595"/>
                  <a:pt x="3482" y="5605"/>
                  <a:pt x="3344" y="5605"/>
                </a:cubicBezTo>
                <a:cubicBezTo>
                  <a:pt x="2954" y="5605"/>
                  <a:pt x="2572" y="5519"/>
                  <a:pt x="2265" y="5346"/>
                </a:cubicBezTo>
                <a:cubicBezTo>
                  <a:pt x="2214" y="5316"/>
                  <a:pt x="2164" y="5285"/>
                  <a:pt x="2113" y="5253"/>
                </a:cubicBezTo>
                <a:cubicBezTo>
                  <a:pt x="2098" y="5243"/>
                  <a:pt x="2015" y="5180"/>
                  <a:pt x="2013" y="5180"/>
                </a:cubicBezTo>
                <a:lnTo>
                  <a:pt x="2013" y="5180"/>
                </a:lnTo>
                <a:cubicBezTo>
                  <a:pt x="2013" y="5180"/>
                  <a:pt x="2019" y="5186"/>
                  <a:pt x="2037" y="5200"/>
                </a:cubicBezTo>
                <a:cubicBezTo>
                  <a:pt x="1930" y="5114"/>
                  <a:pt x="1831" y="5019"/>
                  <a:pt x="1740" y="4916"/>
                </a:cubicBezTo>
                <a:cubicBezTo>
                  <a:pt x="1728" y="4902"/>
                  <a:pt x="1675" y="4837"/>
                  <a:pt x="1657" y="4816"/>
                </a:cubicBezTo>
                <a:lnTo>
                  <a:pt x="1657" y="4816"/>
                </a:lnTo>
                <a:cubicBezTo>
                  <a:pt x="1647" y="4801"/>
                  <a:pt x="1584" y="4711"/>
                  <a:pt x="1570" y="4688"/>
                </a:cubicBezTo>
                <a:cubicBezTo>
                  <a:pt x="1500" y="4579"/>
                  <a:pt x="1439" y="4465"/>
                  <a:pt x="1382" y="4347"/>
                </a:cubicBezTo>
                <a:cubicBezTo>
                  <a:pt x="1372" y="4327"/>
                  <a:pt x="1369" y="4322"/>
                  <a:pt x="1368" y="4322"/>
                </a:cubicBezTo>
                <a:lnTo>
                  <a:pt x="1368" y="4322"/>
                </a:lnTo>
                <a:cubicBezTo>
                  <a:pt x="1368" y="4322"/>
                  <a:pt x="1368" y="4322"/>
                  <a:pt x="1368" y="4322"/>
                </a:cubicBezTo>
                <a:lnTo>
                  <a:pt x="1368" y="4322"/>
                </a:lnTo>
                <a:cubicBezTo>
                  <a:pt x="1366" y="4315"/>
                  <a:pt x="1360" y="4299"/>
                  <a:pt x="1348" y="4265"/>
                </a:cubicBezTo>
                <a:cubicBezTo>
                  <a:pt x="1329" y="4210"/>
                  <a:pt x="1308" y="4155"/>
                  <a:pt x="1291" y="4101"/>
                </a:cubicBezTo>
                <a:cubicBezTo>
                  <a:pt x="1251" y="3974"/>
                  <a:pt x="1220" y="3848"/>
                  <a:pt x="1197" y="3717"/>
                </a:cubicBezTo>
                <a:cubicBezTo>
                  <a:pt x="1192" y="3696"/>
                  <a:pt x="1179" y="3596"/>
                  <a:pt x="1178" y="3596"/>
                </a:cubicBezTo>
                <a:lnTo>
                  <a:pt x="1178" y="3596"/>
                </a:lnTo>
                <a:cubicBezTo>
                  <a:pt x="1178" y="3596"/>
                  <a:pt x="1179" y="3606"/>
                  <a:pt x="1182" y="3633"/>
                </a:cubicBezTo>
                <a:cubicBezTo>
                  <a:pt x="1173" y="3568"/>
                  <a:pt x="1167" y="3502"/>
                  <a:pt x="1165" y="3437"/>
                </a:cubicBezTo>
                <a:cubicBezTo>
                  <a:pt x="1157" y="3304"/>
                  <a:pt x="1157" y="3174"/>
                  <a:pt x="1165" y="3041"/>
                </a:cubicBezTo>
                <a:cubicBezTo>
                  <a:pt x="1167" y="3011"/>
                  <a:pt x="1179" y="2898"/>
                  <a:pt x="1181" y="2870"/>
                </a:cubicBezTo>
                <a:lnTo>
                  <a:pt x="1181" y="2870"/>
                </a:lnTo>
                <a:cubicBezTo>
                  <a:pt x="1186" y="2847"/>
                  <a:pt x="1203" y="2750"/>
                  <a:pt x="1209" y="2721"/>
                </a:cubicBezTo>
                <a:cubicBezTo>
                  <a:pt x="1239" y="2580"/>
                  <a:pt x="1281" y="2443"/>
                  <a:pt x="1327" y="2306"/>
                </a:cubicBezTo>
                <a:cubicBezTo>
                  <a:pt x="1342" y="2262"/>
                  <a:pt x="1345" y="2248"/>
                  <a:pt x="1346" y="2244"/>
                </a:cubicBezTo>
                <a:lnTo>
                  <a:pt x="1346" y="2244"/>
                </a:lnTo>
                <a:cubicBezTo>
                  <a:pt x="1348" y="2241"/>
                  <a:pt x="1355" y="2229"/>
                  <a:pt x="1376" y="2188"/>
                </a:cubicBezTo>
                <a:cubicBezTo>
                  <a:pt x="1407" y="2125"/>
                  <a:pt x="1439" y="2059"/>
                  <a:pt x="1475" y="1998"/>
                </a:cubicBezTo>
                <a:cubicBezTo>
                  <a:pt x="1511" y="1937"/>
                  <a:pt x="1551" y="1878"/>
                  <a:pt x="1588" y="1819"/>
                </a:cubicBezTo>
                <a:cubicBezTo>
                  <a:pt x="1603" y="1799"/>
                  <a:pt x="1618" y="1779"/>
                  <a:pt x="1632" y="1759"/>
                </a:cubicBezTo>
                <a:lnTo>
                  <a:pt x="1632" y="1759"/>
                </a:lnTo>
                <a:cubicBezTo>
                  <a:pt x="1639" y="1751"/>
                  <a:pt x="1646" y="1741"/>
                  <a:pt x="1654" y="1733"/>
                </a:cubicBezTo>
                <a:cubicBezTo>
                  <a:pt x="1744" y="1632"/>
                  <a:pt x="1839" y="1535"/>
                  <a:pt x="1945" y="1446"/>
                </a:cubicBezTo>
                <a:cubicBezTo>
                  <a:pt x="1949" y="1443"/>
                  <a:pt x="1952" y="1440"/>
                  <a:pt x="1955" y="1437"/>
                </a:cubicBezTo>
                <a:lnTo>
                  <a:pt x="1955" y="1437"/>
                </a:lnTo>
                <a:cubicBezTo>
                  <a:pt x="1958" y="1435"/>
                  <a:pt x="1960" y="1434"/>
                  <a:pt x="1963" y="1431"/>
                </a:cubicBezTo>
                <a:cubicBezTo>
                  <a:pt x="1993" y="1410"/>
                  <a:pt x="2022" y="1389"/>
                  <a:pt x="2054" y="1370"/>
                </a:cubicBezTo>
                <a:cubicBezTo>
                  <a:pt x="2115" y="1328"/>
                  <a:pt x="2180" y="1292"/>
                  <a:pt x="2246" y="1257"/>
                </a:cubicBezTo>
                <a:cubicBezTo>
                  <a:pt x="2372" y="1191"/>
                  <a:pt x="2412" y="1174"/>
                  <a:pt x="2604" y="1120"/>
                </a:cubicBezTo>
                <a:cubicBezTo>
                  <a:pt x="2802" y="1065"/>
                  <a:pt x="2859" y="1059"/>
                  <a:pt x="3023" y="1044"/>
                </a:cubicBezTo>
                <a:cubicBezTo>
                  <a:pt x="3046" y="1042"/>
                  <a:pt x="3069" y="1039"/>
                  <a:pt x="3092" y="1035"/>
                </a:cubicBezTo>
                <a:lnTo>
                  <a:pt x="3092" y="1035"/>
                </a:lnTo>
                <a:cubicBezTo>
                  <a:pt x="3113" y="1033"/>
                  <a:pt x="3134" y="1031"/>
                  <a:pt x="3156" y="1027"/>
                </a:cubicBezTo>
                <a:cubicBezTo>
                  <a:pt x="3317" y="1000"/>
                  <a:pt x="3479" y="986"/>
                  <a:pt x="3639" y="986"/>
                </a:cubicBezTo>
                <a:close/>
                <a:moveTo>
                  <a:pt x="3656" y="0"/>
                </a:moveTo>
                <a:cubicBezTo>
                  <a:pt x="3424" y="0"/>
                  <a:pt x="3191" y="20"/>
                  <a:pt x="2962" y="55"/>
                </a:cubicBezTo>
                <a:lnTo>
                  <a:pt x="2962" y="55"/>
                </a:lnTo>
                <a:cubicBezTo>
                  <a:pt x="1592" y="189"/>
                  <a:pt x="506" y="1128"/>
                  <a:pt x="238" y="2500"/>
                </a:cubicBezTo>
                <a:cubicBezTo>
                  <a:pt x="0" y="3730"/>
                  <a:pt x="360" y="5131"/>
                  <a:pt x="1367" y="5933"/>
                </a:cubicBezTo>
                <a:cubicBezTo>
                  <a:pt x="1934" y="6385"/>
                  <a:pt x="2656" y="6602"/>
                  <a:pt x="3382" y="6602"/>
                </a:cubicBezTo>
                <a:cubicBezTo>
                  <a:pt x="4138" y="6602"/>
                  <a:pt x="4898" y="6367"/>
                  <a:pt x="5494" y="5917"/>
                </a:cubicBezTo>
                <a:cubicBezTo>
                  <a:pt x="6607" y="5078"/>
                  <a:pt x="7041" y="3580"/>
                  <a:pt x="6659" y="2253"/>
                </a:cubicBezTo>
                <a:cubicBezTo>
                  <a:pt x="6453" y="1537"/>
                  <a:pt x="6015" y="905"/>
                  <a:pt x="5393" y="488"/>
                </a:cubicBezTo>
                <a:cubicBezTo>
                  <a:pt x="4872" y="137"/>
                  <a:pt x="4267" y="0"/>
                  <a:pt x="3656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07" name="Google Shape;9007;p25"/>
          <p:cNvSpPr/>
          <p:nvPr/>
        </p:nvSpPr>
        <p:spPr>
          <a:xfrm>
            <a:off x="1662000" y="1667050"/>
            <a:ext cx="117525" cy="110100"/>
          </a:xfrm>
          <a:custGeom>
            <a:rect b="b" l="l" r="r" t="t"/>
            <a:pathLst>
              <a:path extrusionOk="0" h="4404" w="4701">
                <a:moveTo>
                  <a:pt x="1951" y="1032"/>
                </a:moveTo>
                <a:cubicBezTo>
                  <a:pt x="1950" y="1033"/>
                  <a:pt x="1949" y="1033"/>
                  <a:pt x="1947" y="1033"/>
                </a:cubicBezTo>
                <a:cubicBezTo>
                  <a:pt x="1948" y="1033"/>
                  <a:pt x="1950" y="1033"/>
                  <a:pt x="1951" y="1032"/>
                </a:cubicBezTo>
                <a:close/>
                <a:moveTo>
                  <a:pt x="2857" y="1059"/>
                </a:moveTo>
                <a:cubicBezTo>
                  <a:pt x="2871" y="1059"/>
                  <a:pt x="2889" y="1066"/>
                  <a:pt x="2907" y="1075"/>
                </a:cubicBezTo>
                <a:lnTo>
                  <a:pt x="2907" y="1075"/>
                </a:lnTo>
                <a:cubicBezTo>
                  <a:pt x="2887" y="1068"/>
                  <a:pt x="2858" y="1059"/>
                  <a:pt x="2857" y="1059"/>
                </a:cubicBezTo>
                <a:close/>
                <a:moveTo>
                  <a:pt x="3091" y="1185"/>
                </a:moveTo>
                <a:cubicBezTo>
                  <a:pt x="3091" y="1185"/>
                  <a:pt x="3091" y="1185"/>
                  <a:pt x="3091" y="1185"/>
                </a:cubicBezTo>
                <a:lnTo>
                  <a:pt x="3091" y="1185"/>
                </a:lnTo>
                <a:cubicBezTo>
                  <a:pt x="3091" y="1185"/>
                  <a:pt x="3091" y="1185"/>
                  <a:pt x="3091" y="1185"/>
                </a:cubicBezTo>
                <a:close/>
                <a:moveTo>
                  <a:pt x="3104" y="1198"/>
                </a:moveTo>
                <a:cubicBezTo>
                  <a:pt x="3111" y="1203"/>
                  <a:pt x="3118" y="1208"/>
                  <a:pt x="3125" y="1213"/>
                </a:cubicBezTo>
                <a:cubicBezTo>
                  <a:pt x="3142" y="1224"/>
                  <a:pt x="3149" y="1229"/>
                  <a:pt x="3148" y="1229"/>
                </a:cubicBezTo>
                <a:cubicBezTo>
                  <a:pt x="3148" y="1229"/>
                  <a:pt x="3121" y="1211"/>
                  <a:pt x="3104" y="1198"/>
                </a:cubicBezTo>
                <a:close/>
                <a:moveTo>
                  <a:pt x="1747" y="3319"/>
                </a:moveTo>
                <a:cubicBezTo>
                  <a:pt x="1767" y="3326"/>
                  <a:pt x="1803" y="3338"/>
                  <a:pt x="1802" y="3338"/>
                </a:cubicBezTo>
                <a:cubicBezTo>
                  <a:pt x="1800" y="3339"/>
                  <a:pt x="1799" y="3339"/>
                  <a:pt x="1797" y="3339"/>
                </a:cubicBezTo>
                <a:cubicBezTo>
                  <a:pt x="1785" y="3339"/>
                  <a:pt x="1766" y="3330"/>
                  <a:pt x="1747" y="3319"/>
                </a:cubicBezTo>
                <a:close/>
                <a:moveTo>
                  <a:pt x="2463" y="3393"/>
                </a:moveTo>
                <a:cubicBezTo>
                  <a:pt x="2461" y="3393"/>
                  <a:pt x="2459" y="3393"/>
                  <a:pt x="2456" y="3393"/>
                </a:cubicBezTo>
                <a:lnTo>
                  <a:pt x="2456" y="3393"/>
                </a:lnTo>
                <a:cubicBezTo>
                  <a:pt x="2459" y="3393"/>
                  <a:pt x="2462" y="3393"/>
                  <a:pt x="2463" y="3393"/>
                </a:cubicBezTo>
                <a:close/>
                <a:moveTo>
                  <a:pt x="2387" y="989"/>
                </a:moveTo>
                <a:cubicBezTo>
                  <a:pt x="2440" y="989"/>
                  <a:pt x="2491" y="989"/>
                  <a:pt x="2541" y="993"/>
                </a:cubicBezTo>
                <a:cubicBezTo>
                  <a:pt x="2560" y="993"/>
                  <a:pt x="2582" y="997"/>
                  <a:pt x="2601" y="998"/>
                </a:cubicBezTo>
                <a:lnTo>
                  <a:pt x="2601" y="998"/>
                </a:lnTo>
                <a:cubicBezTo>
                  <a:pt x="2682" y="1018"/>
                  <a:pt x="2761" y="1029"/>
                  <a:pt x="2840" y="1057"/>
                </a:cubicBezTo>
                <a:cubicBezTo>
                  <a:pt x="2857" y="1061"/>
                  <a:pt x="2876" y="1069"/>
                  <a:pt x="2895" y="1076"/>
                </a:cubicBezTo>
                <a:cubicBezTo>
                  <a:pt x="2906" y="1079"/>
                  <a:pt x="2914" y="1081"/>
                  <a:pt x="2919" y="1082"/>
                </a:cubicBezTo>
                <a:lnTo>
                  <a:pt x="2919" y="1082"/>
                </a:lnTo>
                <a:cubicBezTo>
                  <a:pt x="2944" y="1096"/>
                  <a:pt x="2968" y="1113"/>
                  <a:pt x="2984" y="1122"/>
                </a:cubicBezTo>
                <a:cubicBezTo>
                  <a:pt x="3015" y="1139"/>
                  <a:pt x="3049" y="1160"/>
                  <a:pt x="3080" y="1181"/>
                </a:cubicBezTo>
                <a:cubicBezTo>
                  <a:pt x="3084" y="1184"/>
                  <a:pt x="3088" y="1186"/>
                  <a:pt x="3092" y="1189"/>
                </a:cubicBezTo>
                <a:lnTo>
                  <a:pt x="3092" y="1189"/>
                </a:lnTo>
                <a:cubicBezTo>
                  <a:pt x="3107" y="1217"/>
                  <a:pt x="3258" y="1347"/>
                  <a:pt x="3274" y="1366"/>
                </a:cubicBezTo>
                <a:cubicBezTo>
                  <a:pt x="3278" y="1370"/>
                  <a:pt x="3281" y="1374"/>
                  <a:pt x="3284" y="1378"/>
                </a:cubicBezTo>
                <a:lnTo>
                  <a:pt x="3284" y="1378"/>
                </a:lnTo>
                <a:cubicBezTo>
                  <a:pt x="3304" y="1410"/>
                  <a:pt x="3328" y="1440"/>
                  <a:pt x="3348" y="1474"/>
                </a:cubicBezTo>
                <a:cubicBezTo>
                  <a:pt x="3367" y="1503"/>
                  <a:pt x="3386" y="1535"/>
                  <a:pt x="3403" y="1569"/>
                </a:cubicBezTo>
                <a:cubicBezTo>
                  <a:pt x="3409" y="1579"/>
                  <a:pt x="3414" y="1591"/>
                  <a:pt x="3420" y="1604"/>
                </a:cubicBezTo>
                <a:lnTo>
                  <a:pt x="3420" y="1604"/>
                </a:lnTo>
                <a:cubicBezTo>
                  <a:pt x="3420" y="1602"/>
                  <a:pt x="3420" y="1600"/>
                  <a:pt x="3420" y="1598"/>
                </a:cubicBezTo>
                <a:lnTo>
                  <a:pt x="3420" y="1598"/>
                </a:lnTo>
                <a:cubicBezTo>
                  <a:pt x="3420" y="1600"/>
                  <a:pt x="3420" y="1602"/>
                  <a:pt x="3420" y="1604"/>
                </a:cubicBezTo>
                <a:lnTo>
                  <a:pt x="3420" y="1604"/>
                </a:lnTo>
                <a:cubicBezTo>
                  <a:pt x="3420" y="1604"/>
                  <a:pt x="3420" y="1604"/>
                  <a:pt x="3420" y="1604"/>
                </a:cubicBezTo>
                <a:lnTo>
                  <a:pt x="3420" y="1604"/>
                </a:lnTo>
                <a:cubicBezTo>
                  <a:pt x="3420" y="1621"/>
                  <a:pt x="3423" y="1634"/>
                  <a:pt x="3427" y="1644"/>
                </a:cubicBezTo>
                <a:lnTo>
                  <a:pt x="3427" y="1644"/>
                </a:lnTo>
                <a:cubicBezTo>
                  <a:pt x="3423" y="1630"/>
                  <a:pt x="3420" y="1616"/>
                  <a:pt x="3420" y="1604"/>
                </a:cubicBezTo>
                <a:lnTo>
                  <a:pt x="3420" y="1604"/>
                </a:lnTo>
                <a:cubicBezTo>
                  <a:pt x="3422" y="1608"/>
                  <a:pt x="3424" y="1613"/>
                  <a:pt x="3426" y="1617"/>
                </a:cubicBezTo>
                <a:cubicBezTo>
                  <a:pt x="3442" y="1646"/>
                  <a:pt x="3443" y="1659"/>
                  <a:pt x="3439" y="1659"/>
                </a:cubicBezTo>
                <a:cubicBezTo>
                  <a:pt x="3436" y="1659"/>
                  <a:pt x="3432" y="1654"/>
                  <a:pt x="3427" y="1644"/>
                </a:cubicBezTo>
                <a:lnTo>
                  <a:pt x="3427" y="1644"/>
                </a:lnTo>
                <a:cubicBezTo>
                  <a:pt x="3443" y="1697"/>
                  <a:pt x="3479" y="1760"/>
                  <a:pt x="3491" y="1802"/>
                </a:cubicBezTo>
                <a:cubicBezTo>
                  <a:pt x="3500" y="1838"/>
                  <a:pt x="3508" y="1874"/>
                  <a:pt x="3517" y="1910"/>
                </a:cubicBezTo>
                <a:cubicBezTo>
                  <a:pt x="3521" y="1933"/>
                  <a:pt x="3525" y="1954"/>
                  <a:pt x="3529" y="1977"/>
                </a:cubicBezTo>
                <a:cubicBezTo>
                  <a:pt x="3534" y="2005"/>
                  <a:pt x="3537" y="2015"/>
                  <a:pt x="3538" y="2015"/>
                </a:cubicBezTo>
                <a:cubicBezTo>
                  <a:pt x="3540" y="2015"/>
                  <a:pt x="3530" y="1942"/>
                  <a:pt x="3525" y="1939"/>
                </a:cubicBezTo>
                <a:lnTo>
                  <a:pt x="3525" y="1939"/>
                </a:lnTo>
                <a:cubicBezTo>
                  <a:pt x="3550" y="1954"/>
                  <a:pt x="3538" y="2142"/>
                  <a:pt x="3538" y="2173"/>
                </a:cubicBezTo>
                <a:cubicBezTo>
                  <a:pt x="3538" y="2215"/>
                  <a:pt x="3535" y="2257"/>
                  <a:pt x="3533" y="2297"/>
                </a:cubicBezTo>
                <a:cubicBezTo>
                  <a:pt x="3532" y="2312"/>
                  <a:pt x="3530" y="2326"/>
                  <a:pt x="3529" y="2339"/>
                </a:cubicBezTo>
                <a:lnTo>
                  <a:pt x="3529" y="2339"/>
                </a:lnTo>
                <a:cubicBezTo>
                  <a:pt x="3514" y="2409"/>
                  <a:pt x="3504" y="2477"/>
                  <a:pt x="3483" y="2546"/>
                </a:cubicBezTo>
                <a:cubicBezTo>
                  <a:pt x="3472" y="2582"/>
                  <a:pt x="3462" y="2618"/>
                  <a:pt x="3449" y="2651"/>
                </a:cubicBezTo>
                <a:cubicBezTo>
                  <a:pt x="3445" y="2663"/>
                  <a:pt x="3440" y="2676"/>
                  <a:pt x="3436" y="2688"/>
                </a:cubicBezTo>
                <a:lnTo>
                  <a:pt x="3436" y="2688"/>
                </a:lnTo>
                <a:cubicBezTo>
                  <a:pt x="3398" y="2751"/>
                  <a:pt x="3369" y="2818"/>
                  <a:pt x="3329" y="2881"/>
                </a:cubicBezTo>
                <a:cubicBezTo>
                  <a:pt x="3324" y="2889"/>
                  <a:pt x="3300" y="2922"/>
                  <a:pt x="3284" y="2945"/>
                </a:cubicBezTo>
                <a:lnTo>
                  <a:pt x="3284" y="2945"/>
                </a:lnTo>
                <a:cubicBezTo>
                  <a:pt x="3263" y="2968"/>
                  <a:pt x="3232" y="3005"/>
                  <a:pt x="3224" y="3014"/>
                </a:cubicBezTo>
                <a:cubicBezTo>
                  <a:pt x="3198" y="3041"/>
                  <a:pt x="3171" y="3069"/>
                  <a:pt x="3142" y="3094"/>
                </a:cubicBezTo>
                <a:cubicBezTo>
                  <a:pt x="3127" y="3106"/>
                  <a:pt x="3112" y="3119"/>
                  <a:pt x="3099" y="3132"/>
                </a:cubicBezTo>
                <a:cubicBezTo>
                  <a:pt x="3075" y="3154"/>
                  <a:pt x="3071" y="3163"/>
                  <a:pt x="3076" y="3163"/>
                </a:cubicBezTo>
                <a:cubicBezTo>
                  <a:pt x="3076" y="3163"/>
                  <a:pt x="3077" y="3163"/>
                  <a:pt x="3078" y="3162"/>
                </a:cubicBezTo>
                <a:lnTo>
                  <a:pt x="3078" y="3162"/>
                </a:lnTo>
                <a:cubicBezTo>
                  <a:pt x="3021" y="3203"/>
                  <a:pt x="2923" y="3245"/>
                  <a:pt x="2889" y="3262"/>
                </a:cubicBezTo>
                <a:cubicBezTo>
                  <a:pt x="2863" y="3275"/>
                  <a:pt x="2803" y="3296"/>
                  <a:pt x="2805" y="3296"/>
                </a:cubicBezTo>
                <a:cubicBezTo>
                  <a:pt x="2806" y="3296"/>
                  <a:pt x="2822" y="3291"/>
                  <a:pt x="2866" y="3277"/>
                </a:cubicBezTo>
                <a:lnTo>
                  <a:pt x="2866" y="3277"/>
                </a:lnTo>
                <a:cubicBezTo>
                  <a:pt x="2823" y="3292"/>
                  <a:pt x="2783" y="3309"/>
                  <a:pt x="2741" y="3323"/>
                </a:cubicBezTo>
                <a:cubicBezTo>
                  <a:pt x="2642" y="3355"/>
                  <a:pt x="2541" y="3376"/>
                  <a:pt x="2438" y="3395"/>
                </a:cubicBezTo>
                <a:cubicBezTo>
                  <a:pt x="2437" y="3395"/>
                  <a:pt x="2437" y="3395"/>
                  <a:pt x="2437" y="3395"/>
                </a:cubicBezTo>
                <a:lnTo>
                  <a:pt x="2437" y="3395"/>
                </a:lnTo>
                <a:cubicBezTo>
                  <a:pt x="2416" y="3397"/>
                  <a:pt x="2395" y="3400"/>
                  <a:pt x="2375" y="3401"/>
                </a:cubicBezTo>
                <a:cubicBezTo>
                  <a:pt x="2330" y="3403"/>
                  <a:pt x="2284" y="3406"/>
                  <a:pt x="2240" y="3406"/>
                </a:cubicBezTo>
                <a:cubicBezTo>
                  <a:pt x="2226" y="3406"/>
                  <a:pt x="2211" y="3406"/>
                  <a:pt x="2197" y="3406"/>
                </a:cubicBezTo>
                <a:cubicBezTo>
                  <a:pt x="2163" y="3406"/>
                  <a:pt x="2129" y="3405"/>
                  <a:pt x="2094" y="3403"/>
                </a:cubicBezTo>
                <a:cubicBezTo>
                  <a:pt x="2081" y="3402"/>
                  <a:pt x="2067" y="3400"/>
                  <a:pt x="2054" y="3398"/>
                </a:cubicBezTo>
                <a:lnTo>
                  <a:pt x="2054" y="3398"/>
                </a:lnTo>
                <a:cubicBezTo>
                  <a:pt x="1975" y="3376"/>
                  <a:pt x="1893" y="3365"/>
                  <a:pt x="1814" y="3340"/>
                </a:cubicBezTo>
                <a:cubicBezTo>
                  <a:pt x="1797" y="3334"/>
                  <a:pt x="1778" y="3326"/>
                  <a:pt x="1762" y="3321"/>
                </a:cubicBezTo>
                <a:cubicBezTo>
                  <a:pt x="1752" y="3318"/>
                  <a:pt x="1745" y="3316"/>
                  <a:pt x="1740" y="3315"/>
                </a:cubicBezTo>
                <a:lnTo>
                  <a:pt x="1740" y="3315"/>
                </a:lnTo>
                <a:cubicBezTo>
                  <a:pt x="1716" y="3301"/>
                  <a:pt x="1691" y="3283"/>
                  <a:pt x="1679" y="3277"/>
                </a:cubicBezTo>
                <a:cubicBezTo>
                  <a:pt x="1648" y="3258"/>
                  <a:pt x="1616" y="3241"/>
                  <a:pt x="1587" y="3220"/>
                </a:cubicBezTo>
                <a:cubicBezTo>
                  <a:pt x="1572" y="3210"/>
                  <a:pt x="1557" y="3199"/>
                  <a:pt x="1543" y="3191"/>
                </a:cubicBezTo>
                <a:cubicBezTo>
                  <a:pt x="1525" y="3180"/>
                  <a:pt x="1519" y="3175"/>
                  <a:pt x="1519" y="3175"/>
                </a:cubicBezTo>
                <a:lnTo>
                  <a:pt x="1519" y="3175"/>
                </a:lnTo>
                <a:cubicBezTo>
                  <a:pt x="1518" y="3175"/>
                  <a:pt x="1582" y="3218"/>
                  <a:pt x="1580" y="3218"/>
                </a:cubicBezTo>
                <a:cubicBezTo>
                  <a:pt x="1580" y="3218"/>
                  <a:pt x="1579" y="3218"/>
                  <a:pt x="1578" y="3218"/>
                </a:cubicBezTo>
                <a:cubicBezTo>
                  <a:pt x="1542" y="3218"/>
                  <a:pt x="1420" y="3070"/>
                  <a:pt x="1399" y="3045"/>
                </a:cubicBezTo>
                <a:cubicBezTo>
                  <a:pt x="1384" y="3030"/>
                  <a:pt x="1353" y="2977"/>
                  <a:pt x="1351" y="2977"/>
                </a:cubicBezTo>
                <a:lnTo>
                  <a:pt x="1351" y="2977"/>
                </a:lnTo>
                <a:cubicBezTo>
                  <a:pt x="1350" y="2977"/>
                  <a:pt x="1354" y="2985"/>
                  <a:pt x="1363" y="3005"/>
                </a:cubicBezTo>
                <a:cubicBezTo>
                  <a:pt x="1372" y="3025"/>
                  <a:pt x="1375" y="3032"/>
                  <a:pt x="1374" y="3032"/>
                </a:cubicBezTo>
                <a:cubicBezTo>
                  <a:pt x="1372" y="3032"/>
                  <a:pt x="1335" y="2962"/>
                  <a:pt x="1326" y="2946"/>
                </a:cubicBezTo>
                <a:cubicBezTo>
                  <a:pt x="1285" y="2881"/>
                  <a:pt x="1252" y="2814"/>
                  <a:pt x="1215" y="2746"/>
                </a:cubicBezTo>
                <a:lnTo>
                  <a:pt x="1215" y="2746"/>
                </a:lnTo>
                <a:cubicBezTo>
                  <a:pt x="1214" y="2743"/>
                  <a:pt x="1213" y="2740"/>
                  <a:pt x="1212" y="2736"/>
                </a:cubicBezTo>
                <a:cubicBezTo>
                  <a:pt x="1199" y="2702"/>
                  <a:pt x="1187" y="2668"/>
                  <a:pt x="1176" y="2635"/>
                </a:cubicBezTo>
                <a:cubicBezTo>
                  <a:pt x="1153" y="2559"/>
                  <a:pt x="1132" y="2481"/>
                  <a:pt x="1119" y="2403"/>
                </a:cubicBezTo>
                <a:cubicBezTo>
                  <a:pt x="1119" y="2401"/>
                  <a:pt x="1118" y="2399"/>
                  <a:pt x="1118" y="2397"/>
                </a:cubicBezTo>
                <a:lnTo>
                  <a:pt x="1118" y="2397"/>
                </a:lnTo>
                <a:cubicBezTo>
                  <a:pt x="1122" y="2365"/>
                  <a:pt x="1108" y="2315"/>
                  <a:pt x="1106" y="2283"/>
                </a:cubicBezTo>
                <a:cubicBezTo>
                  <a:pt x="1102" y="2203"/>
                  <a:pt x="1102" y="2123"/>
                  <a:pt x="1106" y="2043"/>
                </a:cubicBezTo>
                <a:cubicBezTo>
                  <a:pt x="1107" y="2033"/>
                  <a:pt x="1110" y="2004"/>
                  <a:pt x="1113" y="1978"/>
                </a:cubicBezTo>
                <a:lnTo>
                  <a:pt x="1113" y="1978"/>
                </a:lnTo>
                <a:cubicBezTo>
                  <a:pt x="1117" y="1953"/>
                  <a:pt x="1123" y="1911"/>
                  <a:pt x="1125" y="1899"/>
                </a:cubicBezTo>
                <a:cubicBezTo>
                  <a:pt x="1144" y="1813"/>
                  <a:pt x="1170" y="1731"/>
                  <a:pt x="1197" y="1647"/>
                </a:cubicBezTo>
                <a:cubicBezTo>
                  <a:pt x="1199" y="1642"/>
                  <a:pt x="1200" y="1637"/>
                  <a:pt x="1201" y="1634"/>
                </a:cubicBezTo>
                <a:lnTo>
                  <a:pt x="1201" y="1634"/>
                </a:lnTo>
                <a:cubicBezTo>
                  <a:pt x="1203" y="1630"/>
                  <a:pt x="1205" y="1626"/>
                  <a:pt x="1208" y="1621"/>
                </a:cubicBezTo>
                <a:cubicBezTo>
                  <a:pt x="1227" y="1583"/>
                  <a:pt x="1246" y="1543"/>
                  <a:pt x="1269" y="1507"/>
                </a:cubicBezTo>
                <a:cubicBezTo>
                  <a:pt x="1290" y="1470"/>
                  <a:pt x="1313" y="1434"/>
                  <a:pt x="1338" y="1398"/>
                </a:cubicBezTo>
                <a:cubicBezTo>
                  <a:pt x="1341" y="1394"/>
                  <a:pt x="1344" y="1390"/>
                  <a:pt x="1346" y="1386"/>
                </a:cubicBezTo>
                <a:lnTo>
                  <a:pt x="1346" y="1386"/>
                </a:lnTo>
                <a:cubicBezTo>
                  <a:pt x="1346" y="1386"/>
                  <a:pt x="1346" y="1386"/>
                  <a:pt x="1347" y="1385"/>
                </a:cubicBezTo>
                <a:cubicBezTo>
                  <a:pt x="1399" y="1329"/>
                  <a:pt x="1454" y="1275"/>
                  <a:pt x="1511" y="1223"/>
                </a:cubicBezTo>
                <a:lnTo>
                  <a:pt x="1511" y="1223"/>
                </a:lnTo>
                <a:cubicBezTo>
                  <a:pt x="1524" y="1213"/>
                  <a:pt x="1537" y="1203"/>
                  <a:pt x="1551" y="1194"/>
                </a:cubicBezTo>
                <a:cubicBezTo>
                  <a:pt x="1589" y="1170"/>
                  <a:pt x="1627" y="1147"/>
                  <a:pt x="1667" y="1126"/>
                </a:cubicBezTo>
                <a:cubicBezTo>
                  <a:pt x="1682" y="1119"/>
                  <a:pt x="1697" y="1111"/>
                  <a:pt x="1712" y="1103"/>
                </a:cubicBezTo>
                <a:lnTo>
                  <a:pt x="1712" y="1103"/>
                </a:lnTo>
                <a:cubicBezTo>
                  <a:pt x="1755" y="1090"/>
                  <a:pt x="1797" y="1075"/>
                  <a:pt x="1840" y="1063"/>
                </a:cubicBezTo>
                <a:cubicBezTo>
                  <a:pt x="1884" y="1050"/>
                  <a:pt x="1928" y="1042"/>
                  <a:pt x="1970" y="1031"/>
                </a:cubicBezTo>
                <a:cubicBezTo>
                  <a:pt x="1976" y="1030"/>
                  <a:pt x="1983" y="1028"/>
                  <a:pt x="1990" y="1026"/>
                </a:cubicBezTo>
                <a:lnTo>
                  <a:pt x="1990" y="1026"/>
                </a:lnTo>
                <a:cubicBezTo>
                  <a:pt x="2008" y="1025"/>
                  <a:pt x="2026" y="1024"/>
                  <a:pt x="2042" y="1023"/>
                </a:cubicBezTo>
                <a:cubicBezTo>
                  <a:pt x="2063" y="1021"/>
                  <a:pt x="2083" y="1018"/>
                  <a:pt x="2104" y="1015"/>
                </a:cubicBezTo>
                <a:lnTo>
                  <a:pt x="2104" y="1015"/>
                </a:lnTo>
                <a:cubicBezTo>
                  <a:pt x="2127" y="1013"/>
                  <a:pt x="2151" y="1010"/>
                  <a:pt x="2175" y="1006"/>
                </a:cubicBezTo>
                <a:cubicBezTo>
                  <a:pt x="2200" y="1002"/>
                  <a:pt x="2223" y="998"/>
                  <a:pt x="2248" y="996"/>
                </a:cubicBezTo>
                <a:lnTo>
                  <a:pt x="2248" y="996"/>
                </a:lnTo>
                <a:cubicBezTo>
                  <a:pt x="2202" y="1002"/>
                  <a:pt x="2186" y="1004"/>
                  <a:pt x="2186" y="1004"/>
                </a:cubicBezTo>
                <a:cubicBezTo>
                  <a:pt x="2187" y="1004"/>
                  <a:pt x="2227" y="999"/>
                  <a:pt x="2246" y="998"/>
                </a:cubicBezTo>
                <a:cubicBezTo>
                  <a:pt x="2293" y="996"/>
                  <a:pt x="2341" y="991"/>
                  <a:pt x="2387" y="989"/>
                </a:cubicBezTo>
                <a:close/>
                <a:moveTo>
                  <a:pt x="2431" y="0"/>
                </a:moveTo>
                <a:cubicBezTo>
                  <a:pt x="2283" y="0"/>
                  <a:pt x="2134" y="12"/>
                  <a:pt x="1987" y="33"/>
                </a:cubicBezTo>
                <a:lnTo>
                  <a:pt x="1987" y="33"/>
                </a:lnTo>
                <a:cubicBezTo>
                  <a:pt x="1519" y="79"/>
                  <a:pt x="1082" y="246"/>
                  <a:pt x="738" y="578"/>
                </a:cubicBezTo>
                <a:cubicBezTo>
                  <a:pt x="443" y="863"/>
                  <a:pt x="236" y="1259"/>
                  <a:pt x="158" y="1661"/>
                </a:cubicBezTo>
                <a:cubicBezTo>
                  <a:pt x="0" y="2477"/>
                  <a:pt x="228" y="3403"/>
                  <a:pt x="896" y="3941"/>
                </a:cubicBezTo>
                <a:cubicBezTo>
                  <a:pt x="1283" y="4251"/>
                  <a:pt x="1777" y="4404"/>
                  <a:pt x="2272" y="4404"/>
                </a:cubicBezTo>
                <a:cubicBezTo>
                  <a:pt x="2762" y="4404"/>
                  <a:pt x="3253" y="4255"/>
                  <a:pt x="3645" y="3962"/>
                </a:cubicBezTo>
                <a:cubicBezTo>
                  <a:pt x="4395" y="3401"/>
                  <a:pt x="4700" y="2409"/>
                  <a:pt x="4443" y="1512"/>
                </a:cubicBezTo>
                <a:cubicBezTo>
                  <a:pt x="4302" y="1025"/>
                  <a:pt x="4003" y="604"/>
                  <a:pt x="3582" y="321"/>
                </a:cubicBezTo>
                <a:cubicBezTo>
                  <a:pt x="3236" y="89"/>
                  <a:pt x="2836" y="0"/>
                  <a:pt x="2431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08" name="Google Shape;9008;p25"/>
          <p:cNvSpPr/>
          <p:nvPr/>
        </p:nvSpPr>
        <p:spPr>
          <a:xfrm rot="-4499992">
            <a:off x="1685022" y="4077507"/>
            <a:ext cx="585793" cy="623413"/>
          </a:xfrm>
          <a:custGeom>
            <a:rect b="b" l="l" r="r" t="t"/>
            <a:pathLst>
              <a:path extrusionOk="0" h="29017" w="27269">
                <a:moveTo>
                  <a:pt x="22507" y="0"/>
                </a:moveTo>
                <a:cubicBezTo>
                  <a:pt x="21719" y="0"/>
                  <a:pt x="20932" y="201"/>
                  <a:pt x="20248" y="603"/>
                </a:cubicBezTo>
                <a:cubicBezTo>
                  <a:pt x="20101" y="684"/>
                  <a:pt x="19960" y="774"/>
                  <a:pt x="19827" y="877"/>
                </a:cubicBezTo>
                <a:cubicBezTo>
                  <a:pt x="19689" y="973"/>
                  <a:pt x="19562" y="1080"/>
                  <a:pt x="19439" y="1195"/>
                </a:cubicBezTo>
                <a:cubicBezTo>
                  <a:pt x="19306" y="1313"/>
                  <a:pt x="19214" y="1408"/>
                  <a:pt x="19117" y="1505"/>
                </a:cubicBezTo>
                <a:lnTo>
                  <a:pt x="18821" y="1800"/>
                </a:lnTo>
                <a:lnTo>
                  <a:pt x="17642" y="2975"/>
                </a:lnTo>
                <a:lnTo>
                  <a:pt x="8210" y="12373"/>
                </a:lnTo>
                <a:lnTo>
                  <a:pt x="3494" y="17071"/>
                </a:lnTo>
                <a:lnTo>
                  <a:pt x="2315" y="18246"/>
                </a:lnTo>
                <a:lnTo>
                  <a:pt x="1721" y="18842"/>
                </a:lnTo>
                <a:cubicBezTo>
                  <a:pt x="1504" y="19073"/>
                  <a:pt x="1291" y="19311"/>
                  <a:pt x="1110" y="19576"/>
                </a:cubicBezTo>
                <a:cubicBezTo>
                  <a:pt x="744" y="20099"/>
                  <a:pt x="454" y="20675"/>
                  <a:pt x="267" y="21287"/>
                </a:cubicBezTo>
                <a:cubicBezTo>
                  <a:pt x="86" y="21900"/>
                  <a:pt x="1" y="22538"/>
                  <a:pt x="13" y="23174"/>
                </a:cubicBezTo>
                <a:cubicBezTo>
                  <a:pt x="35" y="24451"/>
                  <a:pt x="496" y="25713"/>
                  <a:pt x="1281" y="26719"/>
                </a:cubicBezTo>
                <a:cubicBezTo>
                  <a:pt x="1679" y="27216"/>
                  <a:pt x="2146" y="27657"/>
                  <a:pt x="2675" y="28015"/>
                </a:cubicBezTo>
                <a:cubicBezTo>
                  <a:pt x="3210" y="28365"/>
                  <a:pt x="3798" y="28634"/>
                  <a:pt x="4413" y="28805"/>
                </a:cubicBezTo>
                <a:cubicBezTo>
                  <a:pt x="4924" y="28947"/>
                  <a:pt x="5453" y="29016"/>
                  <a:pt x="5983" y="29016"/>
                </a:cubicBezTo>
                <a:cubicBezTo>
                  <a:pt x="6728" y="29016"/>
                  <a:pt x="7474" y="28878"/>
                  <a:pt x="8170" y="28610"/>
                </a:cubicBezTo>
                <a:cubicBezTo>
                  <a:pt x="8765" y="28375"/>
                  <a:pt x="9319" y="28045"/>
                  <a:pt x="9814" y="27642"/>
                </a:cubicBezTo>
                <a:lnTo>
                  <a:pt x="10170" y="27323"/>
                </a:lnTo>
                <a:cubicBezTo>
                  <a:pt x="10285" y="27216"/>
                  <a:pt x="10371" y="27125"/>
                  <a:pt x="10472" y="27025"/>
                </a:cubicBezTo>
                <a:lnTo>
                  <a:pt x="11063" y="26437"/>
                </a:lnTo>
                <a:lnTo>
                  <a:pt x="20495" y="17039"/>
                </a:lnTo>
                <a:cubicBezTo>
                  <a:pt x="21385" y="16152"/>
                  <a:pt x="21860" y="15184"/>
                  <a:pt x="21554" y="14878"/>
                </a:cubicBezTo>
                <a:cubicBezTo>
                  <a:pt x="21491" y="14814"/>
                  <a:pt x="21400" y="14784"/>
                  <a:pt x="21287" y="14784"/>
                </a:cubicBezTo>
                <a:cubicBezTo>
                  <a:pt x="20852" y="14784"/>
                  <a:pt x="20096" y="15227"/>
                  <a:pt x="19389" y="15931"/>
                </a:cubicBezTo>
                <a:lnTo>
                  <a:pt x="9957" y="25329"/>
                </a:lnTo>
                <a:lnTo>
                  <a:pt x="9369" y="25916"/>
                </a:lnTo>
                <a:cubicBezTo>
                  <a:pt x="9272" y="26009"/>
                  <a:pt x="9166" y="26121"/>
                  <a:pt x="9079" y="26200"/>
                </a:cubicBezTo>
                <a:lnTo>
                  <a:pt x="8814" y="26439"/>
                </a:lnTo>
                <a:cubicBezTo>
                  <a:pt x="8448" y="26735"/>
                  <a:pt x="8041" y="26978"/>
                  <a:pt x="7603" y="27152"/>
                </a:cubicBezTo>
                <a:cubicBezTo>
                  <a:pt x="7090" y="27349"/>
                  <a:pt x="6538" y="27451"/>
                  <a:pt x="5987" y="27451"/>
                </a:cubicBezTo>
                <a:cubicBezTo>
                  <a:pt x="5595" y="27451"/>
                  <a:pt x="5204" y="27399"/>
                  <a:pt x="4826" y="27294"/>
                </a:cubicBezTo>
                <a:cubicBezTo>
                  <a:pt x="4373" y="27166"/>
                  <a:pt x="3939" y="26970"/>
                  <a:pt x="3544" y="26715"/>
                </a:cubicBezTo>
                <a:cubicBezTo>
                  <a:pt x="3154" y="26449"/>
                  <a:pt x="2808" y="26121"/>
                  <a:pt x="2512" y="25753"/>
                </a:cubicBezTo>
                <a:cubicBezTo>
                  <a:pt x="1935" y="25011"/>
                  <a:pt x="1591" y="24083"/>
                  <a:pt x="1577" y="23138"/>
                </a:cubicBezTo>
                <a:cubicBezTo>
                  <a:pt x="1570" y="22667"/>
                  <a:pt x="1633" y="22194"/>
                  <a:pt x="1764" y="21743"/>
                </a:cubicBezTo>
                <a:cubicBezTo>
                  <a:pt x="1902" y="21291"/>
                  <a:pt x="2118" y="20866"/>
                  <a:pt x="2387" y="20480"/>
                </a:cubicBezTo>
                <a:cubicBezTo>
                  <a:pt x="2520" y="20285"/>
                  <a:pt x="2677" y="20110"/>
                  <a:pt x="2838" y="19937"/>
                </a:cubicBezTo>
                <a:lnTo>
                  <a:pt x="3418" y="19355"/>
                </a:lnTo>
                <a:lnTo>
                  <a:pt x="4597" y="18180"/>
                </a:lnTo>
                <a:lnTo>
                  <a:pt x="9313" y="13480"/>
                </a:lnTo>
                <a:lnTo>
                  <a:pt x="18747" y="4082"/>
                </a:lnTo>
                <a:lnTo>
                  <a:pt x="19926" y="2907"/>
                </a:lnTo>
                <a:lnTo>
                  <a:pt x="20220" y="2615"/>
                </a:lnTo>
                <a:cubicBezTo>
                  <a:pt x="20318" y="2515"/>
                  <a:pt x="20421" y="2412"/>
                  <a:pt x="20497" y="2348"/>
                </a:cubicBezTo>
                <a:cubicBezTo>
                  <a:pt x="20576" y="2273"/>
                  <a:pt x="20660" y="2201"/>
                  <a:pt x="20751" y="2140"/>
                </a:cubicBezTo>
                <a:cubicBezTo>
                  <a:pt x="20836" y="2070"/>
                  <a:pt x="20930" y="2014"/>
                  <a:pt x="21027" y="1961"/>
                </a:cubicBezTo>
                <a:cubicBezTo>
                  <a:pt x="21473" y="1696"/>
                  <a:pt x="21990" y="1565"/>
                  <a:pt x="22507" y="1565"/>
                </a:cubicBezTo>
                <a:cubicBezTo>
                  <a:pt x="22870" y="1565"/>
                  <a:pt x="23232" y="1629"/>
                  <a:pt x="23570" y="1758"/>
                </a:cubicBezTo>
                <a:cubicBezTo>
                  <a:pt x="24397" y="2056"/>
                  <a:pt x="25065" y="2764"/>
                  <a:pt x="25342" y="3593"/>
                </a:cubicBezTo>
                <a:cubicBezTo>
                  <a:pt x="25634" y="4424"/>
                  <a:pt x="25517" y="5384"/>
                  <a:pt x="25051" y="6128"/>
                </a:cubicBezTo>
                <a:cubicBezTo>
                  <a:pt x="24938" y="6315"/>
                  <a:pt x="24797" y="6486"/>
                  <a:pt x="24646" y="6647"/>
                </a:cubicBezTo>
                <a:lnTo>
                  <a:pt x="24063" y="7229"/>
                </a:lnTo>
                <a:lnTo>
                  <a:pt x="22884" y="8404"/>
                </a:lnTo>
                <a:lnTo>
                  <a:pt x="20526" y="10752"/>
                </a:lnTo>
                <a:lnTo>
                  <a:pt x="15811" y="15452"/>
                </a:lnTo>
                <a:lnTo>
                  <a:pt x="11095" y="20150"/>
                </a:lnTo>
                <a:lnTo>
                  <a:pt x="10506" y="20739"/>
                </a:lnTo>
                <a:cubicBezTo>
                  <a:pt x="10283" y="20961"/>
                  <a:pt x="10170" y="21073"/>
                  <a:pt x="10011" y="21174"/>
                </a:cubicBezTo>
                <a:cubicBezTo>
                  <a:pt x="9754" y="21340"/>
                  <a:pt x="9447" y="21423"/>
                  <a:pt x="9141" y="21423"/>
                </a:cubicBezTo>
                <a:cubicBezTo>
                  <a:pt x="9072" y="21423"/>
                  <a:pt x="9004" y="21419"/>
                  <a:pt x="8936" y="21411"/>
                </a:cubicBezTo>
                <a:cubicBezTo>
                  <a:pt x="8184" y="21331"/>
                  <a:pt x="7552" y="20653"/>
                  <a:pt x="7524" y="19898"/>
                </a:cubicBezTo>
                <a:cubicBezTo>
                  <a:pt x="7500" y="19524"/>
                  <a:pt x="7607" y="19142"/>
                  <a:pt x="7834" y="18846"/>
                </a:cubicBezTo>
                <a:cubicBezTo>
                  <a:pt x="7858" y="18806"/>
                  <a:pt x="7890" y="18770"/>
                  <a:pt x="7922" y="18737"/>
                </a:cubicBezTo>
                <a:cubicBezTo>
                  <a:pt x="7951" y="18701"/>
                  <a:pt x="7979" y="18667"/>
                  <a:pt x="8035" y="18611"/>
                </a:cubicBezTo>
                <a:lnTo>
                  <a:pt x="8325" y="18313"/>
                </a:lnTo>
                <a:lnTo>
                  <a:pt x="8906" y="17717"/>
                </a:lnTo>
                <a:lnTo>
                  <a:pt x="11224" y="15333"/>
                </a:lnTo>
                <a:lnTo>
                  <a:pt x="15864" y="10561"/>
                </a:lnTo>
                <a:cubicBezTo>
                  <a:pt x="16739" y="9661"/>
                  <a:pt x="17200" y="8685"/>
                  <a:pt x="16894" y="8380"/>
                </a:cubicBezTo>
                <a:cubicBezTo>
                  <a:pt x="16832" y="8319"/>
                  <a:pt x="16743" y="8290"/>
                  <a:pt x="16633" y="8290"/>
                </a:cubicBezTo>
                <a:cubicBezTo>
                  <a:pt x="16201" y="8290"/>
                  <a:pt x="15448" y="8744"/>
                  <a:pt x="14749" y="9464"/>
                </a:cubicBezTo>
                <a:lnTo>
                  <a:pt x="10105" y="14239"/>
                </a:lnTo>
                <a:lnTo>
                  <a:pt x="7784" y="16627"/>
                </a:lnTo>
                <a:lnTo>
                  <a:pt x="7204" y="17224"/>
                </a:lnTo>
                <a:lnTo>
                  <a:pt x="6914" y="17522"/>
                </a:lnTo>
                <a:cubicBezTo>
                  <a:pt x="6870" y="17566"/>
                  <a:pt x="6806" y="17635"/>
                  <a:pt x="6745" y="17705"/>
                </a:cubicBezTo>
                <a:cubicBezTo>
                  <a:pt x="6685" y="17774"/>
                  <a:pt x="6625" y="17844"/>
                  <a:pt x="6574" y="17920"/>
                </a:cubicBezTo>
                <a:cubicBezTo>
                  <a:pt x="6130" y="18510"/>
                  <a:pt x="5916" y="19262"/>
                  <a:pt x="5963" y="19993"/>
                </a:cubicBezTo>
                <a:cubicBezTo>
                  <a:pt x="6005" y="20725"/>
                  <a:pt x="6307" y="21448"/>
                  <a:pt x="6816" y="21979"/>
                </a:cubicBezTo>
                <a:cubicBezTo>
                  <a:pt x="7313" y="22514"/>
                  <a:pt x="8009" y="22878"/>
                  <a:pt x="8739" y="22963"/>
                </a:cubicBezTo>
                <a:cubicBezTo>
                  <a:pt x="8873" y="22981"/>
                  <a:pt x="9009" y="22989"/>
                  <a:pt x="9144" y="22989"/>
                </a:cubicBezTo>
                <a:cubicBezTo>
                  <a:pt x="9743" y="22989"/>
                  <a:pt x="10342" y="22822"/>
                  <a:pt x="10848" y="22496"/>
                </a:cubicBezTo>
                <a:cubicBezTo>
                  <a:pt x="11003" y="22395"/>
                  <a:pt x="11152" y="22287"/>
                  <a:pt x="11286" y="22162"/>
                </a:cubicBezTo>
                <a:cubicBezTo>
                  <a:pt x="11439" y="22025"/>
                  <a:pt x="11502" y="21951"/>
                  <a:pt x="11612" y="21848"/>
                </a:cubicBezTo>
                <a:lnTo>
                  <a:pt x="12200" y="21260"/>
                </a:lnTo>
                <a:lnTo>
                  <a:pt x="16916" y="16562"/>
                </a:lnTo>
                <a:lnTo>
                  <a:pt x="21632" y="11862"/>
                </a:lnTo>
                <a:lnTo>
                  <a:pt x="23990" y="9514"/>
                </a:lnTo>
                <a:lnTo>
                  <a:pt x="25169" y="8339"/>
                </a:lnTo>
                <a:lnTo>
                  <a:pt x="25763" y="7742"/>
                </a:lnTo>
                <a:cubicBezTo>
                  <a:pt x="25994" y="7502"/>
                  <a:pt x="26206" y="7241"/>
                  <a:pt x="26381" y="6955"/>
                </a:cubicBezTo>
                <a:cubicBezTo>
                  <a:pt x="27093" y="5816"/>
                  <a:pt x="27268" y="4360"/>
                  <a:pt x="26825" y="3092"/>
                </a:cubicBezTo>
                <a:cubicBezTo>
                  <a:pt x="26397" y="1820"/>
                  <a:pt x="25389" y="758"/>
                  <a:pt x="24125" y="295"/>
                </a:cubicBezTo>
                <a:cubicBezTo>
                  <a:pt x="23609" y="98"/>
                  <a:pt x="23058" y="0"/>
                  <a:pt x="22507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009" name="Google Shape;9009;p25"/>
          <p:cNvGrpSpPr/>
          <p:nvPr/>
        </p:nvGrpSpPr>
        <p:grpSpPr>
          <a:xfrm>
            <a:off x="6619738" y="4088531"/>
            <a:ext cx="1055760" cy="753780"/>
            <a:chOff x="3308425" y="649500"/>
            <a:chExt cx="947975" cy="676825"/>
          </a:xfrm>
        </p:grpSpPr>
        <p:sp>
          <p:nvSpPr>
            <p:cNvPr id="9010" name="Google Shape;9010;p25"/>
            <p:cNvSpPr/>
            <p:nvPr/>
          </p:nvSpPr>
          <p:spPr>
            <a:xfrm>
              <a:off x="3308425" y="649500"/>
              <a:ext cx="947975" cy="676275"/>
            </a:xfrm>
            <a:custGeom>
              <a:rect b="b" l="l" r="r" t="t"/>
              <a:pathLst>
                <a:path extrusionOk="0" h="27051" w="37919">
                  <a:moveTo>
                    <a:pt x="12816" y="19976"/>
                  </a:moveTo>
                  <a:cubicBezTo>
                    <a:pt x="12818" y="19976"/>
                    <a:pt x="12821" y="19976"/>
                    <a:pt x="12824" y="19976"/>
                  </a:cubicBezTo>
                  <a:lnTo>
                    <a:pt x="12824" y="19976"/>
                  </a:lnTo>
                  <a:cubicBezTo>
                    <a:pt x="12815" y="19979"/>
                    <a:pt x="12808" y="19979"/>
                    <a:pt x="12804" y="19979"/>
                  </a:cubicBezTo>
                  <a:cubicBezTo>
                    <a:pt x="12796" y="19979"/>
                    <a:pt x="12800" y="19976"/>
                    <a:pt x="12816" y="19976"/>
                  </a:cubicBezTo>
                  <a:close/>
                  <a:moveTo>
                    <a:pt x="23205" y="24113"/>
                  </a:moveTo>
                  <a:cubicBezTo>
                    <a:pt x="23209" y="24113"/>
                    <a:pt x="23211" y="24115"/>
                    <a:pt x="23210" y="24120"/>
                  </a:cubicBezTo>
                  <a:cubicBezTo>
                    <a:pt x="23210" y="24121"/>
                    <a:pt x="23207" y="24122"/>
                    <a:pt x="23199" y="24122"/>
                  </a:cubicBezTo>
                  <a:cubicBezTo>
                    <a:pt x="23195" y="24122"/>
                    <a:pt x="23190" y="24121"/>
                    <a:pt x="23183" y="24121"/>
                  </a:cubicBezTo>
                  <a:lnTo>
                    <a:pt x="23183" y="24121"/>
                  </a:lnTo>
                  <a:cubicBezTo>
                    <a:pt x="23192" y="24116"/>
                    <a:pt x="23200" y="24113"/>
                    <a:pt x="23205" y="24113"/>
                  </a:cubicBezTo>
                  <a:close/>
                  <a:moveTo>
                    <a:pt x="36242" y="1377"/>
                  </a:moveTo>
                  <a:cubicBezTo>
                    <a:pt x="35424" y="2822"/>
                    <a:pt x="34606" y="4266"/>
                    <a:pt x="33786" y="5709"/>
                  </a:cubicBezTo>
                  <a:cubicBezTo>
                    <a:pt x="31759" y="9274"/>
                    <a:pt x="29728" y="12836"/>
                    <a:pt x="27681" y="16390"/>
                  </a:cubicBezTo>
                  <a:cubicBezTo>
                    <a:pt x="26227" y="18914"/>
                    <a:pt x="24824" y="21495"/>
                    <a:pt x="23229" y="23934"/>
                  </a:cubicBezTo>
                  <a:cubicBezTo>
                    <a:pt x="23191" y="23992"/>
                    <a:pt x="23148" y="24050"/>
                    <a:pt x="23106" y="24108"/>
                  </a:cubicBezTo>
                  <a:lnTo>
                    <a:pt x="23106" y="24108"/>
                  </a:lnTo>
                  <a:cubicBezTo>
                    <a:pt x="23088" y="24104"/>
                    <a:pt x="23067" y="24099"/>
                    <a:pt x="23044" y="24092"/>
                  </a:cubicBezTo>
                  <a:cubicBezTo>
                    <a:pt x="22905" y="24054"/>
                    <a:pt x="22768" y="24012"/>
                    <a:pt x="22633" y="23962"/>
                  </a:cubicBezTo>
                  <a:cubicBezTo>
                    <a:pt x="22302" y="23842"/>
                    <a:pt x="21982" y="23692"/>
                    <a:pt x="21664" y="23540"/>
                  </a:cubicBezTo>
                  <a:cubicBezTo>
                    <a:pt x="19793" y="22645"/>
                    <a:pt x="18001" y="21587"/>
                    <a:pt x="16189" y="20578"/>
                  </a:cubicBezTo>
                  <a:cubicBezTo>
                    <a:pt x="15443" y="20163"/>
                    <a:pt x="14697" y="19740"/>
                    <a:pt x="13928" y="19365"/>
                  </a:cubicBezTo>
                  <a:cubicBezTo>
                    <a:pt x="13607" y="19207"/>
                    <a:pt x="13229" y="18985"/>
                    <a:pt x="12857" y="18985"/>
                  </a:cubicBezTo>
                  <a:cubicBezTo>
                    <a:pt x="12737" y="18985"/>
                    <a:pt x="12617" y="19009"/>
                    <a:pt x="12500" y="19066"/>
                  </a:cubicBezTo>
                  <a:cubicBezTo>
                    <a:pt x="12209" y="19207"/>
                    <a:pt x="11959" y="19472"/>
                    <a:pt x="11729" y="19693"/>
                  </a:cubicBezTo>
                  <a:cubicBezTo>
                    <a:pt x="11318" y="20094"/>
                    <a:pt x="10928" y="20513"/>
                    <a:pt x="10534" y="20928"/>
                  </a:cubicBezTo>
                  <a:cubicBezTo>
                    <a:pt x="9428" y="22101"/>
                    <a:pt x="8325" y="23277"/>
                    <a:pt x="7166" y="24400"/>
                  </a:cubicBezTo>
                  <a:cubicBezTo>
                    <a:pt x="6929" y="24629"/>
                    <a:pt x="6690" y="24856"/>
                    <a:pt x="6448" y="25080"/>
                  </a:cubicBezTo>
                  <a:lnTo>
                    <a:pt x="6448" y="25080"/>
                  </a:lnTo>
                  <a:cubicBezTo>
                    <a:pt x="7055" y="22855"/>
                    <a:pt x="7613" y="20617"/>
                    <a:pt x="8177" y="18381"/>
                  </a:cubicBezTo>
                  <a:cubicBezTo>
                    <a:pt x="8331" y="17766"/>
                    <a:pt x="8727" y="16974"/>
                    <a:pt x="8278" y="16415"/>
                  </a:cubicBezTo>
                  <a:cubicBezTo>
                    <a:pt x="7575" y="15537"/>
                    <a:pt x="6292" y="15010"/>
                    <a:pt x="5320" y="14501"/>
                  </a:cubicBezTo>
                  <a:cubicBezTo>
                    <a:pt x="4122" y="13870"/>
                    <a:pt x="2890" y="13287"/>
                    <a:pt x="1708" y="12620"/>
                  </a:cubicBezTo>
                  <a:lnTo>
                    <a:pt x="1708" y="12620"/>
                  </a:lnTo>
                  <a:cubicBezTo>
                    <a:pt x="6998" y="10932"/>
                    <a:pt x="12278" y="9210"/>
                    <a:pt x="17556" y="7490"/>
                  </a:cubicBezTo>
                  <a:cubicBezTo>
                    <a:pt x="23048" y="5699"/>
                    <a:pt x="28536" y="3904"/>
                    <a:pt x="34026" y="2105"/>
                  </a:cubicBezTo>
                  <a:cubicBezTo>
                    <a:pt x="34765" y="1863"/>
                    <a:pt x="35503" y="1620"/>
                    <a:pt x="36242" y="1377"/>
                  </a:cubicBezTo>
                  <a:close/>
                  <a:moveTo>
                    <a:pt x="37319" y="0"/>
                  </a:moveTo>
                  <a:cubicBezTo>
                    <a:pt x="37273" y="0"/>
                    <a:pt x="37225" y="7"/>
                    <a:pt x="37176" y="23"/>
                  </a:cubicBezTo>
                  <a:cubicBezTo>
                    <a:pt x="33967" y="1077"/>
                    <a:pt x="30757" y="2128"/>
                    <a:pt x="27546" y="3179"/>
                  </a:cubicBezTo>
                  <a:cubicBezTo>
                    <a:pt x="21382" y="5195"/>
                    <a:pt x="15218" y="7209"/>
                    <a:pt x="9047" y="9209"/>
                  </a:cubicBezTo>
                  <a:cubicBezTo>
                    <a:pt x="6184" y="10137"/>
                    <a:pt x="3319" y="11064"/>
                    <a:pt x="452" y="11976"/>
                  </a:cubicBezTo>
                  <a:lnTo>
                    <a:pt x="452" y="11976"/>
                  </a:lnTo>
                  <a:cubicBezTo>
                    <a:pt x="371" y="11985"/>
                    <a:pt x="297" y="12018"/>
                    <a:pt x="233" y="12067"/>
                  </a:cubicBezTo>
                  <a:lnTo>
                    <a:pt x="233" y="12067"/>
                  </a:lnTo>
                  <a:cubicBezTo>
                    <a:pt x="111" y="12148"/>
                    <a:pt x="46" y="12272"/>
                    <a:pt x="28" y="12402"/>
                  </a:cubicBezTo>
                  <a:lnTo>
                    <a:pt x="28" y="12402"/>
                  </a:lnTo>
                  <a:cubicBezTo>
                    <a:pt x="0" y="12540"/>
                    <a:pt x="26" y="12688"/>
                    <a:pt x="128" y="12807"/>
                  </a:cubicBezTo>
                  <a:lnTo>
                    <a:pt x="128" y="12807"/>
                  </a:lnTo>
                  <a:cubicBezTo>
                    <a:pt x="180" y="12878"/>
                    <a:pt x="249" y="12934"/>
                    <a:pt x="332" y="12964"/>
                  </a:cubicBezTo>
                  <a:lnTo>
                    <a:pt x="332" y="12964"/>
                  </a:lnTo>
                  <a:cubicBezTo>
                    <a:pt x="1532" y="13711"/>
                    <a:pt x="2813" y="14326"/>
                    <a:pt x="4069" y="14970"/>
                  </a:cubicBezTo>
                  <a:cubicBezTo>
                    <a:pt x="5152" y="15529"/>
                    <a:pt x="6416" y="16055"/>
                    <a:pt x="7339" y="16873"/>
                  </a:cubicBezTo>
                  <a:cubicBezTo>
                    <a:pt x="7383" y="16913"/>
                    <a:pt x="7435" y="16989"/>
                    <a:pt x="7487" y="17027"/>
                  </a:cubicBezTo>
                  <a:lnTo>
                    <a:pt x="7487" y="17027"/>
                  </a:lnTo>
                  <a:cubicBezTo>
                    <a:pt x="7393" y="17359"/>
                    <a:pt x="7319" y="17699"/>
                    <a:pt x="7235" y="18033"/>
                  </a:cubicBezTo>
                  <a:cubicBezTo>
                    <a:pt x="6913" y="19321"/>
                    <a:pt x="6584" y="20606"/>
                    <a:pt x="6254" y="21891"/>
                  </a:cubicBezTo>
                  <a:cubicBezTo>
                    <a:pt x="5860" y="23410"/>
                    <a:pt x="5464" y="24931"/>
                    <a:pt x="5034" y="26439"/>
                  </a:cubicBezTo>
                  <a:cubicBezTo>
                    <a:pt x="4930" y="26803"/>
                    <a:pt x="5214" y="27050"/>
                    <a:pt x="5517" y="27050"/>
                  </a:cubicBezTo>
                  <a:cubicBezTo>
                    <a:pt x="5639" y="27050"/>
                    <a:pt x="5763" y="27011"/>
                    <a:pt x="5866" y="26924"/>
                  </a:cubicBezTo>
                  <a:cubicBezTo>
                    <a:pt x="8247" y="24910"/>
                    <a:pt x="10227" y="22525"/>
                    <a:pt x="12464" y="20370"/>
                  </a:cubicBezTo>
                  <a:cubicBezTo>
                    <a:pt x="12589" y="20250"/>
                    <a:pt x="12713" y="20123"/>
                    <a:pt x="12852" y="20018"/>
                  </a:cubicBezTo>
                  <a:cubicBezTo>
                    <a:pt x="12863" y="20009"/>
                    <a:pt x="12877" y="19999"/>
                    <a:pt x="12890" y="19990"/>
                  </a:cubicBezTo>
                  <a:lnTo>
                    <a:pt x="12890" y="19990"/>
                  </a:lnTo>
                  <a:cubicBezTo>
                    <a:pt x="12900" y="19993"/>
                    <a:pt x="12910" y="19997"/>
                    <a:pt x="12921" y="20001"/>
                  </a:cubicBezTo>
                  <a:cubicBezTo>
                    <a:pt x="13088" y="20068"/>
                    <a:pt x="13031" y="20039"/>
                    <a:pt x="13176" y="20106"/>
                  </a:cubicBezTo>
                  <a:cubicBezTo>
                    <a:pt x="13893" y="20437"/>
                    <a:pt x="14584" y="20827"/>
                    <a:pt x="15275" y="21210"/>
                  </a:cubicBezTo>
                  <a:cubicBezTo>
                    <a:pt x="17105" y="22224"/>
                    <a:pt x="18913" y="23285"/>
                    <a:pt x="20786" y="24217"/>
                  </a:cubicBezTo>
                  <a:cubicBezTo>
                    <a:pt x="21424" y="24535"/>
                    <a:pt x="22098" y="24897"/>
                    <a:pt x="22800" y="25057"/>
                  </a:cubicBezTo>
                  <a:cubicBezTo>
                    <a:pt x="22930" y="25087"/>
                    <a:pt x="23053" y="25105"/>
                    <a:pt x="23169" y="25105"/>
                  </a:cubicBezTo>
                  <a:cubicBezTo>
                    <a:pt x="23448" y="25105"/>
                    <a:pt x="23685" y="25004"/>
                    <a:pt x="23880" y="24741"/>
                  </a:cubicBezTo>
                  <a:cubicBezTo>
                    <a:pt x="24388" y="24059"/>
                    <a:pt x="24801" y="23292"/>
                    <a:pt x="25237" y="22563"/>
                  </a:cubicBezTo>
                  <a:cubicBezTo>
                    <a:pt x="26092" y="21124"/>
                    <a:pt x="26933" y="19677"/>
                    <a:pt x="27771" y="18227"/>
                  </a:cubicBezTo>
                  <a:cubicBezTo>
                    <a:pt x="29844" y="14642"/>
                    <a:pt x="31898" y="11043"/>
                    <a:pt x="33946" y="7443"/>
                  </a:cubicBezTo>
                  <a:cubicBezTo>
                    <a:pt x="35191" y="5254"/>
                    <a:pt x="36493" y="3084"/>
                    <a:pt x="37679" y="860"/>
                  </a:cubicBezTo>
                  <a:cubicBezTo>
                    <a:pt x="37698" y="826"/>
                    <a:pt x="37717" y="790"/>
                    <a:pt x="37738" y="754"/>
                  </a:cubicBezTo>
                  <a:cubicBezTo>
                    <a:pt x="37919" y="436"/>
                    <a:pt x="37673" y="0"/>
                    <a:pt x="3731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11" name="Google Shape;9011;p25"/>
            <p:cNvSpPr/>
            <p:nvPr/>
          </p:nvSpPr>
          <p:spPr>
            <a:xfrm>
              <a:off x="3492300" y="863350"/>
              <a:ext cx="474450" cy="278325"/>
            </a:xfrm>
            <a:custGeom>
              <a:rect b="b" l="l" r="r" t="t"/>
              <a:pathLst>
                <a:path extrusionOk="0" h="11133" w="18978">
                  <a:moveTo>
                    <a:pt x="18335" y="1"/>
                  </a:moveTo>
                  <a:cubicBezTo>
                    <a:pt x="18285" y="1"/>
                    <a:pt x="18233" y="10"/>
                    <a:pt x="18179" y="31"/>
                  </a:cubicBezTo>
                  <a:cubicBezTo>
                    <a:pt x="15036" y="1249"/>
                    <a:pt x="11985" y="2675"/>
                    <a:pt x="8954" y="4143"/>
                  </a:cubicBezTo>
                  <a:cubicBezTo>
                    <a:pt x="6184" y="5485"/>
                    <a:pt x="3415" y="6829"/>
                    <a:pt x="534" y="7916"/>
                  </a:cubicBezTo>
                  <a:cubicBezTo>
                    <a:pt x="1" y="8116"/>
                    <a:pt x="152" y="8911"/>
                    <a:pt x="623" y="8911"/>
                  </a:cubicBezTo>
                  <a:cubicBezTo>
                    <a:pt x="678" y="8911"/>
                    <a:pt x="737" y="8900"/>
                    <a:pt x="799" y="8877"/>
                  </a:cubicBezTo>
                  <a:cubicBezTo>
                    <a:pt x="5885" y="6960"/>
                    <a:pt x="10658" y="4331"/>
                    <a:pt x="15633" y="2155"/>
                  </a:cubicBezTo>
                  <a:lnTo>
                    <a:pt x="15633" y="2155"/>
                  </a:lnTo>
                  <a:cubicBezTo>
                    <a:pt x="12206" y="4952"/>
                    <a:pt x="8533" y="7433"/>
                    <a:pt x="5160" y="10303"/>
                  </a:cubicBezTo>
                  <a:cubicBezTo>
                    <a:pt x="4776" y="10629"/>
                    <a:pt x="5131" y="11132"/>
                    <a:pt x="5535" y="11132"/>
                  </a:cubicBezTo>
                  <a:cubicBezTo>
                    <a:pt x="5646" y="11132"/>
                    <a:pt x="5760" y="11095"/>
                    <a:pt x="5863" y="11007"/>
                  </a:cubicBezTo>
                  <a:cubicBezTo>
                    <a:pt x="10016" y="7474"/>
                    <a:pt x="14621" y="4533"/>
                    <a:pt x="18664" y="863"/>
                  </a:cubicBezTo>
                  <a:cubicBezTo>
                    <a:pt x="18977" y="577"/>
                    <a:pt x="18723" y="1"/>
                    <a:pt x="1833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12" name="Google Shape;9012;p25"/>
            <p:cNvSpPr/>
            <p:nvPr/>
          </p:nvSpPr>
          <p:spPr>
            <a:xfrm>
              <a:off x="3428775" y="1197550"/>
              <a:ext cx="352850" cy="128775"/>
            </a:xfrm>
            <a:custGeom>
              <a:rect b="b" l="l" r="r" t="t"/>
              <a:pathLst>
                <a:path extrusionOk="0" h="5151" w="14114">
                  <a:moveTo>
                    <a:pt x="13430" y="0"/>
                  </a:moveTo>
                  <a:cubicBezTo>
                    <a:pt x="13384" y="0"/>
                    <a:pt x="13335" y="7"/>
                    <a:pt x="13283" y="21"/>
                  </a:cubicBezTo>
                  <a:cubicBezTo>
                    <a:pt x="8994" y="1241"/>
                    <a:pt x="4865" y="2969"/>
                    <a:pt x="568" y="4169"/>
                  </a:cubicBezTo>
                  <a:cubicBezTo>
                    <a:pt x="1" y="4328"/>
                    <a:pt x="175" y="5151"/>
                    <a:pt x="688" y="5151"/>
                  </a:cubicBezTo>
                  <a:cubicBezTo>
                    <a:pt x="734" y="5151"/>
                    <a:pt x="782" y="5144"/>
                    <a:pt x="833" y="5130"/>
                  </a:cubicBezTo>
                  <a:cubicBezTo>
                    <a:pt x="5131" y="3929"/>
                    <a:pt x="9260" y="2202"/>
                    <a:pt x="13549" y="982"/>
                  </a:cubicBezTo>
                  <a:cubicBezTo>
                    <a:pt x="14113" y="822"/>
                    <a:pt x="13940" y="0"/>
                    <a:pt x="1343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013" name="Google Shape;9013;p25"/>
          <p:cNvSpPr/>
          <p:nvPr/>
        </p:nvSpPr>
        <p:spPr>
          <a:xfrm>
            <a:off x="7831725" y="845325"/>
            <a:ext cx="146125" cy="136975"/>
          </a:xfrm>
          <a:custGeom>
            <a:rect b="b" l="l" r="r" t="t"/>
            <a:pathLst>
              <a:path extrusionOk="0" h="5479" w="5845">
                <a:moveTo>
                  <a:pt x="3075" y="4462"/>
                </a:moveTo>
                <a:cubicBezTo>
                  <a:pt x="3073" y="4462"/>
                  <a:pt x="3072" y="4463"/>
                  <a:pt x="3071" y="4463"/>
                </a:cubicBezTo>
                <a:lnTo>
                  <a:pt x="3071" y="4463"/>
                </a:lnTo>
                <a:cubicBezTo>
                  <a:pt x="3072" y="4463"/>
                  <a:pt x="3073" y="4462"/>
                  <a:pt x="3075" y="4462"/>
                </a:cubicBezTo>
                <a:close/>
                <a:moveTo>
                  <a:pt x="3051" y="4466"/>
                </a:moveTo>
                <a:cubicBezTo>
                  <a:pt x="3036" y="4468"/>
                  <a:pt x="3030" y="4469"/>
                  <a:pt x="3030" y="4469"/>
                </a:cubicBezTo>
                <a:cubicBezTo>
                  <a:pt x="3030" y="4469"/>
                  <a:pt x="3040" y="4467"/>
                  <a:pt x="3051" y="4466"/>
                </a:cubicBezTo>
                <a:close/>
                <a:moveTo>
                  <a:pt x="3032" y="988"/>
                </a:moveTo>
                <a:cubicBezTo>
                  <a:pt x="3081" y="988"/>
                  <a:pt x="3130" y="990"/>
                  <a:pt x="3180" y="993"/>
                </a:cubicBezTo>
                <a:cubicBezTo>
                  <a:pt x="3209" y="995"/>
                  <a:pt x="3237" y="997"/>
                  <a:pt x="3266" y="999"/>
                </a:cubicBezTo>
                <a:cubicBezTo>
                  <a:pt x="3274" y="999"/>
                  <a:pt x="3280" y="999"/>
                  <a:pt x="3284" y="1000"/>
                </a:cubicBezTo>
                <a:lnTo>
                  <a:pt x="3284" y="1000"/>
                </a:lnTo>
                <a:cubicBezTo>
                  <a:pt x="3395" y="1021"/>
                  <a:pt x="3505" y="1046"/>
                  <a:pt x="3612" y="1081"/>
                </a:cubicBezTo>
                <a:cubicBezTo>
                  <a:pt x="3641" y="1090"/>
                  <a:pt x="3709" y="1119"/>
                  <a:pt x="3711" y="1119"/>
                </a:cubicBezTo>
                <a:cubicBezTo>
                  <a:pt x="3712" y="1119"/>
                  <a:pt x="3702" y="1114"/>
                  <a:pt x="3673" y="1100"/>
                </a:cubicBezTo>
                <a:lnTo>
                  <a:pt x="3673" y="1100"/>
                </a:lnTo>
                <a:cubicBezTo>
                  <a:pt x="3730" y="1125"/>
                  <a:pt x="3787" y="1153"/>
                  <a:pt x="3841" y="1184"/>
                </a:cubicBezTo>
                <a:cubicBezTo>
                  <a:pt x="3883" y="1208"/>
                  <a:pt x="3923" y="1235"/>
                  <a:pt x="3966" y="1262"/>
                </a:cubicBezTo>
                <a:cubicBezTo>
                  <a:pt x="3985" y="1274"/>
                  <a:pt x="3997" y="1281"/>
                  <a:pt x="4005" y="1285"/>
                </a:cubicBezTo>
                <a:lnTo>
                  <a:pt x="4005" y="1285"/>
                </a:lnTo>
                <a:cubicBezTo>
                  <a:pt x="4007" y="1287"/>
                  <a:pt x="4009" y="1289"/>
                  <a:pt x="4012" y="1292"/>
                </a:cubicBezTo>
                <a:cubicBezTo>
                  <a:pt x="4096" y="1368"/>
                  <a:pt x="4181" y="1443"/>
                  <a:pt x="4254" y="1530"/>
                </a:cubicBezTo>
                <a:cubicBezTo>
                  <a:pt x="4264" y="1542"/>
                  <a:pt x="4273" y="1553"/>
                  <a:pt x="4283" y="1565"/>
                </a:cubicBezTo>
                <a:lnTo>
                  <a:pt x="4283" y="1565"/>
                </a:lnTo>
                <a:cubicBezTo>
                  <a:pt x="4284" y="1566"/>
                  <a:pt x="4285" y="1568"/>
                  <a:pt x="4286" y="1570"/>
                </a:cubicBezTo>
                <a:cubicBezTo>
                  <a:pt x="4315" y="1614"/>
                  <a:pt x="4347" y="1656"/>
                  <a:pt x="4374" y="1703"/>
                </a:cubicBezTo>
                <a:cubicBezTo>
                  <a:pt x="4400" y="1743"/>
                  <a:pt x="4423" y="1785"/>
                  <a:pt x="4444" y="1827"/>
                </a:cubicBezTo>
                <a:cubicBezTo>
                  <a:pt x="4458" y="1852"/>
                  <a:pt x="4499" y="1948"/>
                  <a:pt x="4501" y="1948"/>
                </a:cubicBezTo>
                <a:cubicBezTo>
                  <a:pt x="4501" y="1948"/>
                  <a:pt x="4497" y="1936"/>
                  <a:pt x="4484" y="1903"/>
                </a:cubicBezTo>
                <a:lnTo>
                  <a:pt x="4484" y="1903"/>
                </a:lnTo>
                <a:cubicBezTo>
                  <a:pt x="4520" y="1991"/>
                  <a:pt x="4551" y="2082"/>
                  <a:pt x="4577" y="2174"/>
                </a:cubicBezTo>
                <a:cubicBezTo>
                  <a:pt x="4589" y="2221"/>
                  <a:pt x="4600" y="2267"/>
                  <a:pt x="4610" y="2314"/>
                </a:cubicBezTo>
                <a:cubicBezTo>
                  <a:pt x="4616" y="2344"/>
                  <a:pt x="4628" y="2444"/>
                  <a:pt x="4630" y="2444"/>
                </a:cubicBezTo>
                <a:cubicBezTo>
                  <a:pt x="4631" y="2444"/>
                  <a:pt x="4630" y="2431"/>
                  <a:pt x="4627" y="2396"/>
                </a:cubicBezTo>
                <a:lnTo>
                  <a:pt x="4627" y="2396"/>
                </a:lnTo>
                <a:cubicBezTo>
                  <a:pt x="4636" y="2497"/>
                  <a:pt x="4644" y="2600"/>
                  <a:pt x="4644" y="2703"/>
                </a:cubicBezTo>
                <a:cubicBezTo>
                  <a:pt x="4642" y="2756"/>
                  <a:pt x="4642" y="2811"/>
                  <a:pt x="4638" y="2865"/>
                </a:cubicBezTo>
                <a:cubicBezTo>
                  <a:pt x="4636" y="2887"/>
                  <a:pt x="4632" y="2911"/>
                  <a:pt x="4631" y="2933"/>
                </a:cubicBezTo>
                <a:lnTo>
                  <a:pt x="4631" y="2933"/>
                </a:lnTo>
                <a:cubicBezTo>
                  <a:pt x="4631" y="2933"/>
                  <a:pt x="4631" y="2933"/>
                  <a:pt x="4631" y="2933"/>
                </a:cubicBezTo>
                <a:cubicBezTo>
                  <a:pt x="4614" y="3034"/>
                  <a:pt x="4596" y="3135"/>
                  <a:pt x="4566" y="3234"/>
                </a:cubicBezTo>
                <a:cubicBezTo>
                  <a:pt x="4553" y="3280"/>
                  <a:pt x="4537" y="3327"/>
                  <a:pt x="4522" y="3373"/>
                </a:cubicBezTo>
                <a:cubicBezTo>
                  <a:pt x="4513" y="3396"/>
                  <a:pt x="4503" y="3417"/>
                  <a:pt x="4497" y="3441"/>
                </a:cubicBezTo>
                <a:cubicBezTo>
                  <a:pt x="4496" y="3441"/>
                  <a:pt x="4496" y="3441"/>
                  <a:pt x="4496" y="3441"/>
                </a:cubicBezTo>
                <a:lnTo>
                  <a:pt x="4496" y="3441"/>
                </a:lnTo>
                <a:cubicBezTo>
                  <a:pt x="4494" y="3445"/>
                  <a:pt x="4491" y="3450"/>
                  <a:pt x="4488" y="3455"/>
                </a:cubicBezTo>
                <a:cubicBezTo>
                  <a:pt x="4440" y="3542"/>
                  <a:pt x="4400" y="3630"/>
                  <a:pt x="4347" y="3712"/>
                </a:cubicBezTo>
                <a:cubicBezTo>
                  <a:pt x="4337" y="3727"/>
                  <a:pt x="4283" y="3802"/>
                  <a:pt x="4272" y="3820"/>
                </a:cubicBezTo>
                <a:lnTo>
                  <a:pt x="4272" y="3820"/>
                </a:lnTo>
                <a:cubicBezTo>
                  <a:pt x="4267" y="3826"/>
                  <a:pt x="4263" y="3832"/>
                  <a:pt x="4261" y="3835"/>
                </a:cubicBezTo>
                <a:cubicBezTo>
                  <a:pt x="4235" y="3862"/>
                  <a:pt x="4210" y="3891"/>
                  <a:pt x="4185" y="3919"/>
                </a:cubicBezTo>
                <a:cubicBezTo>
                  <a:pt x="4151" y="3955"/>
                  <a:pt x="4115" y="3990"/>
                  <a:pt x="4077" y="4024"/>
                </a:cubicBezTo>
                <a:cubicBezTo>
                  <a:pt x="4063" y="4037"/>
                  <a:pt x="3977" y="4106"/>
                  <a:pt x="3981" y="4106"/>
                </a:cubicBezTo>
                <a:cubicBezTo>
                  <a:pt x="3982" y="4106"/>
                  <a:pt x="3992" y="4099"/>
                  <a:pt x="4016" y="4081"/>
                </a:cubicBezTo>
                <a:lnTo>
                  <a:pt x="4016" y="4081"/>
                </a:lnTo>
                <a:cubicBezTo>
                  <a:pt x="3919" y="4153"/>
                  <a:pt x="3818" y="4216"/>
                  <a:pt x="3713" y="4271"/>
                </a:cubicBezTo>
                <a:cubicBezTo>
                  <a:pt x="3692" y="4282"/>
                  <a:pt x="3605" y="4320"/>
                  <a:pt x="3609" y="4320"/>
                </a:cubicBezTo>
                <a:cubicBezTo>
                  <a:pt x="3609" y="4320"/>
                  <a:pt x="3609" y="4320"/>
                  <a:pt x="3611" y="4319"/>
                </a:cubicBezTo>
                <a:lnTo>
                  <a:pt x="3611" y="4319"/>
                </a:lnTo>
                <a:cubicBezTo>
                  <a:pt x="3569" y="4335"/>
                  <a:pt x="3527" y="4350"/>
                  <a:pt x="3483" y="4365"/>
                </a:cubicBezTo>
                <a:cubicBezTo>
                  <a:pt x="3353" y="4408"/>
                  <a:pt x="3218" y="4437"/>
                  <a:pt x="3083" y="4460"/>
                </a:cubicBezTo>
                <a:cubicBezTo>
                  <a:pt x="3075" y="4462"/>
                  <a:pt x="3068" y="4463"/>
                  <a:pt x="3062" y="4464"/>
                </a:cubicBezTo>
                <a:lnTo>
                  <a:pt x="3062" y="4464"/>
                </a:lnTo>
                <a:cubicBezTo>
                  <a:pt x="3028" y="4467"/>
                  <a:pt x="2994" y="4471"/>
                  <a:pt x="2959" y="4473"/>
                </a:cubicBezTo>
                <a:cubicBezTo>
                  <a:pt x="2900" y="4477"/>
                  <a:pt x="2841" y="4481"/>
                  <a:pt x="2782" y="4481"/>
                </a:cubicBezTo>
                <a:cubicBezTo>
                  <a:pt x="2718" y="4481"/>
                  <a:pt x="2653" y="4479"/>
                  <a:pt x="2590" y="4475"/>
                </a:cubicBezTo>
                <a:cubicBezTo>
                  <a:pt x="2563" y="4473"/>
                  <a:pt x="2536" y="4471"/>
                  <a:pt x="2509" y="4469"/>
                </a:cubicBezTo>
                <a:lnTo>
                  <a:pt x="2509" y="4469"/>
                </a:lnTo>
                <a:cubicBezTo>
                  <a:pt x="2506" y="4468"/>
                  <a:pt x="2503" y="4467"/>
                  <a:pt x="2499" y="4467"/>
                </a:cubicBezTo>
                <a:cubicBezTo>
                  <a:pt x="2392" y="4445"/>
                  <a:pt x="2287" y="4422"/>
                  <a:pt x="2181" y="4389"/>
                </a:cubicBezTo>
                <a:cubicBezTo>
                  <a:pt x="2154" y="4379"/>
                  <a:pt x="2102" y="4357"/>
                  <a:pt x="2090" y="4352"/>
                </a:cubicBezTo>
                <a:lnTo>
                  <a:pt x="2090" y="4352"/>
                </a:lnTo>
                <a:cubicBezTo>
                  <a:pt x="2048" y="4332"/>
                  <a:pt x="2007" y="4312"/>
                  <a:pt x="1966" y="4290"/>
                </a:cubicBezTo>
                <a:cubicBezTo>
                  <a:pt x="1924" y="4266"/>
                  <a:pt x="1884" y="4241"/>
                  <a:pt x="1844" y="4214"/>
                </a:cubicBezTo>
                <a:cubicBezTo>
                  <a:pt x="1820" y="4198"/>
                  <a:pt x="1770" y="4158"/>
                  <a:pt x="1769" y="4158"/>
                </a:cubicBezTo>
                <a:lnTo>
                  <a:pt x="1769" y="4158"/>
                </a:lnTo>
                <a:cubicBezTo>
                  <a:pt x="1769" y="4158"/>
                  <a:pt x="1769" y="4158"/>
                  <a:pt x="1770" y="4159"/>
                </a:cubicBezTo>
                <a:lnTo>
                  <a:pt x="1770" y="4159"/>
                </a:lnTo>
                <a:cubicBezTo>
                  <a:pt x="1698" y="4097"/>
                  <a:pt x="1630" y="4032"/>
                  <a:pt x="1566" y="3961"/>
                </a:cubicBezTo>
                <a:cubicBezTo>
                  <a:pt x="1559" y="3952"/>
                  <a:pt x="1523" y="3908"/>
                  <a:pt x="1505" y="3886"/>
                </a:cubicBezTo>
                <a:lnTo>
                  <a:pt x="1505" y="3886"/>
                </a:lnTo>
                <a:cubicBezTo>
                  <a:pt x="1487" y="3859"/>
                  <a:pt x="1452" y="3809"/>
                  <a:pt x="1446" y="3799"/>
                </a:cubicBezTo>
                <a:cubicBezTo>
                  <a:pt x="1389" y="3710"/>
                  <a:pt x="1347" y="3618"/>
                  <a:pt x="1296" y="3525"/>
                </a:cubicBezTo>
                <a:cubicBezTo>
                  <a:pt x="1293" y="3520"/>
                  <a:pt x="1291" y="3516"/>
                  <a:pt x="1289" y="3513"/>
                </a:cubicBezTo>
                <a:lnTo>
                  <a:pt x="1289" y="3513"/>
                </a:lnTo>
                <a:cubicBezTo>
                  <a:pt x="1287" y="3505"/>
                  <a:pt x="1284" y="3496"/>
                  <a:pt x="1280" y="3485"/>
                </a:cubicBezTo>
                <a:cubicBezTo>
                  <a:pt x="1263" y="3441"/>
                  <a:pt x="1248" y="3396"/>
                  <a:pt x="1233" y="3352"/>
                </a:cubicBezTo>
                <a:cubicBezTo>
                  <a:pt x="1202" y="3251"/>
                  <a:pt x="1176" y="3150"/>
                  <a:pt x="1157" y="3047"/>
                </a:cubicBezTo>
                <a:cubicBezTo>
                  <a:pt x="1153" y="3023"/>
                  <a:pt x="1148" y="2988"/>
                  <a:pt x="1146" y="2969"/>
                </a:cubicBezTo>
                <a:lnTo>
                  <a:pt x="1146" y="2969"/>
                </a:lnTo>
                <a:cubicBezTo>
                  <a:pt x="1142" y="2928"/>
                  <a:pt x="1138" y="2887"/>
                  <a:pt x="1134" y="2847"/>
                </a:cubicBezTo>
                <a:cubicBezTo>
                  <a:pt x="1128" y="2743"/>
                  <a:pt x="1130" y="2638"/>
                  <a:pt x="1136" y="2533"/>
                </a:cubicBezTo>
                <a:cubicBezTo>
                  <a:pt x="1138" y="2513"/>
                  <a:pt x="1146" y="2433"/>
                  <a:pt x="1149" y="2401"/>
                </a:cubicBezTo>
                <a:lnTo>
                  <a:pt x="1149" y="2401"/>
                </a:lnTo>
                <a:cubicBezTo>
                  <a:pt x="1155" y="2369"/>
                  <a:pt x="1164" y="2316"/>
                  <a:pt x="1166" y="2301"/>
                </a:cubicBezTo>
                <a:cubicBezTo>
                  <a:pt x="1191" y="2189"/>
                  <a:pt x="1225" y="2080"/>
                  <a:pt x="1261" y="1970"/>
                </a:cubicBezTo>
                <a:cubicBezTo>
                  <a:pt x="1267" y="1952"/>
                  <a:pt x="1270" y="1940"/>
                  <a:pt x="1272" y="1933"/>
                </a:cubicBezTo>
                <a:lnTo>
                  <a:pt x="1272" y="1933"/>
                </a:lnTo>
                <a:cubicBezTo>
                  <a:pt x="1276" y="1925"/>
                  <a:pt x="1282" y="1914"/>
                  <a:pt x="1290" y="1898"/>
                </a:cubicBezTo>
                <a:cubicBezTo>
                  <a:pt x="1315" y="1848"/>
                  <a:pt x="1341" y="1797"/>
                  <a:pt x="1370" y="1747"/>
                </a:cubicBezTo>
                <a:cubicBezTo>
                  <a:pt x="1398" y="1698"/>
                  <a:pt x="1429" y="1652"/>
                  <a:pt x="1461" y="1604"/>
                </a:cubicBezTo>
                <a:cubicBezTo>
                  <a:pt x="1470" y="1590"/>
                  <a:pt x="1476" y="1580"/>
                  <a:pt x="1480" y="1574"/>
                </a:cubicBezTo>
                <a:lnTo>
                  <a:pt x="1480" y="1574"/>
                </a:lnTo>
                <a:cubicBezTo>
                  <a:pt x="1484" y="1570"/>
                  <a:pt x="1489" y="1565"/>
                  <a:pt x="1497" y="1557"/>
                </a:cubicBezTo>
                <a:cubicBezTo>
                  <a:pt x="1572" y="1477"/>
                  <a:pt x="1648" y="1401"/>
                  <a:pt x="1728" y="1328"/>
                </a:cubicBezTo>
                <a:cubicBezTo>
                  <a:pt x="1729" y="1327"/>
                  <a:pt x="1729" y="1327"/>
                  <a:pt x="1730" y="1326"/>
                </a:cubicBezTo>
                <a:lnTo>
                  <a:pt x="1730" y="1326"/>
                </a:lnTo>
                <a:cubicBezTo>
                  <a:pt x="1753" y="1312"/>
                  <a:pt x="1774" y="1295"/>
                  <a:pt x="1796" y="1281"/>
                </a:cubicBezTo>
                <a:cubicBezTo>
                  <a:pt x="1846" y="1248"/>
                  <a:pt x="1899" y="1218"/>
                  <a:pt x="1952" y="1191"/>
                </a:cubicBezTo>
                <a:cubicBezTo>
                  <a:pt x="1973" y="1180"/>
                  <a:pt x="1996" y="1170"/>
                  <a:pt x="2015" y="1159"/>
                </a:cubicBezTo>
                <a:cubicBezTo>
                  <a:pt x="2019" y="1157"/>
                  <a:pt x="2023" y="1154"/>
                  <a:pt x="2026" y="1152"/>
                </a:cubicBezTo>
                <a:lnTo>
                  <a:pt x="2026" y="1152"/>
                </a:lnTo>
                <a:cubicBezTo>
                  <a:pt x="2028" y="1152"/>
                  <a:pt x="2030" y="1151"/>
                  <a:pt x="2032" y="1151"/>
                </a:cubicBezTo>
                <a:cubicBezTo>
                  <a:pt x="2093" y="1132"/>
                  <a:pt x="2152" y="1108"/>
                  <a:pt x="2213" y="1092"/>
                </a:cubicBezTo>
                <a:cubicBezTo>
                  <a:pt x="2272" y="1075"/>
                  <a:pt x="2329" y="1064"/>
                  <a:pt x="2388" y="1052"/>
                </a:cubicBezTo>
                <a:cubicBezTo>
                  <a:pt x="2406" y="1047"/>
                  <a:pt x="2452" y="1041"/>
                  <a:pt x="2450" y="1041"/>
                </a:cubicBezTo>
                <a:lnTo>
                  <a:pt x="2450" y="1041"/>
                </a:lnTo>
                <a:cubicBezTo>
                  <a:pt x="2449" y="1041"/>
                  <a:pt x="2434" y="1042"/>
                  <a:pt x="2396" y="1047"/>
                </a:cubicBezTo>
                <a:cubicBezTo>
                  <a:pt x="2438" y="1041"/>
                  <a:pt x="2480" y="1037"/>
                  <a:pt x="2523" y="1035"/>
                </a:cubicBezTo>
                <a:cubicBezTo>
                  <a:pt x="2551" y="1033"/>
                  <a:pt x="2579" y="1028"/>
                  <a:pt x="2607" y="1022"/>
                </a:cubicBezTo>
                <a:lnTo>
                  <a:pt x="2607" y="1022"/>
                </a:lnTo>
                <a:cubicBezTo>
                  <a:pt x="2623" y="1021"/>
                  <a:pt x="2639" y="1018"/>
                  <a:pt x="2655" y="1016"/>
                </a:cubicBezTo>
                <a:cubicBezTo>
                  <a:pt x="2677" y="1012"/>
                  <a:pt x="2699" y="1009"/>
                  <a:pt x="2720" y="1006"/>
                </a:cubicBezTo>
                <a:lnTo>
                  <a:pt x="2720" y="1006"/>
                </a:lnTo>
                <a:cubicBezTo>
                  <a:pt x="2727" y="1005"/>
                  <a:pt x="2777" y="1000"/>
                  <a:pt x="2792" y="999"/>
                </a:cubicBezTo>
                <a:cubicBezTo>
                  <a:pt x="2853" y="995"/>
                  <a:pt x="2917" y="991"/>
                  <a:pt x="2978" y="988"/>
                </a:cubicBezTo>
                <a:cubicBezTo>
                  <a:pt x="2996" y="988"/>
                  <a:pt x="3014" y="988"/>
                  <a:pt x="3032" y="988"/>
                </a:cubicBezTo>
                <a:close/>
                <a:moveTo>
                  <a:pt x="3031" y="0"/>
                </a:moveTo>
                <a:cubicBezTo>
                  <a:pt x="2841" y="0"/>
                  <a:pt x="2651" y="16"/>
                  <a:pt x="2463" y="44"/>
                </a:cubicBezTo>
                <a:lnTo>
                  <a:pt x="2463" y="44"/>
                </a:lnTo>
                <a:cubicBezTo>
                  <a:pt x="1887" y="101"/>
                  <a:pt x="1345" y="305"/>
                  <a:pt x="921" y="715"/>
                </a:cubicBezTo>
                <a:cubicBezTo>
                  <a:pt x="551" y="1073"/>
                  <a:pt x="298" y="1566"/>
                  <a:pt x="199" y="2071"/>
                </a:cubicBezTo>
                <a:cubicBezTo>
                  <a:pt x="1" y="3089"/>
                  <a:pt x="296" y="4250"/>
                  <a:pt x="1128" y="4915"/>
                </a:cubicBezTo>
                <a:cubicBezTo>
                  <a:pt x="1602" y="5295"/>
                  <a:pt x="2207" y="5479"/>
                  <a:pt x="2815" y="5479"/>
                </a:cubicBezTo>
                <a:cubicBezTo>
                  <a:pt x="3435" y="5479"/>
                  <a:pt x="4059" y="5288"/>
                  <a:pt x="4551" y="4917"/>
                </a:cubicBezTo>
                <a:cubicBezTo>
                  <a:pt x="5478" y="4222"/>
                  <a:pt x="5845" y="2981"/>
                  <a:pt x="5529" y="1873"/>
                </a:cubicBezTo>
                <a:cubicBezTo>
                  <a:pt x="5356" y="1275"/>
                  <a:pt x="4989" y="750"/>
                  <a:pt x="4469" y="401"/>
                </a:cubicBezTo>
                <a:cubicBezTo>
                  <a:pt x="4037" y="112"/>
                  <a:pt x="3537" y="0"/>
                  <a:pt x="3031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14" name="Google Shape;9014;p25"/>
          <p:cNvSpPr/>
          <p:nvPr/>
        </p:nvSpPr>
        <p:spPr>
          <a:xfrm>
            <a:off x="8069275" y="4207050"/>
            <a:ext cx="117525" cy="110100"/>
          </a:xfrm>
          <a:custGeom>
            <a:rect b="b" l="l" r="r" t="t"/>
            <a:pathLst>
              <a:path extrusionOk="0" h="4404" w="4701">
                <a:moveTo>
                  <a:pt x="1951" y="1032"/>
                </a:moveTo>
                <a:cubicBezTo>
                  <a:pt x="1950" y="1033"/>
                  <a:pt x="1949" y="1033"/>
                  <a:pt x="1947" y="1033"/>
                </a:cubicBezTo>
                <a:cubicBezTo>
                  <a:pt x="1948" y="1033"/>
                  <a:pt x="1950" y="1033"/>
                  <a:pt x="1951" y="1032"/>
                </a:cubicBezTo>
                <a:close/>
                <a:moveTo>
                  <a:pt x="2857" y="1059"/>
                </a:moveTo>
                <a:cubicBezTo>
                  <a:pt x="2871" y="1059"/>
                  <a:pt x="2889" y="1066"/>
                  <a:pt x="2907" y="1075"/>
                </a:cubicBezTo>
                <a:lnTo>
                  <a:pt x="2907" y="1075"/>
                </a:lnTo>
                <a:cubicBezTo>
                  <a:pt x="2887" y="1068"/>
                  <a:pt x="2858" y="1059"/>
                  <a:pt x="2857" y="1059"/>
                </a:cubicBezTo>
                <a:close/>
                <a:moveTo>
                  <a:pt x="3091" y="1185"/>
                </a:moveTo>
                <a:cubicBezTo>
                  <a:pt x="3091" y="1185"/>
                  <a:pt x="3091" y="1185"/>
                  <a:pt x="3091" y="1185"/>
                </a:cubicBezTo>
                <a:lnTo>
                  <a:pt x="3091" y="1185"/>
                </a:lnTo>
                <a:cubicBezTo>
                  <a:pt x="3091" y="1185"/>
                  <a:pt x="3091" y="1185"/>
                  <a:pt x="3091" y="1185"/>
                </a:cubicBezTo>
                <a:close/>
                <a:moveTo>
                  <a:pt x="3104" y="1198"/>
                </a:moveTo>
                <a:cubicBezTo>
                  <a:pt x="3111" y="1203"/>
                  <a:pt x="3118" y="1208"/>
                  <a:pt x="3125" y="1213"/>
                </a:cubicBezTo>
                <a:cubicBezTo>
                  <a:pt x="3142" y="1224"/>
                  <a:pt x="3149" y="1229"/>
                  <a:pt x="3148" y="1229"/>
                </a:cubicBezTo>
                <a:cubicBezTo>
                  <a:pt x="3148" y="1229"/>
                  <a:pt x="3121" y="1211"/>
                  <a:pt x="3104" y="1198"/>
                </a:cubicBezTo>
                <a:close/>
                <a:moveTo>
                  <a:pt x="1747" y="3319"/>
                </a:moveTo>
                <a:cubicBezTo>
                  <a:pt x="1767" y="3326"/>
                  <a:pt x="1803" y="3338"/>
                  <a:pt x="1802" y="3338"/>
                </a:cubicBezTo>
                <a:cubicBezTo>
                  <a:pt x="1800" y="3339"/>
                  <a:pt x="1799" y="3339"/>
                  <a:pt x="1797" y="3339"/>
                </a:cubicBezTo>
                <a:cubicBezTo>
                  <a:pt x="1785" y="3339"/>
                  <a:pt x="1766" y="3330"/>
                  <a:pt x="1747" y="3319"/>
                </a:cubicBezTo>
                <a:close/>
                <a:moveTo>
                  <a:pt x="2463" y="3393"/>
                </a:moveTo>
                <a:cubicBezTo>
                  <a:pt x="2461" y="3393"/>
                  <a:pt x="2459" y="3393"/>
                  <a:pt x="2456" y="3393"/>
                </a:cubicBezTo>
                <a:lnTo>
                  <a:pt x="2456" y="3393"/>
                </a:lnTo>
                <a:cubicBezTo>
                  <a:pt x="2459" y="3393"/>
                  <a:pt x="2462" y="3393"/>
                  <a:pt x="2463" y="3393"/>
                </a:cubicBezTo>
                <a:close/>
                <a:moveTo>
                  <a:pt x="2387" y="989"/>
                </a:moveTo>
                <a:cubicBezTo>
                  <a:pt x="2440" y="989"/>
                  <a:pt x="2491" y="989"/>
                  <a:pt x="2541" y="993"/>
                </a:cubicBezTo>
                <a:cubicBezTo>
                  <a:pt x="2560" y="993"/>
                  <a:pt x="2582" y="997"/>
                  <a:pt x="2601" y="998"/>
                </a:cubicBezTo>
                <a:lnTo>
                  <a:pt x="2601" y="998"/>
                </a:lnTo>
                <a:cubicBezTo>
                  <a:pt x="2682" y="1018"/>
                  <a:pt x="2761" y="1029"/>
                  <a:pt x="2840" y="1057"/>
                </a:cubicBezTo>
                <a:cubicBezTo>
                  <a:pt x="2857" y="1061"/>
                  <a:pt x="2876" y="1069"/>
                  <a:pt x="2895" y="1076"/>
                </a:cubicBezTo>
                <a:cubicBezTo>
                  <a:pt x="2906" y="1079"/>
                  <a:pt x="2914" y="1081"/>
                  <a:pt x="2919" y="1082"/>
                </a:cubicBezTo>
                <a:lnTo>
                  <a:pt x="2919" y="1082"/>
                </a:lnTo>
                <a:cubicBezTo>
                  <a:pt x="2944" y="1096"/>
                  <a:pt x="2968" y="1113"/>
                  <a:pt x="2984" y="1122"/>
                </a:cubicBezTo>
                <a:cubicBezTo>
                  <a:pt x="3015" y="1139"/>
                  <a:pt x="3049" y="1160"/>
                  <a:pt x="3080" y="1181"/>
                </a:cubicBezTo>
                <a:cubicBezTo>
                  <a:pt x="3084" y="1184"/>
                  <a:pt x="3088" y="1186"/>
                  <a:pt x="3092" y="1189"/>
                </a:cubicBezTo>
                <a:lnTo>
                  <a:pt x="3092" y="1189"/>
                </a:lnTo>
                <a:cubicBezTo>
                  <a:pt x="3107" y="1217"/>
                  <a:pt x="3258" y="1347"/>
                  <a:pt x="3274" y="1366"/>
                </a:cubicBezTo>
                <a:cubicBezTo>
                  <a:pt x="3278" y="1370"/>
                  <a:pt x="3281" y="1374"/>
                  <a:pt x="3284" y="1378"/>
                </a:cubicBezTo>
                <a:lnTo>
                  <a:pt x="3284" y="1378"/>
                </a:lnTo>
                <a:cubicBezTo>
                  <a:pt x="3304" y="1410"/>
                  <a:pt x="3328" y="1440"/>
                  <a:pt x="3348" y="1474"/>
                </a:cubicBezTo>
                <a:cubicBezTo>
                  <a:pt x="3367" y="1503"/>
                  <a:pt x="3386" y="1535"/>
                  <a:pt x="3403" y="1569"/>
                </a:cubicBezTo>
                <a:cubicBezTo>
                  <a:pt x="3409" y="1579"/>
                  <a:pt x="3414" y="1591"/>
                  <a:pt x="3420" y="1604"/>
                </a:cubicBezTo>
                <a:lnTo>
                  <a:pt x="3420" y="1604"/>
                </a:lnTo>
                <a:cubicBezTo>
                  <a:pt x="3420" y="1602"/>
                  <a:pt x="3420" y="1600"/>
                  <a:pt x="3420" y="1598"/>
                </a:cubicBezTo>
                <a:lnTo>
                  <a:pt x="3420" y="1598"/>
                </a:lnTo>
                <a:cubicBezTo>
                  <a:pt x="3420" y="1600"/>
                  <a:pt x="3420" y="1602"/>
                  <a:pt x="3420" y="1604"/>
                </a:cubicBezTo>
                <a:lnTo>
                  <a:pt x="3420" y="1604"/>
                </a:lnTo>
                <a:cubicBezTo>
                  <a:pt x="3420" y="1604"/>
                  <a:pt x="3420" y="1604"/>
                  <a:pt x="3420" y="1604"/>
                </a:cubicBezTo>
                <a:lnTo>
                  <a:pt x="3420" y="1604"/>
                </a:lnTo>
                <a:cubicBezTo>
                  <a:pt x="3420" y="1621"/>
                  <a:pt x="3423" y="1634"/>
                  <a:pt x="3427" y="1644"/>
                </a:cubicBezTo>
                <a:lnTo>
                  <a:pt x="3427" y="1644"/>
                </a:lnTo>
                <a:cubicBezTo>
                  <a:pt x="3423" y="1630"/>
                  <a:pt x="3420" y="1616"/>
                  <a:pt x="3420" y="1604"/>
                </a:cubicBezTo>
                <a:lnTo>
                  <a:pt x="3420" y="1604"/>
                </a:lnTo>
                <a:cubicBezTo>
                  <a:pt x="3422" y="1608"/>
                  <a:pt x="3424" y="1613"/>
                  <a:pt x="3426" y="1617"/>
                </a:cubicBezTo>
                <a:cubicBezTo>
                  <a:pt x="3442" y="1646"/>
                  <a:pt x="3443" y="1659"/>
                  <a:pt x="3439" y="1659"/>
                </a:cubicBezTo>
                <a:cubicBezTo>
                  <a:pt x="3436" y="1659"/>
                  <a:pt x="3432" y="1654"/>
                  <a:pt x="3427" y="1644"/>
                </a:cubicBezTo>
                <a:lnTo>
                  <a:pt x="3427" y="1644"/>
                </a:lnTo>
                <a:cubicBezTo>
                  <a:pt x="3443" y="1697"/>
                  <a:pt x="3479" y="1760"/>
                  <a:pt x="3491" y="1802"/>
                </a:cubicBezTo>
                <a:cubicBezTo>
                  <a:pt x="3500" y="1838"/>
                  <a:pt x="3508" y="1874"/>
                  <a:pt x="3517" y="1910"/>
                </a:cubicBezTo>
                <a:cubicBezTo>
                  <a:pt x="3521" y="1933"/>
                  <a:pt x="3525" y="1954"/>
                  <a:pt x="3529" y="1977"/>
                </a:cubicBezTo>
                <a:cubicBezTo>
                  <a:pt x="3534" y="2005"/>
                  <a:pt x="3537" y="2015"/>
                  <a:pt x="3538" y="2015"/>
                </a:cubicBezTo>
                <a:cubicBezTo>
                  <a:pt x="3540" y="2015"/>
                  <a:pt x="3530" y="1942"/>
                  <a:pt x="3525" y="1939"/>
                </a:cubicBezTo>
                <a:lnTo>
                  <a:pt x="3525" y="1939"/>
                </a:lnTo>
                <a:cubicBezTo>
                  <a:pt x="3550" y="1954"/>
                  <a:pt x="3538" y="2142"/>
                  <a:pt x="3538" y="2173"/>
                </a:cubicBezTo>
                <a:cubicBezTo>
                  <a:pt x="3538" y="2215"/>
                  <a:pt x="3535" y="2257"/>
                  <a:pt x="3533" y="2297"/>
                </a:cubicBezTo>
                <a:cubicBezTo>
                  <a:pt x="3532" y="2312"/>
                  <a:pt x="3530" y="2326"/>
                  <a:pt x="3529" y="2339"/>
                </a:cubicBezTo>
                <a:lnTo>
                  <a:pt x="3529" y="2339"/>
                </a:lnTo>
                <a:cubicBezTo>
                  <a:pt x="3514" y="2409"/>
                  <a:pt x="3504" y="2477"/>
                  <a:pt x="3483" y="2546"/>
                </a:cubicBezTo>
                <a:cubicBezTo>
                  <a:pt x="3472" y="2582"/>
                  <a:pt x="3462" y="2618"/>
                  <a:pt x="3449" y="2651"/>
                </a:cubicBezTo>
                <a:cubicBezTo>
                  <a:pt x="3445" y="2663"/>
                  <a:pt x="3440" y="2676"/>
                  <a:pt x="3436" y="2688"/>
                </a:cubicBezTo>
                <a:lnTo>
                  <a:pt x="3436" y="2688"/>
                </a:lnTo>
                <a:cubicBezTo>
                  <a:pt x="3398" y="2751"/>
                  <a:pt x="3369" y="2818"/>
                  <a:pt x="3329" y="2881"/>
                </a:cubicBezTo>
                <a:cubicBezTo>
                  <a:pt x="3324" y="2889"/>
                  <a:pt x="3300" y="2922"/>
                  <a:pt x="3284" y="2945"/>
                </a:cubicBezTo>
                <a:lnTo>
                  <a:pt x="3284" y="2945"/>
                </a:lnTo>
                <a:cubicBezTo>
                  <a:pt x="3263" y="2968"/>
                  <a:pt x="3232" y="3005"/>
                  <a:pt x="3224" y="3014"/>
                </a:cubicBezTo>
                <a:cubicBezTo>
                  <a:pt x="3198" y="3041"/>
                  <a:pt x="3171" y="3069"/>
                  <a:pt x="3142" y="3094"/>
                </a:cubicBezTo>
                <a:cubicBezTo>
                  <a:pt x="3127" y="3106"/>
                  <a:pt x="3112" y="3119"/>
                  <a:pt x="3099" y="3132"/>
                </a:cubicBezTo>
                <a:cubicBezTo>
                  <a:pt x="3075" y="3154"/>
                  <a:pt x="3071" y="3163"/>
                  <a:pt x="3076" y="3163"/>
                </a:cubicBezTo>
                <a:cubicBezTo>
                  <a:pt x="3076" y="3163"/>
                  <a:pt x="3077" y="3163"/>
                  <a:pt x="3078" y="3162"/>
                </a:cubicBezTo>
                <a:lnTo>
                  <a:pt x="3078" y="3162"/>
                </a:lnTo>
                <a:cubicBezTo>
                  <a:pt x="3021" y="3203"/>
                  <a:pt x="2923" y="3245"/>
                  <a:pt x="2889" y="3262"/>
                </a:cubicBezTo>
                <a:cubicBezTo>
                  <a:pt x="2863" y="3275"/>
                  <a:pt x="2803" y="3296"/>
                  <a:pt x="2805" y="3296"/>
                </a:cubicBezTo>
                <a:cubicBezTo>
                  <a:pt x="2806" y="3296"/>
                  <a:pt x="2822" y="3291"/>
                  <a:pt x="2866" y="3277"/>
                </a:cubicBezTo>
                <a:lnTo>
                  <a:pt x="2866" y="3277"/>
                </a:lnTo>
                <a:cubicBezTo>
                  <a:pt x="2823" y="3292"/>
                  <a:pt x="2783" y="3309"/>
                  <a:pt x="2741" y="3323"/>
                </a:cubicBezTo>
                <a:cubicBezTo>
                  <a:pt x="2642" y="3355"/>
                  <a:pt x="2541" y="3376"/>
                  <a:pt x="2438" y="3395"/>
                </a:cubicBezTo>
                <a:cubicBezTo>
                  <a:pt x="2437" y="3395"/>
                  <a:pt x="2437" y="3395"/>
                  <a:pt x="2437" y="3395"/>
                </a:cubicBezTo>
                <a:lnTo>
                  <a:pt x="2437" y="3395"/>
                </a:lnTo>
                <a:cubicBezTo>
                  <a:pt x="2416" y="3397"/>
                  <a:pt x="2395" y="3400"/>
                  <a:pt x="2375" y="3401"/>
                </a:cubicBezTo>
                <a:cubicBezTo>
                  <a:pt x="2330" y="3403"/>
                  <a:pt x="2284" y="3406"/>
                  <a:pt x="2240" y="3406"/>
                </a:cubicBezTo>
                <a:cubicBezTo>
                  <a:pt x="2226" y="3406"/>
                  <a:pt x="2211" y="3406"/>
                  <a:pt x="2197" y="3406"/>
                </a:cubicBezTo>
                <a:cubicBezTo>
                  <a:pt x="2163" y="3406"/>
                  <a:pt x="2129" y="3405"/>
                  <a:pt x="2094" y="3403"/>
                </a:cubicBezTo>
                <a:cubicBezTo>
                  <a:pt x="2081" y="3402"/>
                  <a:pt x="2067" y="3400"/>
                  <a:pt x="2054" y="3398"/>
                </a:cubicBezTo>
                <a:lnTo>
                  <a:pt x="2054" y="3398"/>
                </a:lnTo>
                <a:cubicBezTo>
                  <a:pt x="1975" y="3376"/>
                  <a:pt x="1893" y="3365"/>
                  <a:pt x="1814" y="3340"/>
                </a:cubicBezTo>
                <a:cubicBezTo>
                  <a:pt x="1797" y="3334"/>
                  <a:pt x="1778" y="3326"/>
                  <a:pt x="1762" y="3321"/>
                </a:cubicBezTo>
                <a:cubicBezTo>
                  <a:pt x="1752" y="3318"/>
                  <a:pt x="1745" y="3316"/>
                  <a:pt x="1740" y="3315"/>
                </a:cubicBezTo>
                <a:lnTo>
                  <a:pt x="1740" y="3315"/>
                </a:lnTo>
                <a:cubicBezTo>
                  <a:pt x="1716" y="3301"/>
                  <a:pt x="1691" y="3283"/>
                  <a:pt x="1679" y="3277"/>
                </a:cubicBezTo>
                <a:cubicBezTo>
                  <a:pt x="1648" y="3258"/>
                  <a:pt x="1616" y="3241"/>
                  <a:pt x="1587" y="3220"/>
                </a:cubicBezTo>
                <a:cubicBezTo>
                  <a:pt x="1572" y="3210"/>
                  <a:pt x="1557" y="3199"/>
                  <a:pt x="1543" y="3191"/>
                </a:cubicBezTo>
                <a:cubicBezTo>
                  <a:pt x="1525" y="3180"/>
                  <a:pt x="1519" y="3175"/>
                  <a:pt x="1519" y="3175"/>
                </a:cubicBezTo>
                <a:lnTo>
                  <a:pt x="1519" y="3175"/>
                </a:lnTo>
                <a:cubicBezTo>
                  <a:pt x="1518" y="3175"/>
                  <a:pt x="1582" y="3218"/>
                  <a:pt x="1580" y="3218"/>
                </a:cubicBezTo>
                <a:cubicBezTo>
                  <a:pt x="1580" y="3218"/>
                  <a:pt x="1579" y="3218"/>
                  <a:pt x="1578" y="3218"/>
                </a:cubicBezTo>
                <a:cubicBezTo>
                  <a:pt x="1542" y="3218"/>
                  <a:pt x="1420" y="3070"/>
                  <a:pt x="1399" y="3045"/>
                </a:cubicBezTo>
                <a:cubicBezTo>
                  <a:pt x="1384" y="3030"/>
                  <a:pt x="1353" y="2977"/>
                  <a:pt x="1351" y="2977"/>
                </a:cubicBezTo>
                <a:lnTo>
                  <a:pt x="1351" y="2977"/>
                </a:lnTo>
                <a:cubicBezTo>
                  <a:pt x="1350" y="2977"/>
                  <a:pt x="1354" y="2985"/>
                  <a:pt x="1363" y="3005"/>
                </a:cubicBezTo>
                <a:cubicBezTo>
                  <a:pt x="1372" y="3025"/>
                  <a:pt x="1375" y="3032"/>
                  <a:pt x="1374" y="3032"/>
                </a:cubicBezTo>
                <a:cubicBezTo>
                  <a:pt x="1372" y="3032"/>
                  <a:pt x="1335" y="2962"/>
                  <a:pt x="1326" y="2946"/>
                </a:cubicBezTo>
                <a:cubicBezTo>
                  <a:pt x="1285" y="2881"/>
                  <a:pt x="1252" y="2814"/>
                  <a:pt x="1215" y="2746"/>
                </a:cubicBezTo>
                <a:lnTo>
                  <a:pt x="1215" y="2746"/>
                </a:lnTo>
                <a:cubicBezTo>
                  <a:pt x="1214" y="2743"/>
                  <a:pt x="1213" y="2740"/>
                  <a:pt x="1212" y="2736"/>
                </a:cubicBezTo>
                <a:cubicBezTo>
                  <a:pt x="1199" y="2702"/>
                  <a:pt x="1187" y="2668"/>
                  <a:pt x="1176" y="2635"/>
                </a:cubicBezTo>
                <a:cubicBezTo>
                  <a:pt x="1153" y="2559"/>
                  <a:pt x="1132" y="2481"/>
                  <a:pt x="1119" y="2403"/>
                </a:cubicBezTo>
                <a:cubicBezTo>
                  <a:pt x="1119" y="2401"/>
                  <a:pt x="1118" y="2399"/>
                  <a:pt x="1118" y="2397"/>
                </a:cubicBezTo>
                <a:lnTo>
                  <a:pt x="1118" y="2397"/>
                </a:lnTo>
                <a:cubicBezTo>
                  <a:pt x="1122" y="2365"/>
                  <a:pt x="1108" y="2315"/>
                  <a:pt x="1106" y="2283"/>
                </a:cubicBezTo>
                <a:cubicBezTo>
                  <a:pt x="1102" y="2203"/>
                  <a:pt x="1102" y="2123"/>
                  <a:pt x="1106" y="2043"/>
                </a:cubicBezTo>
                <a:cubicBezTo>
                  <a:pt x="1107" y="2033"/>
                  <a:pt x="1110" y="2004"/>
                  <a:pt x="1113" y="1978"/>
                </a:cubicBezTo>
                <a:lnTo>
                  <a:pt x="1113" y="1978"/>
                </a:lnTo>
                <a:cubicBezTo>
                  <a:pt x="1117" y="1953"/>
                  <a:pt x="1123" y="1911"/>
                  <a:pt x="1125" y="1899"/>
                </a:cubicBezTo>
                <a:cubicBezTo>
                  <a:pt x="1144" y="1813"/>
                  <a:pt x="1170" y="1731"/>
                  <a:pt x="1197" y="1647"/>
                </a:cubicBezTo>
                <a:cubicBezTo>
                  <a:pt x="1199" y="1642"/>
                  <a:pt x="1200" y="1637"/>
                  <a:pt x="1201" y="1634"/>
                </a:cubicBezTo>
                <a:lnTo>
                  <a:pt x="1201" y="1634"/>
                </a:lnTo>
                <a:cubicBezTo>
                  <a:pt x="1203" y="1630"/>
                  <a:pt x="1205" y="1626"/>
                  <a:pt x="1208" y="1621"/>
                </a:cubicBezTo>
                <a:cubicBezTo>
                  <a:pt x="1227" y="1583"/>
                  <a:pt x="1246" y="1543"/>
                  <a:pt x="1269" y="1507"/>
                </a:cubicBezTo>
                <a:cubicBezTo>
                  <a:pt x="1290" y="1470"/>
                  <a:pt x="1313" y="1434"/>
                  <a:pt x="1338" y="1398"/>
                </a:cubicBezTo>
                <a:cubicBezTo>
                  <a:pt x="1341" y="1394"/>
                  <a:pt x="1344" y="1390"/>
                  <a:pt x="1346" y="1386"/>
                </a:cubicBezTo>
                <a:lnTo>
                  <a:pt x="1346" y="1386"/>
                </a:lnTo>
                <a:cubicBezTo>
                  <a:pt x="1346" y="1386"/>
                  <a:pt x="1346" y="1386"/>
                  <a:pt x="1347" y="1385"/>
                </a:cubicBezTo>
                <a:cubicBezTo>
                  <a:pt x="1399" y="1329"/>
                  <a:pt x="1454" y="1275"/>
                  <a:pt x="1511" y="1223"/>
                </a:cubicBezTo>
                <a:lnTo>
                  <a:pt x="1511" y="1223"/>
                </a:lnTo>
                <a:cubicBezTo>
                  <a:pt x="1524" y="1213"/>
                  <a:pt x="1537" y="1203"/>
                  <a:pt x="1551" y="1194"/>
                </a:cubicBezTo>
                <a:cubicBezTo>
                  <a:pt x="1589" y="1170"/>
                  <a:pt x="1627" y="1147"/>
                  <a:pt x="1667" y="1126"/>
                </a:cubicBezTo>
                <a:cubicBezTo>
                  <a:pt x="1682" y="1119"/>
                  <a:pt x="1697" y="1111"/>
                  <a:pt x="1712" y="1103"/>
                </a:cubicBezTo>
                <a:lnTo>
                  <a:pt x="1712" y="1103"/>
                </a:lnTo>
                <a:cubicBezTo>
                  <a:pt x="1755" y="1090"/>
                  <a:pt x="1797" y="1075"/>
                  <a:pt x="1840" y="1063"/>
                </a:cubicBezTo>
                <a:cubicBezTo>
                  <a:pt x="1884" y="1050"/>
                  <a:pt x="1928" y="1042"/>
                  <a:pt x="1970" y="1031"/>
                </a:cubicBezTo>
                <a:cubicBezTo>
                  <a:pt x="1976" y="1030"/>
                  <a:pt x="1983" y="1028"/>
                  <a:pt x="1990" y="1026"/>
                </a:cubicBezTo>
                <a:lnTo>
                  <a:pt x="1990" y="1026"/>
                </a:lnTo>
                <a:cubicBezTo>
                  <a:pt x="2008" y="1025"/>
                  <a:pt x="2026" y="1024"/>
                  <a:pt x="2042" y="1023"/>
                </a:cubicBezTo>
                <a:cubicBezTo>
                  <a:pt x="2063" y="1021"/>
                  <a:pt x="2083" y="1018"/>
                  <a:pt x="2104" y="1015"/>
                </a:cubicBezTo>
                <a:lnTo>
                  <a:pt x="2104" y="1015"/>
                </a:lnTo>
                <a:cubicBezTo>
                  <a:pt x="2127" y="1013"/>
                  <a:pt x="2151" y="1010"/>
                  <a:pt x="2175" y="1006"/>
                </a:cubicBezTo>
                <a:cubicBezTo>
                  <a:pt x="2200" y="1002"/>
                  <a:pt x="2223" y="998"/>
                  <a:pt x="2248" y="996"/>
                </a:cubicBezTo>
                <a:lnTo>
                  <a:pt x="2248" y="996"/>
                </a:lnTo>
                <a:cubicBezTo>
                  <a:pt x="2202" y="1002"/>
                  <a:pt x="2186" y="1004"/>
                  <a:pt x="2186" y="1004"/>
                </a:cubicBezTo>
                <a:cubicBezTo>
                  <a:pt x="2187" y="1004"/>
                  <a:pt x="2227" y="999"/>
                  <a:pt x="2246" y="998"/>
                </a:cubicBezTo>
                <a:cubicBezTo>
                  <a:pt x="2293" y="996"/>
                  <a:pt x="2341" y="991"/>
                  <a:pt x="2387" y="989"/>
                </a:cubicBezTo>
                <a:close/>
                <a:moveTo>
                  <a:pt x="2431" y="0"/>
                </a:moveTo>
                <a:cubicBezTo>
                  <a:pt x="2283" y="0"/>
                  <a:pt x="2134" y="12"/>
                  <a:pt x="1987" y="33"/>
                </a:cubicBezTo>
                <a:lnTo>
                  <a:pt x="1987" y="33"/>
                </a:lnTo>
                <a:cubicBezTo>
                  <a:pt x="1519" y="79"/>
                  <a:pt x="1082" y="246"/>
                  <a:pt x="738" y="578"/>
                </a:cubicBezTo>
                <a:cubicBezTo>
                  <a:pt x="443" y="863"/>
                  <a:pt x="236" y="1259"/>
                  <a:pt x="158" y="1661"/>
                </a:cubicBezTo>
                <a:cubicBezTo>
                  <a:pt x="0" y="2477"/>
                  <a:pt x="228" y="3403"/>
                  <a:pt x="896" y="3941"/>
                </a:cubicBezTo>
                <a:cubicBezTo>
                  <a:pt x="1283" y="4251"/>
                  <a:pt x="1777" y="4404"/>
                  <a:pt x="2272" y="4404"/>
                </a:cubicBezTo>
                <a:cubicBezTo>
                  <a:pt x="2762" y="4404"/>
                  <a:pt x="3253" y="4255"/>
                  <a:pt x="3645" y="3962"/>
                </a:cubicBezTo>
                <a:cubicBezTo>
                  <a:pt x="4395" y="3401"/>
                  <a:pt x="4700" y="2409"/>
                  <a:pt x="4443" y="1512"/>
                </a:cubicBezTo>
                <a:cubicBezTo>
                  <a:pt x="4302" y="1025"/>
                  <a:pt x="4003" y="604"/>
                  <a:pt x="3582" y="321"/>
                </a:cubicBezTo>
                <a:cubicBezTo>
                  <a:pt x="3236" y="89"/>
                  <a:pt x="2836" y="0"/>
                  <a:pt x="2431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015" name="Google Shape;9015;p25"/>
          <p:cNvGrpSpPr/>
          <p:nvPr/>
        </p:nvGrpSpPr>
        <p:grpSpPr>
          <a:xfrm flipH="1" rot="-6299880">
            <a:off x="1452565" y="476245"/>
            <a:ext cx="708049" cy="444266"/>
            <a:chOff x="1445125" y="3867675"/>
            <a:chExt cx="803300" cy="502950"/>
          </a:xfrm>
        </p:grpSpPr>
        <p:sp>
          <p:nvSpPr>
            <p:cNvPr id="9016" name="Google Shape;9016;p25"/>
            <p:cNvSpPr/>
            <p:nvPr/>
          </p:nvSpPr>
          <p:spPr>
            <a:xfrm>
              <a:off x="1445125" y="3867675"/>
              <a:ext cx="535450" cy="502950"/>
            </a:xfrm>
            <a:custGeom>
              <a:rect b="b" l="l" r="r" t="t"/>
              <a:pathLst>
                <a:path extrusionOk="0" h="20118" w="21418">
                  <a:moveTo>
                    <a:pt x="5846" y="993"/>
                  </a:moveTo>
                  <a:cubicBezTo>
                    <a:pt x="6726" y="993"/>
                    <a:pt x="7300" y="1814"/>
                    <a:pt x="7545" y="2688"/>
                  </a:cubicBezTo>
                  <a:cubicBezTo>
                    <a:pt x="7686" y="3200"/>
                    <a:pt x="7749" y="3726"/>
                    <a:pt x="7770" y="4255"/>
                  </a:cubicBezTo>
                  <a:cubicBezTo>
                    <a:pt x="7787" y="4700"/>
                    <a:pt x="7676" y="5216"/>
                    <a:pt x="7812" y="5641"/>
                  </a:cubicBezTo>
                  <a:cubicBezTo>
                    <a:pt x="8017" y="6280"/>
                    <a:pt x="8790" y="6621"/>
                    <a:pt x="9352" y="6861"/>
                  </a:cubicBezTo>
                  <a:cubicBezTo>
                    <a:pt x="10899" y="7523"/>
                    <a:pt x="12588" y="7895"/>
                    <a:pt x="14238" y="8195"/>
                  </a:cubicBezTo>
                  <a:cubicBezTo>
                    <a:pt x="14279" y="8202"/>
                    <a:pt x="14320" y="8206"/>
                    <a:pt x="14360" y="8206"/>
                  </a:cubicBezTo>
                  <a:cubicBezTo>
                    <a:pt x="14538" y="8206"/>
                    <a:pt x="14697" y="8128"/>
                    <a:pt x="14800" y="7965"/>
                  </a:cubicBezTo>
                  <a:cubicBezTo>
                    <a:pt x="15658" y="6602"/>
                    <a:pt x="16673" y="5266"/>
                    <a:pt x="17868" y="4181"/>
                  </a:cubicBezTo>
                  <a:cubicBezTo>
                    <a:pt x="18246" y="3837"/>
                    <a:pt x="19055" y="3130"/>
                    <a:pt x="19662" y="3130"/>
                  </a:cubicBezTo>
                  <a:cubicBezTo>
                    <a:pt x="19761" y="3130"/>
                    <a:pt x="19855" y="3149"/>
                    <a:pt x="19941" y="3191"/>
                  </a:cubicBezTo>
                  <a:cubicBezTo>
                    <a:pt x="19972" y="3206"/>
                    <a:pt x="20042" y="3282"/>
                    <a:pt x="20078" y="3334"/>
                  </a:cubicBezTo>
                  <a:cubicBezTo>
                    <a:pt x="20170" y="3474"/>
                    <a:pt x="20200" y="3554"/>
                    <a:pt x="20244" y="3703"/>
                  </a:cubicBezTo>
                  <a:cubicBezTo>
                    <a:pt x="20356" y="4074"/>
                    <a:pt x="20385" y="4459"/>
                    <a:pt x="20391" y="4845"/>
                  </a:cubicBezTo>
                  <a:cubicBezTo>
                    <a:pt x="20434" y="7253"/>
                    <a:pt x="19715" y="9724"/>
                    <a:pt x="18959" y="11987"/>
                  </a:cubicBezTo>
                  <a:cubicBezTo>
                    <a:pt x="18546" y="13223"/>
                    <a:pt x="18074" y="14443"/>
                    <a:pt x="17505" y="15619"/>
                  </a:cubicBezTo>
                  <a:cubicBezTo>
                    <a:pt x="16974" y="16720"/>
                    <a:pt x="16385" y="17795"/>
                    <a:pt x="15472" y="18631"/>
                  </a:cubicBezTo>
                  <a:cubicBezTo>
                    <a:pt x="15279" y="18808"/>
                    <a:pt x="15055" y="19008"/>
                    <a:pt x="14800" y="19090"/>
                  </a:cubicBezTo>
                  <a:cubicBezTo>
                    <a:pt x="14731" y="19114"/>
                    <a:pt x="14679" y="19127"/>
                    <a:pt x="14633" y="19127"/>
                  </a:cubicBezTo>
                  <a:cubicBezTo>
                    <a:pt x="14584" y="19127"/>
                    <a:pt x="14541" y="19112"/>
                    <a:pt x="14491" y="19078"/>
                  </a:cubicBezTo>
                  <a:cubicBezTo>
                    <a:pt x="14179" y="18859"/>
                    <a:pt x="14040" y="18279"/>
                    <a:pt x="13943" y="17913"/>
                  </a:cubicBezTo>
                  <a:cubicBezTo>
                    <a:pt x="13496" y="16204"/>
                    <a:pt x="13420" y="14392"/>
                    <a:pt x="13231" y="12644"/>
                  </a:cubicBezTo>
                  <a:cubicBezTo>
                    <a:pt x="13231" y="12642"/>
                    <a:pt x="13231" y="12641"/>
                    <a:pt x="13230" y="12640"/>
                  </a:cubicBezTo>
                  <a:lnTo>
                    <a:pt x="13230" y="12640"/>
                  </a:lnTo>
                  <a:cubicBezTo>
                    <a:pt x="13241" y="12479"/>
                    <a:pt x="13172" y="12316"/>
                    <a:pt x="12984" y="12214"/>
                  </a:cubicBezTo>
                  <a:cubicBezTo>
                    <a:pt x="12340" y="11860"/>
                    <a:pt x="11598" y="11675"/>
                    <a:pt x="10890" y="11496"/>
                  </a:cubicBezTo>
                  <a:cubicBezTo>
                    <a:pt x="10069" y="11291"/>
                    <a:pt x="9239" y="11119"/>
                    <a:pt x="8404" y="10971"/>
                  </a:cubicBezTo>
                  <a:cubicBezTo>
                    <a:pt x="7943" y="10890"/>
                    <a:pt x="7439" y="10757"/>
                    <a:pt x="6964" y="10757"/>
                  </a:cubicBezTo>
                  <a:cubicBezTo>
                    <a:pt x="6933" y="10757"/>
                    <a:pt x="6903" y="10757"/>
                    <a:pt x="6873" y="10758"/>
                  </a:cubicBezTo>
                  <a:cubicBezTo>
                    <a:pt x="6281" y="10782"/>
                    <a:pt x="5857" y="11237"/>
                    <a:pt x="5518" y="11671"/>
                  </a:cubicBezTo>
                  <a:cubicBezTo>
                    <a:pt x="4848" y="12532"/>
                    <a:pt x="4110" y="13945"/>
                    <a:pt x="2900" y="13945"/>
                  </a:cubicBezTo>
                  <a:cubicBezTo>
                    <a:pt x="2748" y="13945"/>
                    <a:pt x="2589" y="13923"/>
                    <a:pt x="2421" y="13874"/>
                  </a:cubicBezTo>
                  <a:cubicBezTo>
                    <a:pt x="1265" y="13539"/>
                    <a:pt x="1147" y="12161"/>
                    <a:pt x="1191" y="11150"/>
                  </a:cubicBezTo>
                  <a:cubicBezTo>
                    <a:pt x="1259" y="9547"/>
                    <a:pt x="1735" y="7959"/>
                    <a:pt x="2242" y="6446"/>
                  </a:cubicBezTo>
                  <a:cubicBezTo>
                    <a:pt x="2666" y="5186"/>
                    <a:pt x="3155" y="3943"/>
                    <a:pt x="3669" y="2717"/>
                  </a:cubicBezTo>
                  <a:cubicBezTo>
                    <a:pt x="4014" y="1894"/>
                    <a:pt x="4701" y="1150"/>
                    <a:pt x="5619" y="1011"/>
                  </a:cubicBezTo>
                  <a:cubicBezTo>
                    <a:pt x="5697" y="999"/>
                    <a:pt x="5772" y="993"/>
                    <a:pt x="5846" y="993"/>
                  </a:cubicBezTo>
                  <a:close/>
                  <a:moveTo>
                    <a:pt x="5851" y="1"/>
                  </a:moveTo>
                  <a:cubicBezTo>
                    <a:pt x="4753" y="1"/>
                    <a:pt x="3750" y="699"/>
                    <a:pt x="3144" y="1580"/>
                  </a:cubicBezTo>
                  <a:cubicBezTo>
                    <a:pt x="2849" y="2009"/>
                    <a:pt x="2683" y="2515"/>
                    <a:pt x="2487" y="2993"/>
                  </a:cubicBezTo>
                  <a:cubicBezTo>
                    <a:pt x="2217" y="3653"/>
                    <a:pt x="1954" y="4314"/>
                    <a:pt x="1705" y="4982"/>
                  </a:cubicBezTo>
                  <a:cubicBezTo>
                    <a:pt x="1113" y="6581"/>
                    <a:pt x="576" y="8224"/>
                    <a:pt x="323" y="9914"/>
                  </a:cubicBezTo>
                  <a:cubicBezTo>
                    <a:pt x="121" y="11253"/>
                    <a:pt x="1" y="12901"/>
                    <a:pt x="913" y="14026"/>
                  </a:cubicBezTo>
                  <a:cubicBezTo>
                    <a:pt x="1411" y="14639"/>
                    <a:pt x="2111" y="14918"/>
                    <a:pt x="2824" y="14918"/>
                  </a:cubicBezTo>
                  <a:cubicBezTo>
                    <a:pt x="3509" y="14918"/>
                    <a:pt x="4207" y="14660"/>
                    <a:pt x="4751" y="14192"/>
                  </a:cubicBezTo>
                  <a:cubicBezTo>
                    <a:pt x="5371" y="13659"/>
                    <a:pt x="5777" y="12949"/>
                    <a:pt x="6272" y="12311"/>
                  </a:cubicBezTo>
                  <a:cubicBezTo>
                    <a:pt x="6566" y="11931"/>
                    <a:pt x="6732" y="11776"/>
                    <a:pt x="7065" y="11776"/>
                  </a:cubicBezTo>
                  <a:cubicBezTo>
                    <a:pt x="7129" y="11776"/>
                    <a:pt x="7199" y="11782"/>
                    <a:pt x="7277" y="11793"/>
                  </a:cubicBezTo>
                  <a:cubicBezTo>
                    <a:pt x="8166" y="11915"/>
                    <a:pt x="9053" y="12094"/>
                    <a:pt x="9930" y="12292"/>
                  </a:cubicBezTo>
                  <a:cubicBezTo>
                    <a:pt x="10726" y="12472"/>
                    <a:pt x="11550" y="12626"/>
                    <a:pt x="12268" y="12966"/>
                  </a:cubicBezTo>
                  <a:lnTo>
                    <a:pt x="12268" y="12966"/>
                  </a:lnTo>
                  <a:cubicBezTo>
                    <a:pt x="12439" y="14633"/>
                    <a:pt x="12548" y="16332"/>
                    <a:pt x="12930" y="17963"/>
                  </a:cubicBezTo>
                  <a:cubicBezTo>
                    <a:pt x="13136" y="18845"/>
                    <a:pt x="13555" y="20118"/>
                    <a:pt x="14640" y="20118"/>
                  </a:cubicBezTo>
                  <a:cubicBezTo>
                    <a:pt x="14672" y="20118"/>
                    <a:pt x="14706" y="20116"/>
                    <a:pt x="14739" y="20114"/>
                  </a:cubicBezTo>
                  <a:cubicBezTo>
                    <a:pt x="15314" y="20074"/>
                    <a:pt x="15818" y="19674"/>
                    <a:pt x="16220" y="19295"/>
                  </a:cubicBezTo>
                  <a:cubicBezTo>
                    <a:pt x="16778" y="18770"/>
                    <a:pt x="17242" y="18165"/>
                    <a:pt x="17630" y="17506"/>
                  </a:cubicBezTo>
                  <a:cubicBezTo>
                    <a:pt x="18329" y="16326"/>
                    <a:pt x="18879" y="15058"/>
                    <a:pt x="19372" y="13779"/>
                  </a:cubicBezTo>
                  <a:cubicBezTo>
                    <a:pt x="20387" y="11140"/>
                    <a:pt x="21255" y="8266"/>
                    <a:pt x="21379" y="5422"/>
                  </a:cubicBezTo>
                  <a:cubicBezTo>
                    <a:pt x="21417" y="4558"/>
                    <a:pt x="21409" y="3509"/>
                    <a:pt x="20893" y="2768"/>
                  </a:cubicBezTo>
                  <a:cubicBezTo>
                    <a:pt x="20591" y="2334"/>
                    <a:pt x="20167" y="2169"/>
                    <a:pt x="19717" y="2169"/>
                  </a:cubicBezTo>
                  <a:cubicBezTo>
                    <a:pt x="19269" y="2169"/>
                    <a:pt x="18796" y="2332"/>
                    <a:pt x="18392" y="2557"/>
                  </a:cubicBezTo>
                  <a:cubicBezTo>
                    <a:pt x="17206" y="3219"/>
                    <a:pt x="16258" y="4331"/>
                    <a:pt x="15430" y="5382"/>
                  </a:cubicBezTo>
                  <a:cubicBezTo>
                    <a:pt x="14975" y="5959"/>
                    <a:pt x="14535" y="6551"/>
                    <a:pt x="14131" y="7165"/>
                  </a:cubicBezTo>
                  <a:lnTo>
                    <a:pt x="14131" y="7165"/>
                  </a:lnTo>
                  <a:cubicBezTo>
                    <a:pt x="12741" y="6903"/>
                    <a:pt x="11340" y="6572"/>
                    <a:pt x="10022" y="6067"/>
                  </a:cubicBezTo>
                  <a:cubicBezTo>
                    <a:pt x="9692" y="5938"/>
                    <a:pt x="9355" y="5795"/>
                    <a:pt x="9057" y="5599"/>
                  </a:cubicBezTo>
                  <a:cubicBezTo>
                    <a:pt x="8975" y="5544"/>
                    <a:pt x="8902" y="5490"/>
                    <a:pt x="8830" y="5420"/>
                  </a:cubicBezTo>
                  <a:cubicBezTo>
                    <a:pt x="8801" y="5393"/>
                    <a:pt x="8791" y="5386"/>
                    <a:pt x="8788" y="5385"/>
                  </a:cubicBezTo>
                  <a:lnTo>
                    <a:pt x="8788" y="5385"/>
                  </a:lnTo>
                  <a:cubicBezTo>
                    <a:pt x="8787" y="5381"/>
                    <a:pt x="8781" y="5370"/>
                    <a:pt x="8767" y="5346"/>
                  </a:cubicBezTo>
                  <a:cubicBezTo>
                    <a:pt x="8764" y="5342"/>
                    <a:pt x="8761" y="5338"/>
                    <a:pt x="8759" y="5334"/>
                  </a:cubicBezTo>
                  <a:lnTo>
                    <a:pt x="8759" y="5334"/>
                  </a:lnTo>
                  <a:cubicBezTo>
                    <a:pt x="8759" y="5333"/>
                    <a:pt x="8759" y="5331"/>
                    <a:pt x="8758" y="5329"/>
                  </a:cubicBezTo>
                  <a:cubicBezTo>
                    <a:pt x="8680" y="4813"/>
                    <a:pt x="8779" y="4238"/>
                    <a:pt x="8729" y="3712"/>
                  </a:cubicBezTo>
                  <a:cubicBezTo>
                    <a:pt x="8683" y="3244"/>
                    <a:pt x="8611" y="2774"/>
                    <a:pt x="8476" y="2325"/>
                  </a:cubicBezTo>
                  <a:cubicBezTo>
                    <a:pt x="8116" y="1129"/>
                    <a:pt x="7256" y="33"/>
                    <a:pt x="5914" y="2"/>
                  </a:cubicBezTo>
                  <a:cubicBezTo>
                    <a:pt x="5893" y="1"/>
                    <a:pt x="5872" y="1"/>
                    <a:pt x="585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17" name="Google Shape;9017;p25"/>
            <p:cNvSpPr/>
            <p:nvPr/>
          </p:nvSpPr>
          <p:spPr>
            <a:xfrm>
              <a:off x="1903525" y="4088100"/>
              <a:ext cx="344900" cy="185850"/>
            </a:xfrm>
            <a:custGeom>
              <a:rect b="b" l="l" r="r" t="t"/>
              <a:pathLst>
                <a:path extrusionOk="0" h="7434" w="13796">
                  <a:moveTo>
                    <a:pt x="2035" y="1"/>
                  </a:moveTo>
                  <a:cubicBezTo>
                    <a:pt x="1593" y="1"/>
                    <a:pt x="1301" y="661"/>
                    <a:pt x="1777" y="928"/>
                  </a:cubicBezTo>
                  <a:cubicBezTo>
                    <a:pt x="5023" y="2748"/>
                    <a:pt x="8420" y="4238"/>
                    <a:pt x="11476" y="6352"/>
                  </a:cubicBezTo>
                  <a:lnTo>
                    <a:pt x="11476" y="6352"/>
                  </a:lnTo>
                  <a:cubicBezTo>
                    <a:pt x="7847" y="6103"/>
                    <a:pt x="4252" y="5482"/>
                    <a:pt x="636" y="5110"/>
                  </a:cubicBezTo>
                  <a:cubicBezTo>
                    <a:pt x="615" y="5108"/>
                    <a:pt x="596" y="5107"/>
                    <a:pt x="577" y="5107"/>
                  </a:cubicBezTo>
                  <a:cubicBezTo>
                    <a:pt x="0" y="5107"/>
                    <a:pt x="24" y="6045"/>
                    <a:pt x="636" y="6106"/>
                  </a:cubicBezTo>
                  <a:cubicBezTo>
                    <a:pt x="4792" y="6534"/>
                    <a:pt x="8919" y="7290"/>
                    <a:pt x="13101" y="7434"/>
                  </a:cubicBezTo>
                  <a:cubicBezTo>
                    <a:pt x="13106" y="7434"/>
                    <a:pt x="13111" y="7434"/>
                    <a:pt x="13115" y="7434"/>
                  </a:cubicBezTo>
                  <a:cubicBezTo>
                    <a:pt x="13508" y="7434"/>
                    <a:pt x="13796" y="6851"/>
                    <a:pt x="13455" y="6582"/>
                  </a:cubicBezTo>
                  <a:cubicBezTo>
                    <a:pt x="11767" y="5262"/>
                    <a:pt x="9981" y="4109"/>
                    <a:pt x="8087" y="3106"/>
                  </a:cubicBezTo>
                  <a:cubicBezTo>
                    <a:pt x="6157" y="2083"/>
                    <a:pt x="4187" y="1139"/>
                    <a:pt x="2281" y="69"/>
                  </a:cubicBezTo>
                  <a:cubicBezTo>
                    <a:pt x="2197" y="21"/>
                    <a:pt x="2114" y="1"/>
                    <a:pt x="203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18" name="Google Shape;9018;p25"/>
            <p:cNvSpPr/>
            <p:nvPr/>
          </p:nvSpPr>
          <p:spPr>
            <a:xfrm>
              <a:off x="1462675" y="3884050"/>
              <a:ext cx="125100" cy="332450"/>
            </a:xfrm>
            <a:custGeom>
              <a:rect b="b" l="l" r="r" t="t"/>
              <a:pathLst>
                <a:path extrusionOk="0" h="13298" w="5004">
                  <a:moveTo>
                    <a:pt x="4226" y="0"/>
                  </a:moveTo>
                  <a:cubicBezTo>
                    <a:pt x="3978" y="0"/>
                    <a:pt x="3745" y="159"/>
                    <a:pt x="3776" y="478"/>
                  </a:cubicBezTo>
                  <a:cubicBezTo>
                    <a:pt x="3995" y="2762"/>
                    <a:pt x="3470" y="4910"/>
                    <a:pt x="2764" y="7066"/>
                  </a:cubicBezTo>
                  <a:cubicBezTo>
                    <a:pt x="2160" y="8913"/>
                    <a:pt x="1574" y="10906"/>
                    <a:pt x="310" y="12425"/>
                  </a:cubicBezTo>
                  <a:cubicBezTo>
                    <a:pt x="1" y="12799"/>
                    <a:pt x="333" y="13298"/>
                    <a:pt x="690" y="13298"/>
                  </a:cubicBezTo>
                  <a:cubicBezTo>
                    <a:pt x="802" y="13298"/>
                    <a:pt x="916" y="13249"/>
                    <a:pt x="1014" y="13131"/>
                  </a:cubicBezTo>
                  <a:cubicBezTo>
                    <a:pt x="2366" y="11506"/>
                    <a:pt x="3030" y="9452"/>
                    <a:pt x="3679" y="7474"/>
                  </a:cubicBezTo>
                  <a:cubicBezTo>
                    <a:pt x="4424" y="5193"/>
                    <a:pt x="5004" y="2899"/>
                    <a:pt x="4772" y="478"/>
                  </a:cubicBezTo>
                  <a:cubicBezTo>
                    <a:pt x="4741" y="160"/>
                    <a:pt x="4476" y="0"/>
                    <a:pt x="422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019" name="Google Shape;9019;p25"/>
          <p:cNvSpPr/>
          <p:nvPr/>
        </p:nvSpPr>
        <p:spPr>
          <a:xfrm>
            <a:off x="7195525" y="1790875"/>
            <a:ext cx="117525" cy="110100"/>
          </a:xfrm>
          <a:custGeom>
            <a:rect b="b" l="l" r="r" t="t"/>
            <a:pathLst>
              <a:path extrusionOk="0" h="4404" w="4701">
                <a:moveTo>
                  <a:pt x="1951" y="1032"/>
                </a:moveTo>
                <a:cubicBezTo>
                  <a:pt x="1950" y="1033"/>
                  <a:pt x="1949" y="1033"/>
                  <a:pt x="1947" y="1033"/>
                </a:cubicBezTo>
                <a:cubicBezTo>
                  <a:pt x="1948" y="1033"/>
                  <a:pt x="1950" y="1033"/>
                  <a:pt x="1951" y="1032"/>
                </a:cubicBezTo>
                <a:close/>
                <a:moveTo>
                  <a:pt x="2857" y="1059"/>
                </a:moveTo>
                <a:cubicBezTo>
                  <a:pt x="2871" y="1059"/>
                  <a:pt x="2889" y="1066"/>
                  <a:pt x="2907" y="1075"/>
                </a:cubicBezTo>
                <a:lnTo>
                  <a:pt x="2907" y="1075"/>
                </a:lnTo>
                <a:cubicBezTo>
                  <a:pt x="2887" y="1068"/>
                  <a:pt x="2858" y="1059"/>
                  <a:pt x="2857" y="1059"/>
                </a:cubicBezTo>
                <a:close/>
                <a:moveTo>
                  <a:pt x="3091" y="1185"/>
                </a:moveTo>
                <a:cubicBezTo>
                  <a:pt x="3091" y="1185"/>
                  <a:pt x="3091" y="1185"/>
                  <a:pt x="3091" y="1185"/>
                </a:cubicBezTo>
                <a:lnTo>
                  <a:pt x="3091" y="1185"/>
                </a:lnTo>
                <a:cubicBezTo>
                  <a:pt x="3091" y="1185"/>
                  <a:pt x="3091" y="1185"/>
                  <a:pt x="3091" y="1185"/>
                </a:cubicBezTo>
                <a:close/>
                <a:moveTo>
                  <a:pt x="3104" y="1198"/>
                </a:moveTo>
                <a:cubicBezTo>
                  <a:pt x="3111" y="1203"/>
                  <a:pt x="3118" y="1208"/>
                  <a:pt x="3125" y="1213"/>
                </a:cubicBezTo>
                <a:cubicBezTo>
                  <a:pt x="3142" y="1224"/>
                  <a:pt x="3149" y="1229"/>
                  <a:pt x="3148" y="1229"/>
                </a:cubicBezTo>
                <a:cubicBezTo>
                  <a:pt x="3148" y="1229"/>
                  <a:pt x="3121" y="1211"/>
                  <a:pt x="3104" y="1198"/>
                </a:cubicBezTo>
                <a:close/>
                <a:moveTo>
                  <a:pt x="1747" y="3319"/>
                </a:moveTo>
                <a:cubicBezTo>
                  <a:pt x="1767" y="3326"/>
                  <a:pt x="1803" y="3338"/>
                  <a:pt x="1802" y="3338"/>
                </a:cubicBezTo>
                <a:cubicBezTo>
                  <a:pt x="1800" y="3339"/>
                  <a:pt x="1799" y="3339"/>
                  <a:pt x="1797" y="3339"/>
                </a:cubicBezTo>
                <a:cubicBezTo>
                  <a:pt x="1785" y="3339"/>
                  <a:pt x="1766" y="3330"/>
                  <a:pt x="1747" y="3319"/>
                </a:cubicBezTo>
                <a:close/>
                <a:moveTo>
                  <a:pt x="2463" y="3393"/>
                </a:moveTo>
                <a:cubicBezTo>
                  <a:pt x="2461" y="3393"/>
                  <a:pt x="2459" y="3393"/>
                  <a:pt x="2456" y="3393"/>
                </a:cubicBezTo>
                <a:lnTo>
                  <a:pt x="2456" y="3393"/>
                </a:lnTo>
                <a:cubicBezTo>
                  <a:pt x="2459" y="3393"/>
                  <a:pt x="2462" y="3393"/>
                  <a:pt x="2463" y="3393"/>
                </a:cubicBezTo>
                <a:close/>
                <a:moveTo>
                  <a:pt x="2387" y="989"/>
                </a:moveTo>
                <a:cubicBezTo>
                  <a:pt x="2440" y="989"/>
                  <a:pt x="2491" y="989"/>
                  <a:pt x="2541" y="993"/>
                </a:cubicBezTo>
                <a:cubicBezTo>
                  <a:pt x="2560" y="993"/>
                  <a:pt x="2582" y="997"/>
                  <a:pt x="2601" y="998"/>
                </a:cubicBezTo>
                <a:lnTo>
                  <a:pt x="2601" y="998"/>
                </a:lnTo>
                <a:cubicBezTo>
                  <a:pt x="2682" y="1018"/>
                  <a:pt x="2761" y="1029"/>
                  <a:pt x="2840" y="1057"/>
                </a:cubicBezTo>
                <a:cubicBezTo>
                  <a:pt x="2857" y="1061"/>
                  <a:pt x="2876" y="1069"/>
                  <a:pt x="2895" y="1076"/>
                </a:cubicBezTo>
                <a:cubicBezTo>
                  <a:pt x="2906" y="1079"/>
                  <a:pt x="2914" y="1081"/>
                  <a:pt x="2919" y="1082"/>
                </a:cubicBezTo>
                <a:lnTo>
                  <a:pt x="2919" y="1082"/>
                </a:lnTo>
                <a:cubicBezTo>
                  <a:pt x="2944" y="1096"/>
                  <a:pt x="2968" y="1113"/>
                  <a:pt x="2984" y="1122"/>
                </a:cubicBezTo>
                <a:cubicBezTo>
                  <a:pt x="3015" y="1139"/>
                  <a:pt x="3049" y="1160"/>
                  <a:pt x="3080" y="1181"/>
                </a:cubicBezTo>
                <a:cubicBezTo>
                  <a:pt x="3084" y="1184"/>
                  <a:pt x="3088" y="1186"/>
                  <a:pt x="3092" y="1189"/>
                </a:cubicBezTo>
                <a:lnTo>
                  <a:pt x="3092" y="1189"/>
                </a:lnTo>
                <a:cubicBezTo>
                  <a:pt x="3107" y="1217"/>
                  <a:pt x="3258" y="1347"/>
                  <a:pt x="3274" y="1366"/>
                </a:cubicBezTo>
                <a:cubicBezTo>
                  <a:pt x="3278" y="1370"/>
                  <a:pt x="3281" y="1374"/>
                  <a:pt x="3284" y="1378"/>
                </a:cubicBezTo>
                <a:lnTo>
                  <a:pt x="3284" y="1378"/>
                </a:lnTo>
                <a:cubicBezTo>
                  <a:pt x="3304" y="1410"/>
                  <a:pt x="3328" y="1440"/>
                  <a:pt x="3348" y="1474"/>
                </a:cubicBezTo>
                <a:cubicBezTo>
                  <a:pt x="3367" y="1503"/>
                  <a:pt x="3386" y="1535"/>
                  <a:pt x="3403" y="1569"/>
                </a:cubicBezTo>
                <a:cubicBezTo>
                  <a:pt x="3409" y="1579"/>
                  <a:pt x="3414" y="1591"/>
                  <a:pt x="3420" y="1604"/>
                </a:cubicBezTo>
                <a:lnTo>
                  <a:pt x="3420" y="1604"/>
                </a:lnTo>
                <a:cubicBezTo>
                  <a:pt x="3420" y="1602"/>
                  <a:pt x="3420" y="1600"/>
                  <a:pt x="3420" y="1598"/>
                </a:cubicBezTo>
                <a:lnTo>
                  <a:pt x="3420" y="1598"/>
                </a:lnTo>
                <a:cubicBezTo>
                  <a:pt x="3420" y="1600"/>
                  <a:pt x="3420" y="1602"/>
                  <a:pt x="3420" y="1604"/>
                </a:cubicBezTo>
                <a:lnTo>
                  <a:pt x="3420" y="1604"/>
                </a:lnTo>
                <a:cubicBezTo>
                  <a:pt x="3420" y="1604"/>
                  <a:pt x="3420" y="1604"/>
                  <a:pt x="3420" y="1604"/>
                </a:cubicBezTo>
                <a:lnTo>
                  <a:pt x="3420" y="1604"/>
                </a:lnTo>
                <a:cubicBezTo>
                  <a:pt x="3420" y="1621"/>
                  <a:pt x="3423" y="1634"/>
                  <a:pt x="3427" y="1644"/>
                </a:cubicBezTo>
                <a:lnTo>
                  <a:pt x="3427" y="1644"/>
                </a:lnTo>
                <a:cubicBezTo>
                  <a:pt x="3423" y="1630"/>
                  <a:pt x="3420" y="1616"/>
                  <a:pt x="3420" y="1604"/>
                </a:cubicBezTo>
                <a:lnTo>
                  <a:pt x="3420" y="1604"/>
                </a:lnTo>
                <a:cubicBezTo>
                  <a:pt x="3422" y="1608"/>
                  <a:pt x="3424" y="1613"/>
                  <a:pt x="3426" y="1617"/>
                </a:cubicBezTo>
                <a:cubicBezTo>
                  <a:pt x="3442" y="1646"/>
                  <a:pt x="3443" y="1659"/>
                  <a:pt x="3439" y="1659"/>
                </a:cubicBezTo>
                <a:cubicBezTo>
                  <a:pt x="3436" y="1659"/>
                  <a:pt x="3432" y="1654"/>
                  <a:pt x="3427" y="1644"/>
                </a:cubicBezTo>
                <a:lnTo>
                  <a:pt x="3427" y="1644"/>
                </a:lnTo>
                <a:cubicBezTo>
                  <a:pt x="3443" y="1697"/>
                  <a:pt x="3479" y="1760"/>
                  <a:pt x="3491" y="1802"/>
                </a:cubicBezTo>
                <a:cubicBezTo>
                  <a:pt x="3500" y="1838"/>
                  <a:pt x="3508" y="1874"/>
                  <a:pt x="3517" y="1910"/>
                </a:cubicBezTo>
                <a:cubicBezTo>
                  <a:pt x="3521" y="1933"/>
                  <a:pt x="3525" y="1954"/>
                  <a:pt x="3529" y="1977"/>
                </a:cubicBezTo>
                <a:cubicBezTo>
                  <a:pt x="3534" y="2005"/>
                  <a:pt x="3537" y="2015"/>
                  <a:pt x="3538" y="2015"/>
                </a:cubicBezTo>
                <a:cubicBezTo>
                  <a:pt x="3540" y="2015"/>
                  <a:pt x="3530" y="1942"/>
                  <a:pt x="3525" y="1939"/>
                </a:cubicBezTo>
                <a:lnTo>
                  <a:pt x="3525" y="1939"/>
                </a:lnTo>
                <a:cubicBezTo>
                  <a:pt x="3550" y="1954"/>
                  <a:pt x="3538" y="2142"/>
                  <a:pt x="3538" y="2173"/>
                </a:cubicBezTo>
                <a:cubicBezTo>
                  <a:pt x="3538" y="2215"/>
                  <a:pt x="3535" y="2257"/>
                  <a:pt x="3533" y="2297"/>
                </a:cubicBezTo>
                <a:cubicBezTo>
                  <a:pt x="3532" y="2312"/>
                  <a:pt x="3530" y="2326"/>
                  <a:pt x="3529" y="2339"/>
                </a:cubicBezTo>
                <a:lnTo>
                  <a:pt x="3529" y="2339"/>
                </a:lnTo>
                <a:cubicBezTo>
                  <a:pt x="3514" y="2409"/>
                  <a:pt x="3504" y="2477"/>
                  <a:pt x="3483" y="2546"/>
                </a:cubicBezTo>
                <a:cubicBezTo>
                  <a:pt x="3472" y="2582"/>
                  <a:pt x="3462" y="2618"/>
                  <a:pt x="3449" y="2651"/>
                </a:cubicBezTo>
                <a:cubicBezTo>
                  <a:pt x="3445" y="2663"/>
                  <a:pt x="3440" y="2676"/>
                  <a:pt x="3436" y="2688"/>
                </a:cubicBezTo>
                <a:lnTo>
                  <a:pt x="3436" y="2688"/>
                </a:lnTo>
                <a:cubicBezTo>
                  <a:pt x="3398" y="2751"/>
                  <a:pt x="3369" y="2818"/>
                  <a:pt x="3329" y="2881"/>
                </a:cubicBezTo>
                <a:cubicBezTo>
                  <a:pt x="3324" y="2889"/>
                  <a:pt x="3300" y="2922"/>
                  <a:pt x="3284" y="2945"/>
                </a:cubicBezTo>
                <a:lnTo>
                  <a:pt x="3284" y="2945"/>
                </a:lnTo>
                <a:cubicBezTo>
                  <a:pt x="3263" y="2968"/>
                  <a:pt x="3232" y="3005"/>
                  <a:pt x="3224" y="3014"/>
                </a:cubicBezTo>
                <a:cubicBezTo>
                  <a:pt x="3198" y="3041"/>
                  <a:pt x="3171" y="3069"/>
                  <a:pt x="3142" y="3094"/>
                </a:cubicBezTo>
                <a:cubicBezTo>
                  <a:pt x="3127" y="3106"/>
                  <a:pt x="3112" y="3119"/>
                  <a:pt x="3099" y="3132"/>
                </a:cubicBezTo>
                <a:cubicBezTo>
                  <a:pt x="3075" y="3154"/>
                  <a:pt x="3071" y="3163"/>
                  <a:pt x="3076" y="3163"/>
                </a:cubicBezTo>
                <a:cubicBezTo>
                  <a:pt x="3076" y="3163"/>
                  <a:pt x="3077" y="3163"/>
                  <a:pt x="3078" y="3162"/>
                </a:cubicBezTo>
                <a:lnTo>
                  <a:pt x="3078" y="3162"/>
                </a:lnTo>
                <a:cubicBezTo>
                  <a:pt x="3021" y="3203"/>
                  <a:pt x="2923" y="3245"/>
                  <a:pt x="2889" y="3262"/>
                </a:cubicBezTo>
                <a:cubicBezTo>
                  <a:pt x="2863" y="3275"/>
                  <a:pt x="2803" y="3296"/>
                  <a:pt x="2805" y="3296"/>
                </a:cubicBezTo>
                <a:cubicBezTo>
                  <a:pt x="2806" y="3296"/>
                  <a:pt x="2822" y="3291"/>
                  <a:pt x="2866" y="3277"/>
                </a:cubicBezTo>
                <a:lnTo>
                  <a:pt x="2866" y="3277"/>
                </a:lnTo>
                <a:cubicBezTo>
                  <a:pt x="2823" y="3292"/>
                  <a:pt x="2783" y="3309"/>
                  <a:pt x="2741" y="3323"/>
                </a:cubicBezTo>
                <a:cubicBezTo>
                  <a:pt x="2642" y="3355"/>
                  <a:pt x="2541" y="3376"/>
                  <a:pt x="2438" y="3395"/>
                </a:cubicBezTo>
                <a:cubicBezTo>
                  <a:pt x="2437" y="3395"/>
                  <a:pt x="2437" y="3395"/>
                  <a:pt x="2437" y="3395"/>
                </a:cubicBezTo>
                <a:lnTo>
                  <a:pt x="2437" y="3395"/>
                </a:lnTo>
                <a:cubicBezTo>
                  <a:pt x="2416" y="3397"/>
                  <a:pt x="2395" y="3400"/>
                  <a:pt x="2375" y="3401"/>
                </a:cubicBezTo>
                <a:cubicBezTo>
                  <a:pt x="2330" y="3403"/>
                  <a:pt x="2284" y="3406"/>
                  <a:pt x="2240" y="3406"/>
                </a:cubicBezTo>
                <a:cubicBezTo>
                  <a:pt x="2226" y="3406"/>
                  <a:pt x="2211" y="3406"/>
                  <a:pt x="2197" y="3406"/>
                </a:cubicBezTo>
                <a:cubicBezTo>
                  <a:pt x="2163" y="3406"/>
                  <a:pt x="2129" y="3405"/>
                  <a:pt x="2094" y="3403"/>
                </a:cubicBezTo>
                <a:cubicBezTo>
                  <a:pt x="2081" y="3402"/>
                  <a:pt x="2067" y="3400"/>
                  <a:pt x="2054" y="3398"/>
                </a:cubicBezTo>
                <a:lnTo>
                  <a:pt x="2054" y="3398"/>
                </a:lnTo>
                <a:cubicBezTo>
                  <a:pt x="1975" y="3376"/>
                  <a:pt x="1893" y="3365"/>
                  <a:pt x="1814" y="3340"/>
                </a:cubicBezTo>
                <a:cubicBezTo>
                  <a:pt x="1797" y="3334"/>
                  <a:pt x="1778" y="3326"/>
                  <a:pt x="1762" y="3321"/>
                </a:cubicBezTo>
                <a:cubicBezTo>
                  <a:pt x="1752" y="3318"/>
                  <a:pt x="1745" y="3316"/>
                  <a:pt x="1740" y="3315"/>
                </a:cubicBezTo>
                <a:lnTo>
                  <a:pt x="1740" y="3315"/>
                </a:lnTo>
                <a:cubicBezTo>
                  <a:pt x="1716" y="3301"/>
                  <a:pt x="1691" y="3283"/>
                  <a:pt x="1679" y="3277"/>
                </a:cubicBezTo>
                <a:cubicBezTo>
                  <a:pt x="1648" y="3258"/>
                  <a:pt x="1616" y="3241"/>
                  <a:pt x="1587" y="3220"/>
                </a:cubicBezTo>
                <a:cubicBezTo>
                  <a:pt x="1572" y="3210"/>
                  <a:pt x="1557" y="3199"/>
                  <a:pt x="1543" y="3191"/>
                </a:cubicBezTo>
                <a:cubicBezTo>
                  <a:pt x="1525" y="3180"/>
                  <a:pt x="1519" y="3175"/>
                  <a:pt x="1519" y="3175"/>
                </a:cubicBezTo>
                <a:lnTo>
                  <a:pt x="1519" y="3175"/>
                </a:lnTo>
                <a:cubicBezTo>
                  <a:pt x="1518" y="3175"/>
                  <a:pt x="1582" y="3218"/>
                  <a:pt x="1580" y="3218"/>
                </a:cubicBezTo>
                <a:cubicBezTo>
                  <a:pt x="1580" y="3218"/>
                  <a:pt x="1579" y="3218"/>
                  <a:pt x="1578" y="3218"/>
                </a:cubicBezTo>
                <a:cubicBezTo>
                  <a:pt x="1542" y="3218"/>
                  <a:pt x="1420" y="3070"/>
                  <a:pt x="1399" y="3045"/>
                </a:cubicBezTo>
                <a:cubicBezTo>
                  <a:pt x="1384" y="3030"/>
                  <a:pt x="1353" y="2977"/>
                  <a:pt x="1351" y="2977"/>
                </a:cubicBezTo>
                <a:lnTo>
                  <a:pt x="1351" y="2977"/>
                </a:lnTo>
                <a:cubicBezTo>
                  <a:pt x="1350" y="2977"/>
                  <a:pt x="1354" y="2985"/>
                  <a:pt x="1363" y="3005"/>
                </a:cubicBezTo>
                <a:cubicBezTo>
                  <a:pt x="1372" y="3025"/>
                  <a:pt x="1375" y="3032"/>
                  <a:pt x="1374" y="3032"/>
                </a:cubicBezTo>
                <a:cubicBezTo>
                  <a:pt x="1372" y="3032"/>
                  <a:pt x="1335" y="2962"/>
                  <a:pt x="1326" y="2946"/>
                </a:cubicBezTo>
                <a:cubicBezTo>
                  <a:pt x="1285" y="2881"/>
                  <a:pt x="1252" y="2814"/>
                  <a:pt x="1215" y="2746"/>
                </a:cubicBezTo>
                <a:lnTo>
                  <a:pt x="1215" y="2746"/>
                </a:lnTo>
                <a:cubicBezTo>
                  <a:pt x="1214" y="2743"/>
                  <a:pt x="1213" y="2740"/>
                  <a:pt x="1212" y="2736"/>
                </a:cubicBezTo>
                <a:cubicBezTo>
                  <a:pt x="1199" y="2702"/>
                  <a:pt x="1187" y="2668"/>
                  <a:pt x="1176" y="2635"/>
                </a:cubicBezTo>
                <a:cubicBezTo>
                  <a:pt x="1153" y="2559"/>
                  <a:pt x="1132" y="2481"/>
                  <a:pt x="1119" y="2403"/>
                </a:cubicBezTo>
                <a:cubicBezTo>
                  <a:pt x="1119" y="2401"/>
                  <a:pt x="1118" y="2399"/>
                  <a:pt x="1118" y="2397"/>
                </a:cubicBezTo>
                <a:lnTo>
                  <a:pt x="1118" y="2397"/>
                </a:lnTo>
                <a:cubicBezTo>
                  <a:pt x="1122" y="2365"/>
                  <a:pt x="1108" y="2315"/>
                  <a:pt x="1106" y="2283"/>
                </a:cubicBezTo>
                <a:cubicBezTo>
                  <a:pt x="1102" y="2203"/>
                  <a:pt x="1102" y="2123"/>
                  <a:pt x="1106" y="2043"/>
                </a:cubicBezTo>
                <a:cubicBezTo>
                  <a:pt x="1107" y="2033"/>
                  <a:pt x="1110" y="2004"/>
                  <a:pt x="1113" y="1978"/>
                </a:cubicBezTo>
                <a:lnTo>
                  <a:pt x="1113" y="1978"/>
                </a:lnTo>
                <a:cubicBezTo>
                  <a:pt x="1117" y="1953"/>
                  <a:pt x="1123" y="1911"/>
                  <a:pt x="1125" y="1899"/>
                </a:cubicBezTo>
                <a:cubicBezTo>
                  <a:pt x="1144" y="1813"/>
                  <a:pt x="1170" y="1731"/>
                  <a:pt x="1197" y="1647"/>
                </a:cubicBezTo>
                <a:cubicBezTo>
                  <a:pt x="1199" y="1642"/>
                  <a:pt x="1200" y="1637"/>
                  <a:pt x="1201" y="1634"/>
                </a:cubicBezTo>
                <a:lnTo>
                  <a:pt x="1201" y="1634"/>
                </a:lnTo>
                <a:cubicBezTo>
                  <a:pt x="1203" y="1630"/>
                  <a:pt x="1205" y="1626"/>
                  <a:pt x="1208" y="1621"/>
                </a:cubicBezTo>
                <a:cubicBezTo>
                  <a:pt x="1227" y="1583"/>
                  <a:pt x="1246" y="1543"/>
                  <a:pt x="1269" y="1507"/>
                </a:cubicBezTo>
                <a:cubicBezTo>
                  <a:pt x="1290" y="1470"/>
                  <a:pt x="1313" y="1434"/>
                  <a:pt x="1338" y="1398"/>
                </a:cubicBezTo>
                <a:cubicBezTo>
                  <a:pt x="1341" y="1394"/>
                  <a:pt x="1344" y="1390"/>
                  <a:pt x="1346" y="1386"/>
                </a:cubicBezTo>
                <a:lnTo>
                  <a:pt x="1346" y="1386"/>
                </a:lnTo>
                <a:cubicBezTo>
                  <a:pt x="1346" y="1386"/>
                  <a:pt x="1346" y="1386"/>
                  <a:pt x="1347" y="1385"/>
                </a:cubicBezTo>
                <a:cubicBezTo>
                  <a:pt x="1399" y="1329"/>
                  <a:pt x="1454" y="1275"/>
                  <a:pt x="1511" y="1223"/>
                </a:cubicBezTo>
                <a:lnTo>
                  <a:pt x="1511" y="1223"/>
                </a:lnTo>
                <a:cubicBezTo>
                  <a:pt x="1524" y="1213"/>
                  <a:pt x="1537" y="1203"/>
                  <a:pt x="1551" y="1194"/>
                </a:cubicBezTo>
                <a:cubicBezTo>
                  <a:pt x="1589" y="1170"/>
                  <a:pt x="1627" y="1147"/>
                  <a:pt x="1667" y="1126"/>
                </a:cubicBezTo>
                <a:cubicBezTo>
                  <a:pt x="1682" y="1119"/>
                  <a:pt x="1697" y="1111"/>
                  <a:pt x="1712" y="1103"/>
                </a:cubicBezTo>
                <a:lnTo>
                  <a:pt x="1712" y="1103"/>
                </a:lnTo>
                <a:cubicBezTo>
                  <a:pt x="1755" y="1090"/>
                  <a:pt x="1797" y="1075"/>
                  <a:pt x="1840" y="1063"/>
                </a:cubicBezTo>
                <a:cubicBezTo>
                  <a:pt x="1884" y="1050"/>
                  <a:pt x="1928" y="1042"/>
                  <a:pt x="1970" y="1031"/>
                </a:cubicBezTo>
                <a:cubicBezTo>
                  <a:pt x="1976" y="1030"/>
                  <a:pt x="1983" y="1028"/>
                  <a:pt x="1990" y="1026"/>
                </a:cubicBezTo>
                <a:lnTo>
                  <a:pt x="1990" y="1026"/>
                </a:lnTo>
                <a:cubicBezTo>
                  <a:pt x="2008" y="1025"/>
                  <a:pt x="2026" y="1024"/>
                  <a:pt x="2042" y="1023"/>
                </a:cubicBezTo>
                <a:cubicBezTo>
                  <a:pt x="2063" y="1021"/>
                  <a:pt x="2083" y="1018"/>
                  <a:pt x="2104" y="1015"/>
                </a:cubicBezTo>
                <a:lnTo>
                  <a:pt x="2104" y="1015"/>
                </a:lnTo>
                <a:cubicBezTo>
                  <a:pt x="2127" y="1013"/>
                  <a:pt x="2151" y="1010"/>
                  <a:pt x="2175" y="1006"/>
                </a:cubicBezTo>
                <a:cubicBezTo>
                  <a:pt x="2200" y="1002"/>
                  <a:pt x="2223" y="998"/>
                  <a:pt x="2248" y="996"/>
                </a:cubicBezTo>
                <a:lnTo>
                  <a:pt x="2248" y="996"/>
                </a:lnTo>
                <a:cubicBezTo>
                  <a:pt x="2202" y="1002"/>
                  <a:pt x="2186" y="1004"/>
                  <a:pt x="2186" y="1004"/>
                </a:cubicBezTo>
                <a:cubicBezTo>
                  <a:pt x="2187" y="1004"/>
                  <a:pt x="2227" y="999"/>
                  <a:pt x="2246" y="998"/>
                </a:cubicBezTo>
                <a:cubicBezTo>
                  <a:pt x="2293" y="996"/>
                  <a:pt x="2341" y="991"/>
                  <a:pt x="2387" y="989"/>
                </a:cubicBezTo>
                <a:close/>
                <a:moveTo>
                  <a:pt x="2431" y="0"/>
                </a:moveTo>
                <a:cubicBezTo>
                  <a:pt x="2283" y="0"/>
                  <a:pt x="2134" y="12"/>
                  <a:pt x="1987" y="33"/>
                </a:cubicBezTo>
                <a:lnTo>
                  <a:pt x="1987" y="33"/>
                </a:lnTo>
                <a:cubicBezTo>
                  <a:pt x="1519" y="79"/>
                  <a:pt x="1082" y="246"/>
                  <a:pt x="738" y="578"/>
                </a:cubicBezTo>
                <a:cubicBezTo>
                  <a:pt x="443" y="863"/>
                  <a:pt x="236" y="1259"/>
                  <a:pt x="158" y="1661"/>
                </a:cubicBezTo>
                <a:cubicBezTo>
                  <a:pt x="0" y="2477"/>
                  <a:pt x="228" y="3403"/>
                  <a:pt x="896" y="3941"/>
                </a:cubicBezTo>
                <a:cubicBezTo>
                  <a:pt x="1283" y="4251"/>
                  <a:pt x="1777" y="4404"/>
                  <a:pt x="2272" y="4404"/>
                </a:cubicBezTo>
                <a:cubicBezTo>
                  <a:pt x="2762" y="4404"/>
                  <a:pt x="3253" y="4255"/>
                  <a:pt x="3645" y="3962"/>
                </a:cubicBezTo>
                <a:cubicBezTo>
                  <a:pt x="4395" y="3401"/>
                  <a:pt x="4700" y="2409"/>
                  <a:pt x="4443" y="1512"/>
                </a:cubicBezTo>
                <a:cubicBezTo>
                  <a:pt x="4302" y="1025"/>
                  <a:pt x="4003" y="604"/>
                  <a:pt x="3582" y="321"/>
                </a:cubicBezTo>
                <a:cubicBezTo>
                  <a:pt x="3236" y="89"/>
                  <a:pt x="2836" y="0"/>
                  <a:pt x="2431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20" name="Google Shape;9020;p25"/>
          <p:cNvSpPr txBox="1"/>
          <p:nvPr/>
        </p:nvSpPr>
        <p:spPr>
          <a:xfrm>
            <a:off x="2788950" y="3241900"/>
            <a:ext cx="3684300" cy="75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Gantari"/>
                <a:ea typeface="Gantari"/>
                <a:cs typeface="Gantari"/>
                <a:sym typeface="Gantari"/>
              </a:rPr>
              <a:t>CREDITS: This presentation template was created by </a:t>
            </a:r>
            <a:r>
              <a:rPr b="1" i="0" lang="en-US" sz="1100" u="none" cap="none" strike="noStrike">
                <a:solidFill>
                  <a:schemeClr val="dk1"/>
                </a:solidFill>
                <a:latin typeface="Gantari"/>
                <a:ea typeface="Gantari"/>
                <a:cs typeface="Gantari"/>
                <a:sym typeface="Gantari"/>
              </a:rPr>
              <a:t>Slidesgo</a:t>
            </a:r>
            <a:r>
              <a:rPr b="0" i="0" lang="en-US" sz="1100" u="none" cap="none" strike="noStrike">
                <a:solidFill>
                  <a:schemeClr val="dk1"/>
                </a:solidFill>
                <a:latin typeface="Gantari"/>
                <a:ea typeface="Gantari"/>
                <a:cs typeface="Gantari"/>
                <a:sym typeface="Gantari"/>
              </a:rPr>
              <a:t>, including icons by </a:t>
            </a:r>
            <a:r>
              <a:rPr b="1" i="0" lang="en-US" sz="1100" u="none" cap="none" strike="noStrike">
                <a:solidFill>
                  <a:schemeClr val="dk1"/>
                </a:solidFill>
                <a:latin typeface="Gantari"/>
                <a:ea typeface="Gantari"/>
                <a:cs typeface="Gantari"/>
                <a:sym typeface="Gantari"/>
              </a:rPr>
              <a:t>Flaticon</a:t>
            </a:r>
            <a:r>
              <a:rPr b="0" i="0" lang="en-US" sz="1100" u="none" cap="none" strike="noStrike">
                <a:solidFill>
                  <a:schemeClr val="dk1"/>
                </a:solidFill>
                <a:latin typeface="Gantari"/>
                <a:ea typeface="Gantari"/>
                <a:cs typeface="Gantari"/>
                <a:sym typeface="Gantari"/>
              </a:rPr>
              <a:t>, infographics &amp; images by</a:t>
            </a:r>
            <a:r>
              <a:rPr b="1" i="0" lang="en-US" sz="1100" u="none" cap="none" strike="noStrike">
                <a:solidFill>
                  <a:schemeClr val="dk1"/>
                </a:solidFill>
                <a:latin typeface="Gantari"/>
                <a:ea typeface="Gantari"/>
                <a:cs typeface="Gantari"/>
                <a:sym typeface="Gantari"/>
              </a:rPr>
              <a:t> Freepik</a:t>
            </a:r>
            <a:r>
              <a:rPr b="0" i="0" lang="en-US" sz="1100" u="none" cap="none" strike="noStrike">
                <a:solidFill>
                  <a:schemeClr val="dk1"/>
                </a:solidFill>
                <a:latin typeface="Gantari"/>
                <a:ea typeface="Gantari"/>
                <a:cs typeface="Gantari"/>
                <a:sym typeface="Gantari"/>
              </a:rPr>
              <a:t> and content by Sandra Medina</a:t>
            </a:r>
            <a:endParaRPr b="1" i="0" sz="1100" u="none" cap="none" strike="noStrike">
              <a:solidFill>
                <a:schemeClr val="dk1"/>
              </a:solidFill>
              <a:latin typeface="Gantari"/>
              <a:ea typeface="Gantari"/>
              <a:cs typeface="Gantari"/>
              <a:sym typeface="Gantari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BLANK_1_1_1_1_1_1_1">
    <p:bg>
      <p:bgPr>
        <a:solidFill>
          <a:srgbClr val="79CDBE"/>
        </a:solidFill>
      </p:bgPr>
    </p:bg>
    <p:spTree>
      <p:nvGrpSpPr>
        <p:cNvPr id="9021" name="Shape 90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022" name="Google Shape;9022;p26"/>
          <p:cNvGrpSpPr/>
          <p:nvPr/>
        </p:nvGrpSpPr>
        <p:grpSpPr>
          <a:xfrm>
            <a:off x="0" y="0"/>
            <a:ext cx="9144125" cy="5143391"/>
            <a:chOff x="0" y="0"/>
            <a:chExt cx="9144125" cy="5143391"/>
          </a:xfrm>
        </p:grpSpPr>
        <p:sp>
          <p:nvSpPr>
            <p:cNvPr id="9023" name="Google Shape;9023;p26"/>
            <p:cNvSpPr/>
            <p:nvPr/>
          </p:nvSpPr>
          <p:spPr>
            <a:xfrm>
              <a:off x="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24" name="Google Shape;9024;p26"/>
            <p:cNvSpPr/>
            <p:nvPr/>
          </p:nvSpPr>
          <p:spPr>
            <a:xfrm>
              <a:off x="38100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25" name="Google Shape;9025;p26"/>
            <p:cNvSpPr/>
            <p:nvPr/>
          </p:nvSpPr>
          <p:spPr>
            <a:xfrm>
              <a:off x="76201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26" name="Google Shape;9026;p26"/>
            <p:cNvSpPr/>
            <p:nvPr/>
          </p:nvSpPr>
          <p:spPr>
            <a:xfrm>
              <a:off x="114301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27" name="Google Shape;9027;p26"/>
            <p:cNvSpPr/>
            <p:nvPr/>
          </p:nvSpPr>
          <p:spPr>
            <a:xfrm>
              <a:off x="152402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28" name="Google Shape;9028;p26"/>
            <p:cNvSpPr/>
            <p:nvPr/>
          </p:nvSpPr>
          <p:spPr>
            <a:xfrm>
              <a:off x="190502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29" name="Google Shape;9029;p26"/>
            <p:cNvSpPr/>
            <p:nvPr/>
          </p:nvSpPr>
          <p:spPr>
            <a:xfrm>
              <a:off x="228603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30" name="Google Shape;9030;p26"/>
            <p:cNvSpPr/>
            <p:nvPr/>
          </p:nvSpPr>
          <p:spPr>
            <a:xfrm>
              <a:off x="266703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31" name="Google Shape;9031;p26"/>
            <p:cNvSpPr/>
            <p:nvPr/>
          </p:nvSpPr>
          <p:spPr>
            <a:xfrm>
              <a:off x="304804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32" name="Google Shape;9032;p26"/>
            <p:cNvSpPr/>
            <p:nvPr/>
          </p:nvSpPr>
          <p:spPr>
            <a:xfrm>
              <a:off x="342904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33" name="Google Shape;9033;p26"/>
            <p:cNvSpPr/>
            <p:nvPr/>
          </p:nvSpPr>
          <p:spPr>
            <a:xfrm>
              <a:off x="381005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34" name="Google Shape;9034;p26"/>
            <p:cNvSpPr/>
            <p:nvPr/>
          </p:nvSpPr>
          <p:spPr>
            <a:xfrm>
              <a:off x="419105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35" name="Google Shape;9035;p26"/>
            <p:cNvSpPr/>
            <p:nvPr/>
          </p:nvSpPr>
          <p:spPr>
            <a:xfrm>
              <a:off x="457206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36" name="Google Shape;9036;p26"/>
            <p:cNvSpPr/>
            <p:nvPr/>
          </p:nvSpPr>
          <p:spPr>
            <a:xfrm>
              <a:off x="495306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37" name="Google Shape;9037;p26"/>
            <p:cNvSpPr/>
            <p:nvPr/>
          </p:nvSpPr>
          <p:spPr>
            <a:xfrm>
              <a:off x="533407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38" name="Google Shape;9038;p26"/>
            <p:cNvSpPr/>
            <p:nvPr/>
          </p:nvSpPr>
          <p:spPr>
            <a:xfrm>
              <a:off x="571507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39" name="Google Shape;9039;p26"/>
            <p:cNvSpPr/>
            <p:nvPr/>
          </p:nvSpPr>
          <p:spPr>
            <a:xfrm>
              <a:off x="609608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40" name="Google Shape;9040;p26"/>
            <p:cNvSpPr/>
            <p:nvPr/>
          </p:nvSpPr>
          <p:spPr>
            <a:xfrm>
              <a:off x="647708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41" name="Google Shape;9041;p26"/>
            <p:cNvSpPr/>
            <p:nvPr/>
          </p:nvSpPr>
          <p:spPr>
            <a:xfrm>
              <a:off x="685809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42" name="Google Shape;9042;p26"/>
            <p:cNvSpPr/>
            <p:nvPr/>
          </p:nvSpPr>
          <p:spPr>
            <a:xfrm>
              <a:off x="723909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43" name="Google Shape;9043;p26"/>
            <p:cNvSpPr/>
            <p:nvPr/>
          </p:nvSpPr>
          <p:spPr>
            <a:xfrm>
              <a:off x="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44" name="Google Shape;9044;p26"/>
            <p:cNvSpPr/>
            <p:nvPr/>
          </p:nvSpPr>
          <p:spPr>
            <a:xfrm>
              <a:off x="38100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45" name="Google Shape;9045;p26"/>
            <p:cNvSpPr/>
            <p:nvPr/>
          </p:nvSpPr>
          <p:spPr>
            <a:xfrm>
              <a:off x="76201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46" name="Google Shape;9046;p26"/>
            <p:cNvSpPr/>
            <p:nvPr/>
          </p:nvSpPr>
          <p:spPr>
            <a:xfrm>
              <a:off x="114301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47" name="Google Shape;9047;p26"/>
            <p:cNvSpPr/>
            <p:nvPr/>
          </p:nvSpPr>
          <p:spPr>
            <a:xfrm>
              <a:off x="152402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48" name="Google Shape;9048;p26"/>
            <p:cNvSpPr/>
            <p:nvPr/>
          </p:nvSpPr>
          <p:spPr>
            <a:xfrm>
              <a:off x="190502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49" name="Google Shape;9049;p26"/>
            <p:cNvSpPr/>
            <p:nvPr/>
          </p:nvSpPr>
          <p:spPr>
            <a:xfrm>
              <a:off x="228603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50" name="Google Shape;9050;p26"/>
            <p:cNvSpPr/>
            <p:nvPr/>
          </p:nvSpPr>
          <p:spPr>
            <a:xfrm>
              <a:off x="266703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51" name="Google Shape;9051;p26"/>
            <p:cNvSpPr/>
            <p:nvPr/>
          </p:nvSpPr>
          <p:spPr>
            <a:xfrm>
              <a:off x="304804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52" name="Google Shape;9052;p26"/>
            <p:cNvSpPr/>
            <p:nvPr/>
          </p:nvSpPr>
          <p:spPr>
            <a:xfrm>
              <a:off x="342904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53" name="Google Shape;9053;p26"/>
            <p:cNvSpPr/>
            <p:nvPr/>
          </p:nvSpPr>
          <p:spPr>
            <a:xfrm>
              <a:off x="381005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54" name="Google Shape;9054;p26"/>
            <p:cNvSpPr/>
            <p:nvPr/>
          </p:nvSpPr>
          <p:spPr>
            <a:xfrm>
              <a:off x="419105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55" name="Google Shape;9055;p26"/>
            <p:cNvSpPr/>
            <p:nvPr/>
          </p:nvSpPr>
          <p:spPr>
            <a:xfrm>
              <a:off x="457206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56" name="Google Shape;9056;p26"/>
            <p:cNvSpPr/>
            <p:nvPr/>
          </p:nvSpPr>
          <p:spPr>
            <a:xfrm>
              <a:off x="495306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57" name="Google Shape;9057;p26"/>
            <p:cNvSpPr/>
            <p:nvPr/>
          </p:nvSpPr>
          <p:spPr>
            <a:xfrm>
              <a:off x="533407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58" name="Google Shape;9058;p26"/>
            <p:cNvSpPr/>
            <p:nvPr/>
          </p:nvSpPr>
          <p:spPr>
            <a:xfrm>
              <a:off x="571507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59" name="Google Shape;9059;p26"/>
            <p:cNvSpPr/>
            <p:nvPr/>
          </p:nvSpPr>
          <p:spPr>
            <a:xfrm>
              <a:off x="609608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60" name="Google Shape;9060;p26"/>
            <p:cNvSpPr/>
            <p:nvPr/>
          </p:nvSpPr>
          <p:spPr>
            <a:xfrm>
              <a:off x="647708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61" name="Google Shape;9061;p26"/>
            <p:cNvSpPr/>
            <p:nvPr/>
          </p:nvSpPr>
          <p:spPr>
            <a:xfrm>
              <a:off x="685809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62" name="Google Shape;9062;p26"/>
            <p:cNvSpPr/>
            <p:nvPr/>
          </p:nvSpPr>
          <p:spPr>
            <a:xfrm>
              <a:off x="723909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63" name="Google Shape;9063;p26"/>
            <p:cNvSpPr/>
            <p:nvPr/>
          </p:nvSpPr>
          <p:spPr>
            <a:xfrm>
              <a:off x="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64" name="Google Shape;9064;p26"/>
            <p:cNvSpPr/>
            <p:nvPr/>
          </p:nvSpPr>
          <p:spPr>
            <a:xfrm>
              <a:off x="38100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65" name="Google Shape;9065;p26"/>
            <p:cNvSpPr/>
            <p:nvPr/>
          </p:nvSpPr>
          <p:spPr>
            <a:xfrm>
              <a:off x="76201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66" name="Google Shape;9066;p26"/>
            <p:cNvSpPr/>
            <p:nvPr/>
          </p:nvSpPr>
          <p:spPr>
            <a:xfrm>
              <a:off x="114301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67" name="Google Shape;9067;p26"/>
            <p:cNvSpPr/>
            <p:nvPr/>
          </p:nvSpPr>
          <p:spPr>
            <a:xfrm>
              <a:off x="152402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68" name="Google Shape;9068;p26"/>
            <p:cNvSpPr/>
            <p:nvPr/>
          </p:nvSpPr>
          <p:spPr>
            <a:xfrm>
              <a:off x="190502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69" name="Google Shape;9069;p26"/>
            <p:cNvSpPr/>
            <p:nvPr/>
          </p:nvSpPr>
          <p:spPr>
            <a:xfrm>
              <a:off x="228603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70" name="Google Shape;9070;p26"/>
            <p:cNvSpPr/>
            <p:nvPr/>
          </p:nvSpPr>
          <p:spPr>
            <a:xfrm>
              <a:off x="266703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71" name="Google Shape;9071;p26"/>
            <p:cNvSpPr/>
            <p:nvPr/>
          </p:nvSpPr>
          <p:spPr>
            <a:xfrm>
              <a:off x="304804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72" name="Google Shape;9072;p26"/>
            <p:cNvSpPr/>
            <p:nvPr/>
          </p:nvSpPr>
          <p:spPr>
            <a:xfrm>
              <a:off x="342904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73" name="Google Shape;9073;p26"/>
            <p:cNvSpPr/>
            <p:nvPr/>
          </p:nvSpPr>
          <p:spPr>
            <a:xfrm>
              <a:off x="381005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74" name="Google Shape;9074;p26"/>
            <p:cNvSpPr/>
            <p:nvPr/>
          </p:nvSpPr>
          <p:spPr>
            <a:xfrm>
              <a:off x="419105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75" name="Google Shape;9075;p26"/>
            <p:cNvSpPr/>
            <p:nvPr/>
          </p:nvSpPr>
          <p:spPr>
            <a:xfrm>
              <a:off x="457206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76" name="Google Shape;9076;p26"/>
            <p:cNvSpPr/>
            <p:nvPr/>
          </p:nvSpPr>
          <p:spPr>
            <a:xfrm>
              <a:off x="495306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77" name="Google Shape;9077;p26"/>
            <p:cNvSpPr/>
            <p:nvPr/>
          </p:nvSpPr>
          <p:spPr>
            <a:xfrm>
              <a:off x="533407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78" name="Google Shape;9078;p26"/>
            <p:cNvSpPr/>
            <p:nvPr/>
          </p:nvSpPr>
          <p:spPr>
            <a:xfrm>
              <a:off x="571507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79" name="Google Shape;9079;p26"/>
            <p:cNvSpPr/>
            <p:nvPr/>
          </p:nvSpPr>
          <p:spPr>
            <a:xfrm>
              <a:off x="609608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80" name="Google Shape;9080;p26"/>
            <p:cNvSpPr/>
            <p:nvPr/>
          </p:nvSpPr>
          <p:spPr>
            <a:xfrm>
              <a:off x="647708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81" name="Google Shape;9081;p26"/>
            <p:cNvSpPr/>
            <p:nvPr/>
          </p:nvSpPr>
          <p:spPr>
            <a:xfrm>
              <a:off x="685809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82" name="Google Shape;9082;p26"/>
            <p:cNvSpPr/>
            <p:nvPr/>
          </p:nvSpPr>
          <p:spPr>
            <a:xfrm>
              <a:off x="723909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83" name="Google Shape;9083;p26"/>
            <p:cNvSpPr/>
            <p:nvPr/>
          </p:nvSpPr>
          <p:spPr>
            <a:xfrm>
              <a:off x="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84" name="Google Shape;9084;p26"/>
            <p:cNvSpPr/>
            <p:nvPr/>
          </p:nvSpPr>
          <p:spPr>
            <a:xfrm>
              <a:off x="38100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85" name="Google Shape;9085;p26"/>
            <p:cNvSpPr/>
            <p:nvPr/>
          </p:nvSpPr>
          <p:spPr>
            <a:xfrm>
              <a:off x="76201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86" name="Google Shape;9086;p26"/>
            <p:cNvSpPr/>
            <p:nvPr/>
          </p:nvSpPr>
          <p:spPr>
            <a:xfrm>
              <a:off x="114301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87" name="Google Shape;9087;p26"/>
            <p:cNvSpPr/>
            <p:nvPr/>
          </p:nvSpPr>
          <p:spPr>
            <a:xfrm>
              <a:off x="152402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88" name="Google Shape;9088;p26"/>
            <p:cNvSpPr/>
            <p:nvPr/>
          </p:nvSpPr>
          <p:spPr>
            <a:xfrm>
              <a:off x="190502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89" name="Google Shape;9089;p26"/>
            <p:cNvSpPr/>
            <p:nvPr/>
          </p:nvSpPr>
          <p:spPr>
            <a:xfrm>
              <a:off x="228603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90" name="Google Shape;9090;p26"/>
            <p:cNvSpPr/>
            <p:nvPr/>
          </p:nvSpPr>
          <p:spPr>
            <a:xfrm>
              <a:off x="266703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91" name="Google Shape;9091;p26"/>
            <p:cNvSpPr/>
            <p:nvPr/>
          </p:nvSpPr>
          <p:spPr>
            <a:xfrm>
              <a:off x="304804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92" name="Google Shape;9092;p26"/>
            <p:cNvSpPr/>
            <p:nvPr/>
          </p:nvSpPr>
          <p:spPr>
            <a:xfrm>
              <a:off x="342904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93" name="Google Shape;9093;p26"/>
            <p:cNvSpPr/>
            <p:nvPr/>
          </p:nvSpPr>
          <p:spPr>
            <a:xfrm>
              <a:off x="381005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94" name="Google Shape;9094;p26"/>
            <p:cNvSpPr/>
            <p:nvPr/>
          </p:nvSpPr>
          <p:spPr>
            <a:xfrm>
              <a:off x="419105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95" name="Google Shape;9095;p26"/>
            <p:cNvSpPr/>
            <p:nvPr/>
          </p:nvSpPr>
          <p:spPr>
            <a:xfrm>
              <a:off x="457206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96" name="Google Shape;9096;p26"/>
            <p:cNvSpPr/>
            <p:nvPr/>
          </p:nvSpPr>
          <p:spPr>
            <a:xfrm>
              <a:off x="495306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97" name="Google Shape;9097;p26"/>
            <p:cNvSpPr/>
            <p:nvPr/>
          </p:nvSpPr>
          <p:spPr>
            <a:xfrm>
              <a:off x="533407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98" name="Google Shape;9098;p26"/>
            <p:cNvSpPr/>
            <p:nvPr/>
          </p:nvSpPr>
          <p:spPr>
            <a:xfrm>
              <a:off x="571507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99" name="Google Shape;9099;p26"/>
            <p:cNvSpPr/>
            <p:nvPr/>
          </p:nvSpPr>
          <p:spPr>
            <a:xfrm>
              <a:off x="609608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00" name="Google Shape;9100;p26"/>
            <p:cNvSpPr/>
            <p:nvPr/>
          </p:nvSpPr>
          <p:spPr>
            <a:xfrm>
              <a:off x="647708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01" name="Google Shape;9101;p26"/>
            <p:cNvSpPr/>
            <p:nvPr/>
          </p:nvSpPr>
          <p:spPr>
            <a:xfrm>
              <a:off x="685809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02" name="Google Shape;9102;p26"/>
            <p:cNvSpPr/>
            <p:nvPr/>
          </p:nvSpPr>
          <p:spPr>
            <a:xfrm>
              <a:off x="723909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03" name="Google Shape;9103;p26"/>
            <p:cNvSpPr/>
            <p:nvPr/>
          </p:nvSpPr>
          <p:spPr>
            <a:xfrm>
              <a:off x="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04" name="Google Shape;9104;p26"/>
            <p:cNvSpPr/>
            <p:nvPr/>
          </p:nvSpPr>
          <p:spPr>
            <a:xfrm>
              <a:off x="38100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05" name="Google Shape;9105;p26"/>
            <p:cNvSpPr/>
            <p:nvPr/>
          </p:nvSpPr>
          <p:spPr>
            <a:xfrm>
              <a:off x="76201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06" name="Google Shape;9106;p26"/>
            <p:cNvSpPr/>
            <p:nvPr/>
          </p:nvSpPr>
          <p:spPr>
            <a:xfrm>
              <a:off x="114301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07" name="Google Shape;9107;p26"/>
            <p:cNvSpPr/>
            <p:nvPr/>
          </p:nvSpPr>
          <p:spPr>
            <a:xfrm>
              <a:off x="152402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08" name="Google Shape;9108;p26"/>
            <p:cNvSpPr/>
            <p:nvPr/>
          </p:nvSpPr>
          <p:spPr>
            <a:xfrm>
              <a:off x="190502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09" name="Google Shape;9109;p26"/>
            <p:cNvSpPr/>
            <p:nvPr/>
          </p:nvSpPr>
          <p:spPr>
            <a:xfrm>
              <a:off x="228603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10" name="Google Shape;9110;p26"/>
            <p:cNvSpPr/>
            <p:nvPr/>
          </p:nvSpPr>
          <p:spPr>
            <a:xfrm>
              <a:off x="266703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11" name="Google Shape;9111;p26"/>
            <p:cNvSpPr/>
            <p:nvPr/>
          </p:nvSpPr>
          <p:spPr>
            <a:xfrm>
              <a:off x="304804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12" name="Google Shape;9112;p26"/>
            <p:cNvSpPr/>
            <p:nvPr/>
          </p:nvSpPr>
          <p:spPr>
            <a:xfrm>
              <a:off x="342904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13" name="Google Shape;9113;p26"/>
            <p:cNvSpPr/>
            <p:nvPr/>
          </p:nvSpPr>
          <p:spPr>
            <a:xfrm>
              <a:off x="381005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14" name="Google Shape;9114;p26"/>
            <p:cNvSpPr/>
            <p:nvPr/>
          </p:nvSpPr>
          <p:spPr>
            <a:xfrm>
              <a:off x="419105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15" name="Google Shape;9115;p26"/>
            <p:cNvSpPr/>
            <p:nvPr/>
          </p:nvSpPr>
          <p:spPr>
            <a:xfrm>
              <a:off x="457206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16" name="Google Shape;9116;p26"/>
            <p:cNvSpPr/>
            <p:nvPr/>
          </p:nvSpPr>
          <p:spPr>
            <a:xfrm>
              <a:off x="495306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17" name="Google Shape;9117;p26"/>
            <p:cNvSpPr/>
            <p:nvPr/>
          </p:nvSpPr>
          <p:spPr>
            <a:xfrm>
              <a:off x="533407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18" name="Google Shape;9118;p26"/>
            <p:cNvSpPr/>
            <p:nvPr/>
          </p:nvSpPr>
          <p:spPr>
            <a:xfrm>
              <a:off x="571507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19" name="Google Shape;9119;p26"/>
            <p:cNvSpPr/>
            <p:nvPr/>
          </p:nvSpPr>
          <p:spPr>
            <a:xfrm>
              <a:off x="609608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20" name="Google Shape;9120;p26"/>
            <p:cNvSpPr/>
            <p:nvPr/>
          </p:nvSpPr>
          <p:spPr>
            <a:xfrm>
              <a:off x="647708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21" name="Google Shape;9121;p26"/>
            <p:cNvSpPr/>
            <p:nvPr/>
          </p:nvSpPr>
          <p:spPr>
            <a:xfrm>
              <a:off x="685809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22" name="Google Shape;9122;p26"/>
            <p:cNvSpPr/>
            <p:nvPr/>
          </p:nvSpPr>
          <p:spPr>
            <a:xfrm>
              <a:off x="723909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23" name="Google Shape;9123;p26"/>
            <p:cNvSpPr/>
            <p:nvPr/>
          </p:nvSpPr>
          <p:spPr>
            <a:xfrm>
              <a:off x="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24" name="Google Shape;9124;p26"/>
            <p:cNvSpPr/>
            <p:nvPr/>
          </p:nvSpPr>
          <p:spPr>
            <a:xfrm>
              <a:off x="38100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25" name="Google Shape;9125;p26"/>
            <p:cNvSpPr/>
            <p:nvPr/>
          </p:nvSpPr>
          <p:spPr>
            <a:xfrm>
              <a:off x="76201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26" name="Google Shape;9126;p26"/>
            <p:cNvSpPr/>
            <p:nvPr/>
          </p:nvSpPr>
          <p:spPr>
            <a:xfrm>
              <a:off x="114301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27" name="Google Shape;9127;p26"/>
            <p:cNvSpPr/>
            <p:nvPr/>
          </p:nvSpPr>
          <p:spPr>
            <a:xfrm>
              <a:off x="152402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28" name="Google Shape;9128;p26"/>
            <p:cNvSpPr/>
            <p:nvPr/>
          </p:nvSpPr>
          <p:spPr>
            <a:xfrm>
              <a:off x="190502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29" name="Google Shape;9129;p26"/>
            <p:cNvSpPr/>
            <p:nvPr/>
          </p:nvSpPr>
          <p:spPr>
            <a:xfrm>
              <a:off x="228603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30" name="Google Shape;9130;p26"/>
            <p:cNvSpPr/>
            <p:nvPr/>
          </p:nvSpPr>
          <p:spPr>
            <a:xfrm>
              <a:off x="266703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31" name="Google Shape;9131;p26"/>
            <p:cNvSpPr/>
            <p:nvPr/>
          </p:nvSpPr>
          <p:spPr>
            <a:xfrm>
              <a:off x="304804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32" name="Google Shape;9132;p26"/>
            <p:cNvSpPr/>
            <p:nvPr/>
          </p:nvSpPr>
          <p:spPr>
            <a:xfrm>
              <a:off x="342904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33" name="Google Shape;9133;p26"/>
            <p:cNvSpPr/>
            <p:nvPr/>
          </p:nvSpPr>
          <p:spPr>
            <a:xfrm>
              <a:off x="381005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34" name="Google Shape;9134;p26"/>
            <p:cNvSpPr/>
            <p:nvPr/>
          </p:nvSpPr>
          <p:spPr>
            <a:xfrm>
              <a:off x="419105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35" name="Google Shape;9135;p26"/>
            <p:cNvSpPr/>
            <p:nvPr/>
          </p:nvSpPr>
          <p:spPr>
            <a:xfrm>
              <a:off x="457206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36" name="Google Shape;9136;p26"/>
            <p:cNvSpPr/>
            <p:nvPr/>
          </p:nvSpPr>
          <p:spPr>
            <a:xfrm>
              <a:off x="495306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37" name="Google Shape;9137;p26"/>
            <p:cNvSpPr/>
            <p:nvPr/>
          </p:nvSpPr>
          <p:spPr>
            <a:xfrm>
              <a:off x="533407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38" name="Google Shape;9138;p26"/>
            <p:cNvSpPr/>
            <p:nvPr/>
          </p:nvSpPr>
          <p:spPr>
            <a:xfrm>
              <a:off x="571507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39" name="Google Shape;9139;p26"/>
            <p:cNvSpPr/>
            <p:nvPr/>
          </p:nvSpPr>
          <p:spPr>
            <a:xfrm>
              <a:off x="609608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40" name="Google Shape;9140;p26"/>
            <p:cNvSpPr/>
            <p:nvPr/>
          </p:nvSpPr>
          <p:spPr>
            <a:xfrm>
              <a:off x="647708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41" name="Google Shape;9141;p26"/>
            <p:cNvSpPr/>
            <p:nvPr/>
          </p:nvSpPr>
          <p:spPr>
            <a:xfrm>
              <a:off x="685809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42" name="Google Shape;9142;p26"/>
            <p:cNvSpPr/>
            <p:nvPr/>
          </p:nvSpPr>
          <p:spPr>
            <a:xfrm>
              <a:off x="723909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43" name="Google Shape;9143;p26"/>
            <p:cNvSpPr/>
            <p:nvPr/>
          </p:nvSpPr>
          <p:spPr>
            <a:xfrm>
              <a:off x="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44" name="Google Shape;9144;p26"/>
            <p:cNvSpPr/>
            <p:nvPr/>
          </p:nvSpPr>
          <p:spPr>
            <a:xfrm>
              <a:off x="38100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45" name="Google Shape;9145;p26"/>
            <p:cNvSpPr/>
            <p:nvPr/>
          </p:nvSpPr>
          <p:spPr>
            <a:xfrm>
              <a:off x="76201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46" name="Google Shape;9146;p26"/>
            <p:cNvSpPr/>
            <p:nvPr/>
          </p:nvSpPr>
          <p:spPr>
            <a:xfrm>
              <a:off x="114301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47" name="Google Shape;9147;p26"/>
            <p:cNvSpPr/>
            <p:nvPr/>
          </p:nvSpPr>
          <p:spPr>
            <a:xfrm>
              <a:off x="152402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48" name="Google Shape;9148;p26"/>
            <p:cNvSpPr/>
            <p:nvPr/>
          </p:nvSpPr>
          <p:spPr>
            <a:xfrm>
              <a:off x="190502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49" name="Google Shape;9149;p26"/>
            <p:cNvSpPr/>
            <p:nvPr/>
          </p:nvSpPr>
          <p:spPr>
            <a:xfrm>
              <a:off x="228603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50" name="Google Shape;9150;p26"/>
            <p:cNvSpPr/>
            <p:nvPr/>
          </p:nvSpPr>
          <p:spPr>
            <a:xfrm>
              <a:off x="266703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51" name="Google Shape;9151;p26"/>
            <p:cNvSpPr/>
            <p:nvPr/>
          </p:nvSpPr>
          <p:spPr>
            <a:xfrm>
              <a:off x="304804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52" name="Google Shape;9152;p26"/>
            <p:cNvSpPr/>
            <p:nvPr/>
          </p:nvSpPr>
          <p:spPr>
            <a:xfrm>
              <a:off x="342904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53" name="Google Shape;9153;p26"/>
            <p:cNvSpPr/>
            <p:nvPr/>
          </p:nvSpPr>
          <p:spPr>
            <a:xfrm>
              <a:off x="381005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54" name="Google Shape;9154;p26"/>
            <p:cNvSpPr/>
            <p:nvPr/>
          </p:nvSpPr>
          <p:spPr>
            <a:xfrm>
              <a:off x="419105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55" name="Google Shape;9155;p26"/>
            <p:cNvSpPr/>
            <p:nvPr/>
          </p:nvSpPr>
          <p:spPr>
            <a:xfrm>
              <a:off x="457206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56" name="Google Shape;9156;p26"/>
            <p:cNvSpPr/>
            <p:nvPr/>
          </p:nvSpPr>
          <p:spPr>
            <a:xfrm>
              <a:off x="495306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57" name="Google Shape;9157;p26"/>
            <p:cNvSpPr/>
            <p:nvPr/>
          </p:nvSpPr>
          <p:spPr>
            <a:xfrm>
              <a:off x="533407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58" name="Google Shape;9158;p26"/>
            <p:cNvSpPr/>
            <p:nvPr/>
          </p:nvSpPr>
          <p:spPr>
            <a:xfrm>
              <a:off x="571507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59" name="Google Shape;9159;p26"/>
            <p:cNvSpPr/>
            <p:nvPr/>
          </p:nvSpPr>
          <p:spPr>
            <a:xfrm>
              <a:off x="609608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60" name="Google Shape;9160;p26"/>
            <p:cNvSpPr/>
            <p:nvPr/>
          </p:nvSpPr>
          <p:spPr>
            <a:xfrm>
              <a:off x="647708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61" name="Google Shape;9161;p26"/>
            <p:cNvSpPr/>
            <p:nvPr/>
          </p:nvSpPr>
          <p:spPr>
            <a:xfrm>
              <a:off x="685809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62" name="Google Shape;9162;p26"/>
            <p:cNvSpPr/>
            <p:nvPr/>
          </p:nvSpPr>
          <p:spPr>
            <a:xfrm>
              <a:off x="723909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63" name="Google Shape;9163;p26"/>
            <p:cNvSpPr/>
            <p:nvPr/>
          </p:nvSpPr>
          <p:spPr>
            <a:xfrm>
              <a:off x="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64" name="Google Shape;9164;p26"/>
            <p:cNvSpPr/>
            <p:nvPr/>
          </p:nvSpPr>
          <p:spPr>
            <a:xfrm>
              <a:off x="38100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65" name="Google Shape;9165;p26"/>
            <p:cNvSpPr/>
            <p:nvPr/>
          </p:nvSpPr>
          <p:spPr>
            <a:xfrm>
              <a:off x="76201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66" name="Google Shape;9166;p26"/>
            <p:cNvSpPr/>
            <p:nvPr/>
          </p:nvSpPr>
          <p:spPr>
            <a:xfrm>
              <a:off x="114301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67" name="Google Shape;9167;p26"/>
            <p:cNvSpPr/>
            <p:nvPr/>
          </p:nvSpPr>
          <p:spPr>
            <a:xfrm>
              <a:off x="152402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68" name="Google Shape;9168;p26"/>
            <p:cNvSpPr/>
            <p:nvPr/>
          </p:nvSpPr>
          <p:spPr>
            <a:xfrm>
              <a:off x="190502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69" name="Google Shape;9169;p26"/>
            <p:cNvSpPr/>
            <p:nvPr/>
          </p:nvSpPr>
          <p:spPr>
            <a:xfrm>
              <a:off x="228603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70" name="Google Shape;9170;p26"/>
            <p:cNvSpPr/>
            <p:nvPr/>
          </p:nvSpPr>
          <p:spPr>
            <a:xfrm>
              <a:off x="266703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71" name="Google Shape;9171;p26"/>
            <p:cNvSpPr/>
            <p:nvPr/>
          </p:nvSpPr>
          <p:spPr>
            <a:xfrm>
              <a:off x="304804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72" name="Google Shape;9172;p26"/>
            <p:cNvSpPr/>
            <p:nvPr/>
          </p:nvSpPr>
          <p:spPr>
            <a:xfrm>
              <a:off x="342904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73" name="Google Shape;9173;p26"/>
            <p:cNvSpPr/>
            <p:nvPr/>
          </p:nvSpPr>
          <p:spPr>
            <a:xfrm>
              <a:off x="381005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74" name="Google Shape;9174;p26"/>
            <p:cNvSpPr/>
            <p:nvPr/>
          </p:nvSpPr>
          <p:spPr>
            <a:xfrm>
              <a:off x="419105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75" name="Google Shape;9175;p26"/>
            <p:cNvSpPr/>
            <p:nvPr/>
          </p:nvSpPr>
          <p:spPr>
            <a:xfrm>
              <a:off x="457206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76" name="Google Shape;9176;p26"/>
            <p:cNvSpPr/>
            <p:nvPr/>
          </p:nvSpPr>
          <p:spPr>
            <a:xfrm>
              <a:off x="495306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77" name="Google Shape;9177;p26"/>
            <p:cNvSpPr/>
            <p:nvPr/>
          </p:nvSpPr>
          <p:spPr>
            <a:xfrm>
              <a:off x="533407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78" name="Google Shape;9178;p26"/>
            <p:cNvSpPr/>
            <p:nvPr/>
          </p:nvSpPr>
          <p:spPr>
            <a:xfrm>
              <a:off x="571507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79" name="Google Shape;9179;p26"/>
            <p:cNvSpPr/>
            <p:nvPr/>
          </p:nvSpPr>
          <p:spPr>
            <a:xfrm>
              <a:off x="609608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80" name="Google Shape;9180;p26"/>
            <p:cNvSpPr/>
            <p:nvPr/>
          </p:nvSpPr>
          <p:spPr>
            <a:xfrm>
              <a:off x="647708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81" name="Google Shape;9181;p26"/>
            <p:cNvSpPr/>
            <p:nvPr/>
          </p:nvSpPr>
          <p:spPr>
            <a:xfrm>
              <a:off x="685809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82" name="Google Shape;9182;p26"/>
            <p:cNvSpPr/>
            <p:nvPr/>
          </p:nvSpPr>
          <p:spPr>
            <a:xfrm>
              <a:off x="723909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83" name="Google Shape;9183;p26"/>
            <p:cNvSpPr/>
            <p:nvPr/>
          </p:nvSpPr>
          <p:spPr>
            <a:xfrm>
              <a:off x="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84" name="Google Shape;9184;p26"/>
            <p:cNvSpPr/>
            <p:nvPr/>
          </p:nvSpPr>
          <p:spPr>
            <a:xfrm>
              <a:off x="38100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85" name="Google Shape;9185;p26"/>
            <p:cNvSpPr/>
            <p:nvPr/>
          </p:nvSpPr>
          <p:spPr>
            <a:xfrm>
              <a:off x="76201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86" name="Google Shape;9186;p26"/>
            <p:cNvSpPr/>
            <p:nvPr/>
          </p:nvSpPr>
          <p:spPr>
            <a:xfrm>
              <a:off x="114301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87" name="Google Shape;9187;p26"/>
            <p:cNvSpPr/>
            <p:nvPr/>
          </p:nvSpPr>
          <p:spPr>
            <a:xfrm>
              <a:off x="152402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88" name="Google Shape;9188;p26"/>
            <p:cNvSpPr/>
            <p:nvPr/>
          </p:nvSpPr>
          <p:spPr>
            <a:xfrm>
              <a:off x="190502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89" name="Google Shape;9189;p26"/>
            <p:cNvSpPr/>
            <p:nvPr/>
          </p:nvSpPr>
          <p:spPr>
            <a:xfrm>
              <a:off x="228603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90" name="Google Shape;9190;p26"/>
            <p:cNvSpPr/>
            <p:nvPr/>
          </p:nvSpPr>
          <p:spPr>
            <a:xfrm>
              <a:off x="266703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91" name="Google Shape;9191;p26"/>
            <p:cNvSpPr/>
            <p:nvPr/>
          </p:nvSpPr>
          <p:spPr>
            <a:xfrm>
              <a:off x="304804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92" name="Google Shape;9192;p26"/>
            <p:cNvSpPr/>
            <p:nvPr/>
          </p:nvSpPr>
          <p:spPr>
            <a:xfrm>
              <a:off x="342904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93" name="Google Shape;9193;p26"/>
            <p:cNvSpPr/>
            <p:nvPr/>
          </p:nvSpPr>
          <p:spPr>
            <a:xfrm>
              <a:off x="381005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94" name="Google Shape;9194;p26"/>
            <p:cNvSpPr/>
            <p:nvPr/>
          </p:nvSpPr>
          <p:spPr>
            <a:xfrm>
              <a:off x="419105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95" name="Google Shape;9195;p26"/>
            <p:cNvSpPr/>
            <p:nvPr/>
          </p:nvSpPr>
          <p:spPr>
            <a:xfrm>
              <a:off x="457206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96" name="Google Shape;9196;p26"/>
            <p:cNvSpPr/>
            <p:nvPr/>
          </p:nvSpPr>
          <p:spPr>
            <a:xfrm>
              <a:off x="495306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97" name="Google Shape;9197;p26"/>
            <p:cNvSpPr/>
            <p:nvPr/>
          </p:nvSpPr>
          <p:spPr>
            <a:xfrm>
              <a:off x="533407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98" name="Google Shape;9198;p26"/>
            <p:cNvSpPr/>
            <p:nvPr/>
          </p:nvSpPr>
          <p:spPr>
            <a:xfrm>
              <a:off x="571507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99" name="Google Shape;9199;p26"/>
            <p:cNvSpPr/>
            <p:nvPr/>
          </p:nvSpPr>
          <p:spPr>
            <a:xfrm>
              <a:off x="609608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00" name="Google Shape;9200;p26"/>
            <p:cNvSpPr/>
            <p:nvPr/>
          </p:nvSpPr>
          <p:spPr>
            <a:xfrm>
              <a:off x="647708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01" name="Google Shape;9201;p26"/>
            <p:cNvSpPr/>
            <p:nvPr/>
          </p:nvSpPr>
          <p:spPr>
            <a:xfrm>
              <a:off x="685809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02" name="Google Shape;9202;p26"/>
            <p:cNvSpPr/>
            <p:nvPr/>
          </p:nvSpPr>
          <p:spPr>
            <a:xfrm>
              <a:off x="723909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03" name="Google Shape;9203;p26"/>
            <p:cNvSpPr/>
            <p:nvPr/>
          </p:nvSpPr>
          <p:spPr>
            <a:xfrm>
              <a:off x="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04" name="Google Shape;9204;p26"/>
            <p:cNvSpPr/>
            <p:nvPr/>
          </p:nvSpPr>
          <p:spPr>
            <a:xfrm>
              <a:off x="38100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05" name="Google Shape;9205;p26"/>
            <p:cNvSpPr/>
            <p:nvPr/>
          </p:nvSpPr>
          <p:spPr>
            <a:xfrm>
              <a:off x="76201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06" name="Google Shape;9206;p26"/>
            <p:cNvSpPr/>
            <p:nvPr/>
          </p:nvSpPr>
          <p:spPr>
            <a:xfrm>
              <a:off x="114301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07" name="Google Shape;9207;p26"/>
            <p:cNvSpPr/>
            <p:nvPr/>
          </p:nvSpPr>
          <p:spPr>
            <a:xfrm>
              <a:off x="152402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08" name="Google Shape;9208;p26"/>
            <p:cNvSpPr/>
            <p:nvPr/>
          </p:nvSpPr>
          <p:spPr>
            <a:xfrm>
              <a:off x="190502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09" name="Google Shape;9209;p26"/>
            <p:cNvSpPr/>
            <p:nvPr/>
          </p:nvSpPr>
          <p:spPr>
            <a:xfrm>
              <a:off x="228603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10" name="Google Shape;9210;p26"/>
            <p:cNvSpPr/>
            <p:nvPr/>
          </p:nvSpPr>
          <p:spPr>
            <a:xfrm>
              <a:off x="266703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11" name="Google Shape;9211;p26"/>
            <p:cNvSpPr/>
            <p:nvPr/>
          </p:nvSpPr>
          <p:spPr>
            <a:xfrm>
              <a:off x="304804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12" name="Google Shape;9212;p26"/>
            <p:cNvSpPr/>
            <p:nvPr/>
          </p:nvSpPr>
          <p:spPr>
            <a:xfrm>
              <a:off x="342904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13" name="Google Shape;9213;p26"/>
            <p:cNvSpPr/>
            <p:nvPr/>
          </p:nvSpPr>
          <p:spPr>
            <a:xfrm>
              <a:off x="381005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14" name="Google Shape;9214;p26"/>
            <p:cNvSpPr/>
            <p:nvPr/>
          </p:nvSpPr>
          <p:spPr>
            <a:xfrm>
              <a:off x="419105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15" name="Google Shape;9215;p26"/>
            <p:cNvSpPr/>
            <p:nvPr/>
          </p:nvSpPr>
          <p:spPr>
            <a:xfrm>
              <a:off x="457206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16" name="Google Shape;9216;p26"/>
            <p:cNvSpPr/>
            <p:nvPr/>
          </p:nvSpPr>
          <p:spPr>
            <a:xfrm>
              <a:off x="495306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17" name="Google Shape;9217;p26"/>
            <p:cNvSpPr/>
            <p:nvPr/>
          </p:nvSpPr>
          <p:spPr>
            <a:xfrm>
              <a:off x="533407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18" name="Google Shape;9218;p26"/>
            <p:cNvSpPr/>
            <p:nvPr/>
          </p:nvSpPr>
          <p:spPr>
            <a:xfrm>
              <a:off x="571507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19" name="Google Shape;9219;p26"/>
            <p:cNvSpPr/>
            <p:nvPr/>
          </p:nvSpPr>
          <p:spPr>
            <a:xfrm>
              <a:off x="609608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20" name="Google Shape;9220;p26"/>
            <p:cNvSpPr/>
            <p:nvPr/>
          </p:nvSpPr>
          <p:spPr>
            <a:xfrm>
              <a:off x="647708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21" name="Google Shape;9221;p26"/>
            <p:cNvSpPr/>
            <p:nvPr/>
          </p:nvSpPr>
          <p:spPr>
            <a:xfrm>
              <a:off x="685809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22" name="Google Shape;9222;p26"/>
            <p:cNvSpPr/>
            <p:nvPr/>
          </p:nvSpPr>
          <p:spPr>
            <a:xfrm>
              <a:off x="723909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23" name="Google Shape;9223;p26"/>
            <p:cNvSpPr/>
            <p:nvPr/>
          </p:nvSpPr>
          <p:spPr>
            <a:xfrm>
              <a:off x="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24" name="Google Shape;9224;p26"/>
            <p:cNvSpPr/>
            <p:nvPr/>
          </p:nvSpPr>
          <p:spPr>
            <a:xfrm>
              <a:off x="38100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25" name="Google Shape;9225;p26"/>
            <p:cNvSpPr/>
            <p:nvPr/>
          </p:nvSpPr>
          <p:spPr>
            <a:xfrm>
              <a:off x="76201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26" name="Google Shape;9226;p26"/>
            <p:cNvSpPr/>
            <p:nvPr/>
          </p:nvSpPr>
          <p:spPr>
            <a:xfrm>
              <a:off x="114301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27" name="Google Shape;9227;p26"/>
            <p:cNvSpPr/>
            <p:nvPr/>
          </p:nvSpPr>
          <p:spPr>
            <a:xfrm>
              <a:off x="152402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28" name="Google Shape;9228;p26"/>
            <p:cNvSpPr/>
            <p:nvPr/>
          </p:nvSpPr>
          <p:spPr>
            <a:xfrm>
              <a:off x="190502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29" name="Google Shape;9229;p26"/>
            <p:cNvSpPr/>
            <p:nvPr/>
          </p:nvSpPr>
          <p:spPr>
            <a:xfrm>
              <a:off x="228603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30" name="Google Shape;9230;p26"/>
            <p:cNvSpPr/>
            <p:nvPr/>
          </p:nvSpPr>
          <p:spPr>
            <a:xfrm>
              <a:off x="266703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31" name="Google Shape;9231;p26"/>
            <p:cNvSpPr/>
            <p:nvPr/>
          </p:nvSpPr>
          <p:spPr>
            <a:xfrm>
              <a:off x="304804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32" name="Google Shape;9232;p26"/>
            <p:cNvSpPr/>
            <p:nvPr/>
          </p:nvSpPr>
          <p:spPr>
            <a:xfrm>
              <a:off x="342904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33" name="Google Shape;9233;p26"/>
            <p:cNvSpPr/>
            <p:nvPr/>
          </p:nvSpPr>
          <p:spPr>
            <a:xfrm>
              <a:off x="381005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34" name="Google Shape;9234;p26"/>
            <p:cNvSpPr/>
            <p:nvPr/>
          </p:nvSpPr>
          <p:spPr>
            <a:xfrm>
              <a:off x="419105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35" name="Google Shape;9235;p26"/>
            <p:cNvSpPr/>
            <p:nvPr/>
          </p:nvSpPr>
          <p:spPr>
            <a:xfrm>
              <a:off x="457206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36" name="Google Shape;9236;p26"/>
            <p:cNvSpPr/>
            <p:nvPr/>
          </p:nvSpPr>
          <p:spPr>
            <a:xfrm>
              <a:off x="495306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37" name="Google Shape;9237;p26"/>
            <p:cNvSpPr/>
            <p:nvPr/>
          </p:nvSpPr>
          <p:spPr>
            <a:xfrm>
              <a:off x="533407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38" name="Google Shape;9238;p26"/>
            <p:cNvSpPr/>
            <p:nvPr/>
          </p:nvSpPr>
          <p:spPr>
            <a:xfrm>
              <a:off x="571507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39" name="Google Shape;9239;p26"/>
            <p:cNvSpPr/>
            <p:nvPr/>
          </p:nvSpPr>
          <p:spPr>
            <a:xfrm>
              <a:off x="609608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40" name="Google Shape;9240;p26"/>
            <p:cNvSpPr/>
            <p:nvPr/>
          </p:nvSpPr>
          <p:spPr>
            <a:xfrm>
              <a:off x="647708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41" name="Google Shape;9241;p26"/>
            <p:cNvSpPr/>
            <p:nvPr/>
          </p:nvSpPr>
          <p:spPr>
            <a:xfrm>
              <a:off x="685809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42" name="Google Shape;9242;p26"/>
            <p:cNvSpPr/>
            <p:nvPr/>
          </p:nvSpPr>
          <p:spPr>
            <a:xfrm>
              <a:off x="723909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43" name="Google Shape;9243;p26"/>
            <p:cNvSpPr/>
            <p:nvPr/>
          </p:nvSpPr>
          <p:spPr>
            <a:xfrm>
              <a:off x="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44" name="Google Shape;9244;p26"/>
            <p:cNvSpPr/>
            <p:nvPr/>
          </p:nvSpPr>
          <p:spPr>
            <a:xfrm>
              <a:off x="38100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45" name="Google Shape;9245;p26"/>
            <p:cNvSpPr/>
            <p:nvPr/>
          </p:nvSpPr>
          <p:spPr>
            <a:xfrm>
              <a:off x="76201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46" name="Google Shape;9246;p26"/>
            <p:cNvSpPr/>
            <p:nvPr/>
          </p:nvSpPr>
          <p:spPr>
            <a:xfrm>
              <a:off x="114301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47" name="Google Shape;9247;p26"/>
            <p:cNvSpPr/>
            <p:nvPr/>
          </p:nvSpPr>
          <p:spPr>
            <a:xfrm>
              <a:off x="152402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48" name="Google Shape;9248;p26"/>
            <p:cNvSpPr/>
            <p:nvPr/>
          </p:nvSpPr>
          <p:spPr>
            <a:xfrm>
              <a:off x="190502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49" name="Google Shape;9249;p26"/>
            <p:cNvSpPr/>
            <p:nvPr/>
          </p:nvSpPr>
          <p:spPr>
            <a:xfrm>
              <a:off x="228603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50" name="Google Shape;9250;p26"/>
            <p:cNvSpPr/>
            <p:nvPr/>
          </p:nvSpPr>
          <p:spPr>
            <a:xfrm>
              <a:off x="266703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51" name="Google Shape;9251;p26"/>
            <p:cNvSpPr/>
            <p:nvPr/>
          </p:nvSpPr>
          <p:spPr>
            <a:xfrm>
              <a:off x="304804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52" name="Google Shape;9252;p26"/>
            <p:cNvSpPr/>
            <p:nvPr/>
          </p:nvSpPr>
          <p:spPr>
            <a:xfrm>
              <a:off x="342904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53" name="Google Shape;9253;p26"/>
            <p:cNvSpPr/>
            <p:nvPr/>
          </p:nvSpPr>
          <p:spPr>
            <a:xfrm>
              <a:off x="381005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54" name="Google Shape;9254;p26"/>
            <p:cNvSpPr/>
            <p:nvPr/>
          </p:nvSpPr>
          <p:spPr>
            <a:xfrm>
              <a:off x="419105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55" name="Google Shape;9255;p26"/>
            <p:cNvSpPr/>
            <p:nvPr/>
          </p:nvSpPr>
          <p:spPr>
            <a:xfrm>
              <a:off x="457206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56" name="Google Shape;9256;p26"/>
            <p:cNvSpPr/>
            <p:nvPr/>
          </p:nvSpPr>
          <p:spPr>
            <a:xfrm>
              <a:off x="495306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57" name="Google Shape;9257;p26"/>
            <p:cNvSpPr/>
            <p:nvPr/>
          </p:nvSpPr>
          <p:spPr>
            <a:xfrm>
              <a:off x="533407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58" name="Google Shape;9258;p26"/>
            <p:cNvSpPr/>
            <p:nvPr/>
          </p:nvSpPr>
          <p:spPr>
            <a:xfrm>
              <a:off x="571507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59" name="Google Shape;9259;p26"/>
            <p:cNvSpPr/>
            <p:nvPr/>
          </p:nvSpPr>
          <p:spPr>
            <a:xfrm>
              <a:off x="609608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60" name="Google Shape;9260;p26"/>
            <p:cNvSpPr/>
            <p:nvPr/>
          </p:nvSpPr>
          <p:spPr>
            <a:xfrm>
              <a:off x="647708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61" name="Google Shape;9261;p26"/>
            <p:cNvSpPr/>
            <p:nvPr/>
          </p:nvSpPr>
          <p:spPr>
            <a:xfrm>
              <a:off x="685809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62" name="Google Shape;9262;p26"/>
            <p:cNvSpPr/>
            <p:nvPr/>
          </p:nvSpPr>
          <p:spPr>
            <a:xfrm>
              <a:off x="723909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63" name="Google Shape;9263;p26"/>
            <p:cNvSpPr/>
            <p:nvPr/>
          </p:nvSpPr>
          <p:spPr>
            <a:xfrm>
              <a:off x="7620110" y="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64" name="Google Shape;9264;p26"/>
            <p:cNvSpPr/>
            <p:nvPr/>
          </p:nvSpPr>
          <p:spPr>
            <a:xfrm>
              <a:off x="8001115" y="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65" name="Google Shape;9265;p26"/>
            <p:cNvSpPr/>
            <p:nvPr/>
          </p:nvSpPr>
          <p:spPr>
            <a:xfrm>
              <a:off x="8382120" y="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66" name="Google Shape;9266;p26"/>
            <p:cNvSpPr/>
            <p:nvPr/>
          </p:nvSpPr>
          <p:spPr>
            <a:xfrm>
              <a:off x="8763125" y="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67" name="Google Shape;9267;p26"/>
            <p:cNvSpPr/>
            <p:nvPr/>
          </p:nvSpPr>
          <p:spPr>
            <a:xfrm>
              <a:off x="7620110" y="342894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68" name="Google Shape;9268;p26"/>
            <p:cNvSpPr/>
            <p:nvPr/>
          </p:nvSpPr>
          <p:spPr>
            <a:xfrm>
              <a:off x="8001115" y="342894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69" name="Google Shape;9269;p26"/>
            <p:cNvSpPr/>
            <p:nvPr/>
          </p:nvSpPr>
          <p:spPr>
            <a:xfrm>
              <a:off x="8382120" y="342894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70" name="Google Shape;9270;p26"/>
            <p:cNvSpPr/>
            <p:nvPr/>
          </p:nvSpPr>
          <p:spPr>
            <a:xfrm>
              <a:off x="8763125" y="342894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71" name="Google Shape;9271;p26"/>
            <p:cNvSpPr/>
            <p:nvPr/>
          </p:nvSpPr>
          <p:spPr>
            <a:xfrm>
              <a:off x="7620110" y="685788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72" name="Google Shape;9272;p26"/>
            <p:cNvSpPr/>
            <p:nvPr/>
          </p:nvSpPr>
          <p:spPr>
            <a:xfrm>
              <a:off x="8001115" y="685788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73" name="Google Shape;9273;p26"/>
            <p:cNvSpPr/>
            <p:nvPr/>
          </p:nvSpPr>
          <p:spPr>
            <a:xfrm>
              <a:off x="8382120" y="685788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74" name="Google Shape;9274;p26"/>
            <p:cNvSpPr/>
            <p:nvPr/>
          </p:nvSpPr>
          <p:spPr>
            <a:xfrm>
              <a:off x="8763125" y="685788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75" name="Google Shape;9275;p26"/>
            <p:cNvSpPr/>
            <p:nvPr/>
          </p:nvSpPr>
          <p:spPr>
            <a:xfrm>
              <a:off x="7620110" y="1028682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76" name="Google Shape;9276;p26"/>
            <p:cNvSpPr/>
            <p:nvPr/>
          </p:nvSpPr>
          <p:spPr>
            <a:xfrm>
              <a:off x="8001115" y="1028682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77" name="Google Shape;9277;p26"/>
            <p:cNvSpPr/>
            <p:nvPr/>
          </p:nvSpPr>
          <p:spPr>
            <a:xfrm>
              <a:off x="8382120" y="1028682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78" name="Google Shape;9278;p26"/>
            <p:cNvSpPr/>
            <p:nvPr/>
          </p:nvSpPr>
          <p:spPr>
            <a:xfrm>
              <a:off x="8763125" y="1028682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79" name="Google Shape;9279;p26"/>
            <p:cNvSpPr/>
            <p:nvPr/>
          </p:nvSpPr>
          <p:spPr>
            <a:xfrm>
              <a:off x="7620110" y="1371576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80" name="Google Shape;9280;p26"/>
            <p:cNvSpPr/>
            <p:nvPr/>
          </p:nvSpPr>
          <p:spPr>
            <a:xfrm>
              <a:off x="8001115" y="1371576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81" name="Google Shape;9281;p26"/>
            <p:cNvSpPr/>
            <p:nvPr/>
          </p:nvSpPr>
          <p:spPr>
            <a:xfrm>
              <a:off x="8382120" y="1371576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82" name="Google Shape;9282;p26"/>
            <p:cNvSpPr/>
            <p:nvPr/>
          </p:nvSpPr>
          <p:spPr>
            <a:xfrm>
              <a:off x="8763125" y="1371576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83" name="Google Shape;9283;p26"/>
            <p:cNvSpPr/>
            <p:nvPr/>
          </p:nvSpPr>
          <p:spPr>
            <a:xfrm>
              <a:off x="7620110" y="171447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84" name="Google Shape;9284;p26"/>
            <p:cNvSpPr/>
            <p:nvPr/>
          </p:nvSpPr>
          <p:spPr>
            <a:xfrm>
              <a:off x="8001115" y="171447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85" name="Google Shape;9285;p26"/>
            <p:cNvSpPr/>
            <p:nvPr/>
          </p:nvSpPr>
          <p:spPr>
            <a:xfrm>
              <a:off x="8382120" y="171447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86" name="Google Shape;9286;p26"/>
            <p:cNvSpPr/>
            <p:nvPr/>
          </p:nvSpPr>
          <p:spPr>
            <a:xfrm>
              <a:off x="8763125" y="171447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87" name="Google Shape;9287;p26"/>
            <p:cNvSpPr/>
            <p:nvPr/>
          </p:nvSpPr>
          <p:spPr>
            <a:xfrm>
              <a:off x="7620110" y="205736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88" name="Google Shape;9288;p26"/>
            <p:cNvSpPr/>
            <p:nvPr/>
          </p:nvSpPr>
          <p:spPr>
            <a:xfrm>
              <a:off x="8001115" y="205736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89" name="Google Shape;9289;p26"/>
            <p:cNvSpPr/>
            <p:nvPr/>
          </p:nvSpPr>
          <p:spPr>
            <a:xfrm>
              <a:off x="8382120" y="205736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90" name="Google Shape;9290;p26"/>
            <p:cNvSpPr/>
            <p:nvPr/>
          </p:nvSpPr>
          <p:spPr>
            <a:xfrm>
              <a:off x="8763125" y="205736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91" name="Google Shape;9291;p26"/>
            <p:cNvSpPr/>
            <p:nvPr/>
          </p:nvSpPr>
          <p:spPr>
            <a:xfrm>
              <a:off x="7620110" y="2400259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92" name="Google Shape;9292;p26"/>
            <p:cNvSpPr/>
            <p:nvPr/>
          </p:nvSpPr>
          <p:spPr>
            <a:xfrm>
              <a:off x="8001115" y="2400259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93" name="Google Shape;9293;p26"/>
            <p:cNvSpPr/>
            <p:nvPr/>
          </p:nvSpPr>
          <p:spPr>
            <a:xfrm>
              <a:off x="8382120" y="2400259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94" name="Google Shape;9294;p26"/>
            <p:cNvSpPr/>
            <p:nvPr/>
          </p:nvSpPr>
          <p:spPr>
            <a:xfrm>
              <a:off x="8763125" y="2400259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95" name="Google Shape;9295;p26"/>
            <p:cNvSpPr/>
            <p:nvPr/>
          </p:nvSpPr>
          <p:spPr>
            <a:xfrm>
              <a:off x="7620110" y="274315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96" name="Google Shape;9296;p26"/>
            <p:cNvSpPr/>
            <p:nvPr/>
          </p:nvSpPr>
          <p:spPr>
            <a:xfrm>
              <a:off x="8001115" y="274315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97" name="Google Shape;9297;p26"/>
            <p:cNvSpPr/>
            <p:nvPr/>
          </p:nvSpPr>
          <p:spPr>
            <a:xfrm>
              <a:off x="8382120" y="274315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98" name="Google Shape;9298;p26"/>
            <p:cNvSpPr/>
            <p:nvPr/>
          </p:nvSpPr>
          <p:spPr>
            <a:xfrm>
              <a:off x="8763125" y="274315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99" name="Google Shape;9299;p26"/>
            <p:cNvSpPr/>
            <p:nvPr/>
          </p:nvSpPr>
          <p:spPr>
            <a:xfrm>
              <a:off x="7620110" y="308604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00" name="Google Shape;9300;p26"/>
            <p:cNvSpPr/>
            <p:nvPr/>
          </p:nvSpPr>
          <p:spPr>
            <a:xfrm>
              <a:off x="8001115" y="308604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01" name="Google Shape;9301;p26"/>
            <p:cNvSpPr/>
            <p:nvPr/>
          </p:nvSpPr>
          <p:spPr>
            <a:xfrm>
              <a:off x="8382120" y="308604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02" name="Google Shape;9302;p26"/>
            <p:cNvSpPr/>
            <p:nvPr/>
          </p:nvSpPr>
          <p:spPr>
            <a:xfrm>
              <a:off x="8763125" y="308604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03" name="Google Shape;9303;p26"/>
            <p:cNvSpPr/>
            <p:nvPr/>
          </p:nvSpPr>
          <p:spPr>
            <a:xfrm>
              <a:off x="7620110" y="342894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04" name="Google Shape;9304;p26"/>
            <p:cNvSpPr/>
            <p:nvPr/>
          </p:nvSpPr>
          <p:spPr>
            <a:xfrm>
              <a:off x="8001115" y="342894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05" name="Google Shape;9305;p26"/>
            <p:cNvSpPr/>
            <p:nvPr/>
          </p:nvSpPr>
          <p:spPr>
            <a:xfrm>
              <a:off x="8382120" y="342894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06" name="Google Shape;9306;p26"/>
            <p:cNvSpPr/>
            <p:nvPr/>
          </p:nvSpPr>
          <p:spPr>
            <a:xfrm>
              <a:off x="8763125" y="342894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07" name="Google Shape;9307;p26"/>
            <p:cNvSpPr/>
            <p:nvPr/>
          </p:nvSpPr>
          <p:spPr>
            <a:xfrm>
              <a:off x="7620110" y="377182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08" name="Google Shape;9308;p26"/>
            <p:cNvSpPr/>
            <p:nvPr/>
          </p:nvSpPr>
          <p:spPr>
            <a:xfrm>
              <a:off x="8001115" y="377182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09" name="Google Shape;9309;p26"/>
            <p:cNvSpPr/>
            <p:nvPr/>
          </p:nvSpPr>
          <p:spPr>
            <a:xfrm>
              <a:off x="8382120" y="377182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10" name="Google Shape;9310;p26"/>
            <p:cNvSpPr/>
            <p:nvPr/>
          </p:nvSpPr>
          <p:spPr>
            <a:xfrm>
              <a:off x="8763125" y="377182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11" name="Google Shape;9311;p26"/>
            <p:cNvSpPr/>
            <p:nvPr/>
          </p:nvSpPr>
          <p:spPr>
            <a:xfrm>
              <a:off x="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12" name="Google Shape;9312;p26"/>
            <p:cNvSpPr/>
            <p:nvPr/>
          </p:nvSpPr>
          <p:spPr>
            <a:xfrm>
              <a:off x="38100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13" name="Google Shape;9313;p26"/>
            <p:cNvSpPr/>
            <p:nvPr/>
          </p:nvSpPr>
          <p:spPr>
            <a:xfrm>
              <a:off x="76201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14" name="Google Shape;9314;p26"/>
            <p:cNvSpPr/>
            <p:nvPr/>
          </p:nvSpPr>
          <p:spPr>
            <a:xfrm>
              <a:off x="114301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15" name="Google Shape;9315;p26"/>
            <p:cNvSpPr/>
            <p:nvPr/>
          </p:nvSpPr>
          <p:spPr>
            <a:xfrm>
              <a:off x="152402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16" name="Google Shape;9316;p26"/>
            <p:cNvSpPr/>
            <p:nvPr/>
          </p:nvSpPr>
          <p:spPr>
            <a:xfrm>
              <a:off x="190502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17" name="Google Shape;9317;p26"/>
            <p:cNvSpPr/>
            <p:nvPr/>
          </p:nvSpPr>
          <p:spPr>
            <a:xfrm>
              <a:off x="228603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18" name="Google Shape;9318;p26"/>
            <p:cNvSpPr/>
            <p:nvPr/>
          </p:nvSpPr>
          <p:spPr>
            <a:xfrm>
              <a:off x="266703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19" name="Google Shape;9319;p26"/>
            <p:cNvSpPr/>
            <p:nvPr/>
          </p:nvSpPr>
          <p:spPr>
            <a:xfrm>
              <a:off x="304804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20" name="Google Shape;9320;p26"/>
            <p:cNvSpPr/>
            <p:nvPr/>
          </p:nvSpPr>
          <p:spPr>
            <a:xfrm>
              <a:off x="342904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21" name="Google Shape;9321;p26"/>
            <p:cNvSpPr/>
            <p:nvPr/>
          </p:nvSpPr>
          <p:spPr>
            <a:xfrm>
              <a:off x="381005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22" name="Google Shape;9322;p26"/>
            <p:cNvSpPr/>
            <p:nvPr/>
          </p:nvSpPr>
          <p:spPr>
            <a:xfrm>
              <a:off x="419105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23" name="Google Shape;9323;p26"/>
            <p:cNvSpPr/>
            <p:nvPr/>
          </p:nvSpPr>
          <p:spPr>
            <a:xfrm>
              <a:off x="457206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24" name="Google Shape;9324;p26"/>
            <p:cNvSpPr/>
            <p:nvPr/>
          </p:nvSpPr>
          <p:spPr>
            <a:xfrm>
              <a:off x="495306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25" name="Google Shape;9325;p26"/>
            <p:cNvSpPr/>
            <p:nvPr/>
          </p:nvSpPr>
          <p:spPr>
            <a:xfrm>
              <a:off x="533407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26" name="Google Shape;9326;p26"/>
            <p:cNvSpPr/>
            <p:nvPr/>
          </p:nvSpPr>
          <p:spPr>
            <a:xfrm>
              <a:off x="571507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27" name="Google Shape;9327;p26"/>
            <p:cNvSpPr/>
            <p:nvPr/>
          </p:nvSpPr>
          <p:spPr>
            <a:xfrm>
              <a:off x="609608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28" name="Google Shape;9328;p26"/>
            <p:cNvSpPr/>
            <p:nvPr/>
          </p:nvSpPr>
          <p:spPr>
            <a:xfrm>
              <a:off x="647708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29" name="Google Shape;9329;p26"/>
            <p:cNvSpPr/>
            <p:nvPr/>
          </p:nvSpPr>
          <p:spPr>
            <a:xfrm>
              <a:off x="685809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30" name="Google Shape;9330;p26"/>
            <p:cNvSpPr/>
            <p:nvPr/>
          </p:nvSpPr>
          <p:spPr>
            <a:xfrm>
              <a:off x="723909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31" name="Google Shape;9331;p26"/>
            <p:cNvSpPr/>
            <p:nvPr/>
          </p:nvSpPr>
          <p:spPr>
            <a:xfrm>
              <a:off x="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32" name="Google Shape;9332;p26"/>
            <p:cNvSpPr/>
            <p:nvPr/>
          </p:nvSpPr>
          <p:spPr>
            <a:xfrm>
              <a:off x="38100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33" name="Google Shape;9333;p26"/>
            <p:cNvSpPr/>
            <p:nvPr/>
          </p:nvSpPr>
          <p:spPr>
            <a:xfrm>
              <a:off x="76201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34" name="Google Shape;9334;p26"/>
            <p:cNvSpPr/>
            <p:nvPr/>
          </p:nvSpPr>
          <p:spPr>
            <a:xfrm>
              <a:off x="114301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35" name="Google Shape;9335;p26"/>
            <p:cNvSpPr/>
            <p:nvPr/>
          </p:nvSpPr>
          <p:spPr>
            <a:xfrm>
              <a:off x="152402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36" name="Google Shape;9336;p26"/>
            <p:cNvSpPr/>
            <p:nvPr/>
          </p:nvSpPr>
          <p:spPr>
            <a:xfrm>
              <a:off x="190502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37" name="Google Shape;9337;p26"/>
            <p:cNvSpPr/>
            <p:nvPr/>
          </p:nvSpPr>
          <p:spPr>
            <a:xfrm>
              <a:off x="228603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38" name="Google Shape;9338;p26"/>
            <p:cNvSpPr/>
            <p:nvPr/>
          </p:nvSpPr>
          <p:spPr>
            <a:xfrm>
              <a:off x="266703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39" name="Google Shape;9339;p26"/>
            <p:cNvSpPr/>
            <p:nvPr/>
          </p:nvSpPr>
          <p:spPr>
            <a:xfrm>
              <a:off x="304804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40" name="Google Shape;9340;p26"/>
            <p:cNvSpPr/>
            <p:nvPr/>
          </p:nvSpPr>
          <p:spPr>
            <a:xfrm>
              <a:off x="342904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41" name="Google Shape;9341;p26"/>
            <p:cNvSpPr/>
            <p:nvPr/>
          </p:nvSpPr>
          <p:spPr>
            <a:xfrm>
              <a:off x="381005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42" name="Google Shape;9342;p26"/>
            <p:cNvSpPr/>
            <p:nvPr/>
          </p:nvSpPr>
          <p:spPr>
            <a:xfrm>
              <a:off x="419105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43" name="Google Shape;9343;p26"/>
            <p:cNvSpPr/>
            <p:nvPr/>
          </p:nvSpPr>
          <p:spPr>
            <a:xfrm>
              <a:off x="457206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44" name="Google Shape;9344;p26"/>
            <p:cNvSpPr/>
            <p:nvPr/>
          </p:nvSpPr>
          <p:spPr>
            <a:xfrm>
              <a:off x="495306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45" name="Google Shape;9345;p26"/>
            <p:cNvSpPr/>
            <p:nvPr/>
          </p:nvSpPr>
          <p:spPr>
            <a:xfrm>
              <a:off x="533407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46" name="Google Shape;9346;p26"/>
            <p:cNvSpPr/>
            <p:nvPr/>
          </p:nvSpPr>
          <p:spPr>
            <a:xfrm>
              <a:off x="571507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47" name="Google Shape;9347;p26"/>
            <p:cNvSpPr/>
            <p:nvPr/>
          </p:nvSpPr>
          <p:spPr>
            <a:xfrm>
              <a:off x="609608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48" name="Google Shape;9348;p26"/>
            <p:cNvSpPr/>
            <p:nvPr/>
          </p:nvSpPr>
          <p:spPr>
            <a:xfrm>
              <a:off x="647708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49" name="Google Shape;9349;p26"/>
            <p:cNvSpPr/>
            <p:nvPr/>
          </p:nvSpPr>
          <p:spPr>
            <a:xfrm>
              <a:off x="685809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50" name="Google Shape;9350;p26"/>
            <p:cNvSpPr/>
            <p:nvPr/>
          </p:nvSpPr>
          <p:spPr>
            <a:xfrm>
              <a:off x="723909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51" name="Google Shape;9351;p26"/>
            <p:cNvSpPr/>
            <p:nvPr/>
          </p:nvSpPr>
          <p:spPr>
            <a:xfrm>
              <a:off x="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52" name="Google Shape;9352;p26"/>
            <p:cNvSpPr/>
            <p:nvPr/>
          </p:nvSpPr>
          <p:spPr>
            <a:xfrm>
              <a:off x="38100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53" name="Google Shape;9353;p26"/>
            <p:cNvSpPr/>
            <p:nvPr/>
          </p:nvSpPr>
          <p:spPr>
            <a:xfrm>
              <a:off x="76201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54" name="Google Shape;9354;p26"/>
            <p:cNvSpPr/>
            <p:nvPr/>
          </p:nvSpPr>
          <p:spPr>
            <a:xfrm>
              <a:off x="114301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55" name="Google Shape;9355;p26"/>
            <p:cNvSpPr/>
            <p:nvPr/>
          </p:nvSpPr>
          <p:spPr>
            <a:xfrm>
              <a:off x="152402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56" name="Google Shape;9356;p26"/>
            <p:cNvSpPr/>
            <p:nvPr/>
          </p:nvSpPr>
          <p:spPr>
            <a:xfrm>
              <a:off x="190502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57" name="Google Shape;9357;p26"/>
            <p:cNvSpPr/>
            <p:nvPr/>
          </p:nvSpPr>
          <p:spPr>
            <a:xfrm>
              <a:off x="228603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58" name="Google Shape;9358;p26"/>
            <p:cNvSpPr/>
            <p:nvPr/>
          </p:nvSpPr>
          <p:spPr>
            <a:xfrm>
              <a:off x="266703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59" name="Google Shape;9359;p26"/>
            <p:cNvSpPr/>
            <p:nvPr/>
          </p:nvSpPr>
          <p:spPr>
            <a:xfrm>
              <a:off x="304804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60" name="Google Shape;9360;p26"/>
            <p:cNvSpPr/>
            <p:nvPr/>
          </p:nvSpPr>
          <p:spPr>
            <a:xfrm>
              <a:off x="342904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61" name="Google Shape;9361;p26"/>
            <p:cNvSpPr/>
            <p:nvPr/>
          </p:nvSpPr>
          <p:spPr>
            <a:xfrm>
              <a:off x="381005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62" name="Google Shape;9362;p26"/>
            <p:cNvSpPr/>
            <p:nvPr/>
          </p:nvSpPr>
          <p:spPr>
            <a:xfrm>
              <a:off x="419105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63" name="Google Shape;9363;p26"/>
            <p:cNvSpPr/>
            <p:nvPr/>
          </p:nvSpPr>
          <p:spPr>
            <a:xfrm>
              <a:off x="457206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64" name="Google Shape;9364;p26"/>
            <p:cNvSpPr/>
            <p:nvPr/>
          </p:nvSpPr>
          <p:spPr>
            <a:xfrm>
              <a:off x="495306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65" name="Google Shape;9365;p26"/>
            <p:cNvSpPr/>
            <p:nvPr/>
          </p:nvSpPr>
          <p:spPr>
            <a:xfrm>
              <a:off x="533407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66" name="Google Shape;9366;p26"/>
            <p:cNvSpPr/>
            <p:nvPr/>
          </p:nvSpPr>
          <p:spPr>
            <a:xfrm>
              <a:off x="571507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67" name="Google Shape;9367;p26"/>
            <p:cNvSpPr/>
            <p:nvPr/>
          </p:nvSpPr>
          <p:spPr>
            <a:xfrm>
              <a:off x="609608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68" name="Google Shape;9368;p26"/>
            <p:cNvSpPr/>
            <p:nvPr/>
          </p:nvSpPr>
          <p:spPr>
            <a:xfrm>
              <a:off x="647708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69" name="Google Shape;9369;p26"/>
            <p:cNvSpPr/>
            <p:nvPr/>
          </p:nvSpPr>
          <p:spPr>
            <a:xfrm>
              <a:off x="685809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70" name="Google Shape;9370;p26"/>
            <p:cNvSpPr/>
            <p:nvPr/>
          </p:nvSpPr>
          <p:spPr>
            <a:xfrm>
              <a:off x="723909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71" name="Google Shape;9371;p26"/>
            <p:cNvSpPr/>
            <p:nvPr/>
          </p:nvSpPr>
          <p:spPr>
            <a:xfrm>
              <a:off x="7620110" y="411471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72" name="Google Shape;9372;p26"/>
            <p:cNvSpPr/>
            <p:nvPr/>
          </p:nvSpPr>
          <p:spPr>
            <a:xfrm>
              <a:off x="8001115" y="411471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73" name="Google Shape;9373;p26"/>
            <p:cNvSpPr/>
            <p:nvPr/>
          </p:nvSpPr>
          <p:spPr>
            <a:xfrm>
              <a:off x="8382120" y="411471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74" name="Google Shape;9374;p26"/>
            <p:cNvSpPr/>
            <p:nvPr/>
          </p:nvSpPr>
          <p:spPr>
            <a:xfrm>
              <a:off x="8763125" y="411471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75" name="Google Shape;9375;p26"/>
            <p:cNvSpPr/>
            <p:nvPr/>
          </p:nvSpPr>
          <p:spPr>
            <a:xfrm>
              <a:off x="7620110" y="445760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76" name="Google Shape;9376;p26"/>
            <p:cNvSpPr/>
            <p:nvPr/>
          </p:nvSpPr>
          <p:spPr>
            <a:xfrm>
              <a:off x="8001115" y="445760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77" name="Google Shape;9377;p26"/>
            <p:cNvSpPr/>
            <p:nvPr/>
          </p:nvSpPr>
          <p:spPr>
            <a:xfrm>
              <a:off x="8382120" y="445760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78" name="Google Shape;9378;p26"/>
            <p:cNvSpPr/>
            <p:nvPr/>
          </p:nvSpPr>
          <p:spPr>
            <a:xfrm>
              <a:off x="8763125" y="445760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79" name="Google Shape;9379;p26"/>
            <p:cNvSpPr/>
            <p:nvPr/>
          </p:nvSpPr>
          <p:spPr>
            <a:xfrm>
              <a:off x="7620110" y="480049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80" name="Google Shape;9380;p26"/>
            <p:cNvSpPr/>
            <p:nvPr/>
          </p:nvSpPr>
          <p:spPr>
            <a:xfrm>
              <a:off x="8001115" y="480049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81" name="Google Shape;9381;p26"/>
            <p:cNvSpPr/>
            <p:nvPr/>
          </p:nvSpPr>
          <p:spPr>
            <a:xfrm>
              <a:off x="8382120" y="480049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82" name="Google Shape;9382;p26"/>
            <p:cNvSpPr/>
            <p:nvPr/>
          </p:nvSpPr>
          <p:spPr>
            <a:xfrm>
              <a:off x="8763125" y="480049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383" name="Google Shape;9383;p26"/>
          <p:cNvSpPr/>
          <p:nvPr/>
        </p:nvSpPr>
        <p:spPr>
          <a:xfrm flipH="1">
            <a:off x="0" y="0"/>
            <a:ext cx="9144000" cy="5143500"/>
          </a:xfrm>
          <a:prstGeom prst="rtTriangle">
            <a:avLst/>
          </a:prstGeom>
          <a:solidFill>
            <a:srgbClr val="005051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384" name="Google Shape;9384;p26"/>
          <p:cNvGrpSpPr/>
          <p:nvPr/>
        </p:nvGrpSpPr>
        <p:grpSpPr>
          <a:xfrm>
            <a:off x="553048" y="535000"/>
            <a:ext cx="8105852" cy="4302000"/>
            <a:chOff x="553048" y="535000"/>
            <a:chExt cx="8105852" cy="4302000"/>
          </a:xfrm>
        </p:grpSpPr>
        <p:sp>
          <p:nvSpPr>
            <p:cNvPr id="9385" name="Google Shape;9385;p26"/>
            <p:cNvSpPr/>
            <p:nvPr/>
          </p:nvSpPr>
          <p:spPr>
            <a:xfrm>
              <a:off x="942300" y="763600"/>
              <a:ext cx="7716600" cy="4073400"/>
            </a:xfrm>
            <a:prstGeom prst="roundRect">
              <a:avLst>
                <a:gd fmla="val 2480" name="adj"/>
              </a:avLst>
            </a:prstGeom>
            <a:solidFill>
              <a:srgbClr val="222828">
                <a:alpha val="2039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86" name="Google Shape;9386;p26"/>
            <p:cNvSpPr/>
            <p:nvPr/>
          </p:nvSpPr>
          <p:spPr>
            <a:xfrm>
              <a:off x="712275" y="535000"/>
              <a:ext cx="7716600" cy="4073400"/>
            </a:xfrm>
            <a:prstGeom prst="roundRect">
              <a:avLst>
                <a:gd fmla="val 2480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87" name="Google Shape;9387;p26"/>
            <p:cNvSpPr/>
            <p:nvPr/>
          </p:nvSpPr>
          <p:spPr>
            <a:xfrm>
              <a:off x="848698" y="898261"/>
              <a:ext cx="317374" cy="317436"/>
            </a:xfrm>
            <a:custGeom>
              <a:rect b="b" l="l" r="r" t="t"/>
              <a:pathLst>
                <a:path extrusionOk="0" h="15212" w="15209">
                  <a:moveTo>
                    <a:pt x="7604" y="0"/>
                  </a:moveTo>
                  <a:cubicBezTo>
                    <a:pt x="3404" y="0"/>
                    <a:pt x="0" y="3405"/>
                    <a:pt x="0" y="7605"/>
                  </a:cubicBezTo>
                  <a:cubicBezTo>
                    <a:pt x="0" y="11805"/>
                    <a:pt x="3404" y="15212"/>
                    <a:pt x="7604" y="15212"/>
                  </a:cubicBezTo>
                  <a:cubicBezTo>
                    <a:pt x="11804" y="15212"/>
                    <a:pt x="15209" y="11805"/>
                    <a:pt x="15209" y="7605"/>
                  </a:cubicBezTo>
                  <a:cubicBezTo>
                    <a:pt x="15209" y="3405"/>
                    <a:pt x="11804" y="0"/>
                    <a:pt x="760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88" name="Google Shape;9388;p26"/>
            <p:cNvSpPr/>
            <p:nvPr/>
          </p:nvSpPr>
          <p:spPr>
            <a:xfrm>
              <a:off x="553048" y="931482"/>
              <a:ext cx="549400" cy="250994"/>
            </a:xfrm>
            <a:custGeom>
              <a:rect b="b" l="l" r="r" t="t"/>
              <a:pathLst>
                <a:path extrusionOk="0" h="12028" w="26328">
                  <a:moveTo>
                    <a:pt x="1493" y="0"/>
                  </a:moveTo>
                  <a:cubicBezTo>
                    <a:pt x="671" y="0"/>
                    <a:pt x="0" y="668"/>
                    <a:pt x="0" y="1494"/>
                  </a:cubicBezTo>
                  <a:cubicBezTo>
                    <a:pt x="0" y="2319"/>
                    <a:pt x="671" y="2990"/>
                    <a:pt x="1493" y="2990"/>
                  </a:cubicBezTo>
                  <a:lnTo>
                    <a:pt x="19596" y="2990"/>
                  </a:lnTo>
                  <a:cubicBezTo>
                    <a:pt x="21591" y="2990"/>
                    <a:pt x="23340" y="4081"/>
                    <a:pt x="23340" y="5330"/>
                  </a:cubicBezTo>
                  <a:lnTo>
                    <a:pt x="23340" y="6698"/>
                  </a:lnTo>
                  <a:cubicBezTo>
                    <a:pt x="23340" y="7944"/>
                    <a:pt x="21591" y="9038"/>
                    <a:pt x="19596" y="9038"/>
                  </a:cubicBezTo>
                  <a:lnTo>
                    <a:pt x="1493" y="9038"/>
                  </a:lnTo>
                  <a:cubicBezTo>
                    <a:pt x="671" y="9038"/>
                    <a:pt x="0" y="9706"/>
                    <a:pt x="0" y="10532"/>
                  </a:cubicBezTo>
                  <a:cubicBezTo>
                    <a:pt x="0" y="11357"/>
                    <a:pt x="671" y="12028"/>
                    <a:pt x="1493" y="12028"/>
                  </a:cubicBezTo>
                  <a:lnTo>
                    <a:pt x="19596" y="12028"/>
                  </a:lnTo>
                  <a:lnTo>
                    <a:pt x="19596" y="12025"/>
                  </a:lnTo>
                  <a:cubicBezTo>
                    <a:pt x="23370" y="12025"/>
                    <a:pt x="26327" y="9685"/>
                    <a:pt x="26327" y="6695"/>
                  </a:cubicBezTo>
                  <a:lnTo>
                    <a:pt x="26327" y="5327"/>
                  </a:lnTo>
                  <a:cubicBezTo>
                    <a:pt x="26327" y="2340"/>
                    <a:pt x="23370" y="0"/>
                    <a:pt x="19596" y="0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89" name="Google Shape;9389;p26"/>
            <p:cNvSpPr/>
            <p:nvPr/>
          </p:nvSpPr>
          <p:spPr>
            <a:xfrm>
              <a:off x="848698" y="1332681"/>
              <a:ext cx="317374" cy="317457"/>
            </a:xfrm>
            <a:custGeom>
              <a:rect b="b" l="l" r="r" t="t"/>
              <a:pathLst>
                <a:path extrusionOk="0" h="15213" w="15209">
                  <a:moveTo>
                    <a:pt x="7604" y="1"/>
                  </a:moveTo>
                  <a:cubicBezTo>
                    <a:pt x="3404" y="1"/>
                    <a:pt x="0" y="3408"/>
                    <a:pt x="0" y="7608"/>
                  </a:cubicBezTo>
                  <a:cubicBezTo>
                    <a:pt x="0" y="11808"/>
                    <a:pt x="3404" y="15212"/>
                    <a:pt x="7604" y="15212"/>
                  </a:cubicBezTo>
                  <a:cubicBezTo>
                    <a:pt x="11804" y="15212"/>
                    <a:pt x="15209" y="11808"/>
                    <a:pt x="15209" y="7608"/>
                  </a:cubicBezTo>
                  <a:cubicBezTo>
                    <a:pt x="15209" y="3408"/>
                    <a:pt x="11804" y="1"/>
                    <a:pt x="760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90" name="Google Shape;9390;p26"/>
            <p:cNvSpPr/>
            <p:nvPr/>
          </p:nvSpPr>
          <p:spPr>
            <a:xfrm>
              <a:off x="553048" y="1365902"/>
              <a:ext cx="549400" cy="251015"/>
            </a:xfrm>
            <a:custGeom>
              <a:rect b="b" l="l" r="r" t="t"/>
              <a:pathLst>
                <a:path extrusionOk="0" h="12029" w="26328">
                  <a:moveTo>
                    <a:pt x="1493" y="1"/>
                  </a:moveTo>
                  <a:cubicBezTo>
                    <a:pt x="671" y="1"/>
                    <a:pt x="0" y="671"/>
                    <a:pt x="0" y="1497"/>
                  </a:cubicBezTo>
                  <a:cubicBezTo>
                    <a:pt x="0" y="2320"/>
                    <a:pt x="671" y="2990"/>
                    <a:pt x="1493" y="2990"/>
                  </a:cubicBezTo>
                  <a:lnTo>
                    <a:pt x="19596" y="2990"/>
                  </a:lnTo>
                  <a:cubicBezTo>
                    <a:pt x="21591" y="2990"/>
                    <a:pt x="23340" y="4084"/>
                    <a:pt x="23340" y="5330"/>
                  </a:cubicBezTo>
                  <a:lnTo>
                    <a:pt x="23340" y="6699"/>
                  </a:lnTo>
                  <a:cubicBezTo>
                    <a:pt x="23340" y="7948"/>
                    <a:pt x="21591" y="9042"/>
                    <a:pt x="19596" y="9042"/>
                  </a:cubicBezTo>
                  <a:lnTo>
                    <a:pt x="1493" y="9042"/>
                  </a:lnTo>
                  <a:cubicBezTo>
                    <a:pt x="671" y="9042"/>
                    <a:pt x="0" y="9709"/>
                    <a:pt x="0" y="10535"/>
                  </a:cubicBezTo>
                  <a:cubicBezTo>
                    <a:pt x="0" y="11361"/>
                    <a:pt x="671" y="12028"/>
                    <a:pt x="1493" y="12028"/>
                  </a:cubicBezTo>
                  <a:lnTo>
                    <a:pt x="19596" y="12028"/>
                  </a:lnTo>
                  <a:cubicBezTo>
                    <a:pt x="23370" y="12028"/>
                    <a:pt x="26327" y="9688"/>
                    <a:pt x="26327" y="6699"/>
                  </a:cubicBezTo>
                  <a:lnTo>
                    <a:pt x="26327" y="5330"/>
                  </a:lnTo>
                  <a:cubicBezTo>
                    <a:pt x="26327" y="2344"/>
                    <a:pt x="23370" y="1"/>
                    <a:pt x="19596" y="1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91" name="Google Shape;9391;p26"/>
            <p:cNvSpPr/>
            <p:nvPr/>
          </p:nvSpPr>
          <p:spPr>
            <a:xfrm>
              <a:off x="848698" y="1767184"/>
              <a:ext cx="317374" cy="317436"/>
            </a:xfrm>
            <a:custGeom>
              <a:rect b="b" l="l" r="r" t="t"/>
              <a:pathLst>
                <a:path extrusionOk="0" h="15212" w="15209">
                  <a:moveTo>
                    <a:pt x="7604" y="0"/>
                  </a:moveTo>
                  <a:cubicBezTo>
                    <a:pt x="3404" y="0"/>
                    <a:pt x="0" y="3404"/>
                    <a:pt x="0" y="7605"/>
                  </a:cubicBezTo>
                  <a:cubicBezTo>
                    <a:pt x="0" y="11805"/>
                    <a:pt x="3404" y="15212"/>
                    <a:pt x="7604" y="15212"/>
                  </a:cubicBezTo>
                  <a:cubicBezTo>
                    <a:pt x="11804" y="15212"/>
                    <a:pt x="15209" y="11805"/>
                    <a:pt x="15209" y="7605"/>
                  </a:cubicBezTo>
                  <a:cubicBezTo>
                    <a:pt x="15209" y="3404"/>
                    <a:pt x="11804" y="0"/>
                    <a:pt x="760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92" name="Google Shape;9392;p26"/>
            <p:cNvSpPr/>
            <p:nvPr/>
          </p:nvSpPr>
          <p:spPr>
            <a:xfrm>
              <a:off x="553048" y="1800405"/>
              <a:ext cx="549400" cy="250994"/>
            </a:xfrm>
            <a:custGeom>
              <a:rect b="b" l="l" r="r" t="t"/>
              <a:pathLst>
                <a:path extrusionOk="0" h="12028" w="26328">
                  <a:moveTo>
                    <a:pt x="1493" y="0"/>
                  </a:moveTo>
                  <a:cubicBezTo>
                    <a:pt x="671" y="0"/>
                    <a:pt x="0" y="668"/>
                    <a:pt x="0" y="1493"/>
                  </a:cubicBezTo>
                  <a:cubicBezTo>
                    <a:pt x="0" y="2319"/>
                    <a:pt x="671" y="2990"/>
                    <a:pt x="1493" y="2990"/>
                  </a:cubicBezTo>
                  <a:lnTo>
                    <a:pt x="19596" y="2990"/>
                  </a:lnTo>
                  <a:cubicBezTo>
                    <a:pt x="21591" y="2990"/>
                    <a:pt x="23340" y="4081"/>
                    <a:pt x="23340" y="5330"/>
                  </a:cubicBezTo>
                  <a:lnTo>
                    <a:pt x="23340" y="6695"/>
                  </a:lnTo>
                  <a:cubicBezTo>
                    <a:pt x="23340" y="7944"/>
                    <a:pt x="21591" y="9038"/>
                    <a:pt x="19596" y="9038"/>
                  </a:cubicBezTo>
                  <a:lnTo>
                    <a:pt x="1493" y="9038"/>
                  </a:lnTo>
                  <a:cubicBezTo>
                    <a:pt x="671" y="9038"/>
                    <a:pt x="0" y="9706"/>
                    <a:pt x="0" y="10532"/>
                  </a:cubicBezTo>
                  <a:cubicBezTo>
                    <a:pt x="0" y="11357"/>
                    <a:pt x="671" y="12028"/>
                    <a:pt x="1493" y="12028"/>
                  </a:cubicBezTo>
                  <a:lnTo>
                    <a:pt x="19596" y="12028"/>
                  </a:lnTo>
                  <a:lnTo>
                    <a:pt x="19596" y="12025"/>
                  </a:lnTo>
                  <a:cubicBezTo>
                    <a:pt x="23370" y="12025"/>
                    <a:pt x="26327" y="9685"/>
                    <a:pt x="26327" y="6695"/>
                  </a:cubicBezTo>
                  <a:lnTo>
                    <a:pt x="26327" y="5327"/>
                  </a:lnTo>
                  <a:cubicBezTo>
                    <a:pt x="26327" y="2340"/>
                    <a:pt x="23370" y="0"/>
                    <a:pt x="19596" y="0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93" name="Google Shape;9393;p26"/>
            <p:cNvSpPr/>
            <p:nvPr/>
          </p:nvSpPr>
          <p:spPr>
            <a:xfrm>
              <a:off x="848698" y="2201603"/>
              <a:ext cx="317374" cy="317457"/>
            </a:xfrm>
            <a:custGeom>
              <a:rect b="b" l="l" r="r" t="t"/>
              <a:pathLst>
                <a:path extrusionOk="0" h="15213" w="15209">
                  <a:moveTo>
                    <a:pt x="7604" y="1"/>
                  </a:moveTo>
                  <a:cubicBezTo>
                    <a:pt x="3404" y="1"/>
                    <a:pt x="0" y="3405"/>
                    <a:pt x="0" y="7608"/>
                  </a:cubicBezTo>
                  <a:cubicBezTo>
                    <a:pt x="0" y="11808"/>
                    <a:pt x="3404" y="15212"/>
                    <a:pt x="7604" y="15212"/>
                  </a:cubicBezTo>
                  <a:cubicBezTo>
                    <a:pt x="11804" y="15212"/>
                    <a:pt x="15209" y="11808"/>
                    <a:pt x="15209" y="7608"/>
                  </a:cubicBezTo>
                  <a:cubicBezTo>
                    <a:pt x="15209" y="3405"/>
                    <a:pt x="11804" y="1"/>
                    <a:pt x="760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94" name="Google Shape;9394;p26"/>
            <p:cNvSpPr/>
            <p:nvPr/>
          </p:nvSpPr>
          <p:spPr>
            <a:xfrm>
              <a:off x="553048" y="2234824"/>
              <a:ext cx="549400" cy="251015"/>
            </a:xfrm>
            <a:custGeom>
              <a:rect b="b" l="l" r="r" t="t"/>
              <a:pathLst>
                <a:path extrusionOk="0" h="12029" w="26328">
                  <a:moveTo>
                    <a:pt x="1493" y="1"/>
                  </a:moveTo>
                  <a:cubicBezTo>
                    <a:pt x="671" y="1"/>
                    <a:pt x="0" y="668"/>
                    <a:pt x="0" y="1494"/>
                  </a:cubicBezTo>
                  <a:cubicBezTo>
                    <a:pt x="0" y="2320"/>
                    <a:pt x="671" y="2990"/>
                    <a:pt x="1493" y="2990"/>
                  </a:cubicBezTo>
                  <a:lnTo>
                    <a:pt x="19596" y="2990"/>
                  </a:lnTo>
                  <a:cubicBezTo>
                    <a:pt x="21591" y="2990"/>
                    <a:pt x="23340" y="4084"/>
                    <a:pt x="23340" y="5330"/>
                  </a:cubicBezTo>
                  <a:lnTo>
                    <a:pt x="23340" y="6699"/>
                  </a:lnTo>
                  <a:cubicBezTo>
                    <a:pt x="23340" y="7945"/>
                    <a:pt x="21591" y="9039"/>
                    <a:pt x="19596" y="9039"/>
                  </a:cubicBezTo>
                  <a:lnTo>
                    <a:pt x="1493" y="9039"/>
                  </a:lnTo>
                  <a:cubicBezTo>
                    <a:pt x="671" y="9039"/>
                    <a:pt x="0" y="9706"/>
                    <a:pt x="0" y="10532"/>
                  </a:cubicBezTo>
                  <a:cubicBezTo>
                    <a:pt x="0" y="11358"/>
                    <a:pt x="671" y="12028"/>
                    <a:pt x="1493" y="12028"/>
                  </a:cubicBezTo>
                  <a:lnTo>
                    <a:pt x="19596" y="12028"/>
                  </a:lnTo>
                  <a:lnTo>
                    <a:pt x="19596" y="12025"/>
                  </a:lnTo>
                  <a:cubicBezTo>
                    <a:pt x="23370" y="12025"/>
                    <a:pt x="26327" y="9685"/>
                    <a:pt x="26327" y="6699"/>
                  </a:cubicBezTo>
                  <a:lnTo>
                    <a:pt x="26327" y="5330"/>
                  </a:lnTo>
                  <a:cubicBezTo>
                    <a:pt x="26327" y="2341"/>
                    <a:pt x="23370" y="1"/>
                    <a:pt x="19596" y="1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95" name="Google Shape;9395;p26"/>
            <p:cNvSpPr/>
            <p:nvPr/>
          </p:nvSpPr>
          <p:spPr>
            <a:xfrm>
              <a:off x="848698" y="2636106"/>
              <a:ext cx="317374" cy="317374"/>
            </a:xfrm>
            <a:custGeom>
              <a:rect b="b" l="l" r="r" t="t"/>
              <a:pathLst>
                <a:path extrusionOk="0" h="15209" w="15209">
                  <a:moveTo>
                    <a:pt x="7604" y="0"/>
                  </a:moveTo>
                  <a:cubicBezTo>
                    <a:pt x="3404" y="0"/>
                    <a:pt x="0" y="3404"/>
                    <a:pt x="0" y="7604"/>
                  </a:cubicBezTo>
                  <a:cubicBezTo>
                    <a:pt x="0" y="11805"/>
                    <a:pt x="3404" y="15209"/>
                    <a:pt x="7604" y="15209"/>
                  </a:cubicBezTo>
                  <a:cubicBezTo>
                    <a:pt x="11804" y="15209"/>
                    <a:pt x="15209" y="11805"/>
                    <a:pt x="15209" y="7604"/>
                  </a:cubicBezTo>
                  <a:cubicBezTo>
                    <a:pt x="15209" y="3404"/>
                    <a:pt x="11804" y="0"/>
                    <a:pt x="760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96" name="Google Shape;9396;p26"/>
            <p:cNvSpPr/>
            <p:nvPr/>
          </p:nvSpPr>
          <p:spPr>
            <a:xfrm>
              <a:off x="553048" y="2669265"/>
              <a:ext cx="549400" cy="250994"/>
            </a:xfrm>
            <a:custGeom>
              <a:rect b="b" l="l" r="r" t="t"/>
              <a:pathLst>
                <a:path extrusionOk="0" h="12028" w="26328">
                  <a:moveTo>
                    <a:pt x="1493" y="0"/>
                  </a:moveTo>
                  <a:cubicBezTo>
                    <a:pt x="671" y="0"/>
                    <a:pt x="0" y="671"/>
                    <a:pt x="0" y="1496"/>
                  </a:cubicBezTo>
                  <a:cubicBezTo>
                    <a:pt x="0" y="2322"/>
                    <a:pt x="671" y="2990"/>
                    <a:pt x="1493" y="2990"/>
                  </a:cubicBezTo>
                  <a:lnTo>
                    <a:pt x="19596" y="2990"/>
                  </a:lnTo>
                  <a:cubicBezTo>
                    <a:pt x="21591" y="2990"/>
                    <a:pt x="23340" y="4084"/>
                    <a:pt x="23340" y="5330"/>
                  </a:cubicBezTo>
                  <a:lnTo>
                    <a:pt x="23340" y="6698"/>
                  </a:lnTo>
                  <a:cubicBezTo>
                    <a:pt x="23340" y="7947"/>
                    <a:pt x="21591" y="9041"/>
                    <a:pt x="19596" y="9041"/>
                  </a:cubicBezTo>
                  <a:lnTo>
                    <a:pt x="1493" y="9041"/>
                  </a:lnTo>
                  <a:cubicBezTo>
                    <a:pt x="671" y="9041"/>
                    <a:pt x="0" y="9709"/>
                    <a:pt x="0" y="10534"/>
                  </a:cubicBezTo>
                  <a:cubicBezTo>
                    <a:pt x="0" y="11360"/>
                    <a:pt x="671" y="12028"/>
                    <a:pt x="1493" y="12028"/>
                  </a:cubicBezTo>
                  <a:lnTo>
                    <a:pt x="19596" y="12028"/>
                  </a:lnTo>
                  <a:cubicBezTo>
                    <a:pt x="23370" y="12028"/>
                    <a:pt x="26327" y="9688"/>
                    <a:pt x="26327" y="6698"/>
                  </a:cubicBezTo>
                  <a:lnTo>
                    <a:pt x="26327" y="5330"/>
                  </a:lnTo>
                  <a:cubicBezTo>
                    <a:pt x="26327" y="2343"/>
                    <a:pt x="23370" y="0"/>
                    <a:pt x="19596" y="0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97" name="Google Shape;9397;p26"/>
            <p:cNvSpPr/>
            <p:nvPr/>
          </p:nvSpPr>
          <p:spPr>
            <a:xfrm>
              <a:off x="848698" y="3070526"/>
              <a:ext cx="317374" cy="317457"/>
            </a:xfrm>
            <a:custGeom>
              <a:rect b="b" l="l" r="r" t="t"/>
              <a:pathLst>
                <a:path extrusionOk="0" h="15213" w="15209">
                  <a:moveTo>
                    <a:pt x="7604" y="1"/>
                  </a:moveTo>
                  <a:cubicBezTo>
                    <a:pt x="3404" y="1"/>
                    <a:pt x="0" y="3405"/>
                    <a:pt x="0" y="7605"/>
                  </a:cubicBezTo>
                  <a:cubicBezTo>
                    <a:pt x="0" y="11805"/>
                    <a:pt x="3404" y="15212"/>
                    <a:pt x="7604" y="15212"/>
                  </a:cubicBezTo>
                  <a:cubicBezTo>
                    <a:pt x="11804" y="15212"/>
                    <a:pt x="15209" y="11805"/>
                    <a:pt x="15209" y="7605"/>
                  </a:cubicBezTo>
                  <a:cubicBezTo>
                    <a:pt x="15209" y="3405"/>
                    <a:pt x="11804" y="1"/>
                    <a:pt x="760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98" name="Google Shape;9398;p26"/>
            <p:cNvSpPr/>
            <p:nvPr/>
          </p:nvSpPr>
          <p:spPr>
            <a:xfrm>
              <a:off x="553048" y="3103747"/>
              <a:ext cx="549400" cy="251015"/>
            </a:xfrm>
            <a:custGeom>
              <a:rect b="b" l="l" r="r" t="t"/>
              <a:pathLst>
                <a:path extrusionOk="0" h="12029" w="26328">
                  <a:moveTo>
                    <a:pt x="1493" y="0"/>
                  </a:moveTo>
                  <a:cubicBezTo>
                    <a:pt x="671" y="0"/>
                    <a:pt x="0" y="668"/>
                    <a:pt x="0" y="1494"/>
                  </a:cubicBezTo>
                  <a:cubicBezTo>
                    <a:pt x="0" y="2320"/>
                    <a:pt x="671" y="2987"/>
                    <a:pt x="1493" y="2987"/>
                  </a:cubicBezTo>
                  <a:lnTo>
                    <a:pt x="19596" y="2987"/>
                  </a:lnTo>
                  <a:cubicBezTo>
                    <a:pt x="21591" y="2987"/>
                    <a:pt x="23340" y="4081"/>
                    <a:pt x="23340" y="5330"/>
                  </a:cubicBezTo>
                  <a:lnTo>
                    <a:pt x="23340" y="6696"/>
                  </a:lnTo>
                  <a:cubicBezTo>
                    <a:pt x="23340" y="7945"/>
                    <a:pt x="21591" y="9039"/>
                    <a:pt x="19596" y="9039"/>
                  </a:cubicBezTo>
                  <a:lnTo>
                    <a:pt x="1493" y="9039"/>
                  </a:lnTo>
                  <a:cubicBezTo>
                    <a:pt x="671" y="9039"/>
                    <a:pt x="0" y="9706"/>
                    <a:pt x="0" y="10532"/>
                  </a:cubicBezTo>
                  <a:cubicBezTo>
                    <a:pt x="0" y="11358"/>
                    <a:pt x="671" y="12028"/>
                    <a:pt x="1493" y="12028"/>
                  </a:cubicBezTo>
                  <a:lnTo>
                    <a:pt x="19596" y="12028"/>
                  </a:lnTo>
                  <a:lnTo>
                    <a:pt x="19596" y="12025"/>
                  </a:lnTo>
                  <a:cubicBezTo>
                    <a:pt x="23370" y="12025"/>
                    <a:pt x="26327" y="9685"/>
                    <a:pt x="26327" y="6696"/>
                  </a:cubicBezTo>
                  <a:lnTo>
                    <a:pt x="26327" y="5330"/>
                  </a:lnTo>
                  <a:cubicBezTo>
                    <a:pt x="26327" y="2340"/>
                    <a:pt x="23370" y="0"/>
                    <a:pt x="19596" y="0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99" name="Google Shape;9399;p26"/>
            <p:cNvSpPr/>
            <p:nvPr/>
          </p:nvSpPr>
          <p:spPr>
            <a:xfrm>
              <a:off x="848698" y="3504966"/>
              <a:ext cx="317374" cy="317436"/>
            </a:xfrm>
            <a:custGeom>
              <a:rect b="b" l="l" r="r" t="t"/>
              <a:pathLst>
                <a:path extrusionOk="0" h="15212" w="15209">
                  <a:moveTo>
                    <a:pt x="7604" y="0"/>
                  </a:moveTo>
                  <a:cubicBezTo>
                    <a:pt x="3404" y="0"/>
                    <a:pt x="0" y="3407"/>
                    <a:pt x="0" y="7607"/>
                  </a:cubicBezTo>
                  <a:cubicBezTo>
                    <a:pt x="0" y="11807"/>
                    <a:pt x="3404" y="15212"/>
                    <a:pt x="7604" y="15212"/>
                  </a:cubicBezTo>
                  <a:cubicBezTo>
                    <a:pt x="11804" y="15212"/>
                    <a:pt x="15209" y="11807"/>
                    <a:pt x="15209" y="7607"/>
                  </a:cubicBezTo>
                  <a:cubicBezTo>
                    <a:pt x="15209" y="3407"/>
                    <a:pt x="11804" y="0"/>
                    <a:pt x="760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00" name="Google Shape;9400;p26"/>
            <p:cNvSpPr/>
            <p:nvPr/>
          </p:nvSpPr>
          <p:spPr>
            <a:xfrm>
              <a:off x="553048" y="3538167"/>
              <a:ext cx="549400" cy="251015"/>
            </a:xfrm>
            <a:custGeom>
              <a:rect b="b" l="l" r="r" t="t"/>
              <a:pathLst>
                <a:path extrusionOk="0" h="12029" w="26328">
                  <a:moveTo>
                    <a:pt x="1493" y="1"/>
                  </a:moveTo>
                  <a:cubicBezTo>
                    <a:pt x="671" y="1"/>
                    <a:pt x="0" y="672"/>
                    <a:pt x="0" y="1497"/>
                  </a:cubicBezTo>
                  <a:cubicBezTo>
                    <a:pt x="0" y="2320"/>
                    <a:pt x="671" y="2991"/>
                    <a:pt x="1493" y="2991"/>
                  </a:cubicBezTo>
                  <a:lnTo>
                    <a:pt x="19596" y="2991"/>
                  </a:lnTo>
                  <a:cubicBezTo>
                    <a:pt x="21591" y="2991"/>
                    <a:pt x="23340" y="4085"/>
                    <a:pt x="23340" y="5331"/>
                  </a:cubicBezTo>
                  <a:lnTo>
                    <a:pt x="23340" y="6699"/>
                  </a:lnTo>
                  <a:cubicBezTo>
                    <a:pt x="23340" y="7948"/>
                    <a:pt x="21591" y="9042"/>
                    <a:pt x="19596" y="9042"/>
                  </a:cubicBezTo>
                  <a:lnTo>
                    <a:pt x="1493" y="9042"/>
                  </a:lnTo>
                  <a:cubicBezTo>
                    <a:pt x="671" y="9042"/>
                    <a:pt x="0" y="9710"/>
                    <a:pt x="0" y="10535"/>
                  </a:cubicBezTo>
                  <a:cubicBezTo>
                    <a:pt x="0" y="11361"/>
                    <a:pt x="671" y="12029"/>
                    <a:pt x="1493" y="12029"/>
                  </a:cubicBezTo>
                  <a:lnTo>
                    <a:pt x="19596" y="12029"/>
                  </a:lnTo>
                  <a:cubicBezTo>
                    <a:pt x="23370" y="12029"/>
                    <a:pt x="26327" y="9689"/>
                    <a:pt x="26327" y="6699"/>
                  </a:cubicBezTo>
                  <a:lnTo>
                    <a:pt x="26327" y="5331"/>
                  </a:lnTo>
                  <a:cubicBezTo>
                    <a:pt x="26327" y="2344"/>
                    <a:pt x="23370" y="1"/>
                    <a:pt x="19596" y="1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01" name="Google Shape;9401;p26"/>
            <p:cNvSpPr/>
            <p:nvPr/>
          </p:nvSpPr>
          <p:spPr>
            <a:xfrm>
              <a:off x="848698" y="3939449"/>
              <a:ext cx="317374" cy="317395"/>
            </a:xfrm>
            <a:custGeom>
              <a:rect b="b" l="l" r="r" t="t"/>
              <a:pathLst>
                <a:path extrusionOk="0" h="15210" w="15209">
                  <a:moveTo>
                    <a:pt x="7604" y="1"/>
                  </a:moveTo>
                  <a:cubicBezTo>
                    <a:pt x="3404" y="1"/>
                    <a:pt x="0" y="3405"/>
                    <a:pt x="0" y="7605"/>
                  </a:cubicBezTo>
                  <a:cubicBezTo>
                    <a:pt x="0" y="11805"/>
                    <a:pt x="3404" y="15209"/>
                    <a:pt x="7604" y="15209"/>
                  </a:cubicBezTo>
                  <a:cubicBezTo>
                    <a:pt x="11804" y="15209"/>
                    <a:pt x="15209" y="11805"/>
                    <a:pt x="15209" y="7605"/>
                  </a:cubicBezTo>
                  <a:cubicBezTo>
                    <a:pt x="15209" y="3405"/>
                    <a:pt x="11804" y="1"/>
                    <a:pt x="760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02" name="Google Shape;9402;p26"/>
            <p:cNvSpPr/>
            <p:nvPr/>
          </p:nvSpPr>
          <p:spPr>
            <a:xfrm>
              <a:off x="553048" y="3972670"/>
              <a:ext cx="549400" cy="251015"/>
            </a:xfrm>
            <a:custGeom>
              <a:rect b="b" l="l" r="r" t="t"/>
              <a:pathLst>
                <a:path extrusionOk="0" h="12029" w="26328">
                  <a:moveTo>
                    <a:pt x="1493" y="0"/>
                  </a:moveTo>
                  <a:cubicBezTo>
                    <a:pt x="671" y="0"/>
                    <a:pt x="0" y="668"/>
                    <a:pt x="0" y="1494"/>
                  </a:cubicBezTo>
                  <a:cubicBezTo>
                    <a:pt x="0" y="2320"/>
                    <a:pt x="671" y="2990"/>
                    <a:pt x="1493" y="2990"/>
                  </a:cubicBezTo>
                  <a:lnTo>
                    <a:pt x="19596" y="2990"/>
                  </a:lnTo>
                  <a:cubicBezTo>
                    <a:pt x="21591" y="2990"/>
                    <a:pt x="23340" y="4081"/>
                    <a:pt x="23340" y="5330"/>
                  </a:cubicBezTo>
                  <a:lnTo>
                    <a:pt x="23340" y="6695"/>
                  </a:lnTo>
                  <a:cubicBezTo>
                    <a:pt x="23340" y="7944"/>
                    <a:pt x="21591" y="9038"/>
                    <a:pt x="19596" y="9038"/>
                  </a:cubicBezTo>
                  <a:lnTo>
                    <a:pt x="1493" y="9038"/>
                  </a:lnTo>
                  <a:cubicBezTo>
                    <a:pt x="671" y="9038"/>
                    <a:pt x="0" y="9706"/>
                    <a:pt x="0" y="10532"/>
                  </a:cubicBezTo>
                  <a:cubicBezTo>
                    <a:pt x="0" y="11358"/>
                    <a:pt x="671" y="12028"/>
                    <a:pt x="1493" y="12028"/>
                  </a:cubicBezTo>
                  <a:lnTo>
                    <a:pt x="19596" y="12028"/>
                  </a:lnTo>
                  <a:lnTo>
                    <a:pt x="19596" y="12025"/>
                  </a:lnTo>
                  <a:cubicBezTo>
                    <a:pt x="23370" y="12025"/>
                    <a:pt x="26327" y="9685"/>
                    <a:pt x="26327" y="6695"/>
                  </a:cubicBezTo>
                  <a:lnTo>
                    <a:pt x="26327" y="5327"/>
                  </a:lnTo>
                  <a:cubicBezTo>
                    <a:pt x="26327" y="2340"/>
                    <a:pt x="23370" y="0"/>
                    <a:pt x="19596" y="0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403" name="Google Shape;9403;p26"/>
          <p:cNvSpPr/>
          <p:nvPr/>
        </p:nvSpPr>
        <p:spPr>
          <a:xfrm>
            <a:off x="1509950" y="3913325"/>
            <a:ext cx="388400" cy="411925"/>
          </a:xfrm>
          <a:custGeom>
            <a:rect b="b" l="l" r="r" t="t"/>
            <a:pathLst>
              <a:path extrusionOk="0" h="16477" w="15536">
                <a:moveTo>
                  <a:pt x="6847" y="1663"/>
                </a:moveTo>
                <a:cubicBezTo>
                  <a:pt x="7694" y="2699"/>
                  <a:pt x="8474" y="3796"/>
                  <a:pt x="9217" y="4915"/>
                </a:cubicBezTo>
                <a:lnTo>
                  <a:pt x="9217" y="4915"/>
                </a:lnTo>
                <a:cubicBezTo>
                  <a:pt x="8312" y="5132"/>
                  <a:pt x="7406" y="5345"/>
                  <a:pt x="6499" y="5555"/>
                </a:cubicBezTo>
                <a:lnTo>
                  <a:pt x="6499" y="5555"/>
                </a:lnTo>
                <a:cubicBezTo>
                  <a:pt x="6577" y="4254"/>
                  <a:pt x="6686" y="2956"/>
                  <a:pt x="6847" y="1663"/>
                </a:cubicBezTo>
                <a:close/>
                <a:moveTo>
                  <a:pt x="13631" y="4832"/>
                </a:moveTo>
                <a:cubicBezTo>
                  <a:pt x="13054" y="5635"/>
                  <a:pt x="12464" y="6428"/>
                  <a:pt x="11865" y="7213"/>
                </a:cubicBezTo>
                <a:lnTo>
                  <a:pt x="11865" y="7213"/>
                </a:lnTo>
                <a:cubicBezTo>
                  <a:pt x="11783" y="7081"/>
                  <a:pt x="11700" y="6949"/>
                  <a:pt x="11617" y="6817"/>
                </a:cubicBezTo>
                <a:cubicBezTo>
                  <a:pt x="11353" y="6396"/>
                  <a:pt x="11086" y="5973"/>
                  <a:pt x="10816" y="5552"/>
                </a:cubicBezTo>
                <a:lnTo>
                  <a:pt x="10816" y="5552"/>
                </a:lnTo>
                <a:cubicBezTo>
                  <a:pt x="11756" y="5320"/>
                  <a:pt x="12695" y="5082"/>
                  <a:pt x="13631" y="4832"/>
                </a:cubicBezTo>
                <a:close/>
                <a:moveTo>
                  <a:pt x="5447" y="6821"/>
                </a:moveTo>
                <a:lnTo>
                  <a:pt x="5447" y="6821"/>
                </a:lnTo>
                <a:cubicBezTo>
                  <a:pt x="5412" y="7578"/>
                  <a:pt x="5383" y="8337"/>
                  <a:pt x="5358" y="9095"/>
                </a:cubicBezTo>
                <a:lnTo>
                  <a:pt x="5358" y="9095"/>
                </a:lnTo>
                <a:cubicBezTo>
                  <a:pt x="4278" y="8603"/>
                  <a:pt x="3200" y="8103"/>
                  <a:pt x="2127" y="7595"/>
                </a:cubicBezTo>
                <a:lnTo>
                  <a:pt x="2127" y="7595"/>
                </a:lnTo>
                <a:cubicBezTo>
                  <a:pt x="3233" y="7333"/>
                  <a:pt x="4340" y="7077"/>
                  <a:pt x="5447" y="6821"/>
                </a:cubicBezTo>
                <a:close/>
                <a:moveTo>
                  <a:pt x="9795" y="5801"/>
                </a:moveTo>
                <a:cubicBezTo>
                  <a:pt x="10147" y="6347"/>
                  <a:pt x="10492" y="6896"/>
                  <a:pt x="10833" y="7443"/>
                </a:cubicBezTo>
                <a:cubicBezTo>
                  <a:pt x="10961" y="7647"/>
                  <a:pt x="11089" y="7852"/>
                  <a:pt x="11216" y="8057"/>
                </a:cubicBezTo>
                <a:lnTo>
                  <a:pt x="11216" y="8057"/>
                </a:lnTo>
                <a:cubicBezTo>
                  <a:pt x="10515" y="8963"/>
                  <a:pt x="9804" y="9861"/>
                  <a:pt x="9090" y="10757"/>
                </a:cubicBezTo>
                <a:lnTo>
                  <a:pt x="9090" y="10757"/>
                </a:lnTo>
                <a:cubicBezTo>
                  <a:pt x="8168" y="10356"/>
                  <a:pt x="7249" y="9949"/>
                  <a:pt x="6332" y="9536"/>
                </a:cubicBezTo>
                <a:lnTo>
                  <a:pt x="6332" y="9536"/>
                </a:lnTo>
                <a:cubicBezTo>
                  <a:pt x="6362" y="8553"/>
                  <a:pt x="6396" y="7571"/>
                  <a:pt x="6443" y="6590"/>
                </a:cubicBezTo>
                <a:lnTo>
                  <a:pt x="6443" y="6590"/>
                </a:lnTo>
                <a:cubicBezTo>
                  <a:pt x="7562" y="6331"/>
                  <a:pt x="8679" y="6070"/>
                  <a:pt x="9795" y="5801"/>
                </a:cubicBezTo>
                <a:close/>
                <a:moveTo>
                  <a:pt x="11771" y="8958"/>
                </a:moveTo>
                <a:cubicBezTo>
                  <a:pt x="12536" y="10214"/>
                  <a:pt x="13278" y="11491"/>
                  <a:pt x="13947" y="12799"/>
                </a:cubicBezTo>
                <a:lnTo>
                  <a:pt x="13947" y="12799"/>
                </a:lnTo>
                <a:cubicBezTo>
                  <a:pt x="12637" y="12267"/>
                  <a:pt x="11332" y="11721"/>
                  <a:pt x="10032" y="11163"/>
                </a:cubicBezTo>
                <a:lnTo>
                  <a:pt x="10032" y="11163"/>
                </a:lnTo>
                <a:cubicBezTo>
                  <a:pt x="10616" y="10431"/>
                  <a:pt x="11196" y="9697"/>
                  <a:pt x="11771" y="8958"/>
                </a:cubicBezTo>
                <a:close/>
                <a:moveTo>
                  <a:pt x="6300" y="10607"/>
                </a:moveTo>
                <a:cubicBezTo>
                  <a:pt x="7016" y="10927"/>
                  <a:pt x="7732" y="11244"/>
                  <a:pt x="8451" y="11557"/>
                </a:cubicBezTo>
                <a:lnTo>
                  <a:pt x="8451" y="11557"/>
                </a:lnTo>
                <a:cubicBezTo>
                  <a:pt x="7691" y="12508"/>
                  <a:pt x="6929" y="13457"/>
                  <a:pt x="6174" y="14413"/>
                </a:cubicBezTo>
                <a:lnTo>
                  <a:pt x="6174" y="14413"/>
                </a:lnTo>
                <a:cubicBezTo>
                  <a:pt x="6229" y="13146"/>
                  <a:pt x="6264" y="11877"/>
                  <a:pt x="6300" y="10607"/>
                </a:cubicBezTo>
                <a:close/>
                <a:moveTo>
                  <a:pt x="6513" y="1"/>
                </a:moveTo>
                <a:cubicBezTo>
                  <a:pt x="6290" y="1"/>
                  <a:pt x="6060" y="131"/>
                  <a:pt x="6026" y="362"/>
                </a:cubicBezTo>
                <a:cubicBezTo>
                  <a:pt x="5760" y="2163"/>
                  <a:pt x="5604" y="3972"/>
                  <a:pt x="5501" y="5786"/>
                </a:cubicBezTo>
                <a:lnTo>
                  <a:pt x="5501" y="5786"/>
                </a:lnTo>
                <a:cubicBezTo>
                  <a:pt x="3837" y="6171"/>
                  <a:pt x="2172" y="6555"/>
                  <a:pt x="511" y="6958"/>
                </a:cubicBezTo>
                <a:cubicBezTo>
                  <a:pt x="115" y="7055"/>
                  <a:pt x="1" y="7681"/>
                  <a:pt x="393" y="7868"/>
                </a:cubicBezTo>
                <a:cubicBezTo>
                  <a:pt x="2028" y="8652"/>
                  <a:pt x="3672" y="9419"/>
                  <a:pt x="5324" y="10167"/>
                </a:cubicBezTo>
                <a:lnTo>
                  <a:pt x="5324" y="10167"/>
                </a:lnTo>
                <a:cubicBezTo>
                  <a:pt x="5265" y="12097"/>
                  <a:pt x="5213" y="14027"/>
                  <a:pt x="5099" y="15951"/>
                </a:cubicBezTo>
                <a:cubicBezTo>
                  <a:pt x="5085" y="16196"/>
                  <a:pt x="5221" y="16347"/>
                  <a:pt x="5397" y="16404"/>
                </a:cubicBezTo>
                <a:lnTo>
                  <a:pt x="5397" y="16404"/>
                </a:lnTo>
                <a:cubicBezTo>
                  <a:pt x="5468" y="16450"/>
                  <a:pt x="5548" y="16477"/>
                  <a:pt x="5628" y="16477"/>
                </a:cubicBezTo>
                <a:cubicBezTo>
                  <a:pt x="5740" y="16477"/>
                  <a:pt x="5853" y="16426"/>
                  <a:pt x="5948" y="16303"/>
                </a:cubicBezTo>
                <a:cubicBezTo>
                  <a:pt x="7084" y="14845"/>
                  <a:pt x="8241" y="13406"/>
                  <a:pt x="9393" y="11965"/>
                </a:cubicBezTo>
                <a:lnTo>
                  <a:pt x="9393" y="11965"/>
                </a:lnTo>
                <a:cubicBezTo>
                  <a:pt x="11196" y="12741"/>
                  <a:pt x="13009" y="13494"/>
                  <a:pt x="14832" y="14222"/>
                </a:cubicBezTo>
                <a:cubicBezTo>
                  <a:pt x="14891" y="14245"/>
                  <a:pt x="14947" y="14256"/>
                  <a:pt x="14999" y="14256"/>
                </a:cubicBezTo>
                <a:cubicBezTo>
                  <a:pt x="15344" y="14256"/>
                  <a:pt x="15535" y="13791"/>
                  <a:pt x="15394" y="13491"/>
                </a:cubicBezTo>
                <a:cubicBezTo>
                  <a:pt x="14529" y="11640"/>
                  <a:pt x="13496" y="9859"/>
                  <a:pt x="12424" y="8114"/>
                </a:cubicBezTo>
                <a:lnTo>
                  <a:pt x="12424" y="8114"/>
                </a:lnTo>
                <a:cubicBezTo>
                  <a:pt x="13397" y="6844"/>
                  <a:pt x="14350" y="5557"/>
                  <a:pt x="15264" y="4238"/>
                </a:cubicBezTo>
                <a:cubicBezTo>
                  <a:pt x="15493" y="3909"/>
                  <a:pt x="15177" y="3491"/>
                  <a:pt x="14822" y="3491"/>
                </a:cubicBezTo>
                <a:cubicBezTo>
                  <a:pt x="14782" y="3491"/>
                  <a:pt x="14741" y="3496"/>
                  <a:pt x="14701" y="3507"/>
                </a:cubicBezTo>
                <a:cubicBezTo>
                  <a:pt x="13221" y="3921"/>
                  <a:pt x="11733" y="4302"/>
                  <a:pt x="10242" y="4667"/>
                </a:cubicBezTo>
                <a:lnTo>
                  <a:pt x="10242" y="4667"/>
                </a:lnTo>
                <a:cubicBezTo>
                  <a:pt x="9206" y="3091"/>
                  <a:pt x="8105" y="1549"/>
                  <a:pt x="6860" y="143"/>
                </a:cubicBezTo>
                <a:cubicBezTo>
                  <a:pt x="6774" y="46"/>
                  <a:pt x="6645" y="1"/>
                  <a:pt x="6513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04" name="Google Shape;9404;p26"/>
          <p:cNvSpPr/>
          <p:nvPr/>
        </p:nvSpPr>
        <p:spPr>
          <a:xfrm>
            <a:off x="1509950" y="3427363"/>
            <a:ext cx="146125" cy="137000"/>
          </a:xfrm>
          <a:custGeom>
            <a:rect b="b" l="l" r="r" t="t"/>
            <a:pathLst>
              <a:path extrusionOk="0" h="5480" w="5845">
                <a:moveTo>
                  <a:pt x="3672" y="1101"/>
                </a:moveTo>
                <a:cubicBezTo>
                  <a:pt x="3677" y="1103"/>
                  <a:pt x="3681" y="1105"/>
                  <a:pt x="3685" y="1107"/>
                </a:cubicBezTo>
                <a:lnTo>
                  <a:pt x="3685" y="1107"/>
                </a:lnTo>
                <a:cubicBezTo>
                  <a:pt x="3681" y="1105"/>
                  <a:pt x="3677" y="1103"/>
                  <a:pt x="3672" y="1101"/>
                </a:cubicBezTo>
                <a:close/>
                <a:moveTo>
                  <a:pt x="3072" y="4464"/>
                </a:moveTo>
                <a:lnTo>
                  <a:pt x="3072" y="4464"/>
                </a:lnTo>
                <a:cubicBezTo>
                  <a:pt x="3071" y="4464"/>
                  <a:pt x="3070" y="4464"/>
                  <a:pt x="3069" y="4464"/>
                </a:cubicBezTo>
                <a:lnTo>
                  <a:pt x="3069" y="4464"/>
                </a:lnTo>
                <a:cubicBezTo>
                  <a:pt x="3070" y="4464"/>
                  <a:pt x="3071" y="4464"/>
                  <a:pt x="3072" y="4464"/>
                </a:cubicBezTo>
                <a:close/>
                <a:moveTo>
                  <a:pt x="3052" y="4466"/>
                </a:moveTo>
                <a:lnTo>
                  <a:pt x="3052" y="4466"/>
                </a:lnTo>
                <a:cubicBezTo>
                  <a:pt x="3035" y="4469"/>
                  <a:pt x="3029" y="4470"/>
                  <a:pt x="3029" y="4470"/>
                </a:cubicBezTo>
                <a:cubicBezTo>
                  <a:pt x="3028" y="4470"/>
                  <a:pt x="3040" y="4468"/>
                  <a:pt x="3052" y="4466"/>
                </a:cubicBezTo>
                <a:close/>
                <a:moveTo>
                  <a:pt x="3036" y="989"/>
                </a:moveTo>
                <a:cubicBezTo>
                  <a:pt x="3084" y="989"/>
                  <a:pt x="3131" y="990"/>
                  <a:pt x="3177" y="992"/>
                </a:cubicBezTo>
                <a:cubicBezTo>
                  <a:pt x="3207" y="994"/>
                  <a:pt x="3236" y="998"/>
                  <a:pt x="3264" y="1000"/>
                </a:cubicBezTo>
                <a:cubicBezTo>
                  <a:pt x="3270" y="1000"/>
                  <a:pt x="3275" y="1000"/>
                  <a:pt x="3280" y="1000"/>
                </a:cubicBezTo>
                <a:lnTo>
                  <a:pt x="3280" y="1000"/>
                </a:lnTo>
                <a:cubicBezTo>
                  <a:pt x="3393" y="1021"/>
                  <a:pt x="3502" y="1045"/>
                  <a:pt x="3611" y="1080"/>
                </a:cubicBezTo>
                <a:cubicBezTo>
                  <a:pt x="3640" y="1091"/>
                  <a:pt x="3708" y="1119"/>
                  <a:pt x="3711" y="1119"/>
                </a:cubicBezTo>
                <a:cubicBezTo>
                  <a:pt x="3711" y="1119"/>
                  <a:pt x="3710" y="1118"/>
                  <a:pt x="3707" y="1117"/>
                </a:cubicBezTo>
                <a:lnTo>
                  <a:pt x="3707" y="1117"/>
                </a:lnTo>
                <a:cubicBezTo>
                  <a:pt x="3752" y="1138"/>
                  <a:pt x="3795" y="1160"/>
                  <a:pt x="3839" y="1186"/>
                </a:cubicBezTo>
                <a:cubicBezTo>
                  <a:pt x="3883" y="1209"/>
                  <a:pt x="3923" y="1236"/>
                  <a:pt x="3965" y="1261"/>
                </a:cubicBezTo>
                <a:cubicBezTo>
                  <a:pt x="3979" y="1270"/>
                  <a:pt x="3990" y="1277"/>
                  <a:pt x="3997" y="1281"/>
                </a:cubicBezTo>
                <a:lnTo>
                  <a:pt x="3997" y="1281"/>
                </a:lnTo>
                <a:cubicBezTo>
                  <a:pt x="4000" y="1284"/>
                  <a:pt x="4004" y="1288"/>
                  <a:pt x="4010" y="1293"/>
                </a:cubicBezTo>
                <a:cubicBezTo>
                  <a:pt x="4096" y="1369"/>
                  <a:pt x="4178" y="1443"/>
                  <a:pt x="4252" y="1531"/>
                </a:cubicBezTo>
                <a:cubicBezTo>
                  <a:pt x="4265" y="1544"/>
                  <a:pt x="4276" y="1558"/>
                  <a:pt x="4288" y="1572"/>
                </a:cubicBezTo>
                <a:lnTo>
                  <a:pt x="4288" y="1572"/>
                </a:lnTo>
                <a:cubicBezTo>
                  <a:pt x="4314" y="1615"/>
                  <a:pt x="4345" y="1659"/>
                  <a:pt x="4374" y="1704"/>
                </a:cubicBezTo>
                <a:cubicBezTo>
                  <a:pt x="4397" y="1744"/>
                  <a:pt x="4422" y="1784"/>
                  <a:pt x="4444" y="1826"/>
                </a:cubicBezTo>
                <a:cubicBezTo>
                  <a:pt x="4456" y="1852"/>
                  <a:pt x="4498" y="1948"/>
                  <a:pt x="4500" y="1948"/>
                </a:cubicBezTo>
                <a:cubicBezTo>
                  <a:pt x="4500" y="1948"/>
                  <a:pt x="4500" y="1947"/>
                  <a:pt x="4500" y="1946"/>
                </a:cubicBezTo>
                <a:lnTo>
                  <a:pt x="4500" y="1946"/>
                </a:lnTo>
                <a:cubicBezTo>
                  <a:pt x="4527" y="2021"/>
                  <a:pt x="4553" y="2096"/>
                  <a:pt x="4574" y="2174"/>
                </a:cubicBezTo>
                <a:cubicBezTo>
                  <a:pt x="4587" y="2220"/>
                  <a:pt x="4597" y="2266"/>
                  <a:pt x="4608" y="2315"/>
                </a:cubicBezTo>
                <a:cubicBezTo>
                  <a:pt x="4614" y="2346"/>
                  <a:pt x="4627" y="2444"/>
                  <a:pt x="4628" y="2444"/>
                </a:cubicBezTo>
                <a:cubicBezTo>
                  <a:pt x="4629" y="2444"/>
                  <a:pt x="4628" y="2430"/>
                  <a:pt x="4625" y="2395"/>
                </a:cubicBezTo>
                <a:lnTo>
                  <a:pt x="4625" y="2395"/>
                </a:lnTo>
                <a:cubicBezTo>
                  <a:pt x="4635" y="2498"/>
                  <a:pt x="4644" y="2599"/>
                  <a:pt x="4642" y="2702"/>
                </a:cubicBezTo>
                <a:cubicBezTo>
                  <a:pt x="4642" y="2757"/>
                  <a:pt x="4639" y="2812"/>
                  <a:pt x="4635" y="2867"/>
                </a:cubicBezTo>
                <a:cubicBezTo>
                  <a:pt x="4633" y="2890"/>
                  <a:pt x="4631" y="2915"/>
                  <a:pt x="4629" y="2938"/>
                </a:cubicBezTo>
                <a:cubicBezTo>
                  <a:pt x="4629" y="2941"/>
                  <a:pt x="4629" y="2943"/>
                  <a:pt x="4629" y="2945"/>
                </a:cubicBezTo>
                <a:lnTo>
                  <a:pt x="4629" y="2945"/>
                </a:lnTo>
                <a:cubicBezTo>
                  <a:pt x="4610" y="3044"/>
                  <a:pt x="4592" y="3139"/>
                  <a:pt x="4564" y="3235"/>
                </a:cubicBezTo>
                <a:cubicBezTo>
                  <a:pt x="4551" y="3282"/>
                  <a:pt x="4536" y="3328"/>
                  <a:pt x="4519" y="3372"/>
                </a:cubicBezTo>
                <a:cubicBezTo>
                  <a:pt x="4511" y="3396"/>
                  <a:pt x="4503" y="3419"/>
                  <a:pt x="4494" y="3442"/>
                </a:cubicBezTo>
                <a:cubicBezTo>
                  <a:pt x="4493" y="3445"/>
                  <a:pt x="4492" y="3448"/>
                  <a:pt x="4491" y="3451"/>
                </a:cubicBezTo>
                <a:lnTo>
                  <a:pt x="4491" y="3451"/>
                </a:lnTo>
                <a:cubicBezTo>
                  <a:pt x="4490" y="3453"/>
                  <a:pt x="4489" y="3455"/>
                  <a:pt x="4488" y="3457"/>
                </a:cubicBezTo>
                <a:cubicBezTo>
                  <a:pt x="4439" y="3543"/>
                  <a:pt x="4399" y="3629"/>
                  <a:pt x="4345" y="3714"/>
                </a:cubicBezTo>
                <a:cubicBezTo>
                  <a:pt x="4335" y="3728"/>
                  <a:pt x="4281" y="3805"/>
                  <a:pt x="4270" y="3821"/>
                </a:cubicBezTo>
                <a:lnTo>
                  <a:pt x="4270" y="3821"/>
                </a:lnTo>
                <a:cubicBezTo>
                  <a:pt x="4265" y="3827"/>
                  <a:pt x="4261" y="3833"/>
                  <a:pt x="4258" y="3836"/>
                </a:cubicBezTo>
                <a:cubicBezTo>
                  <a:pt x="4233" y="3863"/>
                  <a:pt x="4210" y="3891"/>
                  <a:pt x="4184" y="3918"/>
                </a:cubicBezTo>
                <a:cubicBezTo>
                  <a:pt x="4149" y="3956"/>
                  <a:pt x="4113" y="3990"/>
                  <a:pt x="4077" y="4025"/>
                </a:cubicBezTo>
                <a:cubicBezTo>
                  <a:pt x="4063" y="4038"/>
                  <a:pt x="3976" y="4107"/>
                  <a:pt x="3979" y="4107"/>
                </a:cubicBezTo>
                <a:cubicBezTo>
                  <a:pt x="3979" y="4107"/>
                  <a:pt x="3980" y="4107"/>
                  <a:pt x="3980" y="4107"/>
                </a:cubicBezTo>
                <a:lnTo>
                  <a:pt x="3980" y="4107"/>
                </a:lnTo>
                <a:cubicBezTo>
                  <a:pt x="3895" y="4167"/>
                  <a:pt x="3805" y="4221"/>
                  <a:pt x="3713" y="4270"/>
                </a:cubicBezTo>
                <a:cubicBezTo>
                  <a:pt x="3690" y="4281"/>
                  <a:pt x="3603" y="4321"/>
                  <a:pt x="3608" y="4321"/>
                </a:cubicBezTo>
                <a:cubicBezTo>
                  <a:pt x="3609" y="4321"/>
                  <a:pt x="3610" y="4320"/>
                  <a:pt x="3614" y="4319"/>
                </a:cubicBezTo>
                <a:lnTo>
                  <a:pt x="3614" y="4319"/>
                </a:lnTo>
                <a:cubicBezTo>
                  <a:pt x="3570" y="4336"/>
                  <a:pt x="3525" y="4351"/>
                  <a:pt x="3481" y="4365"/>
                </a:cubicBezTo>
                <a:cubicBezTo>
                  <a:pt x="3350" y="4407"/>
                  <a:pt x="3217" y="4438"/>
                  <a:pt x="3080" y="4461"/>
                </a:cubicBezTo>
                <a:cubicBezTo>
                  <a:pt x="3073" y="4463"/>
                  <a:pt x="3067" y="4464"/>
                  <a:pt x="3061" y="4465"/>
                </a:cubicBezTo>
                <a:lnTo>
                  <a:pt x="3061" y="4465"/>
                </a:lnTo>
                <a:cubicBezTo>
                  <a:pt x="3027" y="4468"/>
                  <a:pt x="2993" y="4470"/>
                  <a:pt x="2958" y="4474"/>
                </a:cubicBezTo>
                <a:cubicBezTo>
                  <a:pt x="2899" y="4478"/>
                  <a:pt x="2840" y="4480"/>
                  <a:pt x="2779" y="4480"/>
                </a:cubicBezTo>
                <a:cubicBezTo>
                  <a:pt x="2762" y="4481"/>
                  <a:pt x="2745" y="4481"/>
                  <a:pt x="2728" y="4481"/>
                </a:cubicBezTo>
                <a:cubicBezTo>
                  <a:pt x="2682" y="4481"/>
                  <a:pt x="2635" y="4479"/>
                  <a:pt x="2588" y="4476"/>
                </a:cubicBezTo>
                <a:cubicBezTo>
                  <a:pt x="2560" y="4474"/>
                  <a:pt x="2533" y="4470"/>
                  <a:pt x="2505" y="4468"/>
                </a:cubicBezTo>
                <a:cubicBezTo>
                  <a:pt x="2503" y="4468"/>
                  <a:pt x="2500" y="4468"/>
                  <a:pt x="2498" y="4467"/>
                </a:cubicBezTo>
                <a:lnTo>
                  <a:pt x="2498" y="4467"/>
                </a:lnTo>
                <a:cubicBezTo>
                  <a:pt x="2389" y="4444"/>
                  <a:pt x="2284" y="4423"/>
                  <a:pt x="2179" y="4388"/>
                </a:cubicBezTo>
                <a:cubicBezTo>
                  <a:pt x="2150" y="4378"/>
                  <a:pt x="2089" y="4350"/>
                  <a:pt x="2086" y="4350"/>
                </a:cubicBezTo>
                <a:lnTo>
                  <a:pt x="2086" y="4350"/>
                </a:lnTo>
                <a:cubicBezTo>
                  <a:pt x="2085" y="4350"/>
                  <a:pt x="2095" y="4356"/>
                  <a:pt x="2126" y="4371"/>
                </a:cubicBezTo>
                <a:cubicBezTo>
                  <a:pt x="2071" y="4346"/>
                  <a:pt x="2017" y="4318"/>
                  <a:pt x="1964" y="4289"/>
                </a:cubicBezTo>
                <a:cubicBezTo>
                  <a:pt x="1924" y="4266"/>
                  <a:pt x="1884" y="4240"/>
                  <a:pt x="1844" y="4215"/>
                </a:cubicBezTo>
                <a:cubicBezTo>
                  <a:pt x="1818" y="4198"/>
                  <a:pt x="1769" y="4158"/>
                  <a:pt x="1768" y="4158"/>
                </a:cubicBezTo>
                <a:lnTo>
                  <a:pt x="1768" y="4158"/>
                </a:lnTo>
                <a:cubicBezTo>
                  <a:pt x="1768" y="4158"/>
                  <a:pt x="1777" y="4166"/>
                  <a:pt x="1804" y="4190"/>
                </a:cubicBezTo>
                <a:cubicBezTo>
                  <a:pt x="1720" y="4116"/>
                  <a:pt x="1637" y="4044"/>
                  <a:pt x="1564" y="3960"/>
                </a:cubicBezTo>
                <a:cubicBezTo>
                  <a:pt x="1558" y="3953"/>
                  <a:pt x="1523" y="3910"/>
                  <a:pt x="1505" y="3887"/>
                </a:cubicBezTo>
                <a:lnTo>
                  <a:pt x="1505" y="3887"/>
                </a:lnTo>
                <a:cubicBezTo>
                  <a:pt x="1486" y="3860"/>
                  <a:pt x="1451" y="3810"/>
                  <a:pt x="1444" y="3800"/>
                </a:cubicBezTo>
                <a:cubicBezTo>
                  <a:pt x="1389" y="3712"/>
                  <a:pt x="1345" y="3617"/>
                  <a:pt x="1294" y="3526"/>
                </a:cubicBezTo>
                <a:cubicBezTo>
                  <a:pt x="1292" y="3522"/>
                  <a:pt x="1290" y="3518"/>
                  <a:pt x="1288" y="3515"/>
                </a:cubicBezTo>
                <a:lnTo>
                  <a:pt x="1288" y="3515"/>
                </a:lnTo>
                <a:cubicBezTo>
                  <a:pt x="1286" y="3508"/>
                  <a:pt x="1282" y="3497"/>
                  <a:pt x="1277" y="3484"/>
                </a:cubicBezTo>
                <a:cubicBezTo>
                  <a:pt x="1262" y="3440"/>
                  <a:pt x="1246" y="3398"/>
                  <a:pt x="1231" y="3353"/>
                </a:cubicBezTo>
                <a:cubicBezTo>
                  <a:pt x="1199" y="3252"/>
                  <a:pt x="1174" y="3149"/>
                  <a:pt x="1155" y="3046"/>
                </a:cubicBezTo>
                <a:cubicBezTo>
                  <a:pt x="1149" y="3013"/>
                  <a:pt x="1144" y="2955"/>
                  <a:pt x="1143" y="2955"/>
                </a:cubicBezTo>
                <a:lnTo>
                  <a:pt x="1143" y="2955"/>
                </a:lnTo>
                <a:cubicBezTo>
                  <a:pt x="1143" y="2955"/>
                  <a:pt x="1144" y="2969"/>
                  <a:pt x="1147" y="3006"/>
                </a:cubicBezTo>
                <a:cubicBezTo>
                  <a:pt x="1142" y="2953"/>
                  <a:pt x="1136" y="2900"/>
                  <a:pt x="1134" y="2848"/>
                </a:cubicBezTo>
                <a:cubicBezTo>
                  <a:pt x="1128" y="2742"/>
                  <a:pt x="1128" y="2637"/>
                  <a:pt x="1134" y="2532"/>
                </a:cubicBezTo>
                <a:cubicBezTo>
                  <a:pt x="1135" y="2514"/>
                  <a:pt x="1144" y="2437"/>
                  <a:pt x="1147" y="2404"/>
                </a:cubicBezTo>
                <a:lnTo>
                  <a:pt x="1147" y="2404"/>
                </a:lnTo>
                <a:cubicBezTo>
                  <a:pt x="1152" y="2372"/>
                  <a:pt x="1162" y="2318"/>
                  <a:pt x="1166" y="2302"/>
                </a:cubicBezTo>
                <a:cubicBezTo>
                  <a:pt x="1189" y="2188"/>
                  <a:pt x="1222" y="2081"/>
                  <a:pt x="1260" y="1969"/>
                </a:cubicBezTo>
                <a:cubicBezTo>
                  <a:pt x="1266" y="1952"/>
                  <a:pt x="1270" y="1941"/>
                  <a:pt x="1272" y="1933"/>
                </a:cubicBezTo>
                <a:lnTo>
                  <a:pt x="1272" y="1933"/>
                </a:lnTo>
                <a:cubicBezTo>
                  <a:pt x="1276" y="1926"/>
                  <a:pt x="1282" y="1915"/>
                  <a:pt x="1290" y="1900"/>
                </a:cubicBezTo>
                <a:cubicBezTo>
                  <a:pt x="1315" y="1849"/>
                  <a:pt x="1340" y="1797"/>
                  <a:pt x="1368" y="1748"/>
                </a:cubicBezTo>
                <a:cubicBezTo>
                  <a:pt x="1397" y="1700"/>
                  <a:pt x="1429" y="1651"/>
                  <a:pt x="1460" y="1605"/>
                </a:cubicBezTo>
                <a:cubicBezTo>
                  <a:pt x="1471" y="1589"/>
                  <a:pt x="1477" y="1579"/>
                  <a:pt x="1481" y="1572"/>
                </a:cubicBezTo>
                <a:lnTo>
                  <a:pt x="1481" y="1572"/>
                </a:lnTo>
                <a:cubicBezTo>
                  <a:pt x="1485" y="1568"/>
                  <a:pt x="1490" y="1563"/>
                  <a:pt x="1496" y="1556"/>
                </a:cubicBezTo>
                <a:cubicBezTo>
                  <a:pt x="1571" y="1480"/>
                  <a:pt x="1645" y="1406"/>
                  <a:pt x="1723" y="1331"/>
                </a:cubicBezTo>
                <a:lnTo>
                  <a:pt x="1723" y="1331"/>
                </a:lnTo>
                <a:cubicBezTo>
                  <a:pt x="1723" y="1331"/>
                  <a:pt x="1724" y="1331"/>
                  <a:pt x="1724" y="1331"/>
                </a:cubicBezTo>
                <a:cubicBezTo>
                  <a:pt x="1747" y="1314"/>
                  <a:pt x="1770" y="1297"/>
                  <a:pt x="1795" y="1280"/>
                </a:cubicBezTo>
                <a:cubicBezTo>
                  <a:pt x="1846" y="1249"/>
                  <a:pt x="1897" y="1219"/>
                  <a:pt x="1949" y="1192"/>
                </a:cubicBezTo>
                <a:cubicBezTo>
                  <a:pt x="1970" y="1179"/>
                  <a:pt x="1993" y="1171"/>
                  <a:pt x="2015" y="1158"/>
                </a:cubicBezTo>
                <a:cubicBezTo>
                  <a:pt x="2019" y="1156"/>
                  <a:pt x="2023" y="1153"/>
                  <a:pt x="2026" y="1151"/>
                </a:cubicBezTo>
                <a:lnTo>
                  <a:pt x="2026" y="1151"/>
                </a:lnTo>
                <a:cubicBezTo>
                  <a:pt x="2028" y="1151"/>
                  <a:pt x="2030" y="1150"/>
                  <a:pt x="2031" y="1150"/>
                </a:cubicBezTo>
                <a:cubicBezTo>
                  <a:pt x="2092" y="1131"/>
                  <a:pt x="2151" y="1108"/>
                  <a:pt x="2213" y="1091"/>
                </a:cubicBezTo>
                <a:cubicBezTo>
                  <a:pt x="2269" y="1076"/>
                  <a:pt x="2328" y="1066"/>
                  <a:pt x="2385" y="1051"/>
                </a:cubicBezTo>
                <a:cubicBezTo>
                  <a:pt x="2395" y="1049"/>
                  <a:pt x="2412" y="1046"/>
                  <a:pt x="2426" y="1043"/>
                </a:cubicBezTo>
                <a:lnTo>
                  <a:pt x="2426" y="1043"/>
                </a:lnTo>
                <a:cubicBezTo>
                  <a:pt x="2457" y="1040"/>
                  <a:pt x="2490" y="1037"/>
                  <a:pt x="2522" y="1034"/>
                </a:cubicBezTo>
                <a:cubicBezTo>
                  <a:pt x="2545" y="1032"/>
                  <a:pt x="2568" y="1029"/>
                  <a:pt x="2590" y="1025"/>
                </a:cubicBezTo>
                <a:lnTo>
                  <a:pt x="2590" y="1025"/>
                </a:lnTo>
                <a:cubicBezTo>
                  <a:pt x="2612" y="1023"/>
                  <a:pt x="2633" y="1021"/>
                  <a:pt x="2655" y="1017"/>
                </a:cubicBezTo>
                <a:cubicBezTo>
                  <a:pt x="2687" y="1011"/>
                  <a:pt x="2720" y="1004"/>
                  <a:pt x="2754" y="1000"/>
                </a:cubicBezTo>
                <a:lnTo>
                  <a:pt x="2754" y="1000"/>
                </a:lnTo>
                <a:cubicBezTo>
                  <a:pt x="2725" y="1004"/>
                  <a:pt x="2717" y="1006"/>
                  <a:pt x="2719" y="1006"/>
                </a:cubicBezTo>
                <a:cubicBezTo>
                  <a:pt x="2724" y="1006"/>
                  <a:pt x="2776" y="1000"/>
                  <a:pt x="2790" y="998"/>
                </a:cubicBezTo>
                <a:cubicBezTo>
                  <a:pt x="2853" y="996"/>
                  <a:pt x="2914" y="990"/>
                  <a:pt x="2977" y="990"/>
                </a:cubicBezTo>
                <a:cubicBezTo>
                  <a:pt x="2997" y="989"/>
                  <a:pt x="3017" y="989"/>
                  <a:pt x="3036" y="989"/>
                </a:cubicBezTo>
                <a:close/>
                <a:moveTo>
                  <a:pt x="3033" y="0"/>
                </a:moveTo>
                <a:cubicBezTo>
                  <a:pt x="2855" y="0"/>
                  <a:pt x="2675" y="14"/>
                  <a:pt x="2498" y="40"/>
                </a:cubicBezTo>
                <a:lnTo>
                  <a:pt x="2498" y="40"/>
                </a:lnTo>
                <a:cubicBezTo>
                  <a:pt x="1906" y="92"/>
                  <a:pt x="1353" y="298"/>
                  <a:pt x="921" y="716"/>
                </a:cubicBezTo>
                <a:cubicBezTo>
                  <a:pt x="548" y="1074"/>
                  <a:pt x="295" y="1567"/>
                  <a:pt x="199" y="2073"/>
                </a:cubicBezTo>
                <a:cubicBezTo>
                  <a:pt x="1" y="3090"/>
                  <a:pt x="293" y="4249"/>
                  <a:pt x="1125" y="4914"/>
                </a:cubicBezTo>
                <a:cubicBezTo>
                  <a:pt x="1601" y="5295"/>
                  <a:pt x="2207" y="5480"/>
                  <a:pt x="2815" y="5480"/>
                </a:cubicBezTo>
                <a:cubicBezTo>
                  <a:pt x="3434" y="5480"/>
                  <a:pt x="4057" y="5289"/>
                  <a:pt x="4549" y="4919"/>
                </a:cubicBezTo>
                <a:cubicBezTo>
                  <a:pt x="5476" y="4221"/>
                  <a:pt x="5844" y="2983"/>
                  <a:pt x="5526" y="1874"/>
                </a:cubicBezTo>
                <a:cubicBezTo>
                  <a:pt x="5354" y="1274"/>
                  <a:pt x="4987" y="750"/>
                  <a:pt x="4469" y="402"/>
                </a:cubicBezTo>
                <a:cubicBezTo>
                  <a:pt x="4038" y="112"/>
                  <a:pt x="3538" y="0"/>
                  <a:pt x="3033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05" name="Google Shape;9405;p26"/>
          <p:cNvSpPr/>
          <p:nvPr/>
        </p:nvSpPr>
        <p:spPr>
          <a:xfrm>
            <a:off x="2416525" y="4108438"/>
            <a:ext cx="117525" cy="110100"/>
          </a:xfrm>
          <a:custGeom>
            <a:rect b="b" l="l" r="r" t="t"/>
            <a:pathLst>
              <a:path extrusionOk="0" h="4404" w="4701">
                <a:moveTo>
                  <a:pt x="1951" y="1032"/>
                </a:moveTo>
                <a:cubicBezTo>
                  <a:pt x="1950" y="1033"/>
                  <a:pt x="1949" y="1033"/>
                  <a:pt x="1947" y="1033"/>
                </a:cubicBezTo>
                <a:cubicBezTo>
                  <a:pt x="1948" y="1033"/>
                  <a:pt x="1950" y="1033"/>
                  <a:pt x="1951" y="1032"/>
                </a:cubicBezTo>
                <a:close/>
                <a:moveTo>
                  <a:pt x="2857" y="1059"/>
                </a:moveTo>
                <a:cubicBezTo>
                  <a:pt x="2871" y="1059"/>
                  <a:pt x="2889" y="1066"/>
                  <a:pt x="2907" y="1075"/>
                </a:cubicBezTo>
                <a:lnTo>
                  <a:pt x="2907" y="1075"/>
                </a:lnTo>
                <a:cubicBezTo>
                  <a:pt x="2887" y="1068"/>
                  <a:pt x="2858" y="1059"/>
                  <a:pt x="2857" y="1059"/>
                </a:cubicBezTo>
                <a:close/>
                <a:moveTo>
                  <a:pt x="3091" y="1185"/>
                </a:moveTo>
                <a:cubicBezTo>
                  <a:pt x="3091" y="1185"/>
                  <a:pt x="3091" y="1185"/>
                  <a:pt x="3091" y="1185"/>
                </a:cubicBezTo>
                <a:lnTo>
                  <a:pt x="3091" y="1185"/>
                </a:lnTo>
                <a:cubicBezTo>
                  <a:pt x="3091" y="1185"/>
                  <a:pt x="3091" y="1185"/>
                  <a:pt x="3091" y="1185"/>
                </a:cubicBezTo>
                <a:close/>
                <a:moveTo>
                  <a:pt x="3104" y="1198"/>
                </a:moveTo>
                <a:cubicBezTo>
                  <a:pt x="3111" y="1203"/>
                  <a:pt x="3118" y="1208"/>
                  <a:pt x="3125" y="1213"/>
                </a:cubicBezTo>
                <a:cubicBezTo>
                  <a:pt x="3142" y="1224"/>
                  <a:pt x="3149" y="1229"/>
                  <a:pt x="3148" y="1229"/>
                </a:cubicBezTo>
                <a:cubicBezTo>
                  <a:pt x="3148" y="1229"/>
                  <a:pt x="3121" y="1211"/>
                  <a:pt x="3104" y="1198"/>
                </a:cubicBezTo>
                <a:close/>
                <a:moveTo>
                  <a:pt x="1747" y="3319"/>
                </a:moveTo>
                <a:cubicBezTo>
                  <a:pt x="1767" y="3326"/>
                  <a:pt x="1803" y="3338"/>
                  <a:pt x="1802" y="3338"/>
                </a:cubicBezTo>
                <a:cubicBezTo>
                  <a:pt x="1800" y="3339"/>
                  <a:pt x="1799" y="3339"/>
                  <a:pt x="1797" y="3339"/>
                </a:cubicBezTo>
                <a:cubicBezTo>
                  <a:pt x="1785" y="3339"/>
                  <a:pt x="1766" y="3330"/>
                  <a:pt x="1747" y="3319"/>
                </a:cubicBezTo>
                <a:close/>
                <a:moveTo>
                  <a:pt x="2463" y="3393"/>
                </a:moveTo>
                <a:cubicBezTo>
                  <a:pt x="2461" y="3393"/>
                  <a:pt x="2459" y="3393"/>
                  <a:pt x="2456" y="3393"/>
                </a:cubicBezTo>
                <a:lnTo>
                  <a:pt x="2456" y="3393"/>
                </a:lnTo>
                <a:cubicBezTo>
                  <a:pt x="2459" y="3393"/>
                  <a:pt x="2462" y="3393"/>
                  <a:pt x="2463" y="3393"/>
                </a:cubicBezTo>
                <a:close/>
                <a:moveTo>
                  <a:pt x="2387" y="989"/>
                </a:moveTo>
                <a:cubicBezTo>
                  <a:pt x="2440" y="989"/>
                  <a:pt x="2491" y="989"/>
                  <a:pt x="2541" y="993"/>
                </a:cubicBezTo>
                <a:cubicBezTo>
                  <a:pt x="2560" y="993"/>
                  <a:pt x="2582" y="997"/>
                  <a:pt x="2601" y="998"/>
                </a:cubicBezTo>
                <a:lnTo>
                  <a:pt x="2601" y="998"/>
                </a:lnTo>
                <a:cubicBezTo>
                  <a:pt x="2682" y="1018"/>
                  <a:pt x="2761" y="1029"/>
                  <a:pt x="2840" y="1057"/>
                </a:cubicBezTo>
                <a:cubicBezTo>
                  <a:pt x="2857" y="1061"/>
                  <a:pt x="2876" y="1069"/>
                  <a:pt x="2895" y="1076"/>
                </a:cubicBezTo>
                <a:cubicBezTo>
                  <a:pt x="2906" y="1079"/>
                  <a:pt x="2914" y="1081"/>
                  <a:pt x="2919" y="1082"/>
                </a:cubicBezTo>
                <a:lnTo>
                  <a:pt x="2919" y="1082"/>
                </a:lnTo>
                <a:cubicBezTo>
                  <a:pt x="2944" y="1096"/>
                  <a:pt x="2968" y="1113"/>
                  <a:pt x="2984" y="1122"/>
                </a:cubicBezTo>
                <a:cubicBezTo>
                  <a:pt x="3015" y="1139"/>
                  <a:pt x="3049" y="1160"/>
                  <a:pt x="3080" y="1181"/>
                </a:cubicBezTo>
                <a:cubicBezTo>
                  <a:pt x="3084" y="1184"/>
                  <a:pt x="3088" y="1186"/>
                  <a:pt x="3092" y="1189"/>
                </a:cubicBezTo>
                <a:lnTo>
                  <a:pt x="3092" y="1189"/>
                </a:lnTo>
                <a:cubicBezTo>
                  <a:pt x="3107" y="1217"/>
                  <a:pt x="3258" y="1347"/>
                  <a:pt x="3274" y="1366"/>
                </a:cubicBezTo>
                <a:cubicBezTo>
                  <a:pt x="3278" y="1370"/>
                  <a:pt x="3281" y="1374"/>
                  <a:pt x="3284" y="1378"/>
                </a:cubicBezTo>
                <a:lnTo>
                  <a:pt x="3284" y="1378"/>
                </a:lnTo>
                <a:cubicBezTo>
                  <a:pt x="3304" y="1410"/>
                  <a:pt x="3328" y="1440"/>
                  <a:pt x="3348" y="1474"/>
                </a:cubicBezTo>
                <a:cubicBezTo>
                  <a:pt x="3367" y="1503"/>
                  <a:pt x="3386" y="1535"/>
                  <a:pt x="3403" y="1569"/>
                </a:cubicBezTo>
                <a:cubicBezTo>
                  <a:pt x="3409" y="1579"/>
                  <a:pt x="3414" y="1591"/>
                  <a:pt x="3420" y="1604"/>
                </a:cubicBezTo>
                <a:lnTo>
                  <a:pt x="3420" y="1604"/>
                </a:lnTo>
                <a:cubicBezTo>
                  <a:pt x="3420" y="1602"/>
                  <a:pt x="3420" y="1600"/>
                  <a:pt x="3420" y="1598"/>
                </a:cubicBezTo>
                <a:lnTo>
                  <a:pt x="3420" y="1598"/>
                </a:lnTo>
                <a:cubicBezTo>
                  <a:pt x="3420" y="1600"/>
                  <a:pt x="3420" y="1602"/>
                  <a:pt x="3420" y="1604"/>
                </a:cubicBezTo>
                <a:lnTo>
                  <a:pt x="3420" y="1604"/>
                </a:lnTo>
                <a:cubicBezTo>
                  <a:pt x="3420" y="1604"/>
                  <a:pt x="3420" y="1604"/>
                  <a:pt x="3420" y="1604"/>
                </a:cubicBezTo>
                <a:lnTo>
                  <a:pt x="3420" y="1604"/>
                </a:lnTo>
                <a:cubicBezTo>
                  <a:pt x="3420" y="1621"/>
                  <a:pt x="3423" y="1634"/>
                  <a:pt x="3427" y="1644"/>
                </a:cubicBezTo>
                <a:lnTo>
                  <a:pt x="3427" y="1644"/>
                </a:lnTo>
                <a:cubicBezTo>
                  <a:pt x="3423" y="1630"/>
                  <a:pt x="3420" y="1616"/>
                  <a:pt x="3420" y="1604"/>
                </a:cubicBezTo>
                <a:lnTo>
                  <a:pt x="3420" y="1604"/>
                </a:lnTo>
                <a:cubicBezTo>
                  <a:pt x="3422" y="1608"/>
                  <a:pt x="3424" y="1613"/>
                  <a:pt x="3426" y="1617"/>
                </a:cubicBezTo>
                <a:cubicBezTo>
                  <a:pt x="3442" y="1646"/>
                  <a:pt x="3443" y="1659"/>
                  <a:pt x="3439" y="1659"/>
                </a:cubicBezTo>
                <a:cubicBezTo>
                  <a:pt x="3436" y="1659"/>
                  <a:pt x="3432" y="1654"/>
                  <a:pt x="3427" y="1644"/>
                </a:cubicBezTo>
                <a:lnTo>
                  <a:pt x="3427" y="1644"/>
                </a:lnTo>
                <a:cubicBezTo>
                  <a:pt x="3443" y="1697"/>
                  <a:pt x="3479" y="1760"/>
                  <a:pt x="3491" y="1802"/>
                </a:cubicBezTo>
                <a:cubicBezTo>
                  <a:pt x="3500" y="1838"/>
                  <a:pt x="3508" y="1874"/>
                  <a:pt x="3517" y="1910"/>
                </a:cubicBezTo>
                <a:cubicBezTo>
                  <a:pt x="3521" y="1933"/>
                  <a:pt x="3525" y="1954"/>
                  <a:pt x="3529" y="1977"/>
                </a:cubicBezTo>
                <a:cubicBezTo>
                  <a:pt x="3534" y="2005"/>
                  <a:pt x="3537" y="2015"/>
                  <a:pt x="3538" y="2015"/>
                </a:cubicBezTo>
                <a:cubicBezTo>
                  <a:pt x="3540" y="2015"/>
                  <a:pt x="3530" y="1942"/>
                  <a:pt x="3525" y="1939"/>
                </a:cubicBezTo>
                <a:lnTo>
                  <a:pt x="3525" y="1939"/>
                </a:lnTo>
                <a:cubicBezTo>
                  <a:pt x="3550" y="1954"/>
                  <a:pt x="3538" y="2142"/>
                  <a:pt x="3538" y="2173"/>
                </a:cubicBezTo>
                <a:cubicBezTo>
                  <a:pt x="3538" y="2215"/>
                  <a:pt x="3535" y="2257"/>
                  <a:pt x="3533" y="2297"/>
                </a:cubicBezTo>
                <a:cubicBezTo>
                  <a:pt x="3532" y="2312"/>
                  <a:pt x="3530" y="2326"/>
                  <a:pt x="3529" y="2339"/>
                </a:cubicBezTo>
                <a:lnTo>
                  <a:pt x="3529" y="2339"/>
                </a:lnTo>
                <a:cubicBezTo>
                  <a:pt x="3514" y="2409"/>
                  <a:pt x="3504" y="2477"/>
                  <a:pt x="3483" y="2546"/>
                </a:cubicBezTo>
                <a:cubicBezTo>
                  <a:pt x="3472" y="2582"/>
                  <a:pt x="3462" y="2618"/>
                  <a:pt x="3449" y="2651"/>
                </a:cubicBezTo>
                <a:cubicBezTo>
                  <a:pt x="3445" y="2663"/>
                  <a:pt x="3440" y="2676"/>
                  <a:pt x="3436" y="2688"/>
                </a:cubicBezTo>
                <a:lnTo>
                  <a:pt x="3436" y="2688"/>
                </a:lnTo>
                <a:cubicBezTo>
                  <a:pt x="3398" y="2751"/>
                  <a:pt x="3369" y="2818"/>
                  <a:pt x="3329" y="2881"/>
                </a:cubicBezTo>
                <a:cubicBezTo>
                  <a:pt x="3324" y="2889"/>
                  <a:pt x="3300" y="2922"/>
                  <a:pt x="3284" y="2945"/>
                </a:cubicBezTo>
                <a:lnTo>
                  <a:pt x="3284" y="2945"/>
                </a:lnTo>
                <a:cubicBezTo>
                  <a:pt x="3263" y="2968"/>
                  <a:pt x="3232" y="3005"/>
                  <a:pt x="3224" y="3014"/>
                </a:cubicBezTo>
                <a:cubicBezTo>
                  <a:pt x="3198" y="3041"/>
                  <a:pt x="3171" y="3069"/>
                  <a:pt x="3142" y="3094"/>
                </a:cubicBezTo>
                <a:cubicBezTo>
                  <a:pt x="3127" y="3106"/>
                  <a:pt x="3112" y="3119"/>
                  <a:pt x="3099" y="3132"/>
                </a:cubicBezTo>
                <a:cubicBezTo>
                  <a:pt x="3075" y="3154"/>
                  <a:pt x="3071" y="3163"/>
                  <a:pt x="3076" y="3163"/>
                </a:cubicBezTo>
                <a:cubicBezTo>
                  <a:pt x="3076" y="3163"/>
                  <a:pt x="3077" y="3163"/>
                  <a:pt x="3078" y="3162"/>
                </a:cubicBezTo>
                <a:lnTo>
                  <a:pt x="3078" y="3162"/>
                </a:lnTo>
                <a:cubicBezTo>
                  <a:pt x="3021" y="3203"/>
                  <a:pt x="2923" y="3245"/>
                  <a:pt x="2889" y="3262"/>
                </a:cubicBezTo>
                <a:cubicBezTo>
                  <a:pt x="2863" y="3275"/>
                  <a:pt x="2803" y="3296"/>
                  <a:pt x="2805" y="3296"/>
                </a:cubicBezTo>
                <a:cubicBezTo>
                  <a:pt x="2806" y="3296"/>
                  <a:pt x="2822" y="3291"/>
                  <a:pt x="2866" y="3277"/>
                </a:cubicBezTo>
                <a:lnTo>
                  <a:pt x="2866" y="3277"/>
                </a:lnTo>
                <a:cubicBezTo>
                  <a:pt x="2823" y="3292"/>
                  <a:pt x="2783" y="3309"/>
                  <a:pt x="2741" y="3323"/>
                </a:cubicBezTo>
                <a:cubicBezTo>
                  <a:pt x="2642" y="3355"/>
                  <a:pt x="2541" y="3376"/>
                  <a:pt x="2438" y="3395"/>
                </a:cubicBezTo>
                <a:cubicBezTo>
                  <a:pt x="2437" y="3395"/>
                  <a:pt x="2437" y="3395"/>
                  <a:pt x="2437" y="3395"/>
                </a:cubicBezTo>
                <a:lnTo>
                  <a:pt x="2437" y="3395"/>
                </a:lnTo>
                <a:cubicBezTo>
                  <a:pt x="2416" y="3397"/>
                  <a:pt x="2395" y="3400"/>
                  <a:pt x="2375" y="3401"/>
                </a:cubicBezTo>
                <a:cubicBezTo>
                  <a:pt x="2330" y="3403"/>
                  <a:pt x="2284" y="3406"/>
                  <a:pt x="2240" y="3406"/>
                </a:cubicBezTo>
                <a:cubicBezTo>
                  <a:pt x="2226" y="3406"/>
                  <a:pt x="2211" y="3406"/>
                  <a:pt x="2197" y="3406"/>
                </a:cubicBezTo>
                <a:cubicBezTo>
                  <a:pt x="2163" y="3406"/>
                  <a:pt x="2129" y="3405"/>
                  <a:pt x="2094" y="3403"/>
                </a:cubicBezTo>
                <a:cubicBezTo>
                  <a:pt x="2081" y="3402"/>
                  <a:pt x="2067" y="3400"/>
                  <a:pt x="2054" y="3398"/>
                </a:cubicBezTo>
                <a:lnTo>
                  <a:pt x="2054" y="3398"/>
                </a:lnTo>
                <a:cubicBezTo>
                  <a:pt x="1975" y="3376"/>
                  <a:pt x="1893" y="3365"/>
                  <a:pt x="1814" y="3340"/>
                </a:cubicBezTo>
                <a:cubicBezTo>
                  <a:pt x="1797" y="3334"/>
                  <a:pt x="1778" y="3326"/>
                  <a:pt x="1762" y="3321"/>
                </a:cubicBezTo>
                <a:cubicBezTo>
                  <a:pt x="1752" y="3318"/>
                  <a:pt x="1745" y="3316"/>
                  <a:pt x="1740" y="3315"/>
                </a:cubicBezTo>
                <a:lnTo>
                  <a:pt x="1740" y="3315"/>
                </a:lnTo>
                <a:cubicBezTo>
                  <a:pt x="1716" y="3301"/>
                  <a:pt x="1691" y="3283"/>
                  <a:pt x="1679" y="3277"/>
                </a:cubicBezTo>
                <a:cubicBezTo>
                  <a:pt x="1648" y="3258"/>
                  <a:pt x="1616" y="3241"/>
                  <a:pt x="1587" y="3220"/>
                </a:cubicBezTo>
                <a:cubicBezTo>
                  <a:pt x="1572" y="3210"/>
                  <a:pt x="1557" y="3199"/>
                  <a:pt x="1543" y="3191"/>
                </a:cubicBezTo>
                <a:cubicBezTo>
                  <a:pt x="1525" y="3180"/>
                  <a:pt x="1519" y="3175"/>
                  <a:pt x="1519" y="3175"/>
                </a:cubicBezTo>
                <a:lnTo>
                  <a:pt x="1519" y="3175"/>
                </a:lnTo>
                <a:cubicBezTo>
                  <a:pt x="1518" y="3175"/>
                  <a:pt x="1582" y="3218"/>
                  <a:pt x="1580" y="3218"/>
                </a:cubicBezTo>
                <a:cubicBezTo>
                  <a:pt x="1580" y="3218"/>
                  <a:pt x="1579" y="3218"/>
                  <a:pt x="1578" y="3218"/>
                </a:cubicBezTo>
                <a:cubicBezTo>
                  <a:pt x="1542" y="3218"/>
                  <a:pt x="1420" y="3070"/>
                  <a:pt x="1399" y="3045"/>
                </a:cubicBezTo>
                <a:cubicBezTo>
                  <a:pt x="1384" y="3030"/>
                  <a:pt x="1353" y="2977"/>
                  <a:pt x="1351" y="2977"/>
                </a:cubicBezTo>
                <a:lnTo>
                  <a:pt x="1351" y="2977"/>
                </a:lnTo>
                <a:cubicBezTo>
                  <a:pt x="1350" y="2977"/>
                  <a:pt x="1354" y="2985"/>
                  <a:pt x="1363" y="3005"/>
                </a:cubicBezTo>
                <a:cubicBezTo>
                  <a:pt x="1372" y="3025"/>
                  <a:pt x="1375" y="3032"/>
                  <a:pt x="1374" y="3032"/>
                </a:cubicBezTo>
                <a:cubicBezTo>
                  <a:pt x="1372" y="3032"/>
                  <a:pt x="1335" y="2962"/>
                  <a:pt x="1326" y="2946"/>
                </a:cubicBezTo>
                <a:cubicBezTo>
                  <a:pt x="1285" y="2881"/>
                  <a:pt x="1252" y="2814"/>
                  <a:pt x="1215" y="2746"/>
                </a:cubicBezTo>
                <a:lnTo>
                  <a:pt x="1215" y="2746"/>
                </a:lnTo>
                <a:cubicBezTo>
                  <a:pt x="1214" y="2743"/>
                  <a:pt x="1213" y="2740"/>
                  <a:pt x="1212" y="2736"/>
                </a:cubicBezTo>
                <a:cubicBezTo>
                  <a:pt x="1199" y="2702"/>
                  <a:pt x="1187" y="2668"/>
                  <a:pt x="1176" y="2635"/>
                </a:cubicBezTo>
                <a:cubicBezTo>
                  <a:pt x="1153" y="2559"/>
                  <a:pt x="1132" y="2481"/>
                  <a:pt x="1119" y="2403"/>
                </a:cubicBezTo>
                <a:cubicBezTo>
                  <a:pt x="1119" y="2401"/>
                  <a:pt x="1118" y="2399"/>
                  <a:pt x="1118" y="2397"/>
                </a:cubicBezTo>
                <a:lnTo>
                  <a:pt x="1118" y="2397"/>
                </a:lnTo>
                <a:cubicBezTo>
                  <a:pt x="1122" y="2365"/>
                  <a:pt x="1108" y="2315"/>
                  <a:pt x="1106" y="2283"/>
                </a:cubicBezTo>
                <a:cubicBezTo>
                  <a:pt x="1102" y="2203"/>
                  <a:pt x="1102" y="2123"/>
                  <a:pt x="1106" y="2043"/>
                </a:cubicBezTo>
                <a:cubicBezTo>
                  <a:pt x="1107" y="2033"/>
                  <a:pt x="1110" y="2004"/>
                  <a:pt x="1113" y="1978"/>
                </a:cubicBezTo>
                <a:lnTo>
                  <a:pt x="1113" y="1978"/>
                </a:lnTo>
                <a:cubicBezTo>
                  <a:pt x="1117" y="1953"/>
                  <a:pt x="1123" y="1911"/>
                  <a:pt x="1125" y="1899"/>
                </a:cubicBezTo>
                <a:cubicBezTo>
                  <a:pt x="1144" y="1813"/>
                  <a:pt x="1170" y="1731"/>
                  <a:pt x="1197" y="1647"/>
                </a:cubicBezTo>
                <a:cubicBezTo>
                  <a:pt x="1199" y="1642"/>
                  <a:pt x="1200" y="1637"/>
                  <a:pt x="1201" y="1634"/>
                </a:cubicBezTo>
                <a:lnTo>
                  <a:pt x="1201" y="1634"/>
                </a:lnTo>
                <a:cubicBezTo>
                  <a:pt x="1203" y="1630"/>
                  <a:pt x="1205" y="1626"/>
                  <a:pt x="1208" y="1621"/>
                </a:cubicBezTo>
                <a:cubicBezTo>
                  <a:pt x="1227" y="1583"/>
                  <a:pt x="1246" y="1543"/>
                  <a:pt x="1269" y="1507"/>
                </a:cubicBezTo>
                <a:cubicBezTo>
                  <a:pt x="1290" y="1470"/>
                  <a:pt x="1313" y="1434"/>
                  <a:pt x="1338" y="1398"/>
                </a:cubicBezTo>
                <a:cubicBezTo>
                  <a:pt x="1341" y="1394"/>
                  <a:pt x="1344" y="1390"/>
                  <a:pt x="1346" y="1386"/>
                </a:cubicBezTo>
                <a:lnTo>
                  <a:pt x="1346" y="1386"/>
                </a:lnTo>
                <a:cubicBezTo>
                  <a:pt x="1346" y="1386"/>
                  <a:pt x="1346" y="1386"/>
                  <a:pt x="1347" y="1385"/>
                </a:cubicBezTo>
                <a:cubicBezTo>
                  <a:pt x="1399" y="1329"/>
                  <a:pt x="1454" y="1275"/>
                  <a:pt x="1511" y="1223"/>
                </a:cubicBezTo>
                <a:lnTo>
                  <a:pt x="1511" y="1223"/>
                </a:lnTo>
                <a:cubicBezTo>
                  <a:pt x="1524" y="1213"/>
                  <a:pt x="1537" y="1203"/>
                  <a:pt x="1551" y="1194"/>
                </a:cubicBezTo>
                <a:cubicBezTo>
                  <a:pt x="1589" y="1170"/>
                  <a:pt x="1627" y="1147"/>
                  <a:pt x="1667" y="1126"/>
                </a:cubicBezTo>
                <a:cubicBezTo>
                  <a:pt x="1682" y="1119"/>
                  <a:pt x="1697" y="1111"/>
                  <a:pt x="1712" y="1103"/>
                </a:cubicBezTo>
                <a:lnTo>
                  <a:pt x="1712" y="1103"/>
                </a:lnTo>
                <a:cubicBezTo>
                  <a:pt x="1755" y="1090"/>
                  <a:pt x="1797" y="1075"/>
                  <a:pt x="1840" y="1063"/>
                </a:cubicBezTo>
                <a:cubicBezTo>
                  <a:pt x="1884" y="1050"/>
                  <a:pt x="1928" y="1042"/>
                  <a:pt x="1970" y="1031"/>
                </a:cubicBezTo>
                <a:cubicBezTo>
                  <a:pt x="1976" y="1030"/>
                  <a:pt x="1983" y="1028"/>
                  <a:pt x="1990" y="1026"/>
                </a:cubicBezTo>
                <a:lnTo>
                  <a:pt x="1990" y="1026"/>
                </a:lnTo>
                <a:cubicBezTo>
                  <a:pt x="2008" y="1025"/>
                  <a:pt x="2026" y="1024"/>
                  <a:pt x="2042" y="1023"/>
                </a:cubicBezTo>
                <a:cubicBezTo>
                  <a:pt x="2063" y="1021"/>
                  <a:pt x="2083" y="1018"/>
                  <a:pt x="2104" y="1015"/>
                </a:cubicBezTo>
                <a:lnTo>
                  <a:pt x="2104" y="1015"/>
                </a:lnTo>
                <a:cubicBezTo>
                  <a:pt x="2127" y="1013"/>
                  <a:pt x="2151" y="1010"/>
                  <a:pt x="2175" y="1006"/>
                </a:cubicBezTo>
                <a:cubicBezTo>
                  <a:pt x="2200" y="1002"/>
                  <a:pt x="2223" y="998"/>
                  <a:pt x="2248" y="996"/>
                </a:cubicBezTo>
                <a:lnTo>
                  <a:pt x="2248" y="996"/>
                </a:lnTo>
                <a:cubicBezTo>
                  <a:pt x="2202" y="1002"/>
                  <a:pt x="2186" y="1004"/>
                  <a:pt x="2186" y="1004"/>
                </a:cubicBezTo>
                <a:cubicBezTo>
                  <a:pt x="2187" y="1004"/>
                  <a:pt x="2227" y="999"/>
                  <a:pt x="2246" y="998"/>
                </a:cubicBezTo>
                <a:cubicBezTo>
                  <a:pt x="2293" y="996"/>
                  <a:pt x="2341" y="991"/>
                  <a:pt x="2387" y="989"/>
                </a:cubicBezTo>
                <a:close/>
                <a:moveTo>
                  <a:pt x="2431" y="0"/>
                </a:moveTo>
                <a:cubicBezTo>
                  <a:pt x="2283" y="0"/>
                  <a:pt x="2134" y="12"/>
                  <a:pt x="1987" y="33"/>
                </a:cubicBezTo>
                <a:lnTo>
                  <a:pt x="1987" y="33"/>
                </a:lnTo>
                <a:cubicBezTo>
                  <a:pt x="1519" y="79"/>
                  <a:pt x="1082" y="246"/>
                  <a:pt x="738" y="578"/>
                </a:cubicBezTo>
                <a:cubicBezTo>
                  <a:pt x="443" y="863"/>
                  <a:pt x="236" y="1259"/>
                  <a:pt x="158" y="1661"/>
                </a:cubicBezTo>
                <a:cubicBezTo>
                  <a:pt x="0" y="2477"/>
                  <a:pt x="228" y="3403"/>
                  <a:pt x="896" y="3941"/>
                </a:cubicBezTo>
                <a:cubicBezTo>
                  <a:pt x="1283" y="4251"/>
                  <a:pt x="1777" y="4404"/>
                  <a:pt x="2272" y="4404"/>
                </a:cubicBezTo>
                <a:cubicBezTo>
                  <a:pt x="2762" y="4404"/>
                  <a:pt x="3253" y="4255"/>
                  <a:pt x="3645" y="3962"/>
                </a:cubicBezTo>
                <a:cubicBezTo>
                  <a:pt x="4395" y="3401"/>
                  <a:pt x="4700" y="2409"/>
                  <a:pt x="4443" y="1512"/>
                </a:cubicBezTo>
                <a:cubicBezTo>
                  <a:pt x="4302" y="1025"/>
                  <a:pt x="4003" y="604"/>
                  <a:pt x="3582" y="321"/>
                </a:cubicBezTo>
                <a:cubicBezTo>
                  <a:pt x="3236" y="89"/>
                  <a:pt x="2836" y="0"/>
                  <a:pt x="2431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406" name="Google Shape;9406;p26"/>
          <p:cNvGrpSpPr/>
          <p:nvPr/>
        </p:nvGrpSpPr>
        <p:grpSpPr>
          <a:xfrm>
            <a:off x="6538223" y="163649"/>
            <a:ext cx="1356637" cy="1528670"/>
            <a:chOff x="6638425" y="262025"/>
            <a:chExt cx="1356637" cy="1528670"/>
          </a:xfrm>
        </p:grpSpPr>
        <p:sp>
          <p:nvSpPr>
            <p:cNvPr id="9407" name="Google Shape;9407;p26"/>
            <p:cNvSpPr/>
            <p:nvPr/>
          </p:nvSpPr>
          <p:spPr>
            <a:xfrm>
              <a:off x="6766473" y="490494"/>
              <a:ext cx="1228589" cy="1300201"/>
            </a:xfrm>
            <a:custGeom>
              <a:rect b="b" l="l" r="r" t="t"/>
              <a:pathLst>
                <a:path extrusionOk="0" h="36240" w="34244">
                  <a:moveTo>
                    <a:pt x="10629" y="0"/>
                  </a:moveTo>
                  <a:cubicBezTo>
                    <a:pt x="9833" y="0"/>
                    <a:pt x="0" y="8812"/>
                    <a:pt x="284" y="9136"/>
                  </a:cubicBezTo>
                  <a:cubicBezTo>
                    <a:pt x="8459" y="18463"/>
                    <a:pt x="17432" y="27584"/>
                    <a:pt x="26416" y="36131"/>
                  </a:cubicBezTo>
                  <a:cubicBezTo>
                    <a:pt x="26496" y="36207"/>
                    <a:pt x="26692" y="36240"/>
                    <a:pt x="26890" y="36240"/>
                  </a:cubicBezTo>
                  <a:cubicBezTo>
                    <a:pt x="27102" y="36240"/>
                    <a:pt x="27316" y="36202"/>
                    <a:pt x="27390" y="36139"/>
                  </a:cubicBezTo>
                  <a:cubicBezTo>
                    <a:pt x="28573" y="35143"/>
                    <a:pt x="33730" y="30702"/>
                    <a:pt x="34136" y="30195"/>
                  </a:cubicBezTo>
                  <a:cubicBezTo>
                    <a:pt x="34243" y="30058"/>
                    <a:pt x="34206" y="29531"/>
                    <a:pt x="34110" y="29380"/>
                  </a:cubicBezTo>
                  <a:cubicBezTo>
                    <a:pt x="31722" y="25670"/>
                    <a:pt x="15163" y="5150"/>
                    <a:pt x="10670" y="15"/>
                  </a:cubicBezTo>
                  <a:cubicBezTo>
                    <a:pt x="10662" y="5"/>
                    <a:pt x="10648" y="0"/>
                    <a:pt x="10629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08" name="Google Shape;9408;p26"/>
            <p:cNvSpPr/>
            <p:nvPr/>
          </p:nvSpPr>
          <p:spPr>
            <a:xfrm>
              <a:off x="6638425" y="262025"/>
              <a:ext cx="134038" cy="172571"/>
            </a:xfrm>
            <a:custGeom>
              <a:rect b="b" l="l" r="r" t="t"/>
              <a:pathLst>
                <a:path extrusionOk="0" h="4810" w="3736">
                  <a:moveTo>
                    <a:pt x="912" y="0"/>
                  </a:moveTo>
                  <a:cubicBezTo>
                    <a:pt x="834" y="0"/>
                    <a:pt x="757" y="35"/>
                    <a:pt x="716" y="108"/>
                  </a:cubicBezTo>
                  <a:cubicBezTo>
                    <a:pt x="338" y="770"/>
                    <a:pt x="249" y="1520"/>
                    <a:pt x="34" y="2240"/>
                  </a:cubicBezTo>
                  <a:cubicBezTo>
                    <a:pt x="0" y="2357"/>
                    <a:pt x="50" y="2450"/>
                    <a:pt x="125" y="2506"/>
                  </a:cubicBezTo>
                  <a:cubicBezTo>
                    <a:pt x="135" y="2526"/>
                    <a:pt x="143" y="2548"/>
                    <a:pt x="161" y="2568"/>
                  </a:cubicBezTo>
                  <a:cubicBezTo>
                    <a:pt x="698" y="3192"/>
                    <a:pt x="1384" y="3997"/>
                    <a:pt x="2006" y="4554"/>
                  </a:cubicBezTo>
                  <a:cubicBezTo>
                    <a:pt x="2209" y="4735"/>
                    <a:pt x="2367" y="4809"/>
                    <a:pt x="2504" y="4809"/>
                  </a:cubicBezTo>
                  <a:cubicBezTo>
                    <a:pt x="2785" y="4809"/>
                    <a:pt x="2972" y="4495"/>
                    <a:pt x="3259" y="4156"/>
                  </a:cubicBezTo>
                  <a:cubicBezTo>
                    <a:pt x="3736" y="3592"/>
                    <a:pt x="3718" y="3198"/>
                    <a:pt x="3271" y="2645"/>
                  </a:cubicBezTo>
                  <a:cubicBezTo>
                    <a:pt x="2569" y="1776"/>
                    <a:pt x="1833" y="927"/>
                    <a:pt x="1102" y="82"/>
                  </a:cubicBezTo>
                  <a:cubicBezTo>
                    <a:pt x="1054" y="29"/>
                    <a:pt x="983" y="0"/>
                    <a:pt x="912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09" name="Google Shape;9409;p26"/>
            <p:cNvSpPr/>
            <p:nvPr/>
          </p:nvSpPr>
          <p:spPr>
            <a:xfrm>
              <a:off x="6664042" y="326999"/>
              <a:ext cx="482409" cy="485494"/>
            </a:xfrm>
            <a:custGeom>
              <a:rect b="b" l="l" r="r" t="t"/>
              <a:pathLst>
                <a:path extrusionOk="0" h="13532" w="13446">
                  <a:moveTo>
                    <a:pt x="2810" y="0"/>
                  </a:moveTo>
                  <a:cubicBezTo>
                    <a:pt x="2498" y="0"/>
                    <a:pt x="0" y="2309"/>
                    <a:pt x="67" y="2417"/>
                  </a:cubicBezTo>
                  <a:cubicBezTo>
                    <a:pt x="435" y="3003"/>
                    <a:pt x="1087" y="3588"/>
                    <a:pt x="1527" y="4117"/>
                  </a:cubicBezTo>
                  <a:cubicBezTo>
                    <a:pt x="2258" y="4997"/>
                    <a:pt x="2746" y="6087"/>
                    <a:pt x="3089" y="7170"/>
                  </a:cubicBezTo>
                  <a:cubicBezTo>
                    <a:pt x="3662" y="8980"/>
                    <a:pt x="3797" y="11288"/>
                    <a:pt x="3201" y="13105"/>
                  </a:cubicBezTo>
                  <a:cubicBezTo>
                    <a:pt x="3169" y="13200"/>
                    <a:pt x="3199" y="13278"/>
                    <a:pt x="3252" y="13334"/>
                  </a:cubicBezTo>
                  <a:cubicBezTo>
                    <a:pt x="3280" y="13441"/>
                    <a:pt x="3384" y="13532"/>
                    <a:pt x="3499" y="13532"/>
                  </a:cubicBezTo>
                  <a:cubicBezTo>
                    <a:pt x="3548" y="13532"/>
                    <a:pt x="3599" y="13515"/>
                    <a:pt x="3648" y="13477"/>
                  </a:cubicBezTo>
                  <a:cubicBezTo>
                    <a:pt x="5565" y="11954"/>
                    <a:pt x="13042" y="5469"/>
                    <a:pt x="13372" y="4834"/>
                  </a:cubicBezTo>
                  <a:cubicBezTo>
                    <a:pt x="13406" y="4773"/>
                    <a:pt x="13406" y="4711"/>
                    <a:pt x="13392" y="4655"/>
                  </a:cubicBezTo>
                  <a:cubicBezTo>
                    <a:pt x="13446" y="4522"/>
                    <a:pt x="13384" y="4325"/>
                    <a:pt x="13197" y="4290"/>
                  </a:cubicBezTo>
                  <a:cubicBezTo>
                    <a:pt x="13022" y="4255"/>
                    <a:pt x="12847" y="4241"/>
                    <a:pt x="12672" y="4241"/>
                  </a:cubicBezTo>
                  <a:cubicBezTo>
                    <a:pt x="12227" y="4241"/>
                    <a:pt x="11783" y="4332"/>
                    <a:pt x="11342" y="4409"/>
                  </a:cubicBezTo>
                  <a:cubicBezTo>
                    <a:pt x="10969" y="4474"/>
                    <a:pt x="10579" y="4505"/>
                    <a:pt x="10182" y="4505"/>
                  </a:cubicBezTo>
                  <a:cubicBezTo>
                    <a:pt x="9292" y="4505"/>
                    <a:pt x="8374" y="4351"/>
                    <a:pt x="7565" y="4097"/>
                  </a:cubicBezTo>
                  <a:cubicBezTo>
                    <a:pt x="5539" y="3462"/>
                    <a:pt x="4175" y="1546"/>
                    <a:pt x="2835" y="9"/>
                  </a:cubicBezTo>
                  <a:cubicBezTo>
                    <a:pt x="2830" y="3"/>
                    <a:pt x="2821" y="0"/>
                    <a:pt x="28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10" name="Google Shape;9410;p26"/>
            <p:cNvSpPr/>
            <p:nvPr/>
          </p:nvSpPr>
          <p:spPr>
            <a:xfrm>
              <a:off x="6765827" y="474528"/>
              <a:ext cx="399891" cy="351671"/>
            </a:xfrm>
            <a:custGeom>
              <a:rect b="b" l="l" r="r" t="t"/>
              <a:pathLst>
                <a:path extrusionOk="0" h="9802" w="11146">
                  <a:moveTo>
                    <a:pt x="10393" y="1"/>
                  </a:moveTo>
                  <a:cubicBezTo>
                    <a:pt x="10112" y="1"/>
                    <a:pt x="3443" y="6015"/>
                    <a:pt x="280" y="8943"/>
                  </a:cubicBezTo>
                  <a:cubicBezTo>
                    <a:pt x="235" y="8985"/>
                    <a:pt x="201" y="9029"/>
                    <a:pt x="175" y="9076"/>
                  </a:cubicBezTo>
                  <a:cubicBezTo>
                    <a:pt x="0" y="9400"/>
                    <a:pt x="285" y="9802"/>
                    <a:pt x="614" y="9802"/>
                  </a:cubicBezTo>
                  <a:cubicBezTo>
                    <a:pt x="715" y="9802"/>
                    <a:pt x="821" y="9763"/>
                    <a:pt x="918" y="9673"/>
                  </a:cubicBezTo>
                  <a:cubicBezTo>
                    <a:pt x="4167" y="6667"/>
                    <a:pt x="7358" y="3625"/>
                    <a:pt x="10809" y="857"/>
                  </a:cubicBezTo>
                  <a:cubicBezTo>
                    <a:pt x="11145" y="589"/>
                    <a:pt x="10931" y="36"/>
                    <a:pt x="10521" y="9"/>
                  </a:cubicBezTo>
                  <a:lnTo>
                    <a:pt x="10394" y="1"/>
                  </a:lnTo>
                  <a:cubicBezTo>
                    <a:pt x="10394" y="1"/>
                    <a:pt x="10393" y="1"/>
                    <a:pt x="1039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411" name="Google Shape;9411;p26"/>
          <p:cNvSpPr/>
          <p:nvPr/>
        </p:nvSpPr>
        <p:spPr>
          <a:xfrm>
            <a:off x="5865550" y="1010525"/>
            <a:ext cx="388400" cy="411925"/>
          </a:xfrm>
          <a:custGeom>
            <a:rect b="b" l="l" r="r" t="t"/>
            <a:pathLst>
              <a:path extrusionOk="0" h="16477" w="15536">
                <a:moveTo>
                  <a:pt x="6847" y="1663"/>
                </a:moveTo>
                <a:cubicBezTo>
                  <a:pt x="7694" y="2699"/>
                  <a:pt x="8474" y="3796"/>
                  <a:pt x="9217" y="4915"/>
                </a:cubicBezTo>
                <a:lnTo>
                  <a:pt x="9217" y="4915"/>
                </a:lnTo>
                <a:cubicBezTo>
                  <a:pt x="8312" y="5132"/>
                  <a:pt x="7406" y="5345"/>
                  <a:pt x="6499" y="5555"/>
                </a:cubicBezTo>
                <a:lnTo>
                  <a:pt x="6499" y="5555"/>
                </a:lnTo>
                <a:cubicBezTo>
                  <a:pt x="6577" y="4254"/>
                  <a:pt x="6686" y="2956"/>
                  <a:pt x="6847" y="1663"/>
                </a:cubicBezTo>
                <a:close/>
                <a:moveTo>
                  <a:pt x="13631" y="4832"/>
                </a:moveTo>
                <a:cubicBezTo>
                  <a:pt x="13054" y="5635"/>
                  <a:pt x="12464" y="6428"/>
                  <a:pt x="11865" y="7213"/>
                </a:cubicBezTo>
                <a:lnTo>
                  <a:pt x="11865" y="7213"/>
                </a:lnTo>
                <a:cubicBezTo>
                  <a:pt x="11783" y="7081"/>
                  <a:pt x="11700" y="6949"/>
                  <a:pt x="11617" y="6817"/>
                </a:cubicBezTo>
                <a:cubicBezTo>
                  <a:pt x="11353" y="6396"/>
                  <a:pt x="11086" y="5973"/>
                  <a:pt x="10816" y="5552"/>
                </a:cubicBezTo>
                <a:lnTo>
                  <a:pt x="10816" y="5552"/>
                </a:lnTo>
                <a:cubicBezTo>
                  <a:pt x="11756" y="5320"/>
                  <a:pt x="12695" y="5082"/>
                  <a:pt x="13631" y="4832"/>
                </a:cubicBezTo>
                <a:close/>
                <a:moveTo>
                  <a:pt x="5447" y="6821"/>
                </a:moveTo>
                <a:lnTo>
                  <a:pt x="5447" y="6821"/>
                </a:lnTo>
                <a:cubicBezTo>
                  <a:pt x="5412" y="7578"/>
                  <a:pt x="5383" y="8337"/>
                  <a:pt x="5358" y="9095"/>
                </a:cubicBezTo>
                <a:lnTo>
                  <a:pt x="5358" y="9095"/>
                </a:lnTo>
                <a:cubicBezTo>
                  <a:pt x="4278" y="8603"/>
                  <a:pt x="3200" y="8103"/>
                  <a:pt x="2127" y="7595"/>
                </a:cubicBezTo>
                <a:lnTo>
                  <a:pt x="2127" y="7595"/>
                </a:lnTo>
                <a:cubicBezTo>
                  <a:pt x="3233" y="7333"/>
                  <a:pt x="4340" y="7077"/>
                  <a:pt x="5447" y="6821"/>
                </a:cubicBezTo>
                <a:close/>
                <a:moveTo>
                  <a:pt x="9795" y="5801"/>
                </a:moveTo>
                <a:cubicBezTo>
                  <a:pt x="10147" y="6347"/>
                  <a:pt x="10492" y="6896"/>
                  <a:pt x="10833" y="7443"/>
                </a:cubicBezTo>
                <a:cubicBezTo>
                  <a:pt x="10961" y="7647"/>
                  <a:pt x="11089" y="7852"/>
                  <a:pt x="11216" y="8057"/>
                </a:cubicBezTo>
                <a:lnTo>
                  <a:pt x="11216" y="8057"/>
                </a:lnTo>
                <a:cubicBezTo>
                  <a:pt x="10515" y="8963"/>
                  <a:pt x="9804" y="9861"/>
                  <a:pt x="9090" y="10757"/>
                </a:cubicBezTo>
                <a:lnTo>
                  <a:pt x="9090" y="10757"/>
                </a:lnTo>
                <a:cubicBezTo>
                  <a:pt x="8168" y="10356"/>
                  <a:pt x="7249" y="9949"/>
                  <a:pt x="6332" y="9536"/>
                </a:cubicBezTo>
                <a:lnTo>
                  <a:pt x="6332" y="9536"/>
                </a:lnTo>
                <a:cubicBezTo>
                  <a:pt x="6362" y="8553"/>
                  <a:pt x="6396" y="7571"/>
                  <a:pt x="6443" y="6590"/>
                </a:cubicBezTo>
                <a:lnTo>
                  <a:pt x="6443" y="6590"/>
                </a:lnTo>
                <a:cubicBezTo>
                  <a:pt x="7562" y="6331"/>
                  <a:pt x="8679" y="6070"/>
                  <a:pt x="9795" y="5801"/>
                </a:cubicBezTo>
                <a:close/>
                <a:moveTo>
                  <a:pt x="11771" y="8958"/>
                </a:moveTo>
                <a:cubicBezTo>
                  <a:pt x="12536" y="10214"/>
                  <a:pt x="13278" y="11491"/>
                  <a:pt x="13947" y="12799"/>
                </a:cubicBezTo>
                <a:lnTo>
                  <a:pt x="13947" y="12799"/>
                </a:lnTo>
                <a:cubicBezTo>
                  <a:pt x="12637" y="12267"/>
                  <a:pt x="11332" y="11721"/>
                  <a:pt x="10032" y="11163"/>
                </a:cubicBezTo>
                <a:lnTo>
                  <a:pt x="10032" y="11163"/>
                </a:lnTo>
                <a:cubicBezTo>
                  <a:pt x="10616" y="10431"/>
                  <a:pt x="11196" y="9697"/>
                  <a:pt x="11771" y="8958"/>
                </a:cubicBezTo>
                <a:close/>
                <a:moveTo>
                  <a:pt x="6300" y="10607"/>
                </a:moveTo>
                <a:cubicBezTo>
                  <a:pt x="7016" y="10927"/>
                  <a:pt x="7732" y="11244"/>
                  <a:pt x="8451" y="11557"/>
                </a:cubicBezTo>
                <a:lnTo>
                  <a:pt x="8451" y="11557"/>
                </a:lnTo>
                <a:cubicBezTo>
                  <a:pt x="7691" y="12508"/>
                  <a:pt x="6929" y="13457"/>
                  <a:pt x="6174" y="14413"/>
                </a:cubicBezTo>
                <a:lnTo>
                  <a:pt x="6174" y="14413"/>
                </a:lnTo>
                <a:cubicBezTo>
                  <a:pt x="6229" y="13146"/>
                  <a:pt x="6264" y="11877"/>
                  <a:pt x="6300" y="10607"/>
                </a:cubicBezTo>
                <a:close/>
                <a:moveTo>
                  <a:pt x="6513" y="1"/>
                </a:moveTo>
                <a:cubicBezTo>
                  <a:pt x="6290" y="1"/>
                  <a:pt x="6060" y="131"/>
                  <a:pt x="6026" y="362"/>
                </a:cubicBezTo>
                <a:cubicBezTo>
                  <a:pt x="5760" y="2163"/>
                  <a:pt x="5604" y="3972"/>
                  <a:pt x="5501" y="5786"/>
                </a:cubicBezTo>
                <a:lnTo>
                  <a:pt x="5501" y="5786"/>
                </a:lnTo>
                <a:cubicBezTo>
                  <a:pt x="3837" y="6171"/>
                  <a:pt x="2172" y="6555"/>
                  <a:pt x="511" y="6958"/>
                </a:cubicBezTo>
                <a:cubicBezTo>
                  <a:pt x="115" y="7055"/>
                  <a:pt x="1" y="7681"/>
                  <a:pt x="393" y="7868"/>
                </a:cubicBezTo>
                <a:cubicBezTo>
                  <a:pt x="2028" y="8652"/>
                  <a:pt x="3672" y="9419"/>
                  <a:pt x="5324" y="10167"/>
                </a:cubicBezTo>
                <a:lnTo>
                  <a:pt x="5324" y="10167"/>
                </a:lnTo>
                <a:cubicBezTo>
                  <a:pt x="5265" y="12097"/>
                  <a:pt x="5213" y="14027"/>
                  <a:pt x="5099" y="15951"/>
                </a:cubicBezTo>
                <a:cubicBezTo>
                  <a:pt x="5085" y="16196"/>
                  <a:pt x="5221" y="16347"/>
                  <a:pt x="5397" y="16404"/>
                </a:cubicBezTo>
                <a:lnTo>
                  <a:pt x="5397" y="16404"/>
                </a:lnTo>
                <a:cubicBezTo>
                  <a:pt x="5468" y="16450"/>
                  <a:pt x="5548" y="16477"/>
                  <a:pt x="5628" y="16477"/>
                </a:cubicBezTo>
                <a:cubicBezTo>
                  <a:pt x="5740" y="16477"/>
                  <a:pt x="5853" y="16426"/>
                  <a:pt x="5948" y="16303"/>
                </a:cubicBezTo>
                <a:cubicBezTo>
                  <a:pt x="7084" y="14845"/>
                  <a:pt x="8241" y="13406"/>
                  <a:pt x="9393" y="11965"/>
                </a:cubicBezTo>
                <a:lnTo>
                  <a:pt x="9393" y="11965"/>
                </a:lnTo>
                <a:cubicBezTo>
                  <a:pt x="11196" y="12741"/>
                  <a:pt x="13009" y="13494"/>
                  <a:pt x="14832" y="14222"/>
                </a:cubicBezTo>
                <a:cubicBezTo>
                  <a:pt x="14891" y="14245"/>
                  <a:pt x="14947" y="14256"/>
                  <a:pt x="14999" y="14256"/>
                </a:cubicBezTo>
                <a:cubicBezTo>
                  <a:pt x="15344" y="14256"/>
                  <a:pt x="15535" y="13791"/>
                  <a:pt x="15394" y="13491"/>
                </a:cubicBezTo>
                <a:cubicBezTo>
                  <a:pt x="14529" y="11640"/>
                  <a:pt x="13496" y="9859"/>
                  <a:pt x="12424" y="8114"/>
                </a:cubicBezTo>
                <a:lnTo>
                  <a:pt x="12424" y="8114"/>
                </a:lnTo>
                <a:cubicBezTo>
                  <a:pt x="13397" y="6844"/>
                  <a:pt x="14350" y="5557"/>
                  <a:pt x="15264" y="4238"/>
                </a:cubicBezTo>
                <a:cubicBezTo>
                  <a:pt x="15493" y="3909"/>
                  <a:pt x="15177" y="3491"/>
                  <a:pt x="14822" y="3491"/>
                </a:cubicBezTo>
                <a:cubicBezTo>
                  <a:pt x="14782" y="3491"/>
                  <a:pt x="14741" y="3496"/>
                  <a:pt x="14701" y="3507"/>
                </a:cubicBezTo>
                <a:cubicBezTo>
                  <a:pt x="13221" y="3921"/>
                  <a:pt x="11733" y="4302"/>
                  <a:pt x="10242" y="4667"/>
                </a:cubicBezTo>
                <a:lnTo>
                  <a:pt x="10242" y="4667"/>
                </a:lnTo>
                <a:cubicBezTo>
                  <a:pt x="9206" y="3091"/>
                  <a:pt x="8105" y="1549"/>
                  <a:pt x="6860" y="143"/>
                </a:cubicBezTo>
                <a:cubicBezTo>
                  <a:pt x="6774" y="46"/>
                  <a:pt x="6645" y="1"/>
                  <a:pt x="6513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12" name="Google Shape;9412;p26"/>
          <p:cNvSpPr/>
          <p:nvPr/>
        </p:nvSpPr>
        <p:spPr>
          <a:xfrm>
            <a:off x="7934475" y="805838"/>
            <a:ext cx="176025" cy="165050"/>
          </a:xfrm>
          <a:custGeom>
            <a:rect b="b" l="l" r="r" t="t"/>
            <a:pathLst>
              <a:path extrusionOk="0" h="6602" w="7041">
                <a:moveTo>
                  <a:pt x="4935" y="1378"/>
                </a:moveTo>
                <a:cubicBezTo>
                  <a:pt x="4939" y="1380"/>
                  <a:pt x="4948" y="1387"/>
                  <a:pt x="4965" y="1400"/>
                </a:cubicBezTo>
                <a:cubicBezTo>
                  <a:pt x="4955" y="1392"/>
                  <a:pt x="4945" y="1385"/>
                  <a:pt x="4935" y="1378"/>
                </a:cubicBezTo>
                <a:close/>
                <a:moveTo>
                  <a:pt x="1630" y="1762"/>
                </a:moveTo>
                <a:lnTo>
                  <a:pt x="1630" y="1762"/>
                </a:lnTo>
                <a:cubicBezTo>
                  <a:pt x="1621" y="1773"/>
                  <a:pt x="1618" y="1778"/>
                  <a:pt x="1618" y="1778"/>
                </a:cubicBezTo>
                <a:cubicBezTo>
                  <a:pt x="1618" y="1778"/>
                  <a:pt x="1623" y="1771"/>
                  <a:pt x="1630" y="1762"/>
                </a:cubicBezTo>
                <a:close/>
                <a:moveTo>
                  <a:pt x="3639" y="986"/>
                </a:moveTo>
                <a:cubicBezTo>
                  <a:pt x="4036" y="986"/>
                  <a:pt x="4418" y="1072"/>
                  <a:pt x="4734" y="1250"/>
                </a:cubicBezTo>
                <a:cubicBezTo>
                  <a:pt x="4786" y="1280"/>
                  <a:pt x="4839" y="1313"/>
                  <a:pt x="4890" y="1347"/>
                </a:cubicBezTo>
                <a:cubicBezTo>
                  <a:pt x="4906" y="1357"/>
                  <a:pt x="4921" y="1367"/>
                  <a:pt x="4935" y="1378"/>
                </a:cubicBezTo>
                <a:lnTo>
                  <a:pt x="4935" y="1378"/>
                </a:lnTo>
                <a:cubicBezTo>
                  <a:pt x="4934" y="1377"/>
                  <a:pt x="4933" y="1376"/>
                  <a:pt x="4933" y="1376"/>
                </a:cubicBezTo>
                <a:lnTo>
                  <a:pt x="4933" y="1376"/>
                </a:lnTo>
                <a:cubicBezTo>
                  <a:pt x="4934" y="1376"/>
                  <a:pt x="4964" y="1397"/>
                  <a:pt x="4972" y="1404"/>
                </a:cubicBezTo>
                <a:cubicBezTo>
                  <a:pt x="5081" y="1495"/>
                  <a:pt x="5182" y="1594"/>
                  <a:pt x="5275" y="1701"/>
                </a:cubicBezTo>
                <a:cubicBezTo>
                  <a:pt x="5296" y="1724"/>
                  <a:pt x="5315" y="1747"/>
                  <a:pt x="5332" y="1771"/>
                </a:cubicBezTo>
                <a:cubicBezTo>
                  <a:pt x="5336" y="1776"/>
                  <a:pt x="5339" y="1780"/>
                  <a:pt x="5342" y="1782"/>
                </a:cubicBezTo>
                <a:lnTo>
                  <a:pt x="5342" y="1782"/>
                </a:lnTo>
                <a:cubicBezTo>
                  <a:pt x="5378" y="1835"/>
                  <a:pt x="5414" y="1889"/>
                  <a:pt x="5446" y="1943"/>
                </a:cubicBezTo>
                <a:cubicBezTo>
                  <a:pt x="5477" y="1994"/>
                  <a:pt x="5507" y="2045"/>
                  <a:pt x="5534" y="2097"/>
                </a:cubicBezTo>
                <a:cubicBezTo>
                  <a:pt x="5548" y="2126"/>
                  <a:pt x="5603" y="2244"/>
                  <a:pt x="5604" y="2244"/>
                </a:cubicBezTo>
                <a:cubicBezTo>
                  <a:pt x="5605" y="2244"/>
                  <a:pt x="5604" y="2244"/>
                  <a:pt x="5604" y="2242"/>
                </a:cubicBezTo>
                <a:lnTo>
                  <a:pt x="5604" y="2242"/>
                </a:lnTo>
                <a:cubicBezTo>
                  <a:pt x="5646" y="2347"/>
                  <a:pt x="5682" y="2454"/>
                  <a:pt x="5711" y="2561"/>
                </a:cubicBezTo>
                <a:cubicBezTo>
                  <a:pt x="5726" y="2620"/>
                  <a:pt x="5741" y="2679"/>
                  <a:pt x="5751" y="2738"/>
                </a:cubicBezTo>
                <a:cubicBezTo>
                  <a:pt x="5756" y="2758"/>
                  <a:pt x="5778" y="2901"/>
                  <a:pt x="5781" y="2901"/>
                </a:cubicBezTo>
                <a:cubicBezTo>
                  <a:pt x="5781" y="2901"/>
                  <a:pt x="5781" y="2892"/>
                  <a:pt x="5779" y="2872"/>
                </a:cubicBezTo>
                <a:lnTo>
                  <a:pt x="5779" y="2872"/>
                </a:lnTo>
                <a:cubicBezTo>
                  <a:pt x="5793" y="2999"/>
                  <a:pt x="5800" y="3127"/>
                  <a:pt x="5800" y="3256"/>
                </a:cubicBezTo>
                <a:cubicBezTo>
                  <a:pt x="5798" y="3323"/>
                  <a:pt x="5796" y="3393"/>
                  <a:pt x="5791" y="3460"/>
                </a:cubicBezTo>
                <a:cubicBezTo>
                  <a:pt x="5787" y="3518"/>
                  <a:pt x="5781" y="3572"/>
                  <a:pt x="5780" y="3582"/>
                </a:cubicBezTo>
                <a:lnTo>
                  <a:pt x="5780" y="3582"/>
                </a:lnTo>
                <a:cubicBezTo>
                  <a:pt x="5759" y="3706"/>
                  <a:pt x="5734" y="3831"/>
                  <a:pt x="5699" y="3953"/>
                </a:cubicBezTo>
                <a:cubicBezTo>
                  <a:pt x="5682" y="4012"/>
                  <a:pt x="5663" y="4069"/>
                  <a:pt x="5642" y="4126"/>
                </a:cubicBezTo>
                <a:cubicBezTo>
                  <a:pt x="5631" y="4155"/>
                  <a:pt x="5621" y="4183"/>
                  <a:pt x="5610" y="4212"/>
                </a:cubicBezTo>
                <a:cubicBezTo>
                  <a:pt x="5606" y="4223"/>
                  <a:pt x="5602" y="4232"/>
                  <a:pt x="5600" y="4238"/>
                </a:cubicBezTo>
                <a:lnTo>
                  <a:pt x="5600" y="4238"/>
                </a:lnTo>
                <a:cubicBezTo>
                  <a:pt x="5597" y="4244"/>
                  <a:pt x="5593" y="4252"/>
                  <a:pt x="5589" y="4261"/>
                </a:cubicBezTo>
                <a:cubicBezTo>
                  <a:pt x="5534" y="4370"/>
                  <a:pt x="5477" y="4478"/>
                  <a:pt x="5412" y="4581"/>
                </a:cubicBezTo>
                <a:cubicBezTo>
                  <a:pt x="5311" y="4737"/>
                  <a:pt x="5324" y="4720"/>
                  <a:pt x="5189" y="4863"/>
                </a:cubicBezTo>
                <a:cubicBezTo>
                  <a:pt x="4814" y="5261"/>
                  <a:pt x="4355" y="5476"/>
                  <a:pt x="3756" y="5573"/>
                </a:cubicBezTo>
                <a:cubicBezTo>
                  <a:pt x="3620" y="5595"/>
                  <a:pt x="3482" y="5605"/>
                  <a:pt x="3344" y="5605"/>
                </a:cubicBezTo>
                <a:cubicBezTo>
                  <a:pt x="2954" y="5605"/>
                  <a:pt x="2572" y="5519"/>
                  <a:pt x="2265" y="5346"/>
                </a:cubicBezTo>
                <a:cubicBezTo>
                  <a:pt x="2214" y="5316"/>
                  <a:pt x="2164" y="5285"/>
                  <a:pt x="2113" y="5253"/>
                </a:cubicBezTo>
                <a:cubicBezTo>
                  <a:pt x="2098" y="5243"/>
                  <a:pt x="2015" y="5180"/>
                  <a:pt x="2013" y="5180"/>
                </a:cubicBezTo>
                <a:lnTo>
                  <a:pt x="2013" y="5180"/>
                </a:lnTo>
                <a:cubicBezTo>
                  <a:pt x="2013" y="5180"/>
                  <a:pt x="2019" y="5186"/>
                  <a:pt x="2037" y="5200"/>
                </a:cubicBezTo>
                <a:cubicBezTo>
                  <a:pt x="1930" y="5114"/>
                  <a:pt x="1831" y="5019"/>
                  <a:pt x="1740" y="4916"/>
                </a:cubicBezTo>
                <a:cubicBezTo>
                  <a:pt x="1728" y="4902"/>
                  <a:pt x="1675" y="4837"/>
                  <a:pt x="1657" y="4816"/>
                </a:cubicBezTo>
                <a:lnTo>
                  <a:pt x="1657" y="4816"/>
                </a:lnTo>
                <a:cubicBezTo>
                  <a:pt x="1647" y="4801"/>
                  <a:pt x="1584" y="4711"/>
                  <a:pt x="1570" y="4688"/>
                </a:cubicBezTo>
                <a:cubicBezTo>
                  <a:pt x="1500" y="4579"/>
                  <a:pt x="1439" y="4465"/>
                  <a:pt x="1382" y="4347"/>
                </a:cubicBezTo>
                <a:cubicBezTo>
                  <a:pt x="1372" y="4327"/>
                  <a:pt x="1369" y="4322"/>
                  <a:pt x="1368" y="4322"/>
                </a:cubicBezTo>
                <a:lnTo>
                  <a:pt x="1368" y="4322"/>
                </a:lnTo>
                <a:cubicBezTo>
                  <a:pt x="1368" y="4322"/>
                  <a:pt x="1368" y="4322"/>
                  <a:pt x="1368" y="4322"/>
                </a:cubicBezTo>
                <a:lnTo>
                  <a:pt x="1368" y="4322"/>
                </a:lnTo>
                <a:cubicBezTo>
                  <a:pt x="1366" y="4315"/>
                  <a:pt x="1360" y="4299"/>
                  <a:pt x="1348" y="4265"/>
                </a:cubicBezTo>
                <a:cubicBezTo>
                  <a:pt x="1329" y="4210"/>
                  <a:pt x="1308" y="4155"/>
                  <a:pt x="1291" y="4101"/>
                </a:cubicBezTo>
                <a:cubicBezTo>
                  <a:pt x="1251" y="3974"/>
                  <a:pt x="1220" y="3848"/>
                  <a:pt x="1197" y="3717"/>
                </a:cubicBezTo>
                <a:cubicBezTo>
                  <a:pt x="1192" y="3696"/>
                  <a:pt x="1179" y="3596"/>
                  <a:pt x="1178" y="3596"/>
                </a:cubicBezTo>
                <a:lnTo>
                  <a:pt x="1178" y="3596"/>
                </a:lnTo>
                <a:cubicBezTo>
                  <a:pt x="1178" y="3596"/>
                  <a:pt x="1179" y="3606"/>
                  <a:pt x="1182" y="3633"/>
                </a:cubicBezTo>
                <a:cubicBezTo>
                  <a:pt x="1173" y="3568"/>
                  <a:pt x="1167" y="3502"/>
                  <a:pt x="1165" y="3437"/>
                </a:cubicBezTo>
                <a:cubicBezTo>
                  <a:pt x="1157" y="3304"/>
                  <a:pt x="1157" y="3174"/>
                  <a:pt x="1165" y="3041"/>
                </a:cubicBezTo>
                <a:cubicBezTo>
                  <a:pt x="1167" y="3011"/>
                  <a:pt x="1179" y="2898"/>
                  <a:pt x="1181" y="2870"/>
                </a:cubicBezTo>
                <a:lnTo>
                  <a:pt x="1181" y="2870"/>
                </a:lnTo>
                <a:cubicBezTo>
                  <a:pt x="1186" y="2847"/>
                  <a:pt x="1203" y="2750"/>
                  <a:pt x="1209" y="2721"/>
                </a:cubicBezTo>
                <a:cubicBezTo>
                  <a:pt x="1239" y="2580"/>
                  <a:pt x="1281" y="2443"/>
                  <a:pt x="1327" y="2306"/>
                </a:cubicBezTo>
                <a:cubicBezTo>
                  <a:pt x="1342" y="2262"/>
                  <a:pt x="1345" y="2248"/>
                  <a:pt x="1346" y="2244"/>
                </a:cubicBezTo>
                <a:lnTo>
                  <a:pt x="1346" y="2244"/>
                </a:lnTo>
                <a:cubicBezTo>
                  <a:pt x="1348" y="2241"/>
                  <a:pt x="1355" y="2229"/>
                  <a:pt x="1376" y="2188"/>
                </a:cubicBezTo>
                <a:cubicBezTo>
                  <a:pt x="1407" y="2125"/>
                  <a:pt x="1439" y="2059"/>
                  <a:pt x="1475" y="1998"/>
                </a:cubicBezTo>
                <a:cubicBezTo>
                  <a:pt x="1511" y="1937"/>
                  <a:pt x="1551" y="1878"/>
                  <a:pt x="1588" y="1819"/>
                </a:cubicBezTo>
                <a:cubicBezTo>
                  <a:pt x="1603" y="1799"/>
                  <a:pt x="1618" y="1779"/>
                  <a:pt x="1632" y="1759"/>
                </a:cubicBezTo>
                <a:lnTo>
                  <a:pt x="1632" y="1759"/>
                </a:lnTo>
                <a:cubicBezTo>
                  <a:pt x="1639" y="1751"/>
                  <a:pt x="1646" y="1741"/>
                  <a:pt x="1654" y="1733"/>
                </a:cubicBezTo>
                <a:cubicBezTo>
                  <a:pt x="1744" y="1632"/>
                  <a:pt x="1839" y="1535"/>
                  <a:pt x="1945" y="1446"/>
                </a:cubicBezTo>
                <a:cubicBezTo>
                  <a:pt x="1949" y="1443"/>
                  <a:pt x="1952" y="1440"/>
                  <a:pt x="1955" y="1437"/>
                </a:cubicBezTo>
                <a:lnTo>
                  <a:pt x="1955" y="1437"/>
                </a:lnTo>
                <a:cubicBezTo>
                  <a:pt x="1958" y="1435"/>
                  <a:pt x="1960" y="1434"/>
                  <a:pt x="1963" y="1431"/>
                </a:cubicBezTo>
                <a:cubicBezTo>
                  <a:pt x="1993" y="1410"/>
                  <a:pt x="2022" y="1389"/>
                  <a:pt x="2054" y="1370"/>
                </a:cubicBezTo>
                <a:cubicBezTo>
                  <a:pt x="2115" y="1328"/>
                  <a:pt x="2180" y="1292"/>
                  <a:pt x="2246" y="1257"/>
                </a:cubicBezTo>
                <a:cubicBezTo>
                  <a:pt x="2372" y="1191"/>
                  <a:pt x="2412" y="1174"/>
                  <a:pt x="2604" y="1120"/>
                </a:cubicBezTo>
                <a:cubicBezTo>
                  <a:pt x="2802" y="1065"/>
                  <a:pt x="2859" y="1059"/>
                  <a:pt x="3023" y="1044"/>
                </a:cubicBezTo>
                <a:cubicBezTo>
                  <a:pt x="3046" y="1042"/>
                  <a:pt x="3069" y="1039"/>
                  <a:pt x="3092" y="1035"/>
                </a:cubicBezTo>
                <a:lnTo>
                  <a:pt x="3092" y="1035"/>
                </a:lnTo>
                <a:cubicBezTo>
                  <a:pt x="3113" y="1033"/>
                  <a:pt x="3134" y="1031"/>
                  <a:pt x="3156" y="1027"/>
                </a:cubicBezTo>
                <a:cubicBezTo>
                  <a:pt x="3317" y="1000"/>
                  <a:pt x="3479" y="986"/>
                  <a:pt x="3639" y="986"/>
                </a:cubicBezTo>
                <a:close/>
                <a:moveTo>
                  <a:pt x="3656" y="0"/>
                </a:moveTo>
                <a:cubicBezTo>
                  <a:pt x="3424" y="0"/>
                  <a:pt x="3191" y="20"/>
                  <a:pt x="2962" y="55"/>
                </a:cubicBezTo>
                <a:lnTo>
                  <a:pt x="2962" y="55"/>
                </a:lnTo>
                <a:cubicBezTo>
                  <a:pt x="1592" y="189"/>
                  <a:pt x="506" y="1128"/>
                  <a:pt x="238" y="2500"/>
                </a:cubicBezTo>
                <a:cubicBezTo>
                  <a:pt x="0" y="3730"/>
                  <a:pt x="360" y="5131"/>
                  <a:pt x="1367" y="5933"/>
                </a:cubicBezTo>
                <a:cubicBezTo>
                  <a:pt x="1934" y="6385"/>
                  <a:pt x="2656" y="6602"/>
                  <a:pt x="3382" y="6602"/>
                </a:cubicBezTo>
                <a:cubicBezTo>
                  <a:pt x="4138" y="6602"/>
                  <a:pt x="4898" y="6367"/>
                  <a:pt x="5494" y="5917"/>
                </a:cubicBezTo>
                <a:cubicBezTo>
                  <a:pt x="6607" y="5078"/>
                  <a:pt x="7041" y="3580"/>
                  <a:pt x="6659" y="2253"/>
                </a:cubicBezTo>
                <a:cubicBezTo>
                  <a:pt x="6453" y="1537"/>
                  <a:pt x="6015" y="905"/>
                  <a:pt x="5393" y="488"/>
                </a:cubicBezTo>
                <a:cubicBezTo>
                  <a:pt x="4872" y="137"/>
                  <a:pt x="4267" y="0"/>
                  <a:pt x="3656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13" name="Google Shape;9413;p26"/>
          <p:cNvSpPr/>
          <p:nvPr/>
        </p:nvSpPr>
        <p:spPr>
          <a:xfrm>
            <a:off x="6876475" y="1997425"/>
            <a:ext cx="146125" cy="136975"/>
          </a:xfrm>
          <a:custGeom>
            <a:rect b="b" l="l" r="r" t="t"/>
            <a:pathLst>
              <a:path extrusionOk="0" h="5479" w="5845">
                <a:moveTo>
                  <a:pt x="3075" y="4462"/>
                </a:moveTo>
                <a:cubicBezTo>
                  <a:pt x="3073" y="4462"/>
                  <a:pt x="3072" y="4463"/>
                  <a:pt x="3071" y="4463"/>
                </a:cubicBezTo>
                <a:lnTo>
                  <a:pt x="3071" y="4463"/>
                </a:lnTo>
                <a:cubicBezTo>
                  <a:pt x="3072" y="4463"/>
                  <a:pt x="3073" y="4462"/>
                  <a:pt x="3075" y="4462"/>
                </a:cubicBezTo>
                <a:close/>
                <a:moveTo>
                  <a:pt x="3051" y="4466"/>
                </a:moveTo>
                <a:cubicBezTo>
                  <a:pt x="3036" y="4468"/>
                  <a:pt x="3030" y="4469"/>
                  <a:pt x="3030" y="4469"/>
                </a:cubicBezTo>
                <a:cubicBezTo>
                  <a:pt x="3030" y="4469"/>
                  <a:pt x="3040" y="4467"/>
                  <a:pt x="3051" y="4466"/>
                </a:cubicBezTo>
                <a:close/>
                <a:moveTo>
                  <a:pt x="3032" y="988"/>
                </a:moveTo>
                <a:cubicBezTo>
                  <a:pt x="3081" y="988"/>
                  <a:pt x="3130" y="990"/>
                  <a:pt x="3180" y="993"/>
                </a:cubicBezTo>
                <a:cubicBezTo>
                  <a:pt x="3209" y="995"/>
                  <a:pt x="3237" y="997"/>
                  <a:pt x="3266" y="999"/>
                </a:cubicBezTo>
                <a:cubicBezTo>
                  <a:pt x="3274" y="999"/>
                  <a:pt x="3280" y="999"/>
                  <a:pt x="3284" y="1000"/>
                </a:cubicBezTo>
                <a:lnTo>
                  <a:pt x="3284" y="1000"/>
                </a:lnTo>
                <a:cubicBezTo>
                  <a:pt x="3395" y="1021"/>
                  <a:pt x="3505" y="1046"/>
                  <a:pt x="3612" y="1081"/>
                </a:cubicBezTo>
                <a:cubicBezTo>
                  <a:pt x="3641" y="1090"/>
                  <a:pt x="3709" y="1119"/>
                  <a:pt x="3711" y="1119"/>
                </a:cubicBezTo>
                <a:cubicBezTo>
                  <a:pt x="3712" y="1119"/>
                  <a:pt x="3702" y="1114"/>
                  <a:pt x="3673" y="1100"/>
                </a:cubicBezTo>
                <a:lnTo>
                  <a:pt x="3673" y="1100"/>
                </a:lnTo>
                <a:cubicBezTo>
                  <a:pt x="3730" y="1125"/>
                  <a:pt x="3787" y="1153"/>
                  <a:pt x="3841" y="1184"/>
                </a:cubicBezTo>
                <a:cubicBezTo>
                  <a:pt x="3883" y="1208"/>
                  <a:pt x="3923" y="1235"/>
                  <a:pt x="3966" y="1262"/>
                </a:cubicBezTo>
                <a:cubicBezTo>
                  <a:pt x="3985" y="1274"/>
                  <a:pt x="3997" y="1281"/>
                  <a:pt x="4005" y="1285"/>
                </a:cubicBezTo>
                <a:lnTo>
                  <a:pt x="4005" y="1285"/>
                </a:lnTo>
                <a:cubicBezTo>
                  <a:pt x="4007" y="1287"/>
                  <a:pt x="4009" y="1289"/>
                  <a:pt x="4012" y="1292"/>
                </a:cubicBezTo>
                <a:cubicBezTo>
                  <a:pt x="4096" y="1368"/>
                  <a:pt x="4181" y="1443"/>
                  <a:pt x="4254" y="1530"/>
                </a:cubicBezTo>
                <a:cubicBezTo>
                  <a:pt x="4264" y="1542"/>
                  <a:pt x="4273" y="1553"/>
                  <a:pt x="4283" y="1565"/>
                </a:cubicBezTo>
                <a:lnTo>
                  <a:pt x="4283" y="1565"/>
                </a:lnTo>
                <a:cubicBezTo>
                  <a:pt x="4284" y="1566"/>
                  <a:pt x="4285" y="1568"/>
                  <a:pt x="4286" y="1570"/>
                </a:cubicBezTo>
                <a:cubicBezTo>
                  <a:pt x="4315" y="1614"/>
                  <a:pt x="4347" y="1656"/>
                  <a:pt x="4374" y="1703"/>
                </a:cubicBezTo>
                <a:cubicBezTo>
                  <a:pt x="4400" y="1743"/>
                  <a:pt x="4423" y="1785"/>
                  <a:pt x="4444" y="1827"/>
                </a:cubicBezTo>
                <a:cubicBezTo>
                  <a:pt x="4458" y="1852"/>
                  <a:pt x="4499" y="1948"/>
                  <a:pt x="4501" y="1948"/>
                </a:cubicBezTo>
                <a:cubicBezTo>
                  <a:pt x="4501" y="1948"/>
                  <a:pt x="4497" y="1936"/>
                  <a:pt x="4484" y="1903"/>
                </a:cubicBezTo>
                <a:lnTo>
                  <a:pt x="4484" y="1903"/>
                </a:lnTo>
                <a:cubicBezTo>
                  <a:pt x="4520" y="1991"/>
                  <a:pt x="4551" y="2082"/>
                  <a:pt x="4577" y="2174"/>
                </a:cubicBezTo>
                <a:cubicBezTo>
                  <a:pt x="4589" y="2221"/>
                  <a:pt x="4600" y="2267"/>
                  <a:pt x="4610" y="2314"/>
                </a:cubicBezTo>
                <a:cubicBezTo>
                  <a:pt x="4616" y="2344"/>
                  <a:pt x="4628" y="2444"/>
                  <a:pt x="4630" y="2444"/>
                </a:cubicBezTo>
                <a:cubicBezTo>
                  <a:pt x="4631" y="2444"/>
                  <a:pt x="4630" y="2431"/>
                  <a:pt x="4627" y="2396"/>
                </a:cubicBezTo>
                <a:lnTo>
                  <a:pt x="4627" y="2396"/>
                </a:lnTo>
                <a:cubicBezTo>
                  <a:pt x="4636" y="2497"/>
                  <a:pt x="4644" y="2600"/>
                  <a:pt x="4644" y="2703"/>
                </a:cubicBezTo>
                <a:cubicBezTo>
                  <a:pt x="4642" y="2756"/>
                  <a:pt x="4642" y="2811"/>
                  <a:pt x="4638" y="2865"/>
                </a:cubicBezTo>
                <a:cubicBezTo>
                  <a:pt x="4636" y="2887"/>
                  <a:pt x="4632" y="2911"/>
                  <a:pt x="4631" y="2933"/>
                </a:cubicBezTo>
                <a:lnTo>
                  <a:pt x="4631" y="2933"/>
                </a:lnTo>
                <a:cubicBezTo>
                  <a:pt x="4631" y="2933"/>
                  <a:pt x="4631" y="2933"/>
                  <a:pt x="4631" y="2933"/>
                </a:cubicBezTo>
                <a:cubicBezTo>
                  <a:pt x="4614" y="3034"/>
                  <a:pt x="4596" y="3135"/>
                  <a:pt x="4566" y="3234"/>
                </a:cubicBezTo>
                <a:cubicBezTo>
                  <a:pt x="4553" y="3280"/>
                  <a:pt x="4537" y="3327"/>
                  <a:pt x="4522" y="3373"/>
                </a:cubicBezTo>
                <a:cubicBezTo>
                  <a:pt x="4513" y="3396"/>
                  <a:pt x="4503" y="3417"/>
                  <a:pt x="4497" y="3441"/>
                </a:cubicBezTo>
                <a:cubicBezTo>
                  <a:pt x="4496" y="3441"/>
                  <a:pt x="4496" y="3441"/>
                  <a:pt x="4496" y="3441"/>
                </a:cubicBezTo>
                <a:lnTo>
                  <a:pt x="4496" y="3441"/>
                </a:lnTo>
                <a:cubicBezTo>
                  <a:pt x="4494" y="3445"/>
                  <a:pt x="4491" y="3450"/>
                  <a:pt x="4488" y="3455"/>
                </a:cubicBezTo>
                <a:cubicBezTo>
                  <a:pt x="4440" y="3542"/>
                  <a:pt x="4400" y="3630"/>
                  <a:pt x="4347" y="3712"/>
                </a:cubicBezTo>
                <a:cubicBezTo>
                  <a:pt x="4337" y="3727"/>
                  <a:pt x="4283" y="3802"/>
                  <a:pt x="4272" y="3820"/>
                </a:cubicBezTo>
                <a:lnTo>
                  <a:pt x="4272" y="3820"/>
                </a:lnTo>
                <a:cubicBezTo>
                  <a:pt x="4267" y="3826"/>
                  <a:pt x="4263" y="3832"/>
                  <a:pt x="4261" y="3835"/>
                </a:cubicBezTo>
                <a:cubicBezTo>
                  <a:pt x="4235" y="3862"/>
                  <a:pt x="4210" y="3891"/>
                  <a:pt x="4185" y="3919"/>
                </a:cubicBezTo>
                <a:cubicBezTo>
                  <a:pt x="4151" y="3955"/>
                  <a:pt x="4115" y="3990"/>
                  <a:pt x="4077" y="4024"/>
                </a:cubicBezTo>
                <a:cubicBezTo>
                  <a:pt x="4063" y="4037"/>
                  <a:pt x="3977" y="4106"/>
                  <a:pt x="3981" y="4106"/>
                </a:cubicBezTo>
                <a:cubicBezTo>
                  <a:pt x="3982" y="4106"/>
                  <a:pt x="3992" y="4099"/>
                  <a:pt x="4016" y="4081"/>
                </a:cubicBezTo>
                <a:lnTo>
                  <a:pt x="4016" y="4081"/>
                </a:lnTo>
                <a:cubicBezTo>
                  <a:pt x="3919" y="4153"/>
                  <a:pt x="3818" y="4216"/>
                  <a:pt x="3713" y="4271"/>
                </a:cubicBezTo>
                <a:cubicBezTo>
                  <a:pt x="3692" y="4282"/>
                  <a:pt x="3605" y="4320"/>
                  <a:pt x="3609" y="4320"/>
                </a:cubicBezTo>
                <a:cubicBezTo>
                  <a:pt x="3609" y="4320"/>
                  <a:pt x="3609" y="4320"/>
                  <a:pt x="3611" y="4319"/>
                </a:cubicBezTo>
                <a:lnTo>
                  <a:pt x="3611" y="4319"/>
                </a:lnTo>
                <a:cubicBezTo>
                  <a:pt x="3569" y="4335"/>
                  <a:pt x="3527" y="4350"/>
                  <a:pt x="3483" y="4365"/>
                </a:cubicBezTo>
                <a:cubicBezTo>
                  <a:pt x="3353" y="4408"/>
                  <a:pt x="3218" y="4437"/>
                  <a:pt x="3083" y="4460"/>
                </a:cubicBezTo>
                <a:cubicBezTo>
                  <a:pt x="3075" y="4462"/>
                  <a:pt x="3068" y="4463"/>
                  <a:pt x="3062" y="4464"/>
                </a:cubicBezTo>
                <a:lnTo>
                  <a:pt x="3062" y="4464"/>
                </a:lnTo>
                <a:cubicBezTo>
                  <a:pt x="3028" y="4467"/>
                  <a:pt x="2994" y="4471"/>
                  <a:pt x="2959" y="4473"/>
                </a:cubicBezTo>
                <a:cubicBezTo>
                  <a:pt x="2900" y="4477"/>
                  <a:pt x="2841" y="4481"/>
                  <a:pt x="2782" y="4481"/>
                </a:cubicBezTo>
                <a:cubicBezTo>
                  <a:pt x="2718" y="4481"/>
                  <a:pt x="2653" y="4479"/>
                  <a:pt x="2590" y="4475"/>
                </a:cubicBezTo>
                <a:cubicBezTo>
                  <a:pt x="2563" y="4473"/>
                  <a:pt x="2536" y="4471"/>
                  <a:pt x="2509" y="4469"/>
                </a:cubicBezTo>
                <a:lnTo>
                  <a:pt x="2509" y="4469"/>
                </a:lnTo>
                <a:cubicBezTo>
                  <a:pt x="2506" y="4468"/>
                  <a:pt x="2503" y="4467"/>
                  <a:pt x="2499" y="4467"/>
                </a:cubicBezTo>
                <a:cubicBezTo>
                  <a:pt x="2392" y="4445"/>
                  <a:pt x="2287" y="4422"/>
                  <a:pt x="2181" y="4389"/>
                </a:cubicBezTo>
                <a:cubicBezTo>
                  <a:pt x="2154" y="4379"/>
                  <a:pt x="2102" y="4357"/>
                  <a:pt x="2090" y="4352"/>
                </a:cubicBezTo>
                <a:lnTo>
                  <a:pt x="2090" y="4352"/>
                </a:lnTo>
                <a:cubicBezTo>
                  <a:pt x="2048" y="4332"/>
                  <a:pt x="2007" y="4312"/>
                  <a:pt x="1966" y="4290"/>
                </a:cubicBezTo>
                <a:cubicBezTo>
                  <a:pt x="1924" y="4266"/>
                  <a:pt x="1884" y="4241"/>
                  <a:pt x="1844" y="4214"/>
                </a:cubicBezTo>
                <a:cubicBezTo>
                  <a:pt x="1820" y="4198"/>
                  <a:pt x="1770" y="4158"/>
                  <a:pt x="1769" y="4158"/>
                </a:cubicBezTo>
                <a:lnTo>
                  <a:pt x="1769" y="4158"/>
                </a:lnTo>
                <a:cubicBezTo>
                  <a:pt x="1769" y="4158"/>
                  <a:pt x="1769" y="4158"/>
                  <a:pt x="1770" y="4159"/>
                </a:cubicBezTo>
                <a:lnTo>
                  <a:pt x="1770" y="4159"/>
                </a:lnTo>
                <a:cubicBezTo>
                  <a:pt x="1698" y="4097"/>
                  <a:pt x="1630" y="4032"/>
                  <a:pt x="1566" y="3961"/>
                </a:cubicBezTo>
                <a:cubicBezTo>
                  <a:pt x="1559" y="3952"/>
                  <a:pt x="1523" y="3908"/>
                  <a:pt x="1505" y="3886"/>
                </a:cubicBezTo>
                <a:lnTo>
                  <a:pt x="1505" y="3886"/>
                </a:lnTo>
                <a:cubicBezTo>
                  <a:pt x="1487" y="3859"/>
                  <a:pt x="1452" y="3809"/>
                  <a:pt x="1446" y="3799"/>
                </a:cubicBezTo>
                <a:cubicBezTo>
                  <a:pt x="1389" y="3710"/>
                  <a:pt x="1347" y="3618"/>
                  <a:pt x="1296" y="3525"/>
                </a:cubicBezTo>
                <a:cubicBezTo>
                  <a:pt x="1293" y="3520"/>
                  <a:pt x="1291" y="3516"/>
                  <a:pt x="1289" y="3513"/>
                </a:cubicBezTo>
                <a:lnTo>
                  <a:pt x="1289" y="3513"/>
                </a:lnTo>
                <a:cubicBezTo>
                  <a:pt x="1287" y="3505"/>
                  <a:pt x="1284" y="3496"/>
                  <a:pt x="1280" y="3485"/>
                </a:cubicBezTo>
                <a:cubicBezTo>
                  <a:pt x="1263" y="3441"/>
                  <a:pt x="1248" y="3396"/>
                  <a:pt x="1233" y="3352"/>
                </a:cubicBezTo>
                <a:cubicBezTo>
                  <a:pt x="1202" y="3251"/>
                  <a:pt x="1176" y="3150"/>
                  <a:pt x="1157" y="3047"/>
                </a:cubicBezTo>
                <a:cubicBezTo>
                  <a:pt x="1153" y="3023"/>
                  <a:pt x="1148" y="2988"/>
                  <a:pt x="1146" y="2969"/>
                </a:cubicBezTo>
                <a:lnTo>
                  <a:pt x="1146" y="2969"/>
                </a:lnTo>
                <a:cubicBezTo>
                  <a:pt x="1142" y="2928"/>
                  <a:pt x="1138" y="2887"/>
                  <a:pt x="1134" y="2847"/>
                </a:cubicBezTo>
                <a:cubicBezTo>
                  <a:pt x="1128" y="2743"/>
                  <a:pt x="1130" y="2638"/>
                  <a:pt x="1136" y="2533"/>
                </a:cubicBezTo>
                <a:cubicBezTo>
                  <a:pt x="1138" y="2513"/>
                  <a:pt x="1146" y="2433"/>
                  <a:pt x="1149" y="2401"/>
                </a:cubicBezTo>
                <a:lnTo>
                  <a:pt x="1149" y="2401"/>
                </a:lnTo>
                <a:cubicBezTo>
                  <a:pt x="1155" y="2369"/>
                  <a:pt x="1164" y="2316"/>
                  <a:pt x="1166" y="2301"/>
                </a:cubicBezTo>
                <a:cubicBezTo>
                  <a:pt x="1191" y="2189"/>
                  <a:pt x="1225" y="2080"/>
                  <a:pt x="1261" y="1970"/>
                </a:cubicBezTo>
                <a:cubicBezTo>
                  <a:pt x="1267" y="1952"/>
                  <a:pt x="1270" y="1940"/>
                  <a:pt x="1272" y="1933"/>
                </a:cubicBezTo>
                <a:lnTo>
                  <a:pt x="1272" y="1933"/>
                </a:lnTo>
                <a:cubicBezTo>
                  <a:pt x="1276" y="1925"/>
                  <a:pt x="1282" y="1914"/>
                  <a:pt x="1290" y="1898"/>
                </a:cubicBezTo>
                <a:cubicBezTo>
                  <a:pt x="1315" y="1848"/>
                  <a:pt x="1341" y="1797"/>
                  <a:pt x="1370" y="1747"/>
                </a:cubicBezTo>
                <a:cubicBezTo>
                  <a:pt x="1398" y="1698"/>
                  <a:pt x="1429" y="1652"/>
                  <a:pt x="1461" y="1604"/>
                </a:cubicBezTo>
                <a:cubicBezTo>
                  <a:pt x="1470" y="1590"/>
                  <a:pt x="1476" y="1580"/>
                  <a:pt x="1480" y="1574"/>
                </a:cubicBezTo>
                <a:lnTo>
                  <a:pt x="1480" y="1574"/>
                </a:lnTo>
                <a:cubicBezTo>
                  <a:pt x="1484" y="1570"/>
                  <a:pt x="1489" y="1565"/>
                  <a:pt x="1497" y="1557"/>
                </a:cubicBezTo>
                <a:cubicBezTo>
                  <a:pt x="1572" y="1477"/>
                  <a:pt x="1648" y="1401"/>
                  <a:pt x="1728" y="1328"/>
                </a:cubicBezTo>
                <a:cubicBezTo>
                  <a:pt x="1729" y="1327"/>
                  <a:pt x="1729" y="1327"/>
                  <a:pt x="1730" y="1326"/>
                </a:cubicBezTo>
                <a:lnTo>
                  <a:pt x="1730" y="1326"/>
                </a:lnTo>
                <a:cubicBezTo>
                  <a:pt x="1753" y="1312"/>
                  <a:pt x="1774" y="1295"/>
                  <a:pt x="1796" y="1281"/>
                </a:cubicBezTo>
                <a:cubicBezTo>
                  <a:pt x="1846" y="1248"/>
                  <a:pt x="1899" y="1218"/>
                  <a:pt x="1952" y="1191"/>
                </a:cubicBezTo>
                <a:cubicBezTo>
                  <a:pt x="1973" y="1180"/>
                  <a:pt x="1996" y="1170"/>
                  <a:pt x="2015" y="1159"/>
                </a:cubicBezTo>
                <a:cubicBezTo>
                  <a:pt x="2019" y="1157"/>
                  <a:pt x="2023" y="1154"/>
                  <a:pt x="2026" y="1152"/>
                </a:cubicBezTo>
                <a:lnTo>
                  <a:pt x="2026" y="1152"/>
                </a:lnTo>
                <a:cubicBezTo>
                  <a:pt x="2028" y="1152"/>
                  <a:pt x="2030" y="1151"/>
                  <a:pt x="2032" y="1151"/>
                </a:cubicBezTo>
                <a:cubicBezTo>
                  <a:pt x="2093" y="1132"/>
                  <a:pt x="2152" y="1108"/>
                  <a:pt x="2213" y="1092"/>
                </a:cubicBezTo>
                <a:cubicBezTo>
                  <a:pt x="2272" y="1075"/>
                  <a:pt x="2329" y="1064"/>
                  <a:pt x="2388" y="1052"/>
                </a:cubicBezTo>
                <a:cubicBezTo>
                  <a:pt x="2406" y="1047"/>
                  <a:pt x="2452" y="1041"/>
                  <a:pt x="2450" y="1041"/>
                </a:cubicBezTo>
                <a:lnTo>
                  <a:pt x="2450" y="1041"/>
                </a:lnTo>
                <a:cubicBezTo>
                  <a:pt x="2449" y="1041"/>
                  <a:pt x="2434" y="1042"/>
                  <a:pt x="2396" y="1047"/>
                </a:cubicBezTo>
                <a:cubicBezTo>
                  <a:pt x="2438" y="1041"/>
                  <a:pt x="2480" y="1037"/>
                  <a:pt x="2523" y="1035"/>
                </a:cubicBezTo>
                <a:cubicBezTo>
                  <a:pt x="2551" y="1033"/>
                  <a:pt x="2579" y="1028"/>
                  <a:pt x="2607" y="1022"/>
                </a:cubicBezTo>
                <a:lnTo>
                  <a:pt x="2607" y="1022"/>
                </a:lnTo>
                <a:cubicBezTo>
                  <a:pt x="2623" y="1021"/>
                  <a:pt x="2639" y="1018"/>
                  <a:pt x="2655" y="1016"/>
                </a:cubicBezTo>
                <a:cubicBezTo>
                  <a:pt x="2677" y="1012"/>
                  <a:pt x="2699" y="1009"/>
                  <a:pt x="2720" y="1006"/>
                </a:cubicBezTo>
                <a:lnTo>
                  <a:pt x="2720" y="1006"/>
                </a:lnTo>
                <a:cubicBezTo>
                  <a:pt x="2727" y="1005"/>
                  <a:pt x="2777" y="1000"/>
                  <a:pt x="2792" y="999"/>
                </a:cubicBezTo>
                <a:cubicBezTo>
                  <a:pt x="2853" y="995"/>
                  <a:pt x="2917" y="991"/>
                  <a:pt x="2978" y="988"/>
                </a:cubicBezTo>
                <a:cubicBezTo>
                  <a:pt x="2996" y="988"/>
                  <a:pt x="3014" y="988"/>
                  <a:pt x="3032" y="988"/>
                </a:cubicBezTo>
                <a:close/>
                <a:moveTo>
                  <a:pt x="3031" y="0"/>
                </a:moveTo>
                <a:cubicBezTo>
                  <a:pt x="2841" y="0"/>
                  <a:pt x="2651" y="16"/>
                  <a:pt x="2463" y="44"/>
                </a:cubicBezTo>
                <a:lnTo>
                  <a:pt x="2463" y="44"/>
                </a:lnTo>
                <a:cubicBezTo>
                  <a:pt x="1887" y="101"/>
                  <a:pt x="1345" y="305"/>
                  <a:pt x="921" y="715"/>
                </a:cubicBezTo>
                <a:cubicBezTo>
                  <a:pt x="551" y="1073"/>
                  <a:pt x="298" y="1566"/>
                  <a:pt x="199" y="2071"/>
                </a:cubicBezTo>
                <a:cubicBezTo>
                  <a:pt x="1" y="3089"/>
                  <a:pt x="296" y="4250"/>
                  <a:pt x="1128" y="4915"/>
                </a:cubicBezTo>
                <a:cubicBezTo>
                  <a:pt x="1602" y="5295"/>
                  <a:pt x="2207" y="5479"/>
                  <a:pt x="2815" y="5479"/>
                </a:cubicBezTo>
                <a:cubicBezTo>
                  <a:pt x="3435" y="5479"/>
                  <a:pt x="4059" y="5288"/>
                  <a:pt x="4551" y="4917"/>
                </a:cubicBezTo>
                <a:cubicBezTo>
                  <a:pt x="5478" y="4222"/>
                  <a:pt x="5845" y="2981"/>
                  <a:pt x="5529" y="1873"/>
                </a:cubicBezTo>
                <a:cubicBezTo>
                  <a:pt x="5356" y="1275"/>
                  <a:pt x="4989" y="750"/>
                  <a:pt x="4469" y="401"/>
                </a:cubicBezTo>
                <a:cubicBezTo>
                  <a:pt x="4037" y="112"/>
                  <a:pt x="3537" y="0"/>
                  <a:pt x="3031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BLANK_1_1_1_1_1_1_1_1">
    <p:bg>
      <p:bgPr>
        <a:solidFill>
          <a:srgbClr val="79CDBE"/>
        </a:solidFill>
      </p:bgPr>
    </p:bg>
    <p:spTree>
      <p:nvGrpSpPr>
        <p:cNvPr id="9414" name="Shape 9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415" name="Google Shape;9415;p27"/>
          <p:cNvGrpSpPr/>
          <p:nvPr/>
        </p:nvGrpSpPr>
        <p:grpSpPr>
          <a:xfrm>
            <a:off x="0" y="0"/>
            <a:ext cx="9144125" cy="5143391"/>
            <a:chOff x="0" y="0"/>
            <a:chExt cx="9144125" cy="5143391"/>
          </a:xfrm>
        </p:grpSpPr>
        <p:sp>
          <p:nvSpPr>
            <p:cNvPr id="9416" name="Google Shape;9416;p27"/>
            <p:cNvSpPr/>
            <p:nvPr/>
          </p:nvSpPr>
          <p:spPr>
            <a:xfrm>
              <a:off x="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17" name="Google Shape;9417;p27"/>
            <p:cNvSpPr/>
            <p:nvPr/>
          </p:nvSpPr>
          <p:spPr>
            <a:xfrm>
              <a:off x="38100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18" name="Google Shape;9418;p27"/>
            <p:cNvSpPr/>
            <p:nvPr/>
          </p:nvSpPr>
          <p:spPr>
            <a:xfrm>
              <a:off x="76201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19" name="Google Shape;9419;p27"/>
            <p:cNvSpPr/>
            <p:nvPr/>
          </p:nvSpPr>
          <p:spPr>
            <a:xfrm>
              <a:off x="114301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20" name="Google Shape;9420;p27"/>
            <p:cNvSpPr/>
            <p:nvPr/>
          </p:nvSpPr>
          <p:spPr>
            <a:xfrm>
              <a:off x="152402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21" name="Google Shape;9421;p27"/>
            <p:cNvSpPr/>
            <p:nvPr/>
          </p:nvSpPr>
          <p:spPr>
            <a:xfrm>
              <a:off x="190502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22" name="Google Shape;9422;p27"/>
            <p:cNvSpPr/>
            <p:nvPr/>
          </p:nvSpPr>
          <p:spPr>
            <a:xfrm>
              <a:off x="228603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23" name="Google Shape;9423;p27"/>
            <p:cNvSpPr/>
            <p:nvPr/>
          </p:nvSpPr>
          <p:spPr>
            <a:xfrm>
              <a:off x="266703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24" name="Google Shape;9424;p27"/>
            <p:cNvSpPr/>
            <p:nvPr/>
          </p:nvSpPr>
          <p:spPr>
            <a:xfrm>
              <a:off x="304804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25" name="Google Shape;9425;p27"/>
            <p:cNvSpPr/>
            <p:nvPr/>
          </p:nvSpPr>
          <p:spPr>
            <a:xfrm>
              <a:off x="342904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26" name="Google Shape;9426;p27"/>
            <p:cNvSpPr/>
            <p:nvPr/>
          </p:nvSpPr>
          <p:spPr>
            <a:xfrm>
              <a:off x="381005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27" name="Google Shape;9427;p27"/>
            <p:cNvSpPr/>
            <p:nvPr/>
          </p:nvSpPr>
          <p:spPr>
            <a:xfrm>
              <a:off x="419105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28" name="Google Shape;9428;p27"/>
            <p:cNvSpPr/>
            <p:nvPr/>
          </p:nvSpPr>
          <p:spPr>
            <a:xfrm>
              <a:off x="457206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29" name="Google Shape;9429;p27"/>
            <p:cNvSpPr/>
            <p:nvPr/>
          </p:nvSpPr>
          <p:spPr>
            <a:xfrm>
              <a:off x="495306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30" name="Google Shape;9430;p27"/>
            <p:cNvSpPr/>
            <p:nvPr/>
          </p:nvSpPr>
          <p:spPr>
            <a:xfrm>
              <a:off x="533407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31" name="Google Shape;9431;p27"/>
            <p:cNvSpPr/>
            <p:nvPr/>
          </p:nvSpPr>
          <p:spPr>
            <a:xfrm>
              <a:off x="571507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32" name="Google Shape;9432;p27"/>
            <p:cNvSpPr/>
            <p:nvPr/>
          </p:nvSpPr>
          <p:spPr>
            <a:xfrm>
              <a:off x="609608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33" name="Google Shape;9433;p27"/>
            <p:cNvSpPr/>
            <p:nvPr/>
          </p:nvSpPr>
          <p:spPr>
            <a:xfrm>
              <a:off x="647708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34" name="Google Shape;9434;p27"/>
            <p:cNvSpPr/>
            <p:nvPr/>
          </p:nvSpPr>
          <p:spPr>
            <a:xfrm>
              <a:off x="6858090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35" name="Google Shape;9435;p27"/>
            <p:cNvSpPr/>
            <p:nvPr/>
          </p:nvSpPr>
          <p:spPr>
            <a:xfrm>
              <a:off x="7239095" y="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36" name="Google Shape;9436;p27"/>
            <p:cNvSpPr/>
            <p:nvPr/>
          </p:nvSpPr>
          <p:spPr>
            <a:xfrm>
              <a:off x="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37" name="Google Shape;9437;p27"/>
            <p:cNvSpPr/>
            <p:nvPr/>
          </p:nvSpPr>
          <p:spPr>
            <a:xfrm>
              <a:off x="38100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38" name="Google Shape;9438;p27"/>
            <p:cNvSpPr/>
            <p:nvPr/>
          </p:nvSpPr>
          <p:spPr>
            <a:xfrm>
              <a:off x="76201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39" name="Google Shape;9439;p27"/>
            <p:cNvSpPr/>
            <p:nvPr/>
          </p:nvSpPr>
          <p:spPr>
            <a:xfrm>
              <a:off x="114301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40" name="Google Shape;9440;p27"/>
            <p:cNvSpPr/>
            <p:nvPr/>
          </p:nvSpPr>
          <p:spPr>
            <a:xfrm>
              <a:off x="152402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41" name="Google Shape;9441;p27"/>
            <p:cNvSpPr/>
            <p:nvPr/>
          </p:nvSpPr>
          <p:spPr>
            <a:xfrm>
              <a:off x="190502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42" name="Google Shape;9442;p27"/>
            <p:cNvSpPr/>
            <p:nvPr/>
          </p:nvSpPr>
          <p:spPr>
            <a:xfrm>
              <a:off x="228603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43" name="Google Shape;9443;p27"/>
            <p:cNvSpPr/>
            <p:nvPr/>
          </p:nvSpPr>
          <p:spPr>
            <a:xfrm>
              <a:off x="266703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44" name="Google Shape;9444;p27"/>
            <p:cNvSpPr/>
            <p:nvPr/>
          </p:nvSpPr>
          <p:spPr>
            <a:xfrm>
              <a:off x="304804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45" name="Google Shape;9445;p27"/>
            <p:cNvSpPr/>
            <p:nvPr/>
          </p:nvSpPr>
          <p:spPr>
            <a:xfrm>
              <a:off x="342904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46" name="Google Shape;9446;p27"/>
            <p:cNvSpPr/>
            <p:nvPr/>
          </p:nvSpPr>
          <p:spPr>
            <a:xfrm>
              <a:off x="381005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47" name="Google Shape;9447;p27"/>
            <p:cNvSpPr/>
            <p:nvPr/>
          </p:nvSpPr>
          <p:spPr>
            <a:xfrm>
              <a:off x="419105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48" name="Google Shape;9448;p27"/>
            <p:cNvSpPr/>
            <p:nvPr/>
          </p:nvSpPr>
          <p:spPr>
            <a:xfrm>
              <a:off x="457206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49" name="Google Shape;9449;p27"/>
            <p:cNvSpPr/>
            <p:nvPr/>
          </p:nvSpPr>
          <p:spPr>
            <a:xfrm>
              <a:off x="495306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50" name="Google Shape;9450;p27"/>
            <p:cNvSpPr/>
            <p:nvPr/>
          </p:nvSpPr>
          <p:spPr>
            <a:xfrm>
              <a:off x="533407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51" name="Google Shape;9451;p27"/>
            <p:cNvSpPr/>
            <p:nvPr/>
          </p:nvSpPr>
          <p:spPr>
            <a:xfrm>
              <a:off x="571507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52" name="Google Shape;9452;p27"/>
            <p:cNvSpPr/>
            <p:nvPr/>
          </p:nvSpPr>
          <p:spPr>
            <a:xfrm>
              <a:off x="609608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53" name="Google Shape;9453;p27"/>
            <p:cNvSpPr/>
            <p:nvPr/>
          </p:nvSpPr>
          <p:spPr>
            <a:xfrm>
              <a:off x="647708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54" name="Google Shape;9454;p27"/>
            <p:cNvSpPr/>
            <p:nvPr/>
          </p:nvSpPr>
          <p:spPr>
            <a:xfrm>
              <a:off x="6858090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55" name="Google Shape;9455;p27"/>
            <p:cNvSpPr/>
            <p:nvPr/>
          </p:nvSpPr>
          <p:spPr>
            <a:xfrm>
              <a:off x="7239095" y="342894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56" name="Google Shape;9456;p27"/>
            <p:cNvSpPr/>
            <p:nvPr/>
          </p:nvSpPr>
          <p:spPr>
            <a:xfrm>
              <a:off x="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57" name="Google Shape;9457;p27"/>
            <p:cNvSpPr/>
            <p:nvPr/>
          </p:nvSpPr>
          <p:spPr>
            <a:xfrm>
              <a:off x="38100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58" name="Google Shape;9458;p27"/>
            <p:cNvSpPr/>
            <p:nvPr/>
          </p:nvSpPr>
          <p:spPr>
            <a:xfrm>
              <a:off x="76201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59" name="Google Shape;9459;p27"/>
            <p:cNvSpPr/>
            <p:nvPr/>
          </p:nvSpPr>
          <p:spPr>
            <a:xfrm>
              <a:off x="114301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60" name="Google Shape;9460;p27"/>
            <p:cNvSpPr/>
            <p:nvPr/>
          </p:nvSpPr>
          <p:spPr>
            <a:xfrm>
              <a:off x="152402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61" name="Google Shape;9461;p27"/>
            <p:cNvSpPr/>
            <p:nvPr/>
          </p:nvSpPr>
          <p:spPr>
            <a:xfrm>
              <a:off x="190502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62" name="Google Shape;9462;p27"/>
            <p:cNvSpPr/>
            <p:nvPr/>
          </p:nvSpPr>
          <p:spPr>
            <a:xfrm>
              <a:off x="228603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63" name="Google Shape;9463;p27"/>
            <p:cNvSpPr/>
            <p:nvPr/>
          </p:nvSpPr>
          <p:spPr>
            <a:xfrm>
              <a:off x="266703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64" name="Google Shape;9464;p27"/>
            <p:cNvSpPr/>
            <p:nvPr/>
          </p:nvSpPr>
          <p:spPr>
            <a:xfrm>
              <a:off x="304804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65" name="Google Shape;9465;p27"/>
            <p:cNvSpPr/>
            <p:nvPr/>
          </p:nvSpPr>
          <p:spPr>
            <a:xfrm>
              <a:off x="342904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66" name="Google Shape;9466;p27"/>
            <p:cNvSpPr/>
            <p:nvPr/>
          </p:nvSpPr>
          <p:spPr>
            <a:xfrm>
              <a:off x="381005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67" name="Google Shape;9467;p27"/>
            <p:cNvSpPr/>
            <p:nvPr/>
          </p:nvSpPr>
          <p:spPr>
            <a:xfrm>
              <a:off x="419105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68" name="Google Shape;9468;p27"/>
            <p:cNvSpPr/>
            <p:nvPr/>
          </p:nvSpPr>
          <p:spPr>
            <a:xfrm>
              <a:off x="457206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69" name="Google Shape;9469;p27"/>
            <p:cNvSpPr/>
            <p:nvPr/>
          </p:nvSpPr>
          <p:spPr>
            <a:xfrm>
              <a:off x="495306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70" name="Google Shape;9470;p27"/>
            <p:cNvSpPr/>
            <p:nvPr/>
          </p:nvSpPr>
          <p:spPr>
            <a:xfrm>
              <a:off x="533407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71" name="Google Shape;9471;p27"/>
            <p:cNvSpPr/>
            <p:nvPr/>
          </p:nvSpPr>
          <p:spPr>
            <a:xfrm>
              <a:off x="571507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72" name="Google Shape;9472;p27"/>
            <p:cNvSpPr/>
            <p:nvPr/>
          </p:nvSpPr>
          <p:spPr>
            <a:xfrm>
              <a:off x="609608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73" name="Google Shape;9473;p27"/>
            <p:cNvSpPr/>
            <p:nvPr/>
          </p:nvSpPr>
          <p:spPr>
            <a:xfrm>
              <a:off x="647708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74" name="Google Shape;9474;p27"/>
            <p:cNvSpPr/>
            <p:nvPr/>
          </p:nvSpPr>
          <p:spPr>
            <a:xfrm>
              <a:off x="6858090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75" name="Google Shape;9475;p27"/>
            <p:cNvSpPr/>
            <p:nvPr/>
          </p:nvSpPr>
          <p:spPr>
            <a:xfrm>
              <a:off x="7239095" y="685788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76" name="Google Shape;9476;p27"/>
            <p:cNvSpPr/>
            <p:nvPr/>
          </p:nvSpPr>
          <p:spPr>
            <a:xfrm>
              <a:off x="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77" name="Google Shape;9477;p27"/>
            <p:cNvSpPr/>
            <p:nvPr/>
          </p:nvSpPr>
          <p:spPr>
            <a:xfrm>
              <a:off x="38100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78" name="Google Shape;9478;p27"/>
            <p:cNvSpPr/>
            <p:nvPr/>
          </p:nvSpPr>
          <p:spPr>
            <a:xfrm>
              <a:off x="76201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79" name="Google Shape;9479;p27"/>
            <p:cNvSpPr/>
            <p:nvPr/>
          </p:nvSpPr>
          <p:spPr>
            <a:xfrm>
              <a:off x="114301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80" name="Google Shape;9480;p27"/>
            <p:cNvSpPr/>
            <p:nvPr/>
          </p:nvSpPr>
          <p:spPr>
            <a:xfrm>
              <a:off x="152402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81" name="Google Shape;9481;p27"/>
            <p:cNvSpPr/>
            <p:nvPr/>
          </p:nvSpPr>
          <p:spPr>
            <a:xfrm>
              <a:off x="190502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82" name="Google Shape;9482;p27"/>
            <p:cNvSpPr/>
            <p:nvPr/>
          </p:nvSpPr>
          <p:spPr>
            <a:xfrm>
              <a:off x="228603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83" name="Google Shape;9483;p27"/>
            <p:cNvSpPr/>
            <p:nvPr/>
          </p:nvSpPr>
          <p:spPr>
            <a:xfrm>
              <a:off x="266703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84" name="Google Shape;9484;p27"/>
            <p:cNvSpPr/>
            <p:nvPr/>
          </p:nvSpPr>
          <p:spPr>
            <a:xfrm>
              <a:off x="304804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85" name="Google Shape;9485;p27"/>
            <p:cNvSpPr/>
            <p:nvPr/>
          </p:nvSpPr>
          <p:spPr>
            <a:xfrm>
              <a:off x="342904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86" name="Google Shape;9486;p27"/>
            <p:cNvSpPr/>
            <p:nvPr/>
          </p:nvSpPr>
          <p:spPr>
            <a:xfrm>
              <a:off x="381005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87" name="Google Shape;9487;p27"/>
            <p:cNvSpPr/>
            <p:nvPr/>
          </p:nvSpPr>
          <p:spPr>
            <a:xfrm>
              <a:off x="419105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88" name="Google Shape;9488;p27"/>
            <p:cNvSpPr/>
            <p:nvPr/>
          </p:nvSpPr>
          <p:spPr>
            <a:xfrm>
              <a:off x="457206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89" name="Google Shape;9489;p27"/>
            <p:cNvSpPr/>
            <p:nvPr/>
          </p:nvSpPr>
          <p:spPr>
            <a:xfrm>
              <a:off x="495306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90" name="Google Shape;9490;p27"/>
            <p:cNvSpPr/>
            <p:nvPr/>
          </p:nvSpPr>
          <p:spPr>
            <a:xfrm>
              <a:off x="533407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91" name="Google Shape;9491;p27"/>
            <p:cNvSpPr/>
            <p:nvPr/>
          </p:nvSpPr>
          <p:spPr>
            <a:xfrm>
              <a:off x="571507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92" name="Google Shape;9492;p27"/>
            <p:cNvSpPr/>
            <p:nvPr/>
          </p:nvSpPr>
          <p:spPr>
            <a:xfrm>
              <a:off x="609608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93" name="Google Shape;9493;p27"/>
            <p:cNvSpPr/>
            <p:nvPr/>
          </p:nvSpPr>
          <p:spPr>
            <a:xfrm>
              <a:off x="647708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94" name="Google Shape;9494;p27"/>
            <p:cNvSpPr/>
            <p:nvPr/>
          </p:nvSpPr>
          <p:spPr>
            <a:xfrm>
              <a:off x="6858090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95" name="Google Shape;9495;p27"/>
            <p:cNvSpPr/>
            <p:nvPr/>
          </p:nvSpPr>
          <p:spPr>
            <a:xfrm>
              <a:off x="7239095" y="1028682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96" name="Google Shape;9496;p27"/>
            <p:cNvSpPr/>
            <p:nvPr/>
          </p:nvSpPr>
          <p:spPr>
            <a:xfrm>
              <a:off x="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97" name="Google Shape;9497;p27"/>
            <p:cNvSpPr/>
            <p:nvPr/>
          </p:nvSpPr>
          <p:spPr>
            <a:xfrm>
              <a:off x="38100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98" name="Google Shape;9498;p27"/>
            <p:cNvSpPr/>
            <p:nvPr/>
          </p:nvSpPr>
          <p:spPr>
            <a:xfrm>
              <a:off x="76201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99" name="Google Shape;9499;p27"/>
            <p:cNvSpPr/>
            <p:nvPr/>
          </p:nvSpPr>
          <p:spPr>
            <a:xfrm>
              <a:off x="114301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00" name="Google Shape;9500;p27"/>
            <p:cNvSpPr/>
            <p:nvPr/>
          </p:nvSpPr>
          <p:spPr>
            <a:xfrm>
              <a:off x="152402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01" name="Google Shape;9501;p27"/>
            <p:cNvSpPr/>
            <p:nvPr/>
          </p:nvSpPr>
          <p:spPr>
            <a:xfrm>
              <a:off x="190502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02" name="Google Shape;9502;p27"/>
            <p:cNvSpPr/>
            <p:nvPr/>
          </p:nvSpPr>
          <p:spPr>
            <a:xfrm>
              <a:off x="228603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03" name="Google Shape;9503;p27"/>
            <p:cNvSpPr/>
            <p:nvPr/>
          </p:nvSpPr>
          <p:spPr>
            <a:xfrm>
              <a:off x="266703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04" name="Google Shape;9504;p27"/>
            <p:cNvSpPr/>
            <p:nvPr/>
          </p:nvSpPr>
          <p:spPr>
            <a:xfrm>
              <a:off x="304804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05" name="Google Shape;9505;p27"/>
            <p:cNvSpPr/>
            <p:nvPr/>
          </p:nvSpPr>
          <p:spPr>
            <a:xfrm>
              <a:off x="342904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06" name="Google Shape;9506;p27"/>
            <p:cNvSpPr/>
            <p:nvPr/>
          </p:nvSpPr>
          <p:spPr>
            <a:xfrm>
              <a:off x="381005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07" name="Google Shape;9507;p27"/>
            <p:cNvSpPr/>
            <p:nvPr/>
          </p:nvSpPr>
          <p:spPr>
            <a:xfrm>
              <a:off x="419105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08" name="Google Shape;9508;p27"/>
            <p:cNvSpPr/>
            <p:nvPr/>
          </p:nvSpPr>
          <p:spPr>
            <a:xfrm>
              <a:off x="457206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09" name="Google Shape;9509;p27"/>
            <p:cNvSpPr/>
            <p:nvPr/>
          </p:nvSpPr>
          <p:spPr>
            <a:xfrm>
              <a:off x="495306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10" name="Google Shape;9510;p27"/>
            <p:cNvSpPr/>
            <p:nvPr/>
          </p:nvSpPr>
          <p:spPr>
            <a:xfrm>
              <a:off x="533407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11" name="Google Shape;9511;p27"/>
            <p:cNvSpPr/>
            <p:nvPr/>
          </p:nvSpPr>
          <p:spPr>
            <a:xfrm>
              <a:off x="571507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12" name="Google Shape;9512;p27"/>
            <p:cNvSpPr/>
            <p:nvPr/>
          </p:nvSpPr>
          <p:spPr>
            <a:xfrm>
              <a:off x="609608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13" name="Google Shape;9513;p27"/>
            <p:cNvSpPr/>
            <p:nvPr/>
          </p:nvSpPr>
          <p:spPr>
            <a:xfrm>
              <a:off x="647708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14" name="Google Shape;9514;p27"/>
            <p:cNvSpPr/>
            <p:nvPr/>
          </p:nvSpPr>
          <p:spPr>
            <a:xfrm>
              <a:off x="6858090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15" name="Google Shape;9515;p27"/>
            <p:cNvSpPr/>
            <p:nvPr/>
          </p:nvSpPr>
          <p:spPr>
            <a:xfrm>
              <a:off x="7239095" y="1371576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16" name="Google Shape;9516;p27"/>
            <p:cNvSpPr/>
            <p:nvPr/>
          </p:nvSpPr>
          <p:spPr>
            <a:xfrm>
              <a:off x="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17" name="Google Shape;9517;p27"/>
            <p:cNvSpPr/>
            <p:nvPr/>
          </p:nvSpPr>
          <p:spPr>
            <a:xfrm>
              <a:off x="38100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18" name="Google Shape;9518;p27"/>
            <p:cNvSpPr/>
            <p:nvPr/>
          </p:nvSpPr>
          <p:spPr>
            <a:xfrm>
              <a:off x="76201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19" name="Google Shape;9519;p27"/>
            <p:cNvSpPr/>
            <p:nvPr/>
          </p:nvSpPr>
          <p:spPr>
            <a:xfrm>
              <a:off x="114301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20" name="Google Shape;9520;p27"/>
            <p:cNvSpPr/>
            <p:nvPr/>
          </p:nvSpPr>
          <p:spPr>
            <a:xfrm>
              <a:off x="152402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21" name="Google Shape;9521;p27"/>
            <p:cNvSpPr/>
            <p:nvPr/>
          </p:nvSpPr>
          <p:spPr>
            <a:xfrm>
              <a:off x="190502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22" name="Google Shape;9522;p27"/>
            <p:cNvSpPr/>
            <p:nvPr/>
          </p:nvSpPr>
          <p:spPr>
            <a:xfrm>
              <a:off x="228603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23" name="Google Shape;9523;p27"/>
            <p:cNvSpPr/>
            <p:nvPr/>
          </p:nvSpPr>
          <p:spPr>
            <a:xfrm>
              <a:off x="266703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24" name="Google Shape;9524;p27"/>
            <p:cNvSpPr/>
            <p:nvPr/>
          </p:nvSpPr>
          <p:spPr>
            <a:xfrm>
              <a:off x="304804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25" name="Google Shape;9525;p27"/>
            <p:cNvSpPr/>
            <p:nvPr/>
          </p:nvSpPr>
          <p:spPr>
            <a:xfrm>
              <a:off x="342904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26" name="Google Shape;9526;p27"/>
            <p:cNvSpPr/>
            <p:nvPr/>
          </p:nvSpPr>
          <p:spPr>
            <a:xfrm>
              <a:off x="381005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27" name="Google Shape;9527;p27"/>
            <p:cNvSpPr/>
            <p:nvPr/>
          </p:nvSpPr>
          <p:spPr>
            <a:xfrm>
              <a:off x="419105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28" name="Google Shape;9528;p27"/>
            <p:cNvSpPr/>
            <p:nvPr/>
          </p:nvSpPr>
          <p:spPr>
            <a:xfrm>
              <a:off x="457206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29" name="Google Shape;9529;p27"/>
            <p:cNvSpPr/>
            <p:nvPr/>
          </p:nvSpPr>
          <p:spPr>
            <a:xfrm>
              <a:off x="495306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30" name="Google Shape;9530;p27"/>
            <p:cNvSpPr/>
            <p:nvPr/>
          </p:nvSpPr>
          <p:spPr>
            <a:xfrm>
              <a:off x="533407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31" name="Google Shape;9531;p27"/>
            <p:cNvSpPr/>
            <p:nvPr/>
          </p:nvSpPr>
          <p:spPr>
            <a:xfrm>
              <a:off x="571507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32" name="Google Shape;9532;p27"/>
            <p:cNvSpPr/>
            <p:nvPr/>
          </p:nvSpPr>
          <p:spPr>
            <a:xfrm>
              <a:off x="609608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33" name="Google Shape;9533;p27"/>
            <p:cNvSpPr/>
            <p:nvPr/>
          </p:nvSpPr>
          <p:spPr>
            <a:xfrm>
              <a:off x="647708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34" name="Google Shape;9534;p27"/>
            <p:cNvSpPr/>
            <p:nvPr/>
          </p:nvSpPr>
          <p:spPr>
            <a:xfrm>
              <a:off x="6858090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35" name="Google Shape;9535;p27"/>
            <p:cNvSpPr/>
            <p:nvPr/>
          </p:nvSpPr>
          <p:spPr>
            <a:xfrm>
              <a:off x="7239095" y="1714470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36" name="Google Shape;9536;p27"/>
            <p:cNvSpPr/>
            <p:nvPr/>
          </p:nvSpPr>
          <p:spPr>
            <a:xfrm>
              <a:off x="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37" name="Google Shape;9537;p27"/>
            <p:cNvSpPr/>
            <p:nvPr/>
          </p:nvSpPr>
          <p:spPr>
            <a:xfrm>
              <a:off x="38100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38" name="Google Shape;9538;p27"/>
            <p:cNvSpPr/>
            <p:nvPr/>
          </p:nvSpPr>
          <p:spPr>
            <a:xfrm>
              <a:off x="76201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39" name="Google Shape;9539;p27"/>
            <p:cNvSpPr/>
            <p:nvPr/>
          </p:nvSpPr>
          <p:spPr>
            <a:xfrm>
              <a:off x="114301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40" name="Google Shape;9540;p27"/>
            <p:cNvSpPr/>
            <p:nvPr/>
          </p:nvSpPr>
          <p:spPr>
            <a:xfrm>
              <a:off x="152402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41" name="Google Shape;9541;p27"/>
            <p:cNvSpPr/>
            <p:nvPr/>
          </p:nvSpPr>
          <p:spPr>
            <a:xfrm>
              <a:off x="190502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42" name="Google Shape;9542;p27"/>
            <p:cNvSpPr/>
            <p:nvPr/>
          </p:nvSpPr>
          <p:spPr>
            <a:xfrm>
              <a:off x="228603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43" name="Google Shape;9543;p27"/>
            <p:cNvSpPr/>
            <p:nvPr/>
          </p:nvSpPr>
          <p:spPr>
            <a:xfrm>
              <a:off x="266703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44" name="Google Shape;9544;p27"/>
            <p:cNvSpPr/>
            <p:nvPr/>
          </p:nvSpPr>
          <p:spPr>
            <a:xfrm>
              <a:off x="304804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45" name="Google Shape;9545;p27"/>
            <p:cNvSpPr/>
            <p:nvPr/>
          </p:nvSpPr>
          <p:spPr>
            <a:xfrm>
              <a:off x="342904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46" name="Google Shape;9546;p27"/>
            <p:cNvSpPr/>
            <p:nvPr/>
          </p:nvSpPr>
          <p:spPr>
            <a:xfrm>
              <a:off x="381005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47" name="Google Shape;9547;p27"/>
            <p:cNvSpPr/>
            <p:nvPr/>
          </p:nvSpPr>
          <p:spPr>
            <a:xfrm>
              <a:off x="419105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48" name="Google Shape;9548;p27"/>
            <p:cNvSpPr/>
            <p:nvPr/>
          </p:nvSpPr>
          <p:spPr>
            <a:xfrm>
              <a:off x="457206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49" name="Google Shape;9549;p27"/>
            <p:cNvSpPr/>
            <p:nvPr/>
          </p:nvSpPr>
          <p:spPr>
            <a:xfrm>
              <a:off x="495306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50" name="Google Shape;9550;p27"/>
            <p:cNvSpPr/>
            <p:nvPr/>
          </p:nvSpPr>
          <p:spPr>
            <a:xfrm>
              <a:off x="533407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51" name="Google Shape;9551;p27"/>
            <p:cNvSpPr/>
            <p:nvPr/>
          </p:nvSpPr>
          <p:spPr>
            <a:xfrm>
              <a:off x="571507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52" name="Google Shape;9552;p27"/>
            <p:cNvSpPr/>
            <p:nvPr/>
          </p:nvSpPr>
          <p:spPr>
            <a:xfrm>
              <a:off x="609608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53" name="Google Shape;9553;p27"/>
            <p:cNvSpPr/>
            <p:nvPr/>
          </p:nvSpPr>
          <p:spPr>
            <a:xfrm>
              <a:off x="647708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54" name="Google Shape;9554;p27"/>
            <p:cNvSpPr/>
            <p:nvPr/>
          </p:nvSpPr>
          <p:spPr>
            <a:xfrm>
              <a:off x="6858090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55" name="Google Shape;9555;p27"/>
            <p:cNvSpPr/>
            <p:nvPr/>
          </p:nvSpPr>
          <p:spPr>
            <a:xfrm>
              <a:off x="7239095" y="205736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56" name="Google Shape;9556;p27"/>
            <p:cNvSpPr/>
            <p:nvPr/>
          </p:nvSpPr>
          <p:spPr>
            <a:xfrm>
              <a:off x="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57" name="Google Shape;9557;p27"/>
            <p:cNvSpPr/>
            <p:nvPr/>
          </p:nvSpPr>
          <p:spPr>
            <a:xfrm>
              <a:off x="38100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58" name="Google Shape;9558;p27"/>
            <p:cNvSpPr/>
            <p:nvPr/>
          </p:nvSpPr>
          <p:spPr>
            <a:xfrm>
              <a:off x="76201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59" name="Google Shape;9559;p27"/>
            <p:cNvSpPr/>
            <p:nvPr/>
          </p:nvSpPr>
          <p:spPr>
            <a:xfrm>
              <a:off x="114301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60" name="Google Shape;9560;p27"/>
            <p:cNvSpPr/>
            <p:nvPr/>
          </p:nvSpPr>
          <p:spPr>
            <a:xfrm>
              <a:off x="152402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61" name="Google Shape;9561;p27"/>
            <p:cNvSpPr/>
            <p:nvPr/>
          </p:nvSpPr>
          <p:spPr>
            <a:xfrm>
              <a:off x="190502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62" name="Google Shape;9562;p27"/>
            <p:cNvSpPr/>
            <p:nvPr/>
          </p:nvSpPr>
          <p:spPr>
            <a:xfrm>
              <a:off x="228603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63" name="Google Shape;9563;p27"/>
            <p:cNvSpPr/>
            <p:nvPr/>
          </p:nvSpPr>
          <p:spPr>
            <a:xfrm>
              <a:off x="266703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64" name="Google Shape;9564;p27"/>
            <p:cNvSpPr/>
            <p:nvPr/>
          </p:nvSpPr>
          <p:spPr>
            <a:xfrm>
              <a:off x="304804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65" name="Google Shape;9565;p27"/>
            <p:cNvSpPr/>
            <p:nvPr/>
          </p:nvSpPr>
          <p:spPr>
            <a:xfrm>
              <a:off x="342904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66" name="Google Shape;9566;p27"/>
            <p:cNvSpPr/>
            <p:nvPr/>
          </p:nvSpPr>
          <p:spPr>
            <a:xfrm>
              <a:off x="381005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67" name="Google Shape;9567;p27"/>
            <p:cNvSpPr/>
            <p:nvPr/>
          </p:nvSpPr>
          <p:spPr>
            <a:xfrm>
              <a:off x="419105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68" name="Google Shape;9568;p27"/>
            <p:cNvSpPr/>
            <p:nvPr/>
          </p:nvSpPr>
          <p:spPr>
            <a:xfrm>
              <a:off x="457206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69" name="Google Shape;9569;p27"/>
            <p:cNvSpPr/>
            <p:nvPr/>
          </p:nvSpPr>
          <p:spPr>
            <a:xfrm>
              <a:off x="495306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70" name="Google Shape;9570;p27"/>
            <p:cNvSpPr/>
            <p:nvPr/>
          </p:nvSpPr>
          <p:spPr>
            <a:xfrm>
              <a:off x="533407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71" name="Google Shape;9571;p27"/>
            <p:cNvSpPr/>
            <p:nvPr/>
          </p:nvSpPr>
          <p:spPr>
            <a:xfrm>
              <a:off x="571507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72" name="Google Shape;9572;p27"/>
            <p:cNvSpPr/>
            <p:nvPr/>
          </p:nvSpPr>
          <p:spPr>
            <a:xfrm>
              <a:off x="609608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73" name="Google Shape;9573;p27"/>
            <p:cNvSpPr/>
            <p:nvPr/>
          </p:nvSpPr>
          <p:spPr>
            <a:xfrm>
              <a:off x="647708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74" name="Google Shape;9574;p27"/>
            <p:cNvSpPr/>
            <p:nvPr/>
          </p:nvSpPr>
          <p:spPr>
            <a:xfrm>
              <a:off x="6858090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75" name="Google Shape;9575;p27"/>
            <p:cNvSpPr/>
            <p:nvPr/>
          </p:nvSpPr>
          <p:spPr>
            <a:xfrm>
              <a:off x="7239095" y="2400259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76" name="Google Shape;9576;p27"/>
            <p:cNvSpPr/>
            <p:nvPr/>
          </p:nvSpPr>
          <p:spPr>
            <a:xfrm>
              <a:off x="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77" name="Google Shape;9577;p27"/>
            <p:cNvSpPr/>
            <p:nvPr/>
          </p:nvSpPr>
          <p:spPr>
            <a:xfrm>
              <a:off x="38100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78" name="Google Shape;9578;p27"/>
            <p:cNvSpPr/>
            <p:nvPr/>
          </p:nvSpPr>
          <p:spPr>
            <a:xfrm>
              <a:off x="76201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79" name="Google Shape;9579;p27"/>
            <p:cNvSpPr/>
            <p:nvPr/>
          </p:nvSpPr>
          <p:spPr>
            <a:xfrm>
              <a:off x="114301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80" name="Google Shape;9580;p27"/>
            <p:cNvSpPr/>
            <p:nvPr/>
          </p:nvSpPr>
          <p:spPr>
            <a:xfrm>
              <a:off x="152402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81" name="Google Shape;9581;p27"/>
            <p:cNvSpPr/>
            <p:nvPr/>
          </p:nvSpPr>
          <p:spPr>
            <a:xfrm>
              <a:off x="190502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82" name="Google Shape;9582;p27"/>
            <p:cNvSpPr/>
            <p:nvPr/>
          </p:nvSpPr>
          <p:spPr>
            <a:xfrm>
              <a:off x="228603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83" name="Google Shape;9583;p27"/>
            <p:cNvSpPr/>
            <p:nvPr/>
          </p:nvSpPr>
          <p:spPr>
            <a:xfrm>
              <a:off x="266703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84" name="Google Shape;9584;p27"/>
            <p:cNvSpPr/>
            <p:nvPr/>
          </p:nvSpPr>
          <p:spPr>
            <a:xfrm>
              <a:off x="304804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85" name="Google Shape;9585;p27"/>
            <p:cNvSpPr/>
            <p:nvPr/>
          </p:nvSpPr>
          <p:spPr>
            <a:xfrm>
              <a:off x="342904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86" name="Google Shape;9586;p27"/>
            <p:cNvSpPr/>
            <p:nvPr/>
          </p:nvSpPr>
          <p:spPr>
            <a:xfrm>
              <a:off x="381005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87" name="Google Shape;9587;p27"/>
            <p:cNvSpPr/>
            <p:nvPr/>
          </p:nvSpPr>
          <p:spPr>
            <a:xfrm>
              <a:off x="419105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88" name="Google Shape;9588;p27"/>
            <p:cNvSpPr/>
            <p:nvPr/>
          </p:nvSpPr>
          <p:spPr>
            <a:xfrm>
              <a:off x="457206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89" name="Google Shape;9589;p27"/>
            <p:cNvSpPr/>
            <p:nvPr/>
          </p:nvSpPr>
          <p:spPr>
            <a:xfrm>
              <a:off x="495306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90" name="Google Shape;9590;p27"/>
            <p:cNvSpPr/>
            <p:nvPr/>
          </p:nvSpPr>
          <p:spPr>
            <a:xfrm>
              <a:off x="533407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91" name="Google Shape;9591;p27"/>
            <p:cNvSpPr/>
            <p:nvPr/>
          </p:nvSpPr>
          <p:spPr>
            <a:xfrm>
              <a:off x="571507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92" name="Google Shape;9592;p27"/>
            <p:cNvSpPr/>
            <p:nvPr/>
          </p:nvSpPr>
          <p:spPr>
            <a:xfrm>
              <a:off x="609608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93" name="Google Shape;9593;p27"/>
            <p:cNvSpPr/>
            <p:nvPr/>
          </p:nvSpPr>
          <p:spPr>
            <a:xfrm>
              <a:off x="647708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94" name="Google Shape;9594;p27"/>
            <p:cNvSpPr/>
            <p:nvPr/>
          </p:nvSpPr>
          <p:spPr>
            <a:xfrm>
              <a:off x="6858090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95" name="Google Shape;9595;p27"/>
            <p:cNvSpPr/>
            <p:nvPr/>
          </p:nvSpPr>
          <p:spPr>
            <a:xfrm>
              <a:off x="7239095" y="274315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96" name="Google Shape;9596;p27"/>
            <p:cNvSpPr/>
            <p:nvPr/>
          </p:nvSpPr>
          <p:spPr>
            <a:xfrm>
              <a:off x="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97" name="Google Shape;9597;p27"/>
            <p:cNvSpPr/>
            <p:nvPr/>
          </p:nvSpPr>
          <p:spPr>
            <a:xfrm>
              <a:off x="38100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98" name="Google Shape;9598;p27"/>
            <p:cNvSpPr/>
            <p:nvPr/>
          </p:nvSpPr>
          <p:spPr>
            <a:xfrm>
              <a:off x="76201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99" name="Google Shape;9599;p27"/>
            <p:cNvSpPr/>
            <p:nvPr/>
          </p:nvSpPr>
          <p:spPr>
            <a:xfrm>
              <a:off x="114301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00" name="Google Shape;9600;p27"/>
            <p:cNvSpPr/>
            <p:nvPr/>
          </p:nvSpPr>
          <p:spPr>
            <a:xfrm>
              <a:off x="152402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01" name="Google Shape;9601;p27"/>
            <p:cNvSpPr/>
            <p:nvPr/>
          </p:nvSpPr>
          <p:spPr>
            <a:xfrm>
              <a:off x="190502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02" name="Google Shape;9602;p27"/>
            <p:cNvSpPr/>
            <p:nvPr/>
          </p:nvSpPr>
          <p:spPr>
            <a:xfrm>
              <a:off x="228603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03" name="Google Shape;9603;p27"/>
            <p:cNvSpPr/>
            <p:nvPr/>
          </p:nvSpPr>
          <p:spPr>
            <a:xfrm>
              <a:off x="266703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04" name="Google Shape;9604;p27"/>
            <p:cNvSpPr/>
            <p:nvPr/>
          </p:nvSpPr>
          <p:spPr>
            <a:xfrm>
              <a:off x="304804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05" name="Google Shape;9605;p27"/>
            <p:cNvSpPr/>
            <p:nvPr/>
          </p:nvSpPr>
          <p:spPr>
            <a:xfrm>
              <a:off x="342904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06" name="Google Shape;9606;p27"/>
            <p:cNvSpPr/>
            <p:nvPr/>
          </p:nvSpPr>
          <p:spPr>
            <a:xfrm>
              <a:off x="381005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07" name="Google Shape;9607;p27"/>
            <p:cNvSpPr/>
            <p:nvPr/>
          </p:nvSpPr>
          <p:spPr>
            <a:xfrm>
              <a:off x="419105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08" name="Google Shape;9608;p27"/>
            <p:cNvSpPr/>
            <p:nvPr/>
          </p:nvSpPr>
          <p:spPr>
            <a:xfrm>
              <a:off x="457206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09" name="Google Shape;9609;p27"/>
            <p:cNvSpPr/>
            <p:nvPr/>
          </p:nvSpPr>
          <p:spPr>
            <a:xfrm>
              <a:off x="495306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10" name="Google Shape;9610;p27"/>
            <p:cNvSpPr/>
            <p:nvPr/>
          </p:nvSpPr>
          <p:spPr>
            <a:xfrm>
              <a:off x="533407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11" name="Google Shape;9611;p27"/>
            <p:cNvSpPr/>
            <p:nvPr/>
          </p:nvSpPr>
          <p:spPr>
            <a:xfrm>
              <a:off x="571507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12" name="Google Shape;9612;p27"/>
            <p:cNvSpPr/>
            <p:nvPr/>
          </p:nvSpPr>
          <p:spPr>
            <a:xfrm>
              <a:off x="609608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13" name="Google Shape;9613;p27"/>
            <p:cNvSpPr/>
            <p:nvPr/>
          </p:nvSpPr>
          <p:spPr>
            <a:xfrm>
              <a:off x="647708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14" name="Google Shape;9614;p27"/>
            <p:cNvSpPr/>
            <p:nvPr/>
          </p:nvSpPr>
          <p:spPr>
            <a:xfrm>
              <a:off x="6858090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15" name="Google Shape;9615;p27"/>
            <p:cNvSpPr/>
            <p:nvPr/>
          </p:nvSpPr>
          <p:spPr>
            <a:xfrm>
              <a:off x="7239095" y="308604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16" name="Google Shape;9616;p27"/>
            <p:cNvSpPr/>
            <p:nvPr/>
          </p:nvSpPr>
          <p:spPr>
            <a:xfrm>
              <a:off x="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17" name="Google Shape;9617;p27"/>
            <p:cNvSpPr/>
            <p:nvPr/>
          </p:nvSpPr>
          <p:spPr>
            <a:xfrm>
              <a:off x="38100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18" name="Google Shape;9618;p27"/>
            <p:cNvSpPr/>
            <p:nvPr/>
          </p:nvSpPr>
          <p:spPr>
            <a:xfrm>
              <a:off x="76201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19" name="Google Shape;9619;p27"/>
            <p:cNvSpPr/>
            <p:nvPr/>
          </p:nvSpPr>
          <p:spPr>
            <a:xfrm>
              <a:off x="114301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20" name="Google Shape;9620;p27"/>
            <p:cNvSpPr/>
            <p:nvPr/>
          </p:nvSpPr>
          <p:spPr>
            <a:xfrm>
              <a:off x="152402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21" name="Google Shape;9621;p27"/>
            <p:cNvSpPr/>
            <p:nvPr/>
          </p:nvSpPr>
          <p:spPr>
            <a:xfrm>
              <a:off x="190502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22" name="Google Shape;9622;p27"/>
            <p:cNvSpPr/>
            <p:nvPr/>
          </p:nvSpPr>
          <p:spPr>
            <a:xfrm>
              <a:off x="228603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23" name="Google Shape;9623;p27"/>
            <p:cNvSpPr/>
            <p:nvPr/>
          </p:nvSpPr>
          <p:spPr>
            <a:xfrm>
              <a:off x="266703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24" name="Google Shape;9624;p27"/>
            <p:cNvSpPr/>
            <p:nvPr/>
          </p:nvSpPr>
          <p:spPr>
            <a:xfrm>
              <a:off x="304804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25" name="Google Shape;9625;p27"/>
            <p:cNvSpPr/>
            <p:nvPr/>
          </p:nvSpPr>
          <p:spPr>
            <a:xfrm>
              <a:off x="342904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26" name="Google Shape;9626;p27"/>
            <p:cNvSpPr/>
            <p:nvPr/>
          </p:nvSpPr>
          <p:spPr>
            <a:xfrm>
              <a:off x="381005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27" name="Google Shape;9627;p27"/>
            <p:cNvSpPr/>
            <p:nvPr/>
          </p:nvSpPr>
          <p:spPr>
            <a:xfrm>
              <a:off x="419105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28" name="Google Shape;9628;p27"/>
            <p:cNvSpPr/>
            <p:nvPr/>
          </p:nvSpPr>
          <p:spPr>
            <a:xfrm>
              <a:off x="457206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29" name="Google Shape;9629;p27"/>
            <p:cNvSpPr/>
            <p:nvPr/>
          </p:nvSpPr>
          <p:spPr>
            <a:xfrm>
              <a:off x="495306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30" name="Google Shape;9630;p27"/>
            <p:cNvSpPr/>
            <p:nvPr/>
          </p:nvSpPr>
          <p:spPr>
            <a:xfrm>
              <a:off x="533407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31" name="Google Shape;9631;p27"/>
            <p:cNvSpPr/>
            <p:nvPr/>
          </p:nvSpPr>
          <p:spPr>
            <a:xfrm>
              <a:off x="571507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32" name="Google Shape;9632;p27"/>
            <p:cNvSpPr/>
            <p:nvPr/>
          </p:nvSpPr>
          <p:spPr>
            <a:xfrm>
              <a:off x="609608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33" name="Google Shape;9633;p27"/>
            <p:cNvSpPr/>
            <p:nvPr/>
          </p:nvSpPr>
          <p:spPr>
            <a:xfrm>
              <a:off x="647708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34" name="Google Shape;9634;p27"/>
            <p:cNvSpPr/>
            <p:nvPr/>
          </p:nvSpPr>
          <p:spPr>
            <a:xfrm>
              <a:off x="6858090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35" name="Google Shape;9635;p27"/>
            <p:cNvSpPr/>
            <p:nvPr/>
          </p:nvSpPr>
          <p:spPr>
            <a:xfrm>
              <a:off x="7239095" y="342894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36" name="Google Shape;9636;p27"/>
            <p:cNvSpPr/>
            <p:nvPr/>
          </p:nvSpPr>
          <p:spPr>
            <a:xfrm>
              <a:off x="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37" name="Google Shape;9637;p27"/>
            <p:cNvSpPr/>
            <p:nvPr/>
          </p:nvSpPr>
          <p:spPr>
            <a:xfrm>
              <a:off x="38100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38" name="Google Shape;9638;p27"/>
            <p:cNvSpPr/>
            <p:nvPr/>
          </p:nvSpPr>
          <p:spPr>
            <a:xfrm>
              <a:off x="76201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39" name="Google Shape;9639;p27"/>
            <p:cNvSpPr/>
            <p:nvPr/>
          </p:nvSpPr>
          <p:spPr>
            <a:xfrm>
              <a:off x="114301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40" name="Google Shape;9640;p27"/>
            <p:cNvSpPr/>
            <p:nvPr/>
          </p:nvSpPr>
          <p:spPr>
            <a:xfrm>
              <a:off x="152402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41" name="Google Shape;9641;p27"/>
            <p:cNvSpPr/>
            <p:nvPr/>
          </p:nvSpPr>
          <p:spPr>
            <a:xfrm>
              <a:off x="190502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42" name="Google Shape;9642;p27"/>
            <p:cNvSpPr/>
            <p:nvPr/>
          </p:nvSpPr>
          <p:spPr>
            <a:xfrm>
              <a:off x="228603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43" name="Google Shape;9643;p27"/>
            <p:cNvSpPr/>
            <p:nvPr/>
          </p:nvSpPr>
          <p:spPr>
            <a:xfrm>
              <a:off x="266703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44" name="Google Shape;9644;p27"/>
            <p:cNvSpPr/>
            <p:nvPr/>
          </p:nvSpPr>
          <p:spPr>
            <a:xfrm>
              <a:off x="304804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45" name="Google Shape;9645;p27"/>
            <p:cNvSpPr/>
            <p:nvPr/>
          </p:nvSpPr>
          <p:spPr>
            <a:xfrm>
              <a:off x="342904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46" name="Google Shape;9646;p27"/>
            <p:cNvSpPr/>
            <p:nvPr/>
          </p:nvSpPr>
          <p:spPr>
            <a:xfrm>
              <a:off x="381005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47" name="Google Shape;9647;p27"/>
            <p:cNvSpPr/>
            <p:nvPr/>
          </p:nvSpPr>
          <p:spPr>
            <a:xfrm>
              <a:off x="419105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48" name="Google Shape;9648;p27"/>
            <p:cNvSpPr/>
            <p:nvPr/>
          </p:nvSpPr>
          <p:spPr>
            <a:xfrm>
              <a:off x="457206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49" name="Google Shape;9649;p27"/>
            <p:cNvSpPr/>
            <p:nvPr/>
          </p:nvSpPr>
          <p:spPr>
            <a:xfrm>
              <a:off x="495306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50" name="Google Shape;9650;p27"/>
            <p:cNvSpPr/>
            <p:nvPr/>
          </p:nvSpPr>
          <p:spPr>
            <a:xfrm>
              <a:off x="533407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51" name="Google Shape;9651;p27"/>
            <p:cNvSpPr/>
            <p:nvPr/>
          </p:nvSpPr>
          <p:spPr>
            <a:xfrm>
              <a:off x="571507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52" name="Google Shape;9652;p27"/>
            <p:cNvSpPr/>
            <p:nvPr/>
          </p:nvSpPr>
          <p:spPr>
            <a:xfrm>
              <a:off x="609608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53" name="Google Shape;9653;p27"/>
            <p:cNvSpPr/>
            <p:nvPr/>
          </p:nvSpPr>
          <p:spPr>
            <a:xfrm>
              <a:off x="647708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54" name="Google Shape;9654;p27"/>
            <p:cNvSpPr/>
            <p:nvPr/>
          </p:nvSpPr>
          <p:spPr>
            <a:xfrm>
              <a:off x="6858090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55" name="Google Shape;9655;p27"/>
            <p:cNvSpPr/>
            <p:nvPr/>
          </p:nvSpPr>
          <p:spPr>
            <a:xfrm>
              <a:off x="7239095" y="3771825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56" name="Google Shape;9656;p27"/>
            <p:cNvSpPr/>
            <p:nvPr/>
          </p:nvSpPr>
          <p:spPr>
            <a:xfrm>
              <a:off x="7620110" y="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57" name="Google Shape;9657;p27"/>
            <p:cNvSpPr/>
            <p:nvPr/>
          </p:nvSpPr>
          <p:spPr>
            <a:xfrm>
              <a:off x="8001115" y="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58" name="Google Shape;9658;p27"/>
            <p:cNvSpPr/>
            <p:nvPr/>
          </p:nvSpPr>
          <p:spPr>
            <a:xfrm>
              <a:off x="8382120" y="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59" name="Google Shape;9659;p27"/>
            <p:cNvSpPr/>
            <p:nvPr/>
          </p:nvSpPr>
          <p:spPr>
            <a:xfrm>
              <a:off x="8763125" y="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60" name="Google Shape;9660;p27"/>
            <p:cNvSpPr/>
            <p:nvPr/>
          </p:nvSpPr>
          <p:spPr>
            <a:xfrm>
              <a:off x="7620110" y="342894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61" name="Google Shape;9661;p27"/>
            <p:cNvSpPr/>
            <p:nvPr/>
          </p:nvSpPr>
          <p:spPr>
            <a:xfrm>
              <a:off x="8001115" y="342894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62" name="Google Shape;9662;p27"/>
            <p:cNvSpPr/>
            <p:nvPr/>
          </p:nvSpPr>
          <p:spPr>
            <a:xfrm>
              <a:off x="8382120" y="342894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63" name="Google Shape;9663;p27"/>
            <p:cNvSpPr/>
            <p:nvPr/>
          </p:nvSpPr>
          <p:spPr>
            <a:xfrm>
              <a:off x="8763125" y="342894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64" name="Google Shape;9664;p27"/>
            <p:cNvSpPr/>
            <p:nvPr/>
          </p:nvSpPr>
          <p:spPr>
            <a:xfrm>
              <a:off x="7620110" y="685788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65" name="Google Shape;9665;p27"/>
            <p:cNvSpPr/>
            <p:nvPr/>
          </p:nvSpPr>
          <p:spPr>
            <a:xfrm>
              <a:off x="8001115" y="685788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66" name="Google Shape;9666;p27"/>
            <p:cNvSpPr/>
            <p:nvPr/>
          </p:nvSpPr>
          <p:spPr>
            <a:xfrm>
              <a:off x="8382120" y="685788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67" name="Google Shape;9667;p27"/>
            <p:cNvSpPr/>
            <p:nvPr/>
          </p:nvSpPr>
          <p:spPr>
            <a:xfrm>
              <a:off x="8763125" y="685788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68" name="Google Shape;9668;p27"/>
            <p:cNvSpPr/>
            <p:nvPr/>
          </p:nvSpPr>
          <p:spPr>
            <a:xfrm>
              <a:off x="7620110" y="1028682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69" name="Google Shape;9669;p27"/>
            <p:cNvSpPr/>
            <p:nvPr/>
          </p:nvSpPr>
          <p:spPr>
            <a:xfrm>
              <a:off x="8001115" y="1028682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70" name="Google Shape;9670;p27"/>
            <p:cNvSpPr/>
            <p:nvPr/>
          </p:nvSpPr>
          <p:spPr>
            <a:xfrm>
              <a:off x="8382120" y="1028682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71" name="Google Shape;9671;p27"/>
            <p:cNvSpPr/>
            <p:nvPr/>
          </p:nvSpPr>
          <p:spPr>
            <a:xfrm>
              <a:off x="8763125" y="1028682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72" name="Google Shape;9672;p27"/>
            <p:cNvSpPr/>
            <p:nvPr/>
          </p:nvSpPr>
          <p:spPr>
            <a:xfrm>
              <a:off x="7620110" y="1371576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73" name="Google Shape;9673;p27"/>
            <p:cNvSpPr/>
            <p:nvPr/>
          </p:nvSpPr>
          <p:spPr>
            <a:xfrm>
              <a:off x="8001115" y="1371576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74" name="Google Shape;9674;p27"/>
            <p:cNvSpPr/>
            <p:nvPr/>
          </p:nvSpPr>
          <p:spPr>
            <a:xfrm>
              <a:off x="8382120" y="1371576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75" name="Google Shape;9675;p27"/>
            <p:cNvSpPr/>
            <p:nvPr/>
          </p:nvSpPr>
          <p:spPr>
            <a:xfrm>
              <a:off x="8763125" y="1371576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76" name="Google Shape;9676;p27"/>
            <p:cNvSpPr/>
            <p:nvPr/>
          </p:nvSpPr>
          <p:spPr>
            <a:xfrm>
              <a:off x="7620110" y="171447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77" name="Google Shape;9677;p27"/>
            <p:cNvSpPr/>
            <p:nvPr/>
          </p:nvSpPr>
          <p:spPr>
            <a:xfrm>
              <a:off x="8001115" y="171447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78" name="Google Shape;9678;p27"/>
            <p:cNvSpPr/>
            <p:nvPr/>
          </p:nvSpPr>
          <p:spPr>
            <a:xfrm>
              <a:off x="8382120" y="171447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79" name="Google Shape;9679;p27"/>
            <p:cNvSpPr/>
            <p:nvPr/>
          </p:nvSpPr>
          <p:spPr>
            <a:xfrm>
              <a:off x="8763125" y="1714470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80" name="Google Shape;9680;p27"/>
            <p:cNvSpPr/>
            <p:nvPr/>
          </p:nvSpPr>
          <p:spPr>
            <a:xfrm>
              <a:off x="7620110" y="205736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81" name="Google Shape;9681;p27"/>
            <p:cNvSpPr/>
            <p:nvPr/>
          </p:nvSpPr>
          <p:spPr>
            <a:xfrm>
              <a:off x="8001115" y="205736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82" name="Google Shape;9682;p27"/>
            <p:cNvSpPr/>
            <p:nvPr/>
          </p:nvSpPr>
          <p:spPr>
            <a:xfrm>
              <a:off x="8382120" y="205736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83" name="Google Shape;9683;p27"/>
            <p:cNvSpPr/>
            <p:nvPr/>
          </p:nvSpPr>
          <p:spPr>
            <a:xfrm>
              <a:off x="8763125" y="205736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84" name="Google Shape;9684;p27"/>
            <p:cNvSpPr/>
            <p:nvPr/>
          </p:nvSpPr>
          <p:spPr>
            <a:xfrm>
              <a:off x="7620110" y="2400259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85" name="Google Shape;9685;p27"/>
            <p:cNvSpPr/>
            <p:nvPr/>
          </p:nvSpPr>
          <p:spPr>
            <a:xfrm>
              <a:off x="8001115" y="2400259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86" name="Google Shape;9686;p27"/>
            <p:cNvSpPr/>
            <p:nvPr/>
          </p:nvSpPr>
          <p:spPr>
            <a:xfrm>
              <a:off x="8382120" y="2400259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87" name="Google Shape;9687;p27"/>
            <p:cNvSpPr/>
            <p:nvPr/>
          </p:nvSpPr>
          <p:spPr>
            <a:xfrm>
              <a:off x="8763125" y="2400259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88" name="Google Shape;9688;p27"/>
            <p:cNvSpPr/>
            <p:nvPr/>
          </p:nvSpPr>
          <p:spPr>
            <a:xfrm>
              <a:off x="7620110" y="274315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89" name="Google Shape;9689;p27"/>
            <p:cNvSpPr/>
            <p:nvPr/>
          </p:nvSpPr>
          <p:spPr>
            <a:xfrm>
              <a:off x="8001115" y="274315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90" name="Google Shape;9690;p27"/>
            <p:cNvSpPr/>
            <p:nvPr/>
          </p:nvSpPr>
          <p:spPr>
            <a:xfrm>
              <a:off x="8382120" y="274315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91" name="Google Shape;9691;p27"/>
            <p:cNvSpPr/>
            <p:nvPr/>
          </p:nvSpPr>
          <p:spPr>
            <a:xfrm>
              <a:off x="8763125" y="274315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92" name="Google Shape;9692;p27"/>
            <p:cNvSpPr/>
            <p:nvPr/>
          </p:nvSpPr>
          <p:spPr>
            <a:xfrm>
              <a:off x="7620110" y="308604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93" name="Google Shape;9693;p27"/>
            <p:cNvSpPr/>
            <p:nvPr/>
          </p:nvSpPr>
          <p:spPr>
            <a:xfrm>
              <a:off x="8001115" y="308604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94" name="Google Shape;9694;p27"/>
            <p:cNvSpPr/>
            <p:nvPr/>
          </p:nvSpPr>
          <p:spPr>
            <a:xfrm>
              <a:off x="8382120" y="308604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95" name="Google Shape;9695;p27"/>
            <p:cNvSpPr/>
            <p:nvPr/>
          </p:nvSpPr>
          <p:spPr>
            <a:xfrm>
              <a:off x="8763125" y="308604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96" name="Google Shape;9696;p27"/>
            <p:cNvSpPr/>
            <p:nvPr/>
          </p:nvSpPr>
          <p:spPr>
            <a:xfrm>
              <a:off x="7620110" y="342894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97" name="Google Shape;9697;p27"/>
            <p:cNvSpPr/>
            <p:nvPr/>
          </p:nvSpPr>
          <p:spPr>
            <a:xfrm>
              <a:off x="8001115" y="342894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98" name="Google Shape;9698;p27"/>
            <p:cNvSpPr/>
            <p:nvPr/>
          </p:nvSpPr>
          <p:spPr>
            <a:xfrm>
              <a:off x="8382120" y="342894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99" name="Google Shape;9699;p27"/>
            <p:cNvSpPr/>
            <p:nvPr/>
          </p:nvSpPr>
          <p:spPr>
            <a:xfrm>
              <a:off x="8763125" y="342894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00" name="Google Shape;9700;p27"/>
            <p:cNvSpPr/>
            <p:nvPr/>
          </p:nvSpPr>
          <p:spPr>
            <a:xfrm>
              <a:off x="7620110" y="377182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01" name="Google Shape;9701;p27"/>
            <p:cNvSpPr/>
            <p:nvPr/>
          </p:nvSpPr>
          <p:spPr>
            <a:xfrm>
              <a:off x="8001115" y="377182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02" name="Google Shape;9702;p27"/>
            <p:cNvSpPr/>
            <p:nvPr/>
          </p:nvSpPr>
          <p:spPr>
            <a:xfrm>
              <a:off x="8382120" y="377182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03" name="Google Shape;9703;p27"/>
            <p:cNvSpPr/>
            <p:nvPr/>
          </p:nvSpPr>
          <p:spPr>
            <a:xfrm>
              <a:off x="8763125" y="3771825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04" name="Google Shape;9704;p27"/>
            <p:cNvSpPr/>
            <p:nvPr/>
          </p:nvSpPr>
          <p:spPr>
            <a:xfrm>
              <a:off x="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05" name="Google Shape;9705;p27"/>
            <p:cNvSpPr/>
            <p:nvPr/>
          </p:nvSpPr>
          <p:spPr>
            <a:xfrm>
              <a:off x="38100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06" name="Google Shape;9706;p27"/>
            <p:cNvSpPr/>
            <p:nvPr/>
          </p:nvSpPr>
          <p:spPr>
            <a:xfrm>
              <a:off x="76201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07" name="Google Shape;9707;p27"/>
            <p:cNvSpPr/>
            <p:nvPr/>
          </p:nvSpPr>
          <p:spPr>
            <a:xfrm>
              <a:off x="114301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08" name="Google Shape;9708;p27"/>
            <p:cNvSpPr/>
            <p:nvPr/>
          </p:nvSpPr>
          <p:spPr>
            <a:xfrm>
              <a:off x="152402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09" name="Google Shape;9709;p27"/>
            <p:cNvSpPr/>
            <p:nvPr/>
          </p:nvSpPr>
          <p:spPr>
            <a:xfrm>
              <a:off x="190502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10" name="Google Shape;9710;p27"/>
            <p:cNvSpPr/>
            <p:nvPr/>
          </p:nvSpPr>
          <p:spPr>
            <a:xfrm>
              <a:off x="228603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11" name="Google Shape;9711;p27"/>
            <p:cNvSpPr/>
            <p:nvPr/>
          </p:nvSpPr>
          <p:spPr>
            <a:xfrm>
              <a:off x="266703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12" name="Google Shape;9712;p27"/>
            <p:cNvSpPr/>
            <p:nvPr/>
          </p:nvSpPr>
          <p:spPr>
            <a:xfrm>
              <a:off x="304804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13" name="Google Shape;9713;p27"/>
            <p:cNvSpPr/>
            <p:nvPr/>
          </p:nvSpPr>
          <p:spPr>
            <a:xfrm>
              <a:off x="342904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14" name="Google Shape;9714;p27"/>
            <p:cNvSpPr/>
            <p:nvPr/>
          </p:nvSpPr>
          <p:spPr>
            <a:xfrm>
              <a:off x="381005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15" name="Google Shape;9715;p27"/>
            <p:cNvSpPr/>
            <p:nvPr/>
          </p:nvSpPr>
          <p:spPr>
            <a:xfrm>
              <a:off x="419105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16" name="Google Shape;9716;p27"/>
            <p:cNvSpPr/>
            <p:nvPr/>
          </p:nvSpPr>
          <p:spPr>
            <a:xfrm>
              <a:off x="457206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17" name="Google Shape;9717;p27"/>
            <p:cNvSpPr/>
            <p:nvPr/>
          </p:nvSpPr>
          <p:spPr>
            <a:xfrm>
              <a:off x="495306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18" name="Google Shape;9718;p27"/>
            <p:cNvSpPr/>
            <p:nvPr/>
          </p:nvSpPr>
          <p:spPr>
            <a:xfrm>
              <a:off x="533407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19" name="Google Shape;9719;p27"/>
            <p:cNvSpPr/>
            <p:nvPr/>
          </p:nvSpPr>
          <p:spPr>
            <a:xfrm>
              <a:off x="571507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20" name="Google Shape;9720;p27"/>
            <p:cNvSpPr/>
            <p:nvPr/>
          </p:nvSpPr>
          <p:spPr>
            <a:xfrm>
              <a:off x="609608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21" name="Google Shape;9721;p27"/>
            <p:cNvSpPr/>
            <p:nvPr/>
          </p:nvSpPr>
          <p:spPr>
            <a:xfrm>
              <a:off x="647708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22" name="Google Shape;9722;p27"/>
            <p:cNvSpPr/>
            <p:nvPr/>
          </p:nvSpPr>
          <p:spPr>
            <a:xfrm>
              <a:off x="6858090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23" name="Google Shape;9723;p27"/>
            <p:cNvSpPr/>
            <p:nvPr/>
          </p:nvSpPr>
          <p:spPr>
            <a:xfrm>
              <a:off x="7239095" y="4114713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24" name="Google Shape;9724;p27"/>
            <p:cNvSpPr/>
            <p:nvPr/>
          </p:nvSpPr>
          <p:spPr>
            <a:xfrm>
              <a:off x="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25" name="Google Shape;9725;p27"/>
            <p:cNvSpPr/>
            <p:nvPr/>
          </p:nvSpPr>
          <p:spPr>
            <a:xfrm>
              <a:off x="38100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26" name="Google Shape;9726;p27"/>
            <p:cNvSpPr/>
            <p:nvPr/>
          </p:nvSpPr>
          <p:spPr>
            <a:xfrm>
              <a:off x="76201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27" name="Google Shape;9727;p27"/>
            <p:cNvSpPr/>
            <p:nvPr/>
          </p:nvSpPr>
          <p:spPr>
            <a:xfrm>
              <a:off x="114301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28" name="Google Shape;9728;p27"/>
            <p:cNvSpPr/>
            <p:nvPr/>
          </p:nvSpPr>
          <p:spPr>
            <a:xfrm>
              <a:off x="152402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29" name="Google Shape;9729;p27"/>
            <p:cNvSpPr/>
            <p:nvPr/>
          </p:nvSpPr>
          <p:spPr>
            <a:xfrm>
              <a:off x="190502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30" name="Google Shape;9730;p27"/>
            <p:cNvSpPr/>
            <p:nvPr/>
          </p:nvSpPr>
          <p:spPr>
            <a:xfrm>
              <a:off x="228603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31" name="Google Shape;9731;p27"/>
            <p:cNvSpPr/>
            <p:nvPr/>
          </p:nvSpPr>
          <p:spPr>
            <a:xfrm>
              <a:off x="266703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32" name="Google Shape;9732;p27"/>
            <p:cNvSpPr/>
            <p:nvPr/>
          </p:nvSpPr>
          <p:spPr>
            <a:xfrm>
              <a:off x="304804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33" name="Google Shape;9733;p27"/>
            <p:cNvSpPr/>
            <p:nvPr/>
          </p:nvSpPr>
          <p:spPr>
            <a:xfrm>
              <a:off x="342904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34" name="Google Shape;9734;p27"/>
            <p:cNvSpPr/>
            <p:nvPr/>
          </p:nvSpPr>
          <p:spPr>
            <a:xfrm>
              <a:off x="381005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35" name="Google Shape;9735;p27"/>
            <p:cNvSpPr/>
            <p:nvPr/>
          </p:nvSpPr>
          <p:spPr>
            <a:xfrm>
              <a:off x="419105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36" name="Google Shape;9736;p27"/>
            <p:cNvSpPr/>
            <p:nvPr/>
          </p:nvSpPr>
          <p:spPr>
            <a:xfrm>
              <a:off x="457206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37" name="Google Shape;9737;p27"/>
            <p:cNvSpPr/>
            <p:nvPr/>
          </p:nvSpPr>
          <p:spPr>
            <a:xfrm>
              <a:off x="495306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38" name="Google Shape;9738;p27"/>
            <p:cNvSpPr/>
            <p:nvPr/>
          </p:nvSpPr>
          <p:spPr>
            <a:xfrm>
              <a:off x="533407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39" name="Google Shape;9739;p27"/>
            <p:cNvSpPr/>
            <p:nvPr/>
          </p:nvSpPr>
          <p:spPr>
            <a:xfrm>
              <a:off x="571507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40" name="Google Shape;9740;p27"/>
            <p:cNvSpPr/>
            <p:nvPr/>
          </p:nvSpPr>
          <p:spPr>
            <a:xfrm>
              <a:off x="609608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41" name="Google Shape;9741;p27"/>
            <p:cNvSpPr/>
            <p:nvPr/>
          </p:nvSpPr>
          <p:spPr>
            <a:xfrm>
              <a:off x="647708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42" name="Google Shape;9742;p27"/>
            <p:cNvSpPr/>
            <p:nvPr/>
          </p:nvSpPr>
          <p:spPr>
            <a:xfrm>
              <a:off x="6858090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43" name="Google Shape;9743;p27"/>
            <p:cNvSpPr/>
            <p:nvPr/>
          </p:nvSpPr>
          <p:spPr>
            <a:xfrm>
              <a:off x="7239095" y="4457607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44" name="Google Shape;9744;p27"/>
            <p:cNvSpPr/>
            <p:nvPr/>
          </p:nvSpPr>
          <p:spPr>
            <a:xfrm>
              <a:off x="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45" name="Google Shape;9745;p27"/>
            <p:cNvSpPr/>
            <p:nvPr/>
          </p:nvSpPr>
          <p:spPr>
            <a:xfrm>
              <a:off x="38100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46" name="Google Shape;9746;p27"/>
            <p:cNvSpPr/>
            <p:nvPr/>
          </p:nvSpPr>
          <p:spPr>
            <a:xfrm>
              <a:off x="76201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47" name="Google Shape;9747;p27"/>
            <p:cNvSpPr/>
            <p:nvPr/>
          </p:nvSpPr>
          <p:spPr>
            <a:xfrm>
              <a:off x="114301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48" name="Google Shape;9748;p27"/>
            <p:cNvSpPr/>
            <p:nvPr/>
          </p:nvSpPr>
          <p:spPr>
            <a:xfrm>
              <a:off x="152402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49" name="Google Shape;9749;p27"/>
            <p:cNvSpPr/>
            <p:nvPr/>
          </p:nvSpPr>
          <p:spPr>
            <a:xfrm>
              <a:off x="190502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50" name="Google Shape;9750;p27"/>
            <p:cNvSpPr/>
            <p:nvPr/>
          </p:nvSpPr>
          <p:spPr>
            <a:xfrm>
              <a:off x="228603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51" name="Google Shape;9751;p27"/>
            <p:cNvSpPr/>
            <p:nvPr/>
          </p:nvSpPr>
          <p:spPr>
            <a:xfrm>
              <a:off x="266703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52" name="Google Shape;9752;p27"/>
            <p:cNvSpPr/>
            <p:nvPr/>
          </p:nvSpPr>
          <p:spPr>
            <a:xfrm>
              <a:off x="304804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53" name="Google Shape;9753;p27"/>
            <p:cNvSpPr/>
            <p:nvPr/>
          </p:nvSpPr>
          <p:spPr>
            <a:xfrm>
              <a:off x="342904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54" name="Google Shape;9754;p27"/>
            <p:cNvSpPr/>
            <p:nvPr/>
          </p:nvSpPr>
          <p:spPr>
            <a:xfrm>
              <a:off x="381005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55" name="Google Shape;9755;p27"/>
            <p:cNvSpPr/>
            <p:nvPr/>
          </p:nvSpPr>
          <p:spPr>
            <a:xfrm>
              <a:off x="419105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56" name="Google Shape;9756;p27"/>
            <p:cNvSpPr/>
            <p:nvPr/>
          </p:nvSpPr>
          <p:spPr>
            <a:xfrm>
              <a:off x="457206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57" name="Google Shape;9757;p27"/>
            <p:cNvSpPr/>
            <p:nvPr/>
          </p:nvSpPr>
          <p:spPr>
            <a:xfrm>
              <a:off x="495306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58" name="Google Shape;9758;p27"/>
            <p:cNvSpPr/>
            <p:nvPr/>
          </p:nvSpPr>
          <p:spPr>
            <a:xfrm>
              <a:off x="533407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59" name="Google Shape;9759;p27"/>
            <p:cNvSpPr/>
            <p:nvPr/>
          </p:nvSpPr>
          <p:spPr>
            <a:xfrm>
              <a:off x="571507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60" name="Google Shape;9760;p27"/>
            <p:cNvSpPr/>
            <p:nvPr/>
          </p:nvSpPr>
          <p:spPr>
            <a:xfrm>
              <a:off x="609608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61" name="Google Shape;9761;p27"/>
            <p:cNvSpPr/>
            <p:nvPr/>
          </p:nvSpPr>
          <p:spPr>
            <a:xfrm>
              <a:off x="647708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62" name="Google Shape;9762;p27"/>
            <p:cNvSpPr/>
            <p:nvPr/>
          </p:nvSpPr>
          <p:spPr>
            <a:xfrm>
              <a:off x="6858090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63" name="Google Shape;9763;p27"/>
            <p:cNvSpPr/>
            <p:nvPr/>
          </p:nvSpPr>
          <p:spPr>
            <a:xfrm>
              <a:off x="7239095" y="4800491"/>
              <a:ext cx="381000" cy="342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64" name="Google Shape;9764;p27"/>
            <p:cNvSpPr/>
            <p:nvPr/>
          </p:nvSpPr>
          <p:spPr>
            <a:xfrm>
              <a:off x="7620110" y="411471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65" name="Google Shape;9765;p27"/>
            <p:cNvSpPr/>
            <p:nvPr/>
          </p:nvSpPr>
          <p:spPr>
            <a:xfrm>
              <a:off x="8001115" y="411471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66" name="Google Shape;9766;p27"/>
            <p:cNvSpPr/>
            <p:nvPr/>
          </p:nvSpPr>
          <p:spPr>
            <a:xfrm>
              <a:off x="8382120" y="411471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67" name="Google Shape;9767;p27"/>
            <p:cNvSpPr/>
            <p:nvPr/>
          </p:nvSpPr>
          <p:spPr>
            <a:xfrm>
              <a:off x="8763125" y="4114713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68" name="Google Shape;9768;p27"/>
            <p:cNvSpPr/>
            <p:nvPr/>
          </p:nvSpPr>
          <p:spPr>
            <a:xfrm>
              <a:off x="7620110" y="445760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69" name="Google Shape;9769;p27"/>
            <p:cNvSpPr/>
            <p:nvPr/>
          </p:nvSpPr>
          <p:spPr>
            <a:xfrm>
              <a:off x="8001115" y="445760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70" name="Google Shape;9770;p27"/>
            <p:cNvSpPr/>
            <p:nvPr/>
          </p:nvSpPr>
          <p:spPr>
            <a:xfrm>
              <a:off x="8382120" y="445760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71" name="Google Shape;9771;p27"/>
            <p:cNvSpPr/>
            <p:nvPr/>
          </p:nvSpPr>
          <p:spPr>
            <a:xfrm>
              <a:off x="8763125" y="4457607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72" name="Google Shape;9772;p27"/>
            <p:cNvSpPr/>
            <p:nvPr/>
          </p:nvSpPr>
          <p:spPr>
            <a:xfrm>
              <a:off x="7620110" y="480049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73" name="Google Shape;9773;p27"/>
            <p:cNvSpPr/>
            <p:nvPr/>
          </p:nvSpPr>
          <p:spPr>
            <a:xfrm>
              <a:off x="8001115" y="480049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74" name="Google Shape;9774;p27"/>
            <p:cNvSpPr/>
            <p:nvPr/>
          </p:nvSpPr>
          <p:spPr>
            <a:xfrm>
              <a:off x="8382120" y="480049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75" name="Google Shape;9775;p27"/>
            <p:cNvSpPr/>
            <p:nvPr/>
          </p:nvSpPr>
          <p:spPr>
            <a:xfrm>
              <a:off x="8763125" y="4800491"/>
              <a:ext cx="381000" cy="342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776" name="Google Shape;9776;p27"/>
          <p:cNvSpPr/>
          <p:nvPr/>
        </p:nvSpPr>
        <p:spPr>
          <a:xfrm flipH="1">
            <a:off x="0" y="0"/>
            <a:ext cx="9144000" cy="5143500"/>
          </a:xfrm>
          <a:prstGeom prst="rtTriangle">
            <a:avLst/>
          </a:prstGeom>
          <a:solidFill>
            <a:srgbClr val="005051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777" name="Google Shape;9777;p27"/>
          <p:cNvGrpSpPr/>
          <p:nvPr/>
        </p:nvGrpSpPr>
        <p:grpSpPr>
          <a:xfrm>
            <a:off x="553048" y="535000"/>
            <a:ext cx="8105852" cy="4302000"/>
            <a:chOff x="553048" y="535000"/>
            <a:chExt cx="8105852" cy="4302000"/>
          </a:xfrm>
        </p:grpSpPr>
        <p:sp>
          <p:nvSpPr>
            <p:cNvPr id="9778" name="Google Shape;9778;p27"/>
            <p:cNvSpPr/>
            <p:nvPr/>
          </p:nvSpPr>
          <p:spPr>
            <a:xfrm>
              <a:off x="942300" y="763600"/>
              <a:ext cx="7716600" cy="4073400"/>
            </a:xfrm>
            <a:prstGeom prst="roundRect">
              <a:avLst>
                <a:gd fmla="val 2480" name="adj"/>
              </a:avLst>
            </a:prstGeom>
            <a:solidFill>
              <a:srgbClr val="222828">
                <a:alpha val="2039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79" name="Google Shape;9779;p27"/>
            <p:cNvSpPr/>
            <p:nvPr/>
          </p:nvSpPr>
          <p:spPr>
            <a:xfrm>
              <a:off x="712275" y="535000"/>
              <a:ext cx="7716600" cy="4073400"/>
            </a:xfrm>
            <a:prstGeom prst="roundRect">
              <a:avLst>
                <a:gd fmla="val 2480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80" name="Google Shape;9780;p27"/>
            <p:cNvSpPr/>
            <p:nvPr/>
          </p:nvSpPr>
          <p:spPr>
            <a:xfrm>
              <a:off x="848698" y="898261"/>
              <a:ext cx="317374" cy="317436"/>
            </a:xfrm>
            <a:custGeom>
              <a:rect b="b" l="l" r="r" t="t"/>
              <a:pathLst>
                <a:path extrusionOk="0" h="15212" w="15209">
                  <a:moveTo>
                    <a:pt x="7604" y="0"/>
                  </a:moveTo>
                  <a:cubicBezTo>
                    <a:pt x="3404" y="0"/>
                    <a:pt x="0" y="3405"/>
                    <a:pt x="0" y="7605"/>
                  </a:cubicBezTo>
                  <a:cubicBezTo>
                    <a:pt x="0" y="11805"/>
                    <a:pt x="3404" y="15212"/>
                    <a:pt x="7604" y="15212"/>
                  </a:cubicBezTo>
                  <a:cubicBezTo>
                    <a:pt x="11804" y="15212"/>
                    <a:pt x="15209" y="11805"/>
                    <a:pt x="15209" y="7605"/>
                  </a:cubicBezTo>
                  <a:cubicBezTo>
                    <a:pt x="15209" y="3405"/>
                    <a:pt x="11804" y="0"/>
                    <a:pt x="760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81" name="Google Shape;9781;p27"/>
            <p:cNvSpPr/>
            <p:nvPr/>
          </p:nvSpPr>
          <p:spPr>
            <a:xfrm>
              <a:off x="553048" y="931482"/>
              <a:ext cx="549400" cy="250994"/>
            </a:xfrm>
            <a:custGeom>
              <a:rect b="b" l="l" r="r" t="t"/>
              <a:pathLst>
                <a:path extrusionOk="0" h="12028" w="26328">
                  <a:moveTo>
                    <a:pt x="1493" y="0"/>
                  </a:moveTo>
                  <a:cubicBezTo>
                    <a:pt x="671" y="0"/>
                    <a:pt x="0" y="668"/>
                    <a:pt x="0" y="1494"/>
                  </a:cubicBezTo>
                  <a:cubicBezTo>
                    <a:pt x="0" y="2319"/>
                    <a:pt x="671" y="2990"/>
                    <a:pt x="1493" y="2990"/>
                  </a:cubicBezTo>
                  <a:lnTo>
                    <a:pt x="19596" y="2990"/>
                  </a:lnTo>
                  <a:cubicBezTo>
                    <a:pt x="21591" y="2990"/>
                    <a:pt x="23340" y="4081"/>
                    <a:pt x="23340" y="5330"/>
                  </a:cubicBezTo>
                  <a:lnTo>
                    <a:pt x="23340" y="6698"/>
                  </a:lnTo>
                  <a:cubicBezTo>
                    <a:pt x="23340" y="7944"/>
                    <a:pt x="21591" y="9038"/>
                    <a:pt x="19596" y="9038"/>
                  </a:cubicBezTo>
                  <a:lnTo>
                    <a:pt x="1493" y="9038"/>
                  </a:lnTo>
                  <a:cubicBezTo>
                    <a:pt x="671" y="9038"/>
                    <a:pt x="0" y="9706"/>
                    <a:pt x="0" y="10532"/>
                  </a:cubicBezTo>
                  <a:cubicBezTo>
                    <a:pt x="0" y="11357"/>
                    <a:pt x="671" y="12028"/>
                    <a:pt x="1493" y="12028"/>
                  </a:cubicBezTo>
                  <a:lnTo>
                    <a:pt x="19596" y="12028"/>
                  </a:lnTo>
                  <a:lnTo>
                    <a:pt x="19596" y="12025"/>
                  </a:lnTo>
                  <a:cubicBezTo>
                    <a:pt x="23370" y="12025"/>
                    <a:pt x="26327" y="9685"/>
                    <a:pt x="26327" y="6695"/>
                  </a:cubicBezTo>
                  <a:lnTo>
                    <a:pt x="26327" y="5327"/>
                  </a:lnTo>
                  <a:cubicBezTo>
                    <a:pt x="26327" y="2340"/>
                    <a:pt x="23370" y="0"/>
                    <a:pt x="19596" y="0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82" name="Google Shape;9782;p27"/>
            <p:cNvSpPr/>
            <p:nvPr/>
          </p:nvSpPr>
          <p:spPr>
            <a:xfrm>
              <a:off x="848698" y="1332681"/>
              <a:ext cx="317374" cy="317457"/>
            </a:xfrm>
            <a:custGeom>
              <a:rect b="b" l="l" r="r" t="t"/>
              <a:pathLst>
                <a:path extrusionOk="0" h="15213" w="15209">
                  <a:moveTo>
                    <a:pt x="7604" y="1"/>
                  </a:moveTo>
                  <a:cubicBezTo>
                    <a:pt x="3404" y="1"/>
                    <a:pt x="0" y="3408"/>
                    <a:pt x="0" y="7608"/>
                  </a:cubicBezTo>
                  <a:cubicBezTo>
                    <a:pt x="0" y="11808"/>
                    <a:pt x="3404" y="15212"/>
                    <a:pt x="7604" y="15212"/>
                  </a:cubicBezTo>
                  <a:cubicBezTo>
                    <a:pt x="11804" y="15212"/>
                    <a:pt x="15209" y="11808"/>
                    <a:pt x="15209" y="7608"/>
                  </a:cubicBezTo>
                  <a:cubicBezTo>
                    <a:pt x="15209" y="3408"/>
                    <a:pt x="11804" y="1"/>
                    <a:pt x="760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83" name="Google Shape;9783;p27"/>
            <p:cNvSpPr/>
            <p:nvPr/>
          </p:nvSpPr>
          <p:spPr>
            <a:xfrm>
              <a:off x="553048" y="1365902"/>
              <a:ext cx="549400" cy="251015"/>
            </a:xfrm>
            <a:custGeom>
              <a:rect b="b" l="l" r="r" t="t"/>
              <a:pathLst>
                <a:path extrusionOk="0" h="12029" w="26328">
                  <a:moveTo>
                    <a:pt x="1493" y="1"/>
                  </a:moveTo>
                  <a:cubicBezTo>
                    <a:pt x="671" y="1"/>
                    <a:pt x="0" y="671"/>
                    <a:pt x="0" y="1497"/>
                  </a:cubicBezTo>
                  <a:cubicBezTo>
                    <a:pt x="0" y="2320"/>
                    <a:pt x="671" y="2990"/>
                    <a:pt x="1493" y="2990"/>
                  </a:cubicBezTo>
                  <a:lnTo>
                    <a:pt x="19596" y="2990"/>
                  </a:lnTo>
                  <a:cubicBezTo>
                    <a:pt x="21591" y="2990"/>
                    <a:pt x="23340" y="4084"/>
                    <a:pt x="23340" y="5330"/>
                  </a:cubicBezTo>
                  <a:lnTo>
                    <a:pt x="23340" y="6699"/>
                  </a:lnTo>
                  <a:cubicBezTo>
                    <a:pt x="23340" y="7948"/>
                    <a:pt x="21591" y="9042"/>
                    <a:pt x="19596" y="9042"/>
                  </a:cubicBezTo>
                  <a:lnTo>
                    <a:pt x="1493" y="9042"/>
                  </a:lnTo>
                  <a:cubicBezTo>
                    <a:pt x="671" y="9042"/>
                    <a:pt x="0" y="9709"/>
                    <a:pt x="0" y="10535"/>
                  </a:cubicBezTo>
                  <a:cubicBezTo>
                    <a:pt x="0" y="11361"/>
                    <a:pt x="671" y="12028"/>
                    <a:pt x="1493" y="12028"/>
                  </a:cubicBezTo>
                  <a:lnTo>
                    <a:pt x="19596" y="12028"/>
                  </a:lnTo>
                  <a:cubicBezTo>
                    <a:pt x="23370" y="12028"/>
                    <a:pt x="26327" y="9688"/>
                    <a:pt x="26327" y="6699"/>
                  </a:cubicBezTo>
                  <a:lnTo>
                    <a:pt x="26327" y="5330"/>
                  </a:lnTo>
                  <a:cubicBezTo>
                    <a:pt x="26327" y="2344"/>
                    <a:pt x="23370" y="1"/>
                    <a:pt x="19596" y="1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84" name="Google Shape;9784;p27"/>
            <p:cNvSpPr/>
            <p:nvPr/>
          </p:nvSpPr>
          <p:spPr>
            <a:xfrm>
              <a:off x="848698" y="1767184"/>
              <a:ext cx="317374" cy="317436"/>
            </a:xfrm>
            <a:custGeom>
              <a:rect b="b" l="l" r="r" t="t"/>
              <a:pathLst>
                <a:path extrusionOk="0" h="15212" w="15209">
                  <a:moveTo>
                    <a:pt x="7604" y="0"/>
                  </a:moveTo>
                  <a:cubicBezTo>
                    <a:pt x="3404" y="0"/>
                    <a:pt x="0" y="3404"/>
                    <a:pt x="0" y="7605"/>
                  </a:cubicBezTo>
                  <a:cubicBezTo>
                    <a:pt x="0" y="11805"/>
                    <a:pt x="3404" y="15212"/>
                    <a:pt x="7604" y="15212"/>
                  </a:cubicBezTo>
                  <a:cubicBezTo>
                    <a:pt x="11804" y="15212"/>
                    <a:pt x="15209" y="11805"/>
                    <a:pt x="15209" y="7605"/>
                  </a:cubicBezTo>
                  <a:cubicBezTo>
                    <a:pt x="15209" y="3404"/>
                    <a:pt x="11804" y="0"/>
                    <a:pt x="760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85" name="Google Shape;9785;p27"/>
            <p:cNvSpPr/>
            <p:nvPr/>
          </p:nvSpPr>
          <p:spPr>
            <a:xfrm>
              <a:off x="553048" y="1800405"/>
              <a:ext cx="549400" cy="250994"/>
            </a:xfrm>
            <a:custGeom>
              <a:rect b="b" l="l" r="r" t="t"/>
              <a:pathLst>
                <a:path extrusionOk="0" h="12028" w="26328">
                  <a:moveTo>
                    <a:pt x="1493" y="0"/>
                  </a:moveTo>
                  <a:cubicBezTo>
                    <a:pt x="671" y="0"/>
                    <a:pt x="0" y="668"/>
                    <a:pt x="0" y="1493"/>
                  </a:cubicBezTo>
                  <a:cubicBezTo>
                    <a:pt x="0" y="2319"/>
                    <a:pt x="671" y="2990"/>
                    <a:pt x="1493" y="2990"/>
                  </a:cubicBezTo>
                  <a:lnTo>
                    <a:pt x="19596" y="2990"/>
                  </a:lnTo>
                  <a:cubicBezTo>
                    <a:pt x="21591" y="2990"/>
                    <a:pt x="23340" y="4081"/>
                    <a:pt x="23340" y="5330"/>
                  </a:cubicBezTo>
                  <a:lnTo>
                    <a:pt x="23340" y="6695"/>
                  </a:lnTo>
                  <a:cubicBezTo>
                    <a:pt x="23340" y="7944"/>
                    <a:pt x="21591" y="9038"/>
                    <a:pt x="19596" y="9038"/>
                  </a:cubicBezTo>
                  <a:lnTo>
                    <a:pt x="1493" y="9038"/>
                  </a:lnTo>
                  <a:cubicBezTo>
                    <a:pt x="671" y="9038"/>
                    <a:pt x="0" y="9706"/>
                    <a:pt x="0" y="10532"/>
                  </a:cubicBezTo>
                  <a:cubicBezTo>
                    <a:pt x="0" y="11357"/>
                    <a:pt x="671" y="12028"/>
                    <a:pt x="1493" y="12028"/>
                  </a:cubicBezTo>
                  <a:lnTo>
                    <a:pt x="19596" y="12028"/>
                  </a:lnTo>
                  <a:lnTo>
                    <a:pt x="19596" y="12025"/>
                  </a:lnTo>
                  <a:cubicBezTo>
                    <a:pt x="23370" y="12025"/>
                    <a:pt x="26327" y="9685"/>
                    <a:pt x="26327" y="6695"/>
                  </a:cubicBezTo>
                  <a:lnTo>
                    <a:pt x="26327" y="5327"/>
                  </a:lnTo>
                  <a:cubicBezTo>
                    <a:pt x="26327" y="2340"/>
                    <a:pt x="23370" y="0"/>
                    <a:pt x="19596" y="0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86" name="Google Shape;9786;p27"/>
            <p:cNvSpPr/>
            <p:nvPr/>
          </p:nvSpPr>
          <p:spPr>
            <a:xfrm>
              <a:off x="848698" y="2201603"/>
              <a:ext cx="317374" cy="317457"/>
            </a:xfrm>
            <a:custGeom>
              <a:rect b="b" l="l" r="r" t="t"/>
              <a:pathLst>
                <a:path extrusionOk="0" h="15213" w="15209">
                  <a:moveTo>
                    <a:pt x="7604" y="1"/>
                  </a:moveTo>
                  <a:cubicBezTo>
                    <a:pt x="3404" y="1"/>
                    <a:pt x="0" y="3405"/>
                    <a:pt x="0" y="7608"/>
                  </a:cubicBezTo>
                  <a:cubicBezTo>
                    <a:pt x="0" y="11808"/>
                    <a:pt x="3404" y="15212"/>
                    <a:pt x="7604" y="15212"/>
                  </a:cubicBezTo>
                  <a:cubicBezTo>
                    <a:pt x="11804" y="15212"/>
                    <a:pt x="15209" y="11808"/>
                    <a:pt x="15209" y="7608"/>
                  </a:cubicBezTo>
                  <a:cubicBezTo>
                    <a:pt x="15209" y="3405"/>
                    <a:pt x="11804" y="1"/>
                    <a:pt x="760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87" name="Google Shape;9787;p27"/>
            <p:cNvSpPr/>
            <p:nvPr/>
          </p:nvSpPr>
          <p:spPr>
            <a:xfrm>
              <a:off x="553048" y="2234824"/>
              <a:ext cx="549400" cy="251015"/>
            </a:xfrm>
            <a:custGeom>
              <a:rect b="b" l="l" r="r" t="t"/>
              <a:pathLst>
                <a:path extrusionOk="0" h="12029" w="26328">
                  <a:moveTo>
                    <a:pt x="1493" y="1"/>
                  </a:moveTo>
                  <a:cubicBezTo>
                    <a:pt x="671" y="1"/>
                    <a:pt x="0" y="668"/>
                    <a:pt x="0" y="1494"/>
                  </a:cubicBezTo>
                  <a:cubicBezTo>
                    <a:pt x="0" y="2320"/>
                    <a:pt x="671" y="2990"/>
                    <a:pt x="1493" y="2990"/>
                  </a:cubicBezTo>
                  <a:lnTo>
                    <a:pt x="19596" y="2990"/>
                  </a:lnTo>
                  <a:cubicBezTo>
                    <a:pt x="21591" y="2990"/>
                    <a:pt x="23340" y="4084"/>
                    <a:pt x="23340" y="5330"/>
                  </a:cubicBezTo>
                  <a:lnTo>
                    <a:pt x="23340" y="6699"/>
                  </a:lnTo>
                  <a:cubicBezTo>
                    <a:pt x="23340" y="7945"/>
                    <a:pt x="21591" y="9039"/>
                    <a:pt x="19596" y="9039"/>
                  </a:cubicBezTo>
                  <a:lnTo>
                    <a:pt x="1493" y="9039"/>
                  </a:lnTo>
                  <a:cubicBezTo>
                    <a:pt x="671" y="9039"/>
                    <a:pt x="0" y="9706"/>
                    <a:pt x="0" y="10532"/>
                  </a:cubicBezTo>
                  <a:cubicBezTo>
                    <a:pt x="0" y="11358"/>
                    <a:pt x="671" y="12028"/>
                    <a:pt x="1493" y="12028"/>
                  </a:cubicBezTo>
                  <a:lnTo>
                    <a:pt x="19596" y="12028"/>
                  </a:lnTo>
                  <a:lnTo>
                    <a:pt x="19596" y="12025"/>
                  </a:lnTo>
                  <a:cubicBezTo>
                    <a:pt x="23370" y="12025"/>
                    <a:pt x="26327" y="9685"/>
                    <a:pt x="26327" y="6699"/>
                  </a:cubicBezTo>
                  <a:lnTo>
                    <a:pt x="26327" y="5330"/>
                  </a:lnTo>
                  <a:cubicBezTo>
                    <a:pt x="26327" y="2341"/>
                    <a:pt x="23370" y="1"/>
                    <a:pt x="19596" y="1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88" name="Google Shape;9788;p27"/>
            <p:cNvSpPr/>
            <p:nvPr/>
          </p:nvSpPr>
          <p:spPr>
            <a:xfrm>
              <a:off x="848698" y="2636106"/>
              <a:ext cx="317374" cy="317374"/>
            </a:xfrm>
            <a:custGeom>
              <a:rect b="b" l="l" r="r" t="t"/>
              <a:pathLst>
                <a:path extrusionOk="0" h="15209" w="15209">
                  <a:moveTo>
                    <a:pt x="7604" y="0"/>
                  </a:moveTo>
                  <a:cubicBezTo>
                    <a:pt x="3404" y="0"/>
                    <a:pt x="0" y="3404"/>
                    <a:pt x="0" y="7604"/>
                  </a:cubicBezTo>
                  <a:cubicBezTo>
                    <a:pt x="0" y="11805"/>
                    <a:pt x="3404" y="15209"/>
                    <a:pt x="7604" y="15209"/>
                  </a:cubicBezTo>
                  <a:cubicBezTo>
                    <a:pt x="11804" y="15209"/>
                    <a:pt x="15209" y="11805"/>
                    <a:pt x="15209" y="7604"/>
                  </a:cubicBezTo>
                  <a:cubicBezTo>
                    <a:pt x="15209" y="3404"/>
                    <a:pt x="11804" y="0"/>
                    <a:pt x="760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89" name="Google Shape;9789;p27"/>
            <p:cNvSpPr/>
            <p:nvPr/>
          </p:nvSpPr>
          <p:spPr>
            <a:xfrm>
              <a:off x="553048" y="2669265"/>
              <a:ext cx="549400" cy="250994"/>
            </a:xfrm>
            <a:custGeom>
              <a:rect b="b" l="l" r="r" t="t"/>
              <a:pathLst>
                <a:path extrusionOk="0" h="12028" w="26328">
                  <a:moveTo>
                    <a:pt x="1493" y="0"/>
                  </a:moveTo>
                  <a:cubicBezTo>
                    <a:pt x="671" y="0"/>
                    <a:pt x="0" y="671"/>
                    <a:pt x="0" y="1496"/>
                  </a:cubicBezTo>
                  <a:cubicBezTo>
                    <a:pt x="0" y="2322"/>
                    <a:pt x="671" y="2990"/>
                    <a:pt x="1493" y="2990"/>
                  </a:cubicBezTo>
                  <a:lnTo>
                    <a:pt x="19596" y="2990"/>
                  </a:lnTo>
                  <a:cubicBezTo>
                    <a:pt x="21591" y="2990"/>
                    <a:pt x="23340" y="4084"/>
                    <a:pt x="23340" y="5330"/>
                  </a:cubicBezTo>
                  <a:lnTo>
                    <a:pt x="23340" y="6698"/>
                  </a:lnTo>
                  <a:cubicBezTo>
                    <a:pt x="23340" y="7947"/>
                    <a:pt x="21591" y="9041"/>
                    <a:pt x="19596" y="9041"/>
                  </a:cubicBezTo>
                  <a:lnTo>
                    <a:pt x="1493" y="9041"/>
                  </a:lnTo>
                  <a:cubicBezTo>
                    <a:pt x="671" y="9041"/>
                    <a:pt x="0" y="9709"/>
                    <a:pt x="0" y="10534"/>
                  </a:cubicBezTo>
                  <a:cubicBezTo>
                    <a:pt x="0" y="11360"/>
                    <a:pt x="671" y="12028"/>
                    <a:pt x="1493" y="12028"/>
                  </a:cubicBezTo>
                  <a:lnTo>
                    <a:pt x="19596" y="12028"/>
                  </a:lnTo>
                  <a:cubicBezTo>
                    <a:pt x="23370" y="12028"/>
                    <a:pt x="26327" y="9688"/>
                    <a:pt x="26327" y="6698"/>
                  </a:cubicBezTo>
                  <a:lnTo>
                    <a:pt x="26327" y="5330"/>
                  </a:lnTo>
                  <a:cubicBezTo>
                    <a:pt x="26327" y="2343"/>
                    <a:pt x="23370" y="0"/>
                    <a:pt x="19596" y="0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90" name="Google Shape;9790;p27"/>
            <p:cNvSpPr/>
            <p:nvPr/>
          </p:nvSpPr>
          <p:spPr>
            <a:xfrm>
              <a:off x="848698" y="3070526"/>
              <a:ext cx="317374" cy="317457"/>
            </a:xfrm>
            <a:custGeom>
              <a:rect b="b" l="l" r="r" t="t"/>
              <a:pathLst>
                <a:path extrusionOk="0" h="15213" w="15209">
                  <a:moveTo>
                    <a:pt x="7604" y="1"/>
                  </a:moveTo>
                  <a:cubicBezTo>
                    <a:pt x="3404" y="1"/>
                    <a:pt x="0" y="3405"/>
                    <a:pt x="0" y="7605"/>
                  </a:cubicBezTo>
                  <a:cubicBezTo>
                    <a:pt x="0" y="11805"/>
                    <a:pt x="3404" y="15212"/>
                    <a:pt x="7604" y="15212"/>
                  </a:cubicBezTo>
                  <a:cubicBezTo>
                    <a:pt x="11804" y="15212"/>
                    <a:pt x="15209" y="11805"/>
                    <a:pt x="15209" y="7605"/>
                  </a:cubicBezTo>
                  <a:cubicBezTo>
                    <a:pt x="15209" y="3405"/>
                    <a:pt x="11804" y="1"/>
                    <a:pt x="760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91" name="Google Shape;9791;p27"/>
            <p:cNvSpPr/>
            <p:nvPr/>
          </p:nvSpPr>
          <p:spPr>
            <a:xfrm>
              <a:off x="553048" y="3103747"/>
              <a:ext cx="549400" cy="251015"/>
            </a:xfrm>
            <a:custGeom>
              <a:rect b="b" l="l" r="r" t="t"/>
              <a:pathLst>
                <a:path extrusionOk="0" h="12029" w="26328">
                  <a:moveTo>
                    <a:pt x="1493" y="0"/>
                  </a:moveTo>
                  <a:cubicBezTo>
                    <a:pt x="671" y="0"/>
                    <a:pt x="0" y="668"/>
                    <a:pt x="0" y="1494"/>
                  </a:cubicBezTo>
                  <a:cubicBezTo>
                    <a:pt x="0" y="2320"/>
                    <a:pt x="671" y="2987"/>
                    <a:pt x="1493" y="2987"/>
                  </a:cubicBezTo>
                  <a:lnTo>
                    <a:pt x="19596" y="2987"/>
                  </a:lnTo>
                  <a:cubicBezTo>
                    <a:pt x="21591" y="2987"/>
                    <a:pt x="23340" y="4081"/>
                    <a:pt x="23340" y="5330"/>
                  </a:cubicBezTo>
                  <a:lnTo>
                    <a:pt x="23340" y="6696"/>
                  </a:lnTo>
                  <a:cubicBezTo>
                    <a:pt x="23340" y="7945"/>
                    <a:pt x="21591" y="9039"/>
                    <a:pt x="19596" y="9039"/>
                  </a:cubicBezTo>
                  <a:lnTo>
                    <a:pt x="1493" y="9039"/>
                  </a:lnTo>
                  <a:cubicBezTo>
                    <a:pt x="671" y="9039"/>
                    <a:pt x="0" y="9706"/>
                    <a:pt x="0" y="10532"/>
                  </a:cubicBezTo>
                  <a:cubicBezTo>
                    <a:pt x="0" y="11358"/>
                    <a:pt x="671" y="12028"/>
                    <a:pt x="1493" y="12028"/>
                  </a:cubicBezTo>
                  <a:lnTo>
                    <a:pt x="19596" y="12028"/>
                  </a:lnTo>
                  <a:lnTo>
                    <a:pt x="19596" y="12025"/>
                  </a:lnTo>
                  <a:cubicBezTo>
                    <a:pt x="23370" y="12025"/>
                    <a:pt x="26327" y="9685"/>
                    <a:pt x="26327" y="6696"/>
                  </a:cubicBezTo>
                  <a:lnTo>
                    <a:pt x="26327" y="5330"/>
                  </a:lnTo>
                  <a:cubicBezTo>
                    <a:pt x="26327" y="2340"/>
                    <a:pt x="23370" y="0"/>
                    <a:pt x="19596" y="0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92" name="Google Shape;9792;p27"/>
            <p:cNvSpPr/>
            <p:nvPr/>
          </p:nvSpPr>
          <p:spPr>
            <a:xfrm>
              <a:off x="848698" y="3504966"/>
              <a:ext cx="317374" cy="317436"/>
            </a:xfrm>
            <a:custGeom>
              <a:rect b="b" l="l" r="r" t="t"/>
              <a:pathLst>
                <a:path extrusionOk="0" h="15212" w="15209">
                  <a:moveTo>
                    <a:pt x="7604" y="0"/>
                  </a:moveTo>
                  <a:cubicBezTo>
                    <a:pt x="3404" y="0"/>
                    <a:pt x="0" y="3407"/>
                    <a:pt x="0" y="7607"/>
                  </a:cubicBezTo>
                  <a:cubicBezTo>
                    <a:pt x="0" y="11807"/>
                    <a:pt x="3404" y="15212"/>
                    <a:pt x="7604" y="15212"/>
                  </a:cubicBezTo>
                  <a:cubicBezTo>
                    <a:pt x="11804" y="15212"/>
                    <a:pt x="15209" y="11807"/>
                    <a:pt x="15209" y="7607"/>
                  </a:cubicBezTo>
                  <a:cubicBezTo>
                    <a:pt x="15209" y="3407"/>
                    <a:pt x="11804" y="0"/>
                    <a:pt x="760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93" name="Google Shape;9793;p27"/>
            <p:cNvSpPr/>
            <p:nvPr/>
          </p:nvSpPr>
          <p:spPr>
            <a:xfrm>
              <a:off x="553048" y="3538167"/>
              <a:ext cx="549400" cy="251015"/>
            </a:xfrm>
            <a:custGeom>
              <a:rect b="b" l="l" r="r" t="t"/>
              <a:pathLst>
                <a:path extrusionOk="0" h="12029" w="26328">
                  <a:moveTo>
                    <a:pt x="1493" y="1"/>
                  </a:moveTo>
                  <a:cubicBezTo>
                    <a:pt x="671" y="1"/>
                    <a:pt x="0" y="672"/>
                    <a:pt x="0" y="1497"/>
                  </a:cubicBezTo>
                  <a:cubicBezTo>
                    <a:pt x="0" y="2320"/>
                    <a:pt x="671" y="2991"/>
                    <a:pt x="1493" y="2991"/>
                  </a:cubicBezTo>
                  <a:lnTo>
                    <a:pt x="19596" y="2991"/>
                  </a:lnTo>
                  <a:cubicBezTo>
                    <a:pt x="21591" y="2991"/>
                    <a:pt x="23340" y="4085"/>
                    <a:pt x="23340" y="5331"/>
                  </a:cubicBezTo>
                  <a:lnTo>
                    <a:pt x="23340" y="6699"/>
                  </a:lnTo>
                  <a:cubicBezTo>
                    <a:pt x="23340" y="7948"/>
                    <a:pt x="21591" y="9042"/>
                    <a:pt x="19596" y="9042"/>
                  </a:cubicBezTo>
                  <a:lnTo>
                    <a:pt x="1493" y="9042"/>
                  </a:lnTo>
                  <a:cubicBezTo>
                    <a:pt x="671" y="9042"/>
                    <a:pt x="0" y="9710"/>
                    <a:pt x="0" y="10535"/>
                  </a:cubicBezTo>
                  <a:cubicBezTo>
                    <a:pt x="0" y="11361"/>
                    <a:pt x="671" y="12029"/>
                    <a:pt x="1493" y="12029"/>
                  </a:cubicBezTo>
                  <a:lnTo>
                    <a:pt x="19596" y="12029"/>
                  </a:lnTo>
                  <a:cubicBezTo>
                    <a:pt x="23370" y="12029"/>
                    <a:pt x="26327" y="9689"/>
                    <a:pt x="26327" y="6699"/>
                  </a:cubicBezTo>
                  <a:lnTo>
                    <a:pt x="26327" y="5331"/>
                  </a:lnTo>
                  <a:cubicBezTo>
                    <a:pt x="26327" y="2344"/>
                    <a:pt x="23370" y="1"/>
                    <a:pt x="19596" y="1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94" name="Google Shape;9794;p27"/>
            <p:cNvSpPr/>
            <p:nvPr/>
          </p:nvSpPr>
          <p:spPr>
            <a:xfrm>
              <a:off x="848698" y="3939449"/>
              <a:ext cx="317374" cy="317395"/>
            </a:xfrm>
            <a:custGeom>
              <a:rect b="b" l="l" r="r" t="t"/>
              <a:pathLst>
                <a:path extrusionOk="0" h="15210" w="15209">
                  <a:moveTo>
                    <a:pt x="7604" y="1"/>
                  </a:moveTo>
                  <a:cubicBezTo>
                    <a:pt x="3404" y="1"/>
                    <a:pt x="0" y="3405"/>
                    <a:pt x="0" y="7605"/>
                  </a:cubicBezTo>
                  <a:cubicBezTo>
                    <a:pt x="0" y="11805"/>
                    <a:pt x="3404" y="15209"/>
                    <a:pt x="7604" y="15209"/>
                  </a:cubicBezTo>
                  <a:cubicBezTo>
                    <a:pt x="11804" y="15209"/>
                    <a:pt x="15209" y="11805"/>
                    <a:pt x="15209" y="7605"/>
                  </a:cubicBezTo>
                  <a:cubicBezTo>
                    <a:pt x="15209" y="3405"/>
                    <a:pt x="11804" y="1"/>
                    <a:pt x="760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95" name="Google Shape;9795;p27"/>
            <p:cNvSpPr/>
            <p:nvPr/>
          </p:nvSpPr>
          <p:spPr>
            <a:xfrm>
              <a:off x="553048" y="3972670"/>
              <a:ext cx="549400" cy="251015"/>
            </a:xfrm>
            <a:custGeom>
              <a:rect b="b" l="l" r="r" t="t"/>
              <a:pathLst>
                <a:path extrusionOk="0" h="12029" w="26328">
                  <a:moveTo>
                    <a:pt x="1493" y="0"/>
                  </a:moveTo>
                  <a:cubicBezTo>
                    <a:pt x="671" y="0"/>
                    <a:pt x="0" y="668"/>
                    <a:pt x="0" y="1494"/>
                  </a:cubicBezTo>
                  <a:cubicBezTo>
                    <a:pt x="0" y="2320"/>
                    <a:pt x="671" y="2990"/>
                    <a:pt x="1493" y="2990"/>
                  </a:cubicBezTo>
                  <a:lnTo>
                    <a:pt x="19596" y="2990"/>
                  </a:lnTo>
                  <a:cubicBezTo>
                    <a:pt x="21591" y="2990"/>
                    <a:pt x="23340" y="4081"/>
                    <a:pt x="23340" y="5330"/>
                  </a:cubicBezTo>
                  <a:lnTo>
                    <a:pt x="23340" y="6695"/>
                  </a:lnTo>
                  <a:cubicBezTo>
                    <a:pt x="23340" y="7944"/>
                    <a:pt x="21591" y="9038"/>
                    <a:pt x="19596" y="9038"/>
                  </a:cubicBezTo>
                  <a:lnTo>
                    <a:pt x="1493" y="9038"/>
                  </a:lnTo>
                  <a:cubicBezTo>
                    <a:pt x="671" y="9038"/>
                    <a:pt x="0" y="9706"/>
                    <a:pt x="0" y="10532"/>
                  </a:cubicBezTo>
                  <a:cubicBezTo>
                    <a:pt x="0" y="11358"/>
                    <a:pt x="671" y="12028"/>
                    <a:pt x="1493" y="12028"/>
                  </a:cubicBezTo>
                  <a:lnTo>
                    <a:pt x="19596" y="12028"/>
                  </a:lnTo>
                  <a:lnTo>
                    <a:pt x="19596" y="12025"/>
                  </a:lnTo>
                  <a:cubicBezTo>
                    <a:pt x="23370" y="12025"/>
                    <a:pt x="26327" y="9685"/>
                    <a:pt x="26327" y="6695"/>
                  </a:cubicBezTo>
                  <a:lnTo>
                    <a:pt x="26327" y="5327"/>
                  </a:lnTo>
                  <a:cubicBezTo>
                    <a:pt x="26327" y="2340"/>
                    <a:pt x="23370" y="0"/>
                    <a:pt x="19596" y="0"/>
                  </a:cubicBezTo>
                  <a:close/>
                </a:path>
              </a:pathLst>
            </a:custGeom>
            <a:solidFill>
              <a:srgbClr val="0551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796" name="Google Shape;9796;p27"/>
          <p:cNvSpPr/>
          <p:nvPr/>
        </p:nvSpPr>
        <p:spPr>
          <a:xfrm>
            <a:off x="8428900" y="1041975"/>
            <a:ext cx="143750" cy="647425"/>
          </a:xfrm>
          <a:custGeom>
            <a:rect b="b" l="l" r="r" t="t"/>
            <a:pathLst>
              <a:path extrusionOk="0" h="25897" w="5750">
                <a:moveTo>
                  <a:pt x="0" y="0"/>
                </a:moveTo>
                <a:lnTo>
                  <a:pt x="0" y="25897"/>
                </a:lnTo>
                <a:cubicBezTo>
                  <a:pt x="3176" y="25897"/>
                  <a:pt x="5749" y="23323"/>
                  <a:pt x="5749" y="20147"/>
                </a:cubicBezTo>
                <a:lnTo>
                  <a:pt x="5749" y="5752"/>
                </a:lnTo>
                <a:cubicBezTo>
                  <a:pt x="5749" y="2576"/>
                  <a:pt x="3176" y="0"/>
                  <a:pt x="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97" name="Google Shape;9797;p27"/>
          <p:cNvSpPr/>
          <p:nvPr/>
        </p:nvSpPr>
        <p:spPr>
          <a:xfrm>
            <a:off x="8428900" y="2620900"/>
            <a:ext cx="143750" cy="647425"/>
          </a:xfrm>
          <a:custGeom>
            <a:rect b="b" l="l" r="r" t="t"/>
            <a:pathLst>
              <a:path extrusionOk="0" h="25897" w="5750">
                <a:moveTo>
                  <a:pt x="0" y="0"/>
                </a:moveTo>
                <a:lnTo>
                  <a:pt x="0" y="25897"/>
                </a:lnTo>
                <a:cubicBezTo>
                  <a:pt x="3176" y="25897"/>
                  <a:pt x="5749" y="23323"/>
                  <a:pt x="5749" y="20148"/>
                </a:cubicBezTo>
                <a:lnTo>
                  <a:pt x="5749" y="5752"/>
                </a:lnTo>
                <a:cubicBezTo>
                  <a:pt x="5749" y="2577"/>
                  <a:pt x="3176" y="0"/>
                  <a:pt x="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98" name="Google Shape;9798;p27"/>
          <p:cNvSpPr/>
          <p:nvPr/>
        </p:nvSpPr>
        <p:spPr>
          <a:xfrm>
            <a:off x="8428900" y="1811900"/>
            <a:ext cx="143750" cy="647425"/>
          </a:xfrm>
          <a:custGeom>
            <a:rect b="b" l="l" r="r" t="t"/>
            <a:pathLst>
              <a:path extrusionOk="0" h="25897" w="5750">
                <a:moveTo>
                  <a:pt x="0" y="0"/>
                </a:moveTo>
                <a:lnTo>
                  <a:pt x="0" y="25897"/>
                </a:lnTo>
                <a:cubicBezTo>
                  <a:pt x="3176" y="25897"/>
                  <a:pt x="5749" y="23320"/>
                  <a:pt x="5749" y="20147"/>
                </a:cubicBezTo>
                <a:lnTo>
                  <a:pt x="5749" y="5749"/>
                </a:lnTo>
                <a:cubicBezTo>
                  <a:pt x="5749" y="2574"/>
                  <a:pt x="3176" y="0"/>
                  <a:pt x="0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99" name="Google Shape;9799;p27"/>
          <p:cNvSpPr/>
          <p:nvPr/>
        </p:nvSpPr>
        <p:spPr>
          <a:xfrm>
            <a:off x="8428900" y="3454000"/>
            <a:ext cx="143750" cy="647425"/>
          </a:xfrm>
          <a:custGeom>
            <a:rect b="b" l="l" r="r" t="t"/>
            <a:pathLst>
              <a:path extrusionOk="0" h="25897" w="5750">
                <a:moveTo>
                  <a:pt x="0" y="1"/>
                </a:moveTo>
                <a:lnTo>
                  <a:pt x="0" y="25897"/>
                </a:lnTo>
                <a:cubicBezTo>
                  <a:pt x="3176" y="25897"/>
                  <a:pt x="5749" y="23323"/>
                  <a:pt x="5749" y="20148"/>
                </a:cubicBezTo>
                <a:lnTo>
                  <a:pt x="5749" y="5752"/>
                </a:lnTo>
                <a:cubicBezTo>
                  <a:pt x="5749" y="2577"/>
                  <a:pt x="3176" y="1"/>
                  <a:pt x="0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800" name="Google Shape;9800;p27"/>
          <p:cNvGrpSpPr/>
          <p:nvPr/>
        </p:nvGrpSpPr>
        <p:grpSpPr>
          <a:xfrm>
            <a:off x="2061088" y="4050081"/>
            <a:ext cx="1055760" cy="753780"/>
            <a:chOff x="3308425" y="649500"/>
            <a:chExt cx="947975" cy="676825"/>
          </a:xfrm>
        </p:grpSpPr>
        <p:sp>
          <p:nvSpPr>
            <p:cNvPr id="9801" name="Google Shape;9801;p27"/>
            <p:cNvSpPr/>
            <p:nvPr/>
          </p:nvSpPr>
          <p:spPr>
            <a:xfrm>
              <a:off x="3308425" y="649500"/>
              <a:ext cx="947975" cy="676275"/>
            </a:xfrm>
            <a:custGeom>
              <a:rect b="b" l="l" r="r" t="t"/>
              <a:pathLst>
                <a:path extrusionOk="0" h="27051" w="37919">
                  <a:moveTo>
                    <a:pt x="12816" y="19976"/>
                  </a:moveTo>
                  <a:cubicBezTo>
                    <a:pt x="12818" y="19976"/>
                    <a:pt x="12821" y="19976"/>
                    <a:pt x="12824" y="19976"/>
                  </a:cubicBezTo>
                  <a:lnTo>
                    <a:pt x="12824" y="19976"/>
                  </a:lnTo>
                  <a:cubicBezTo>
                    <a:pt x="12815" y="19979"/>
                    <a:pt x="12808" y="19979"/>
                    <a:pt x="12804" y="19979"/>
                  </a:cubicBezTo>
                  <a:cubicBezTo>
                    <a:pt x="12796" y="19979"/>
                    <a:pt x="12800" y="19976"/>
                    <a:pt x="12816" y="19976"/>
                  </a:cubicBezTo>
                  <a:close/>
                  <a:moveTo>
                    <a:pt x="23205" y="24113"/>
                  </a:moveTo>
                  <a:cubicBezTo>
                    <a:pt x="23209" y="24113"/>
                    <a:pt x="23211" y="24115"/>
                    <a:pt x="23210" y="24120"/>
                  </a:cubicBezTo>
                  <a:cubicBezTo>
                    <a:pt x="23210" y="24121"/>
                    <a:pt x="23207" y="24122"/>
                    <a:pt x="23199" y="24122"/>
                  </a:cubicBezTo>
                  <a:cubicBezTo>
                    <a:pt x="23195" y="24122"/>
                    <a:pt x="23190" y="24121"/>
                    <a:pt x="23183" y="24121"/>
                  </a:cubicBezTo>
                  <a:lnTo>
                    <a:pt x="23183" y="24121"/>
                  </a:lnTo>
                  <a:cubicBezTo>
                    <a:pt x="23192" y="24116"/>
                    <a:pt x="23200" y="24113"/>
                    <a:pt x="23205" y="24113"/>
                  </a:cubicBezTo>
                  <a:close/>
                  <a:moveTo>
                    <a:pt x="36242" y="1377"/>
                  </a:moveTo>
                  <a:cubicBezTo>
                    <a:pt x="35424" y="2822"/>
                    <a:pt x="34606" y="4266"/>
                    <a:pt x="33786" y="5709"/>
                  </a:cubicBezTo>
                  <a:cubicBezTo>
                    <a:pt x="31759" y="9274"/>
                    <a:pt x="29728" y="12836"/>
                    <a:pt x="27681" y="16390"/>
                  </a:cubicBezTo>
                  <a:cubicBezTo>
                    <a:pt x="26227" y="18914"/>
                    <a:pt x="24824" y="21495"/>
                    <a:pt x="23229" y="23934"/>
                  </a:cubicBezTo>
                  <a:cubicBezTo>
                    <a:pt x="23191" y="23992"/>
                    <a:pt x="23148" y="24050"/>
                    <a:pt x="23106" y="24108"/>
                  </a:cubicBezTo>
                  <a:lnTo>
                    <a:pt x="23106" y="24108"/>
                  </a:lnTo>
                  <a:cubicBezTo>
                    <a:pt x="23088" y="24104"/>
                    <a:pt x="23067" y="24099"/>
                    <a:pt x="23044" y="24092"/>
                  </a:cubicBezTo>
                  <a:cubicBezTo>
                    <a:pt x="22905" y="24054"/>
                    <a:pt x="22768" y="24012"/>
                    <a:pt x="22633" y="23962"/>
                  </a:cubicBezTo>
                  <a:cubicBezTo>
                    <a:pt x="22302" y="23842"/>
                    <a:pt x="21982" y="23692"/>
                    <a:pt x="21664" y="23540"/>
                  </a:cubicBezTo>
                  <a:cubicBezTo>
                    <a:pt x="19793" y="22645"/>
                    <a:pt x="18001" y="21587"/>
                    <a:pt x="16189" y="20578"/>
                  </a:cubicBezTo>
                  <a:cubicBezTo>
                    <a:pt x="15443" y="20163"/>
                    <a:pt x="14697" y="19740"/>
                    <a:pt x="13928" y="19365"/>
                  </a:cubicBezTo>
                  <a:cubicBezTo>
                    <a:pt x="13607" y="19207"/>
                    <a:pt x="13229" y="18985"/>
                    <a:pt x="12857" y="18985"/>
                  </a:cubicBezTo>
                  <a:cubicBezTo>
                    <a:pt x="12737" y="18985"/>
                    <a:pt x="12617" y="19009"/>
                    <a:pt x="12500" y="19066"/>
                  </a:cubicBezTo>
                  <a:cubicBezTo>
                    <a:pt x="12209" y="19207"/>
                    <a:pt x="11959" y="19472"/>
                    <a:pt x="11729" y="19693"/>
                  </a:cubicBezTo>
                  <a:cubicBezTo>
                    <a:pt x="11318" y="20094"/>
                    <a:pt x="10928" y="20513"/>
                    <a:pt x="10534" y="20928"/>
                  </a:cubicBezTo>
                  <a:cubicBezTo>
                    <a:pt x="9428" y="22101"/>
                    <a:pt x="8325" y="23277"/>
                    <a:pt x="7166" y="24400"/>
                  </a:cubicBezTo>
                  <a:cubicBezTo>
                    <a:pt x="6929" y="24629"/>
                    <a:pt x="6690" y="24856"/>
                    <a:pt x="6448" y="25080"/>
                  </a:cubicBezTo>
                  <a:lnTo>
                    <a:pt x="6448" y="25080"/>
                  </a:lnTo>
                  <a:cubicBezTo>
                    <a:pt x="7055" y="22855"/>
                    <a:pt x="7613" y="20617"/>
                    <a:pt x="8177" y="18381"/>
                  </a:cubicBezTo>
                  <a:cubicBezTo>
                    <a:pt x="8331" y="17766"/>
                    <a:pt x="8727" y="16974"/>
                    <a:pt x="8278" y="16415"/>
                  </a:cubicBezTo>
                  <a:cubicBezTo>
                    <a:pt x="7575" y="15537"/>
                    <a:pt x="6292" y="15010"/>
                    <a:pt x="5320" y="14501"/>
                  </a:cubicBezTo>
                  <a:cubicBezTo>
                    <a:pt x="4122" y="13870"/>
                    <a:pt x="2890" y="13287"/>
                    <a:pt x="1708" y="12620"/>
                  </a:cubicBezTo>
                  <a:lnTo>
                    <a:pt x="1708" y="12620"/>
                  </a:lnTo>
                  <a:cubicBezTo>
                    <a:pt x="6998" y="10932"/>
                    <a:pt x="12278" y="9210"/>
                    <a:pt x="17556" y="7490"/>
                  </a:cubicBezTo>
                  <a:cubicBezTo>
                    <a:pt x="23048" y="5699"/>
                    <a:pt x="28536" y="3904"/>
                    <a:pt x="34026" y="2105"/>
                  </a:cubicBezTo>
                  <a:cubicBezTo>
                    <a:pt x="34765" y="1863"/>
                    <a:pt x="35503" y="1620"/>
                    <a:pt x="36242" y="1377"/>
                  </a:cubicBezTo>
                  <a:close/>
                  <a:moveTo>
                    <a:pt x="37319" y="0"/>
                  </a:moveTo>
                  <a:cubicBezTo>
                    <a:pt x="37273" y="0"/>
                    <a:pt x="37225" y="7"/>
                    <a:pt x="37176" y="23"/>
                  </a:cubicBezTo>
                  <a:cubicBezTo>
                    <a:pt x="33967" y="1077"/>
                    <a:pt x="30757" y="2128"/>
                    <a:pt x="27546" y="3179"/>
                  </a:cubicBezTo>
                  <a:cubicBezTo>
                    <a:pt x="21382" y="5195"/>
                    <a:pt x="15218" y="7209"/>
                    <a:pt x="9047" y="9209"/>
                  </a:cubicBezTo>
                  <a:cubicBezTo>
                    <a:pt x="6184" y="10137"/>
                    <a:pt x="3319" y="11064"/>
                    <a:pt x="452" y="11976"/>
                  </a:cubicBezTo>
                  <a:lnTo>
                    <a:pt x="452" y="11976"/>
                  </a:lnTo>
                  <a:cubicBezTo>
                    <a:pt x="371" y="11985"/>
                    <a:pt x="297" y="12018"/>
                    <a:pt x="233" y="12067"/>
                  </a:cubicBezTo>
                  <a:lnTo>
                    <a:pt x="233" y="12067"/>
                  </a:lnTo>
                  <a:cubicBezTo>
                    <a:pt x="111" y="12148"/>
                    <a:pt x="46" y="12272"/>
                    <a:pt x="28" y="12402"/>
                  </a:cubicBezTo>
                  <a:lnTo>
                    <a:pt x="28" y="12402"/>
                  </a:lnTo>
                  <a:cubicBezTo>
                    <a:pt x="0" y="12540"/>
                    <a:pt x="26" y="12688"/>
                    <a:pt x="128" y="12807"/>
                  </a:cubicBezTo>
                  <a:lnTo>
                    <a:pt x="128" y="12807"/>
                  </a:lnTo>
                  <a:cubicBezTo>
                    <a:pt x="180" y="12878"/>
                    <a:pt x="249" y="12934"/>
                    <a:pt x="332" y="12964"/>
                  </a:cubicBezTo>
                  <a:lnTo>
                    <a:pt x="332" y="12964"/>
                  </a:lnTo>
                  <a:cubicBezTo>
                    <a:pt x="1532" y="13711"/>
                    <a:pt x="2813" y="14326"/>
                    <a:pt x="4069" y="14970"/>
                  </a:cubicBezTo>
                  <a:cubicBezTo>
                    <a:pt x="5152" y="15529"/>
                    <a:pt x="6416" y="16055"/>
                    <a:pt x="7339" y="16873"/>
                  </a:cubicBezTo>
                  <a:cubicBezTo>
                    <a:pt x="7383" y="16913"/>
                    <a:pt x="7435" y="16989"/>
                    <a:pt x="7487" y="17027"/>
                  </a:cubicBezTo>
                  <a:lnTo>
                    <a:pt x="7487" y="17027"/>
                  </a:lnTo>
                  <a:cubicBezTo>
                    <a:pt x="7393" y="17359"/>
                    <a:pt x="7319" y="17699"/>
                    <a:pt x="7235" y="18033"/>
                  </a:cubicBezTo>
                  <a:cubicBezTo>
                    <a:pt x="6913" y="19321"/>
                    <a:pt x="6584" y="20606"/>
                    <a:pt x="6254" y="21891"/>
                  </a:cubicBezTo>
                  <a:cubicBezTo>
                    <a:pt x="5860" y="23410"/>
                    <a:pt x="5464" y="24931"/>
                    <a:pt x="5034" y="26439"/>
                  </a:cubicBezTo>
                  <a:cubicBezTo>
                    <a:pt x="4930" y="26803"/>
                    <a:pt x="5214" y="27050"/>
                    <a:pt x="5517" y="27050"/>
                  </a:cubicBezTo>
                  <a:cubicBezTo>
                    <a:pt x="5639" y="27050"/>
                    <a:pt x="5763" y="27011"/>
                    <a:pt x="5866" y="26924"/>
                  </a:cubicBezTo>
                  <a:cubicBezTo>
                    <a:pt x="8247" y="24910"/>
                    <a:pt x="10227" y="22525"/>
                    <a:pt x="12464" y="20370"/>
                  </a:cubicBezTo>
                  <a:cubicBezTo>
                    <a:pt x="12589" y="20250"/>
                    <a:pt x="12713" y="20123"/>
                    <a:pt x="12852" y="20018"/>
                  </a:cubicBezTo>
                  <a:cubicBezTo>
                    <a:pt x="12863" y="20009"/>
                    <a:pt x="12877" y="19999"/>
                    <a:pt x="12890" y="19990"/>
                  </a:cubicBezTo>
                  <a:lnTo>
                    <a:pt x="12890" y="19990"/>
                  </a:lnTo>
                  <a:cubicBezTo>
                    <a:pt x="12900" y="19993"/>
                    <a:pt x="12910" y="19997"/>
                    <a:pt x="12921" y="20001"/>
                  </a:cubicBezTo>
                  <a:cubicBezTo>
                    <a:pt x="13088" y="20068"/>
                    <a:pt x="13031" y="20039"/>
                    <a:pt x="13176" y="20106"/>
                  </a:cubicBezTo>
                  <a:cubicBezTo>
                    <a:pt x="13893" y="20437"/>
                    <a:pt x="14584" y="20827"/>
                    <a:pt x="15275" y="21210"/>
                  </a:cubicBezTo>
                  <a:cubicBezTo>
                    <a:pt x="17105" y="22224"/>
                    <a:pt x="18913" y="23285"/>
                    <a:pt x="20786" y="24217"/>
                  </a:cubicBezTo>
                  <a:cubicBezTo>
                    <a:pt x="21424" y="24535"/>
                    <a:pt x="22098" y="24897"/>
                    <a:pt x="22800" y="25057"/>
                  </a:cubicBezTo>
                  <a:cubicBezTo>
                    <a:pt x="22930" y="25087"/>
                    <a:pt x="23053" y="25105"/>
                    <a:pt x="23169" y="25105"/>
                  </a:cubicBezTo>
                  <a:cubicBezTo>
                    <a:pt x="23448" y="25105"/>
                    <a:pt x="23685" y="25004"/>
                    <a:pt x="23880" y="24741"/>
                  </a:cubicBezTo>
                  <a:cubicBezTo>
                    <a:pt x="24388" y="24059"/>
                    <a:pt x="24801" y="23292"/>
                    <a:pt x="25237" y="22563"/>
                  </a:cubicBezTo>
                  <a:cubicBezTo>
                    <a:pt x="26092" y="21124"/>
                    <a:pt x="26933" y="19677"/>
                    <a:pt x="27771" y="18227"/>
                  </a:cubicBezTo>
                  <a:cubicBezTo>
                    <a:pt x="29844" y="14642"/>
                    <a:pt x="31898" y="11043"/>
                    <a:pt x="33946" y="7443"/>
                  </a:cubicBezTo>
                  <a:cubicBezTo>
                    <a:pt x="35191" y="5254"/>
                    <a:pt x="36493" y="3084"/>
                    <a:pt x="37679" y="860"/>
                  </a:cubicBezTo>
                  <a:cubicBezTo>
                    <a:pt x="37698" y="826"/>
                    <a:pt x="37717" y="790"/>
                    <a:pt x="37738" y="754"/>
                  </a:cubicBezTo>
                  <a:cubicBezTo>
                    <a:pt x="37919" y="436"/>
                    <a:pt x="37673" y="0"/>
                    <a:pt x="3731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02" name="Google Shape;9802;p27"/>
            <p:cNvSpPr/>
            <p:nvPr/>
          </p:nvSpPr>
          <p:spPr>
            <a:xfrm>
              <a:off x="3492300" y="863350"/>
              <a:ext cx="474450" cy="278325"/>
            </a:xfrm>
            <a:custGeom>
              <a:rect b="b" l="l" r="r" t="t"/>
              <a:pathLst>
                <a:path extrusionOk="0" h="11133" w="18978">
                  <a:moveTo>
                    <a:pt x="18335" y="1"/>
                  </a:moveTo>
                  <a:cubicBezTo>
                    <a:pt x="18285" y="1"/>
                    <a:pt x="18233" y="10"/>
                    <a:pt x="18179" y="31"/>
                  </a:cubicBezTo>
                  <a:cubicBezTo>
                    <a:pt x="15036" y="1249"/>
                    <a:pt x="11985" y="2675"/>
                    <a:pt x="8954" y="4143"/>
                  </a:cubicBezTo>
                  <a:cubicBezTo>
                    <a:pt x="6184" y="5485"/>
                    <a:pt x="3415" y="6829"/>
                    <a:pt x="534" y="7916"/>
                  </a:cubicBezTo>
                  <a:cubicBezTo>
                    <a:pt x="1" y="8116"/>
                    <a:pt x="152" y="8911"/>
                    <a:pt x="623" y="8911"/>
                  </a:cubicBezTo>
                  <a:cubicBezTo>
                    <a:pt x="678" y="8911"/>
                    <a:pt x="737" y="8900"/>
                    <a:pt x="799" y="8877"/>
                  </a:cubicBezTo>
                  <a:cubicBezTo>
                    <a:pt x="5885" y="6960"/>
                    <a:pt x="10658" y="4331"/>
                    <a:pt x="15633" y="2155"/>
                  </a:cubicBezTo>
                  <a:lnTo>
                    <a:pt x="15633" y="2155"/>
                  </a:lnTo>
                  <a:cubicBezTo>
                    <a:pt x="12206" y="4952"/>
                    <a:pt x="8533" y="7433"/>
                    <a:pt x="5160" y="10303"/>
                  </a:cubicBezTo>
                  <a:cubicBezTo>
                    <a:pt x="4776" y="10629"/>
                    <a:pt x="5131" y="11132"/>
                    <a:pt x="5535" y="11132"/>
                  </a:cubicBezTo>
                  <a:cubicBezTo>
                    <a:pt x="5646" y="11132"/>
                    <a:pt x="5760" y="11095"/>
                    <a:pt x="5863" y="11007"/>
                  </a:cubicBezTo>
                  <a:cubicBezTo>
                    <a:pt x="10016" y="7474"/>
                    <a:pt x="14621" y="4533"/>
                    <a:pt x="18664" y="863"/>
                  </a:cubicBezTo>
                  <a:cubicBezTo>
                    <a:pt x="18977" y="577"/>
                    <a:pt x="18723" y="1"/>
                    <a:pt x="1833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03" name="Google Shape;9803;p27"/>
            <p:cNvSpPr/>
            <p:nvPr/>
          </p:nvSpPr>
          <p:spPr>
            <a:xfrm>
              <a:off x="3428775" y="1197550"/>
              <a:ext cx="352850" cy="128775"/>
            </a:xfrm>
            <a:custGeom>
              <a:rect b="b" l="l" r="r" t="t"/>
              <a:pathLst>
                <a:path extrusionOk="0" h="5151" w="14114">
                  <a:moveTo>
                    <a:pt x="13430" y="0"/>
                  </a:moveTo>
                  <a:cubicBezTo>
                    <a:pt x="13384" y="0"/>
                    <a:pt x="13335" y="7"/>
                    <a:pt x="13283" y="21"/>
                  </a:cubicBezTo>
                  <a:cubicBezTo>
                    <a:pt x="8994" y="1241"/>
                    <a:pt x="4865" y="2969"/>
                    <a:pt x="568" y="4169"/>
                  </a:cubicBezTo>
                  <a:cubicBezTo>
                    <a:pt x="1" y="4328"/>
                    <a:pt x="175" y="5151"/>
                    <a:pt x="688" y="5151"/>
                  </a:cubicBezTo>
                  <a:cubicBezTo>
                    <a:pt x="734" y="5151"/>
                    <a:pt x="782" y="5144"/>
                    <a:pt x="833" y="5130"/>
                  </a:cubicBezTo>
                  <a:cubicBezTo>
                    <a:pt x="5131" y="3929"/>
                    <a:pt x="9260" y="2202"/>
                    <a:pt x="13549" y="982"/>
                  </a:cubicBezTo>
                  <a:cubicBezTo>
                    <a:pt x="14113" y="822"/>
                    <a:pt x="13940" y="0"/>
                    <a:pt x="1343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804" name="Google Shape;9804;p27"/>
          <p:cNvSpPr/>
          <p:nvPr/>
        </p:nvSpPr>
        <p:spPr>
          <a:xfrm rot="-900008">
            <a:off x="7239138" y="467741"/>
            <a:ext cx="585793" cy="623413"/>
          </a:xfrm>
          <a:custGeom>
            <a:rect b="b" l="l" r="r" t="t"/>
            <a:pathLst>
              <a:path extrusionOk="0" h="29017" w="27269">
                <a:moveTo>
                  <a:pt x="22507" y="0"/>
                </a:moveTo>
                <a:cubicBezTo>
                  <a:pt x="21719" y="0"/>
                  <a:pt x="20932" y="201"/>
                  <a:pt x="20248" y="603"/>
                </a:cubicBezTo>
                <a:cubicBezTo>
                  <a:pt x="20101" y="684"/>
                  <a:pt x="19960" y="774"/>
                  <a:pt x="19827" y="877"/>
                </a:cubicBezTo>
                <a:cubicBezTo>
                  <a:pt x="19689" y="973"/>
                  <a:pt x="19562" y="1080"/>
                  <a:pt x="19439" y="1195"/>
                </a:cubicBezTo>
                <a:cubicBezTo>
                  <a:pt x="19306" y="1313"/>
                  <a:pt x="19214" y="1408"/>
                  <a:pt x="19117" y="1505"/>
                </a:cubicBezTo>
                <a:lnTo>
                  <a:pt x="18821" y="1800"/>
                </a:lnTo>
                <a:lnTo>
                  <a:pt x="17642" y="2975"/>
                </a:lnTo>
                <a:lnTo>
                  <a:pt x="8210" y="12373"/>
                </a:lnTo>
                <a:lnTo>
                  <a:pt x="3494" y="17071"/>
                </a:lnTo>
                <a:lnTo>
                  <a:pt x="2315" y="18246"/>
                </a:lnTo>
                <a:lnTo>
                  <a:pt x="1721" y="18842"/>
                </a:lnTo>
                <a:cubicBezTo>
                  <a:pt x="1504" y="19073"/>
                  <a:pt x="1291" y="19311"/>
                  <a:pt x="1110" y="19576"/>
                </a:cubicBezTo>
                <a:cubicBezTo>
                  <a:pt x="744" y="20099"/>
                  <a:pt x="454" y="20675"/>
                  <a:pt x="267" y="21287"/>
                </a:cubicBezTo>
                <a:cubicBezTo>
                  <a:pt x="86" y="21900"/>
                  <a:pt x="1" y="22538"/>
                  <a:pt x="13" y="23174"/>
                </a:cubicBezTo>
                <a:cubicBezTo>
                  <a:pt x="35" y="24451"/>
                  <a:pt x="496" y="25713"/>
                  <a:pt x="1281" y="26719"/>
                </a:cubicBezTo>
                <a:cubicBezTo>
                  <a:pt x="1679" y="27216"/>
                  <a:pt x="2146" y="27657"/>
                  <a:pt x="2675" y="28015"/>
                </a:cubicBezTo>
                <a:cubicBezTo>
                  <a:pt x="3210" y="28365"/>
                  <a:pt x="3798" y="28634"/>
                  <a:pt x="4413" y="28805"/>
                </a:cubicBezTo>
                <a:cubicBezTo>
                  <a:pt x="4924" y="28947"/>
                  <a:pt x="5453" y="29016"/>
                  <a:pt x="5983" y="29016"/>
                </a:cubicBezTo>
                <a:cubicBezTo>
                  <a:pt x="6728" y="29016"/>
                  <a:pt x="7474" y="28878"/>
                  <a:pt x="8170" y="28610"/>
                </a:cubicBezTo>
                <a:cubicBezTo>
                  <a:pt x="8765" y="28375"/>
                  <a:pt x="9319" y="28045"/>
                  <a:pt x="9814" y="27642"/>
                </a:cubicBezTo>
                <a:lnTo>
                  <a:pt x="10170" y="27323"/>
                </a:lnTo>
                <a:cubicBezTo>
                  <a:pt x="10285" y="27216"/>
                  <a:pt x="10371" y="27125"/>
                  <a:pt x="10472" y="27025"/>
                </a:cubicBezTo>
                <a:lnTo>
                  <a:pt x="11063" y="26437"/>
                </a:lnTo>
                <a:lnTo>
                  <a:pt x="20495" y="17039"/>
                </a:lnTo>
                <a:cubicBezTo>
                  <a:pt x="21385" y="16152"/>
                  <a:pt x="21860" y="15184"/>
                  <a:pt x="21554" y="14878"/>
                </a:cubicBezTo>
                <a:cubicBezTo>
                  <a:pt x="21491" y="14814"/>
                  <a:pt x="21400" y="14784"/>
                  <a:pt x="21287" y="14784"/>
                </a:cubicBezTo>
                <a:cubicBezTo>
                  <a:pt x="20852" y="14784"/>
                  <a:pt x="20096" y="15227"/>
                  <a:pt x="19389" y="15931"/>
                </a:cubicBezTo>
                <a:lnTo>
                  <a:pt x="9957" y="25329"/>
                </a:lnTo>
                <a:lnTo>
                  <a:pt x="9369" y="25916"/>
                </a:lnTo>
                <a:cubicBezTo>
                  <a:pt x="9272" y="26009"/>
                  <a:pt x="9166" y="26121"/>
                  <a:pt x="9079" y="26200"/>
                </a:cubicBezTo>
                <a:lnTo>
                  <a:pt x="8814" y="26439"/>
                </a:lnTo>
                <a:cubicBezTo>
                  <a:pt x="8448" y="26735"/>
                  <a:pt x="8041" y="26978"/>
                  <a:pt x="7603" y="27152"/>
                </a:cubicBezTo>
                <a:cubicBezTo>
                  <a:pt x="7090" y="27349"/>
                  <a:pt x="6538" y="27451"/>
                  <a:pt x="5987" y="27451"/>
                </a:cubicBezTo>
                <a:cubicBezTo>
                  <a:pt x="5595" y="27451"/>
                  <a:pt x="5204" y="27399"/>
                  <a:pt x="4826" y="27294"/>
                </a:cubicBezTo>
                <a:cubicBezTo>
                  <a:pt x="4373" y="27166"/>
                  <a:pt x="3939" y="26970"/>
                  <a:pt x="3544" y="26715"/>
                </a:cubicBezTo>
                <a:cubicBezTo>
                  <a:pt x="3154" y="26449"/>
                  <a:pt x="2808" y="26121"/>
                  <a:pt x="2512" y="25753"/>
                </a:cubicBezTo>
                <a:cubicBezTo>
                  <a:pt x="1935" y="25011"/>
                  <a:pt x="1591" y="24083"/>
                  <a:pt x="1577" y="23138"/>
                </a:cubicBezTo>
                <a:cubicBezTo>
                  <a:pt x="1570" y="22667"/>
                  <a:pt x="1633" y="22194"/>
                  <a:pt x="1764" y="21743"/>
                </a:cubicBezTo>
                <a:cubicBezTo>
                  <a:pt x="1902" y="21291"/>
                  <a:pt x="2118" y="20866"/>
                  <a:pt x="2387" y="20480"/>
                </a:cubicBezTo>
                <a:cubicBezTo>
                  <a:pt x="2520" y="20285"/>
                  <a:pt x="2677" y="20110"/>
                  <a:pt x="2838" y="19937"/>
                </a:cubicBezTo>
                <a:lnTo>
                  <a:pt x="3418" y="19355"/>
                </a:lnTo>
                <a:lnTo>
                  <a:pt x="4597" y="18180"/>
                </a:lnTo>
                <a:lnTo>
                  <a:pt x="9313" y="13480"/>
                </a:lnTo>
                <a:lnTo>
                  <a:pt x="18747" y="4082"/>
                </a:lnTo>
                <a:lnTo>
                  <a:pt x="19926" y="2907"/>
                </a:lnTo>
                <a:lnTo>
                  <a:pt x="20220" y="2615"/>
                </a:lnTo>
                <a:cubicBezTo>
                  <a:pt x="20318" y="2515"/>
                  <a:pt x="20421" y="2412"/>
                  <a:pt x="20497" y="2348"/>
                </a:cubicBezTo>
                <a:cubicBezTo>
                  <a:pt x="20576" y="2273"/>
                  <a:pt x="20660" y="2201"/>
                  <a:pt x="20751" y="2140"/>
                </a:cubicBezTo>
                <a:cubicBezTo>
                  <a:pt x="20836" y="2070"/>
                  <a:pt x="20930" y="2014"/>
                  <a:pt x="21027" y="1961"/>
                </a:cubicBezTo>
                <a:cubicBezTo>
                  <a:pt x="21473" y="1696"/>
                  <a:pt x="21990" y="1565"/>
                  <a:pt x="22507" y="1565"/>
                </a:cubicBezTo>
                <a:cubicBezTo>
                  <a:pt x="22870" y="1565"/>
                  <a:pt x="23232" y="1629"/>
                  <a:pt x="23570" y="1758"/>
                </a:cubicBezTo>
                <a:cubicBezTo>
                  <a:pt x="24397" y="2056"/>
                  <a:pt x="25065" y="2764"/>
                  <a:pt x="25342" y="3593"/>
                </a:cubicBezTo>
                <a:cubicBezTo>
                  <a:pt x="25634" y="4424"/>
                  <a:pt x="25517" y="5384"/>
                  <a:pt x="25051" y="6128"/>
                </a:cubicBezTo>
                <a:cubicBezTo>
                  <a:pt x="24938" y="6315"/>
                  <a:pt x="24797" y="6486"/>
                  <a:pt x="24646" y="6647"/>
                </a:cubicBezTo>
                <a:lnTo>
                  <a:pt x="24063" y="7229"/>
                </a:lnTo>
                <a:lnTo>
                  <a:pt x="22884" y="8404"/>
                </a:lnTo>
                <a:lnTo>
                  <a:pt x="20526" y="10752"/>
                </a:lnTo>
                <a:lnTo>
                  <a:pt x="15811" y="15452"/>
                </a:lnTo>
                <a:lnTo>
                  <a:pt x="11095" y="20150"/>
                </a:lnTo>
                <a:lnTo>
                  <a:pt x="10506" y="20739"/>
                </a:lnTo>
                <a:cubicBezTo>
                  <a:pt x="10283" y="20961"/>
                  <a:pt x="10170" y="21073"/>
                  <a:pt x="10011" y="21174"/>
                </a:cubicBezTo>
                <a:cubicBezTo>
                  <a:pt x="9754" y="21340"/>
                  <a:pt x="9447" y="21423"/>
                  <a:pt x="9141" y="21423"/>
                </a:cubicBezTo>
                <a:cubicBezTo>
                  <a:pt x="9072" y="21423"/>
                  <a:pt x="9004" y="21419"/>
                  <a:pt x="8936" y="21411"/>
                </a:cubicBezTo>
                <a:cubicBezTo>
                  <a:pt x="8184" y="21331"/>
                  <a:pt x="7552" y="20653"/>
                  <a:pt x="7524" y="19898"/>
                </a:cubicBezTo>
                <a:cubicBezTo>
                  <a:pt x="7500" y="19524"/>
                  <a:pt x="7607" y="19142"/>
                  <a:pt x="7834" y="18846"/>
                </a:cubicBezTo>
                <a:cubicBezTo>
                  <a:pt x="7858" y="18806"/>
                  <a:pt x="7890" y="18770"/>
                  <a:pt x="7922" y="18737"/>
                </a:cubicBezTo>
                <a:cubicBezTo>
                  <a:pt x="7951" y="18701"/>
                  <a:pt x="7979" y="18667"/>
                  <a:pt x="8035" y="18611"/>
                </a:cubicBezTo>
                <a:lnTo>
                  <a:pt x="8325" y="18313"/>
                </a:lnTo>
                <a:lnTo>
                  <a:pt x="8906" y="17717"/>
                </a:lnTo>
                <a:lnTo>
                  <a:pt x="11224" y="15333"/>
                </a:lnTo>
                <a:lnTo>
                  <a:pt x="15864" y="10561"/>
                </a:lnTo>
                <a:cubicBezTo>
                  <a:pt x="16739" y="9661"/>
                  <a:pt x="17200" y="8685"/>
                  <a:pt x="16894" y="8380"/>
                </a:cubicBezTo>
                <a:cubicBezTo>
                  <a:pt x="16832" y="8319"/>
                  <a:pt x="16743" y="8290"/>
                  <a:pt x="16633" y="8290"/>
                </a:cubicBezTo>
                <a:cubicBezTo>
                  <a:pt x="16201" y="8290"/>
                  <a:pt x="15448" y="8744"/>
                  <a:pt x="14749" y="9464"/>
                </a:cubicBezTo>
                <a:lnTo>
                  <a:pt x="10105" y="14239"/>
                </a:lnTo>
                <a:lnTo>
                  <a:pt x="7784" y="16627"/>
                </a:lnTo>
                <a:lnTo>
                  <a:pt x="7204" y="17224"/>
                </a:lnTo>
                <a:lnTo>
                  <a:pt x="6914" y="17522"/>
                </a:lnTo>
                <a:cubicBezTo>
                  <a:pt x="6870" y="17566"/>
                  <a:pt x="6806" y="17635"/>
                  <a:pt x="6745" y="17705"/>
                </a:cubicBezTo>
                <a:cubicBezTo>
                  <a:pt x="6685" y="17774"/>
                  <a:pt x="6625" y="17844"/>
                  <a:pt x="6574" y="17920"/>
                </a:cubicBezTo>
                <a:cubicBezTo>
                  <a:pt x="6130" y="18510"/>
                  <a:pt x="5916" y="19262"/>
                  <a:pt x="5963" y="19993"/>
                </a:cubicBezTo>
                <a:cubicBezTo>
                  <a:pt x="6005" y="20725"/>
                  <a:pt x="6307" y="21448"/>
                  <a:pt x="6816" y="21979"/>
                </a:cubicBezTo>
                <a:cubicBezTo>
                  <a:pt x="7313" y="22514"/>
                  <a:pt x="8009" y="22878"/>
                  <a:pt x="8739" y="22963"/>
                </a:cubicBezTo>
                <a:cubicBezTo>
                  <a:pt x="8873" y="22981"/>
                  <a:pt x="9009" y="22989"/>
                  <a:pt x="9144" y="22989"/>
                </a:cubicBezTo>
                <a:cubicBezTo>
                  <a:pt x="9743" y="22989"/>
                  <a:pt x="10342" y="22822"/>
                  <a:pt x="10848" y="22496"/>
                </a:cubicBezTo>
                <a:cubicBezTo>
                  <a:pt x="11003" y="22395"/>
                  <a:pt x="11152" y="22287"/>
                  <a:pt x="11286" y="22162"/>
                </a:cubicBezTo>
                <a:cubicBezTo>
                  <a:pt x="11439" y="22025"/>
                  <a:pt x="11502" y="21951"/>
                  <a:pt x="11612" y="21848"/>
                </a:cubicBezTo>
                <a:lnTo>
                  <a:pt x="12200" y="21260"/>
                </a:lnTo>
                <a:lnTo>
                  <a:pt x="16916" y="16562"/>
                </a:lnTo>
                <a:lnTo>
                  <a:pt x="21632" y="11862"/>
                </a:lnTo>
                <a:lnTo>
                  <a:pt x="23990" y="9514"/>
                </a:lnTo>
                <a:lnTo>
                  <a:pt x="25169" y="8339"/>
                </a:lnTo>
                <a:lnTo>
                  <a:pt x="25763" y="7742"/>
                </a:lnTo>
                <a:cubicBezTo>
                  <a:pt x="25994" y="7502"/>
                  <a:pt x="26206" y="7241"/>
                  <a:pt x="26381" y="6955"/>
                </a:cubicBezTo>
                <a:cubicBezTo>
                  <a:pt x="27093" y="5816"/>
                  <a:pt x="27268" y="4360"/>
                  <a:pt x="26825" y="3092"/>
                </a:cubicBezTo>
                <a:cubicBezTo>
                  <a:pt x="26397" y="1820"/>
                  <a:pt x="25389" y="758"/>
                  <a:pt x="24125" y="295"/>
                </a:cubicBezTo>
                <a:cubicBezTo>
                  <a:pt x="23609" y="98"/>
                  <a:pt x="23058" y="0"/>
                  <a:pt x="22507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7" Type="http://schemas.openxmlformats.org/officeDocument/2006/relationships/theme" Target="../theme/theme2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accent5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1270650" y="629375"/>
            <a:ext cx="7020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300"/>
              <a:buFont typeface="Gantari ExtraBold"/>
              <a:buNone/>
              <a:defRPr b="0" i="0" sz="3300" u="none" cap="none" strike="noStrike">
                <a:solidFill>
                  <a:schemeClr val="lt2"/>
                </a:solidFill>
                <a:latin typeface="Gantari ExtraBold"/>
                <a:ea typeface="Gantari ExtraBold"/>
                <a:cs typeface="Gantari ExtraBold"/>
                <a:sym typeface="Gantari ExtraBold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300"/>
              <a:buFont typeface="Gantari ExtraBold"/>
              <a:buNone/>
              <a:defRPr b="0" i="0" sz="3300" u="none" cap="none" strike="noStrike">
                <a:solidFill>
                  <a:schemeClr val="lt2"/>
                </a:solidFill>
                <a:latin typeface="Gantari ExtraBold"/>
                <a:ea typeface="Gantari ExtraBold"/>
                <a:cs typeface="Gantari ExtraBold"/>
                <a:sym typeface="Gantari ExtraBold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300"/>
              <a:buFont typeface="Gantari ExtraBold"/>
              <a:buNone/>
              <a:defRPr b="0" i="0" sz="3300" u="none" cap="none" strike="noStrike">
                <a:solidFill>
                  <a:schemeClr val="lt2"/>
                </a:solidFill>
                <a:latin typeface="Gantari ExtraBold"/>
                <a:ea typeface="Gantari ExtraBold"/>
                <a:cs typeface="Gantari ExtraBold"/>
                <a:sym typeface="Gantari ExtraBold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300"/>
              <a:buFont typeface="Gantari ExtraBold"/>
              <a:buNone/>
              <a:defRPr b="0" i="0" sz="3300" u="none" cap="none" strike="noStrike">
                <a:solidFill>
                  <a:schemeClr val="lt2"/>
                </a:solidFill>
                <a:latin typeface="Gantari ExtraBold"/>
                <a:ea typeface="Gantari ExtraBold"/>
                <a:cs typeface="Gantari ExtraBold"/>
                <a:sym typeface="Gantari ExtraBold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300"/>
              <a:buFont typeface="Gantari ExtraBold"/>
              <a:buNone/>
              <a:defRPr b="0" i="0" sz="3300" u="none" cap="none" strike="noStrike">
                <a:solidFill>
                  <a:schemeClr val="lt2"/>
                </a:solidFill>
                <a:latin typeface="Gantari ExtraBold"/>
                <a:ea typeface="Gantari ExtraBold"/>
                <a:cs typeface="Gantari ExtraBold"/>
                <a:sym typeface="Gantari ExtraBold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300"/>
              <a:buFont typeface="Gantari ExtraBold"/>
              <a:buNone/>
              <a:defRPr b="0" i="0" sz="3300" u="none" cap="none" strike="noStrike">
                <a:solidFill>
                  <a:schemeClr val="lt2"/>
                </a:solidFill>
                <a:latin typeface="Gantari ExtraBold"/>
                <a:ea typeface="Gantari ExtraBold"/>
                <a:cs typeface="Gantari ExtraBold"/>
                <a:sym typeface="Gantari ExtraBold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300"/>
              <a:buFont typeface="Gantari ExtraBold"/>
              <a:buNone/>
              <a:defRPr b="0" i="0" sz="3300" u="none" cap="none" strike="noStrike">
                <a:solidFill>
                  <a:schemeClr val="lt2"/>
                </a:solidFill>
                <a:latin typeface="Gantari ExtraBold"/>
                <a:ea typeface="Gantari ExtraBold"/>
                <a:cs typeface="Gantari ExtraBold"/>
                <a:sym typeface="Gantari ExtraBold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300"/>
              <a:buFont typeface="Gantari ExtraBold"/>
              <a:buNone/>
              <a:defRPr b="0" i="0" sz="3300" u="none" cap="none" strike="noStrike">
                <a:solidFill>
                  <a:schemeClr val="lt2"/>
                </a:solidFill>
                <a:latin typeface="Gantari ExtraBold"/>
                <a:ea typeface="Gantari ExtraBold"/>
                <a:cs typeface="Gantari ExtraBold"/>
                <a:sym typeface="Gantari ExtraBold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300"/>
              <a:buFont typeface="Gantari ExtraBold"/>
              <a:buNone/>
              <a:defRPr b="0" i="0" sz="3300" u="none" cap="none" strike="noStrike">
                <a:solidFill>
                  <a:schemeClr val="lt2"/>
                </a:solidFill>
                <a:latin typeface="Gantari ExtraBold"/>
                <a:ea typeface="Gantari ExtraBold"/>
                <a:cs typeface="Gantari ExtraBold"/>
                <a:sym typeface="Gantari ExtraBol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1270650" y="1202075"/>
            <a:ext cx="7020000" cy="34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antari"/>
              <a:buChar char="●"/>
              <a:defRPr b="0" i="0" sz="1400" u="none" cap="none" strike="noStrike">
                <a:solidFill>
                  <a:schemeClr val="dk1"/>
                </a:solidFill>
                <a:latin typeface="Gantari"/>
                <a:ea typeface="Gantari"/>
                <a:cs typeface="Gantari"/>
                <a:sym typeface="Gantari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antari"/>
              <a:buChar char="○"/>
              <a:defRPr b="0" i="0" sz="1400" u="none" cap="none" strike="noStrike">
                <a:solidFill>
                  <a:schemeClr val="dk1"/>
                </a:solidFill>
                <a:latin typeface="Gantari"/>
                <a:ea typeface="Gantari"/>
                <a:cs typeface="Gantari"/>
                <a:sym typeface="Gantari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antari"/>
              <a:buChar char="■"/>
              <a:defRPr b="0" i="0" sz="1400" u="none" cap="none" strike="noStrike">
                <a:solidFill>
                  <a:schemeClr val="dk1"/>
                </a:solidFill>
                <a:latin typeface="Gantari"/>
                <a:ea typeface="Gantari"/>
                <a:cs typeface="Gantari"/>
                <a:sym typeface="Gantari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antari"/>
              <a:buChar char="●"/>
              <a:defRPr b="0" i="0" sz="1400" u="none" cap="none" strike="noStrike">
                <a:solidFill>
                  <a:schemeClr val="dk1"/>
                </a:solidFill>
                <a:latin typeface="Gantari"/>
                <a:ea typeface="Gantari"/>
                <a:cs typeface="Gantari"/>
                <a:sym typeface="Gantari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antari"/>
              <a:buChar char="○"/>
              <a:defRPr b="0" i="0" sz="1400" u="none" cap="none" strike="noStrike">
                <a:solidFill>
                  <a:schemeClr val="dk1"/>
                </a:solidFill>
                <a:latin typeface="Gantari"/>
                <a:ea typeface="Gantari"/>
                <a:cs typeface="Gantari"/>
                <a:sym typeface="Gantari"/>
              </a:defRPr>
            </a:lvl5pPr>
            <a:lvl6pPr indent="-3175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antari"/>
              <a:buChar char="■"/>
              <a:defRPr b="0" i="0" sz="1400" u="none" cap="none" strike="noStrike">
                <a:solidFill>
                  <a:schemeClr val="dk1"/>
                </a:solidFill>
                <a:latin typeface="Gantari"/>
                <a:ea typeface="Gantari"/>
                <a:cs typeface="Gantari"/>
                <a:sym typeface="Gantari"/>
              </a:defRPr>
            </a:lvl6pPr>
            <a:lvl7pPr indent="-3175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antari"/>
              <a:buChar char="●"/>
              <a:defRPr b="0" i="0" sz="1400" u="none" cap="none" strike="noStrike">
                <a:solidFill>
                  <a:schemeClr val="dk1"/>
                </a:solidFill>
                <a:latin typeface="Gantari"/>
                <a:ea typeface="Gantari"/>
                <a:cs typeface="Gantari"/>
                <a:sym typeface="Gantari"/>
              </a:defRPr>
            </a:lvl7pPr>
            <a:lvl8pPr indent="-3175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antari"/>
              <a:buChar char="○"/>
              <a:defRPr b="0" i="0" sz="1400" u="none" cap="none" strike="noStrike">
                <a:solidFill>
                  <a:schemeClr val="dk1"/>
                </a:solidFill>
                <a:latin typeface="Gantari"/>
                <a:ea typeface="Gantari"/>
                <a:cs typeface="Gantari"/>
                <a:sym typeface="Gantari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antari"/>
              <a:buChar char="■"/>
              <a:defRPr b="0" i="0" sz="1400" u="none" cap="none" strike="noStrike">
                <a:solidFill>
                  <a:schemeClr val="dk1"/>
                </a:solidFill>
                <a:latin typeface="Gantari"/>
                <a:ea typeface="Gantari"/>
                <a:cs typeface="Gantari"/>
                <a:sym typeface="Gantari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</p:sldLayoutIdLst>
  <p:transition spd="med">
    <p:fade thruBlk="1"/>
  </p:transition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800">
          <p15:clr>
            <a:srgbClr val="EA4335"/>
          </p15:clr>
        </p15:guide>
        <p15:guide id="2" pos="5222">
          <p15:clr>
            <a:srgbClr val="EA4335"/>
          </p15:clr>
        </p15:guide>
        <p15:guide id="3" orient="horz" pos="2903">
          <p15:clr>
            <a:srgbClr val="EA4335"/>
          </p15:clr>
        </p15:guide>
        <p15:guide id="4" orient="horz" pos="396">
          <p15:clr>
            <a:srgbClr val="EA4335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www.figma.com/proto/8IlsGMtj5zh8QOx6GZUVyO/Hci-Project?page-id=122%3A1280&amp;node-id=122-1521&amp;node-type=frame&amp;viewport=508%2C521%2C0.42&amp;t=YLp2SeCRgb1GJ2t2-1&amp;scaling=scale-down&amp;content-scaling=fixed&amp;starting-point-node-id=152%3A2913&amp;show-proto-sidebar=1" TargetMode="External"/><Relationship Id="rId4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www.figma.com/proto/8IlsGMtj5zh8QOx6GZUVyO/Hci-Project?page-id=122%3A1280&amp;node-id=122-1521&amp;node-type=frame&amp;viewport=508%2C521%2C0.42&amp;t=YLp2SeCRgb1GJ2t2-1&amp;scaling=scale-down&amp;content-scaling=fixed&amp;starting-point-node-id=152%3A2913&amp;show-proto-sidebar=1" TargetMode="External"/><Relationship Id="rId4" Type="http://schemas.openxmlformats.org/officeDocument/2006/relationships/image" Target="../media/image4.jpg"/><Relationship Id="rId5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www.figma.com/proto/8IlsGMtj5zh8QOx6GZUVyO/Hci-Project?page-id=122%3A1280&amp;node-id=122-1521&amp;node-type=frame&amp;viewport=508%2C521%2C0.42&amp;t=YLp2SeCRgb1GJ2t2-1&amp;scaling=scale-down&amp;content-scaling=fixed&amp;starting-point-node-id=152%3A2913&amp;show-proto-sidebar=1" TargetMode="External"/><Relationship Id="rId4" Type="http://schemas.openxmlformats.org/officeDocument/2006/relationships/hyperlink" Target="http://drive.google.com/file/d/1inhfWXTVZ6_6cinAwgM2q9LP05X4DUJu/view" TargetMode="External"/><Relationship Id="rId5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08" name="Shape 9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09" name="Google Shape;9809;p28"/>
          <p:cNvSpPr txBox="1"/>
          <p:nvPr>
            <p:ph type="title"/>
          </p:nvPr>
        </p:nvSpPr>
        <p:spPr>
          <a:xfrm>
            <a:off x="1117050" y="571025"/>
            <a:ext cx="7020000" cy="5727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2000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300"/>
              <a:buFont typeface="Gantari ExtraBold"/>
              <a:buNone/>
            </a:pPr>
            <a:r>
              <a:rPr b="1" lang="en-US" sz="4000">
                <a:latin typeface="Sorts Mill Goudy"/>
                <a:ea typeface="Sorts Mill Goudy"/>
                <a:cs typeface="Sorts Mill Goudy"/>
                <a:sym typeface="Sorts Mill Goudy"/>
              </a:rPr>
              <a:t>Task Flow</a:t>
            </a:r>
            <a:r>
              <a:rPr b="1" lang="en-US" sz="4000">
                <a:solidFill>
                  <a:schemeClr val="lt2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 O</a:t>
            </a:r>
            <a:r>
              <a:rPr b="1" lang="en-US" sz="4000">
                <a:latin typeface="Sorts Mill Goudy"/>
                <a:ea typeface="Sorts Mill Goudy"/>
                <a:cs typeface="Sorts Mill Goudy"/>
                <a:sym typeface="Sorts Mill Goudy"/>
              </a:rPr>
              <a:t>f</a:t>
            </a:r>
            <a:r>
              <a:rPr b="1" lang="en-US" sz="4000">
                <a:solidFill>
                  <a:schemeClr val="lt2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 T</a:t>
            </a:r>
            <a:r>
              <a:rPr b="1" lang="en-US" sz="4000">
                <a:latin typeface="Sorts Mill Goudy"/>
                <a:ea typeface="Sorts Mill Goudy"/>
                <a:cs typeface="Sorts Mill Goudy"/>
                <a:sym typeface="Sorts Mill Goudy"/>
              </a:rPr>
              <a:t>he</a:t>
            </a:r>
            <a:r>
              <a:rPr b="1" lang="en-US" sz="4000">
                <a:solidFill>
                  <a:schemeClr val="lt2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 A</a:t>
            </a:r>
            <a:r>
              <a:rPr b="1" lang="en-US" sz="4000">
                <a:latin typeface="Sorts Mill Goudy"/>
                <a:ea typeface="Sorts Mill Goudy"/>
                <a:cs typeface="Sorts Mill Goudy"/>
                <a:sym typeface="Sorts Mill Goudy"/>
              </a:rPr>
              <a:t>pp</a:t>
            </a:r>
            <a:endParaRPr b="1" sz="4000">
              <a:solidFill>
                <a:schemeClr val="lt2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</p:txBody>
      </p:sp>
      <p:sp>
        <p:nvSpPr>
          <p:cNvPr id="9810" name="Google Shape;9810;p28"/>
          <p:cNvSpPr/>
          <p:nvPr/>
        </p:nvSpPr>
        <p:spPr>
          <a:xfrm>
            <a:off x="7818975" y="1147025"/>
            <a:ext cx="117525" cy="110100"/>
          </a:xfrm>
          <a:custGeom>
            <a:rect b="b" l="l" r="r" t="t"/>
            <a:pathLst>
              <a:path extrusionOk="0" h="4404" w="4701">
                <a:moveTo>
                  <a:pt x="1951" y="1032"/>
                </a:moveTo>
                <a:cubicBezTo>
                  <a:pt x="1950" y="1033"/>
                  <a:pt x="1949" y="1033"/>
                  <a:pt x="1947" y="1033"/>
                </a:cubicBezTo>
                <a:cubicBezTo>
                  <a:pt x="1948" y="1033"/>
                  <a:pt x="1950" y="1033"/>
                  <a:pt x="1951" y="1032"/>
                </a:cubicBezTo>
                <a:close/>
                <a:moveTo>
                  <a:pt x="2857" y="1059"/>
                </a:moveTo>
                <a:cubicBezTo>
                  <a:pt x="2871" y="1059"/>
                  <a:pt x="2889" y="1066"/>
                  <a:pt x="2907" y="1075"/>
                </a:cubicBezTo>
                <a:lnTo>
                  <a:pt x="2907" y="1075"/>
                </a:lnTo>
                <a:cubicBezTo>
                  <a:pt x="2887" y="1068"/>
                  <a:pt x="2858" y="1059"/>
                  <a:pt x="2857" y="1059"/>
                </a:cubicBezTo>
                <a:close/>
                <a:moveTo>
                  <a:pt x="3091" y="1185"/>
                </a:moveTo>
                <a:cubicBezTo>
                  <a:pt x="3091" y="1185"/>
                  <a:pt x="3091" y="1185"/>
                  <a:pt x="3091" y="1185"/>
                </a:cubicBezTo>
                <a:lnTo>
                  <a:pt x="3091" y="1185"/>
                </a:lnTo>
                <a:cubicBezTo>
                  <a:pt x="3091" y="1185"/>
                  <a:pt x="3091" y="1185"/>
                  <a:pt x="3091" y="1185"/>
                </a:cubicBezTo>
                <a:close/>
                <a:moveTo>
                  <a:pt x="3104" y="1198"/>
                </a:moveTo>
                <a:cubicBezTo>
                  <a:pt x="3111" y="1203"/>
                  <a:pt x="3118" y="1208"/>
                  <a:pt x="3125" y="1213"/>
                </a:cubicBezTo>
                <a:cubicBezTo>
                  <a:pt x="3142" y="1224"/>
                  <a:pt x="3149" y="1229"/>
                  <a:pt x="3148" y="1229"/>
                </a:cubicBezTo>
                <a:cubicBezTo>
                  <a:pt x="3148" y="1229"/>
                  <a:pt x="3121" y="1211"/>
                  <a:pt x="3104" y="1198"/>
                </a:cubicBezTo>
                <a:close/>
                <a:moveTo>
                  <a:pt x="1747" y="3319"/>
                </a:moveTo>
                <a:cubicBezTo>
                  <a:pt x="1767" y="3326"/>
                  <a:pt x="1803" y="3338"/>
                  <a:pt x="1802" y="3338"/>
                </a:cubicBezTo>
                <a:cubicBezTo>
                  <a:pt x="1800" y="3339"/>
                  <a:pt x="1799" y="3339"/>
                  <a:pt x="1797" y="3339"/>
                </a:cubicBezTo>
                <a:cubicBezTo>
                  <a:pt x="1785" y="3339"/>
                  <a:pt x="1766" y="3330"/>
                  <a:pt x="1747" y="3319"/>
                </a:cubicBezTo>
                <a:close/>
                <a:moveTo>
                  <a:pt x="2463" y="3393"/>
                </a:moveTo>
                <a:cubicBezTo>
                  <a:pt x="2461" y="3393"/>
                  <a:pt x="2459" y="3393"/>
                  <a:pt x="2456" y="3393"/>
                </a:cubicBezTo>
                <a:lnTo>
                  <a:pt x="2456" y="3393"/>
                </a:lnTo>
                <a:cubicBezTo>
                  <a:pt x="2459" y="3393"/>
                  <a:pt x="2462" y="3393"/>
                  <a:pt x="2463" y="3393"/>
                </a:cubicBezTo>
                <a:close/>
                <a:moveTo>
                  <a:pt x="2387" y="989"/>
                </a:moveTo>
                <a:cubicBezTo>
                  <a:pt x="2440" y="989"/>
                  <a:pt x="2491" y="989"/>
                  <a:pt x="2541" y="993"/>
                </a:cubicBezTo>
                <a:cubicBezTo>
                  <a:pt x="2560" y="993"/>
                  <a:pt x="2582" y="997"/>
                  <a:pt x="2601" y="998"/>
                </a:cubicBezTo>
                <a:lnTo>
                  <a:pt x="2601" y="998"/>
                </a:lnTo>
                <a:cubicBezTo>
                  <a:pt x="2682" y="1018"/>
                  <a:pt x="2761" y="1029"/>
                  <a:pt x="2840" y="1057"/>
                </a:cubicBezTo>
                <a:cubicBezTo>
                  <a:pt x="2857" y="1061"/>
                  <a:pt x="2876" y="1069"/>
                  <a:pt x="2895" y="1076"/>
                </a:cubicBezTo>
                <a:cubicBezTo>
                  <a:pt x="2906" y="1079"/>
                  <a:pt x="2914" y="1081"/>
                  <a:pt x="2919" y="1082"/>
                </a:cubicBezTo>
                <a:lnTo>
                  <a:pt x="2919" y="1082"/>
                </a:lnTo>
                <a:cubicBezTo>
                  <a:pt x="2944" y="1096"/>
                  <a:pt x="2968" y="1113"/>
                  <a:pt x="2984" y="1122"/>
                </a:cubicBezTo>
                <a:cubicBezTo>
                  <a:pt x="3015" y="1139"/>
                  <a:pt x="3049" y="1160"/>
                  <a:pt x="3080" y="1181"/>
                </a:cubicBezTo>
                <a:cubicBezTo>
                  <a:pt x="3084" y="1184"/>
                  <a:pt x="3088" y="1186"/>
                  <a:pt x="3092" y="1189"/>
                </a:cubicBezTo>
                <a:lnTo>
                  <a:pt x="3092" y="1189"/>
                </a:lnTo>
                <a:cubicBezTo>
                  <a:pt x="3107" y="1217"/>
                  <a:pt x="3258" y="1347"/>
                  <a:pt x="3274" y="1366"/>
                </a:cubicBezTo>
                <a:cubicBezTo>
                  <a:pt x="3278" y="1370"/>
                  <a:pt x="3281" y="1374"/>
                  <a:pt x="3284" y="1378"/>
                </a:cubicBezTo>
                <a:lnTo>
                  <a:pt x="3284" y="1378"/>
                </a:lnTo>
                <a:cubicBezTo>
                  <a:pt x="3304" y="1410"/>
                  <a:pt x="3328" y="1440"/>
                  <a:pt x="3348" y="1474"/>
                </a:cubicBezTo>
                <a:cubicBezTo>
                  <a:pt x="3367" y="1503"/>
                  <a:pt x="3386" y="1535"/>
                  <a:pt x="3403" y="1569"/>
                </a:cubicBezTo>
                <a:cubicBezTo>
                  <a:pt x="3409" y="1579"/>
                  <a:pt x="3414" y="1591"/>
                  <a:pt x="3420" y="1604"/>
                </a:cubicBezTo>
                <a:lnTo>
                  <a:pt x="3420" y="1604"/>
                </a:lnTo>
                <a:cubicBezTo>
                  <a:pt x="3420" y="1602"/>
                  <a:pt x="3420" y="1600"/>
                  <a:pt x="3420" y="1598"/>
                </a:cubicBezTo>
                <a:lnTo>
                  <a:pt x="3420" y="1598"/>
                </a:lnTo>
                <a:cubicBezTo>
                  <a:pt x="3420" y="1600"/>
                  <a:pt x="3420" y="1602"/>
                  <a:pt x="3420" y="1604"/>
                </a:cubicBezTo>
                <a:lnTo>
                  <a:pt x="3420" y="1604"/>
                </a:lnTo>
                <a:cubicBezTo>
                  <a:pt x="3420" y="1604"/>
                  <a:pt x="3420" y="1604"/>
                  <a:pt x="3420" y="1604"/>
                </a:cubicBezTo>
                <a:lnTo>
                  <a:pt x="3420" y="1604"/>
                </a:lnTo>
                <a:cubicBezTo>
                  <a:pt x="3420" y="1621"/>
                  <a:pt x="3423" y="1634"/>
                  <a:pt x="3427" y="1644"/>
                </a:cubicBezTo>
                <a:lnTo>
                  <a:pt x="3427" y="1644"/>
                </a:lnTo>
                <a:cubicBezTo>
                  <a:pt x="3423" y="1630"/>
                  <a:pt x="3420" y="1616"/>
                  <a:pt x="3420" y="1604"/>
                </a:cubicBezTo>
                <a:lnTo>
                  <a:pt x="3420" y="1604"/>
                </a:lnTo>
                <a:cubicBezTo>
                  <a:pt x="3422" y="1608"/>
                  <a:pt x="3424" y="1613"/>
                  <a:pt x="3426" y="1617"/>
                </a:cubicBezTo>
                <a:cubicBezTo>
                  <a:pt x="3442" y="1646"/>
                  <a:pt x="3443" y="1659"/>
                  <a:pt x="3439" y="1659"/>
                </a:cubicBezTo>
                <a:cubicBezTo>
                  <a:pt x="3436" y="1659"/>
                  <a:pt x="3432" y="1654"/>
                  <a:pt x="3427" y="1644"/>
                </a:cubicBezTo>
                <a:lnTo>
                  <a:pt x="3427" y="1644"/>
                </a:lnTo>
                <a:cubicBezTo>
                  <a:pt x="3443" y="1697"/>
                  <a:pt x="3479" y="1760"/>
                  <a:pt x="3491" y="1802"/>
                </a:cubicBezTo>
                <a:cubicBezTo>
                  <a:pt x="3500" y="1838"/>
                  <a:pt x="3508" y="1874"/>
                  <a:pt x="3517" y="1910"/>
                </a:cubicBezTo>
                <a:cubicBezTo>
                  <a:pt x="3521" y="1933"/>
                  <a:pt x="3525" y="1954"/>
                  <a:pt x="3529" y="1977"/>
                </a:cubicBezTo>
                <a:cubicBezTo>
                  <a:pt x="3534" y="2005"/>
                  <a:pt x="3537" y="2015"/>
                  <a:pt x="3538" y="2015"/>
                </a:cubicBezTo>
                <a:cubicBezTo>
                  <a:pt x="3540" y="2015"/>
                  <a:pt x="3530" y="1942"/>
                  <a:pt x="3525" y="1939"/>
                </a:cubicBezTo>
                <a:lnTo>
                  <a:pt x="3525" y="1939"/>
                </a:lnTo>
                <a:cubicBezTo>
                  <a:pt x="3550" y="1954"/>
                  <a:pt x="3538" y="2142"/>
                  <a:pt x="3538" y="2173"/>
                </a:cubicBezTo>
                <a:cubicBezTo>
                  <a:pt x="3538" y="2215"/>
                  <a:pt x="3535" y="2257"/>
                  <a:pt x="3533" y="2297"/>
                </a:cubicBezTo>
                <a:cubicBezTo>
                  <a:pt x="3532" y="2312"/>
                  <a:pt x="3530" y="2326"/>
                  <a:pt x="3529" y="2339"/>
                </a:cubicBezTo>
                <a:lnTo>
                  <a:pt x="3529" y="2339"/>
                </a:lnTo>
                <a:cubicBezTo>
                  <a:pt x="3514" y="2409"/>
                  <a:pt x="3504" y="2477"/>
                  <a:pt x="3483" y="2546"/>
                </a:cubicBezTo>
                <a:cubicBezTo>
                  <a:pt x="3472" y="2582"/>
                  <a:pt x="3462" y="2618"/>
                  <a:pt x="3449" y="2651"/>
                </a:cubicBezTo>
                <a:cubicBezTo>
                  <a:pt x="3445" y="2663"/>
                  <a:pt x="3440" y="2676"/>
                  <a:pt x="3436" y="2688"/>
                </a:cubicBezTo>
                <a:lnTo>
                  <a:pt x="3436" y="2688"/>
                </a:lnTo>
                <a:cubicBezTo>
                  <a:pt x="3398" y="2751"/>
                  <a:pt x="3369" y="2818"/>
                  <a:pt x="3329" y="2881"/>
                </a:cubicBezTo>
                <a:cubicBezTo>
                  <a:pt x="3324" y="2889"/>
                  <a:pt x="3300" y="2922"/>
                  <a:pt x="3284" y="2945"/>
                </a:cubicBezTo>
                <a:lnTo>
                  <a:pt x="3284" y="2945"/>
                </a:lnTo>
                <a:cubicBezTo>
                  <a:pt x="3263" y="2968"/>
                  <a:pt x="3232" y="3005"/>
                  <a:pt x="3224" y="3014"/>
                </a:cubicBezTo>
                <a:cubicBezTo>
                  <a:pt x="3198" y="3041"/>
                  <a:pt x="3171" y="3069"/>
                  <a:pt x="3142" y="3094"/>
                </a:cubicBezTo>
                <a:cubicBezTo>
                  <a:pt x="3127" y="3106"/>
                  <a:pt x="3112" y="3119"/>
                  <a:pt x="3099" y="3132"/>
                </a:cubicBezTo>
                <a:cubicBezTo>
                  <a:pt x="3075" y="3154"/>
                  <a:pt x="3071" y="3163"/>
                  <a:pt x="3076" y="3163"/>
                </a:cubicBezTo>
                <a:cubicBezTo>
                  <a:pt x="3076" y="3163"/>
                  <a:pt x="3077" y="3163"/>
                  <a:pt x="3078" y="3162"/>
                </a:cubicBezTo>
                <a:lnTo>
                  <a:pt x="3078" y="3162"/>
                </a:lnTo>
                <a:cubicBezTo>
                  <a:pt x="3021" y="3203"/>
                  <a:pt x="2923" y="3245"/>
                  <a:pt x="2889" y="3262"/>
                </a:cubicBezTo>
                <a:cubicBezTo>
                  <a:pt x="2863" y="3275"/>
                  <a:pt x="2803" y="3296"/>
                  <a:pt x="2805" y="3296"/>
                </a:cubicBezTo>
                <a:cubicBezTo>
                  <a:pt x="2806" y="3296"/>
                  <a:pt x="2822" y="3291"/>
                  <a:pt x="2866" y="3277"/>
                </a:cubicBezTo>
                <a:lnTo>
                  <a:pt x="2866" y="3277"/>
                </a:lnTo>
                <a:cubicBezTo>
                  <a:pt x="2823" y="3292"/>
                  <a:pt x="2783" y="3309"/>
                  <a:pt x="2741" y="3323"/>
                </a:cubicBezTo>
                <a:cubicBezTo>
                  <a:pt x="2642" y="3355"/>
                  <a:pt x="2541" y="3376"/>
                  <a:pt x="2438" y="3395"/>
                </a:cubicBezTo>
                <a:cubicBezTo>
                  <a:pt x="2437" y="3395"/>
                  <a:pt x="2437" y="3395"/>
                  <a:pt x="2437" y="3395"/>
                </a:cubicBezTo>
                <a:lnTo>
                  <a:pt x="2437" y="3395"/>
                </a:lnTo>
                <a:cubicBezTo>
                  <a:pt x="2416" y="3397"/>
                  <a:pt x="2395" y="3400"/>
                  <a:pt x="2375" y="3401"/>
                </a:cubicBezTo>
                <a:cubicBezTo>
                  <a:pt x="2330" y="3403"/>
                  <a:pt x="2284" y="3406"/>
                  <a:pt x="2240" y="3406"/>
                </a:cubicBezTo>
                <a:cubicBezTo>
                  <a:pt x="2226" y="3406"/>
                  <a:pt x="2211" y="3406"/>
                  <a:pt x="2197" y="3406"/>
                </a:cubicBezTo>
                <a:cubicBezTo>
                  <a:pt x="2163" y="3406"/>
                  <a:pt x="2129" y="3405"/>
                  <a:pt x="2094" y="3403"/>
                </a:cubicBezTo>
                <a:cubicBezTo>
                  <a:pt x="2081" y="3402"/>
                  <a:pt x="2067" y="3400"/>
                  <a:pt x="2054" y="3398"/>
                </a:cubicBezTo>
                <a:lnTo>
                  <a:pt x="2054" y="3398"/>
                </a:lnTo>
                <a:cubicBezTo>
                  <a:pt x="1975" y="3376"/>
                  <a:pt x="1893" y="3365"/>
                  <a:pt x="1814" y="3340"/>
                </a:cubicBezTo>
                <a:cubicBezTo>
                  <a:pt x="1797" y="3334"/>
                  <a:pt x="1778" y="3326"/>
                  <a:pt x="1762" y="3321"/>
                </a:cubicBezTo>
                <a:cubicBezTo>
                  <a:pt x="1752" y="3318"/>
                  <a:pt x="1745" y="3316"/>
                  <a:pt x="1740" y="3315"/>
                </a:cubicBezTo>
                <a:lnTo>
                  <a:pt x="1740" y="3315"/>
                </a:lnTo>
                <a:cubicBezTo>
                  <a:pt x="1716" y="3301"/>
                  <a:pt x="1691" y="3283"/>
                  <a:pt x="1679" y="3277"/>
                </a:cubicBezTo>
                <a:cubicBezTo>
                  <a:pt x="1648" y="3258"/>
                  <a:pt x="1616" y="3241"/>
                  <a:pt x="1587" y="3220"/>
                </a:cubicBezTo>
                <a:cubicBezTo>
                  <a:pt x="1572" y="3210"/>
                  <a:pt x="1557" y="3199"/>
                  <a:pt x="1543" y="3191"/>
                </a:cubicBezTo>
                <a:cubicBezTo>
                  <a:pt x="1525" y="3180"/>
                  <a:pt x="1519" y="3175"/>
                  <a:pt x="1519" y="3175"/>
                </a:cubicBezTo>
                <a:lnTo>
                  <a:pt x="1519" y="3175"/>
                </a:lnTo>
                <a:cubicBezTo>
                  <a:pt x="1518" y="3175"/>
                  <a:pt x="1582" y="3218"/>
                  <a:pt x="1580" y="3218"/>
                </a:cubicBezTo>
                <a:cubicBezTo>
                  <a:pt x="1580" y="3218"/>
                  <a:pt x="1579" y="3218"/>
                  <a:pt x="1578" y="3218"/>
                </a:cubicBezTo>
                <a:cubicBezTo>
                  <a:pt x="1542" y="3218"/>
                  <a:pt x="1420" y="3070"/>
                  <a:pt x="1399" y="3045"/>
                </a:cubicBezTo>
                <a:cubicBezTo>
                  <a:pt x="1384" y="3030"/>
                  <a:pt x="1353" y="2977"/>
                  <a:pt x="1351" y="2977"/>
                </a:cubicBezTo>
                <a:lnTo>
                  <a:pt x="1351" y="2977"/>
                </a:lnTo>
                <a:cubicBezTo>
                  <a:pt x="1350" y="2977"/>
                  <a:pt x="1354" y="2985"/>
                  <a:pt x="1363" y="3005"/>
                </a:cubicBezTo>
                <a:cubicBezTo>
                  <a:pt x="1372" y="3025"/>
                  <a:pt x="1375" y="3032"/>
                  <a:pt x="1374" y="3032"/>
                </a:cubicBezTo>
                <a:cubicBezTo>
                  <a:pt x="1372" y="3032"/>
                  <a:pt x="1335" y="2962"/>
                  <a:pt x="1326" y="2946"/>
                </a:cubicBezTo>
                <a:cubicBezTo>
                  <a:pt x="1285" y="2881"/>
                  <a:pt x="1252" y="2814"/>
                  <a:pt x="1215" y="2746"/>
                </a:cubicBezTo>
                <a:lnTo>
                  <a:pt x="1215" y="2746"/>
                </a:lnTo>
                <a:cubicBezTo>
                  <a:pt x="1214" y="2743"/>
                  <a:pt x="1213" y="2740"/>
                  <a:pt x="1212" y="2736"/>
                </a:cubicBezTo>
                <a:cubicBezTo>
                  <a:pt x="1199" y="2702"/>
                  <a:pt x="1187" y="2668"/>
                  <a:pt x="1176" y="2635"/>
                </a:cubicBezTo>
                <a:cubicBezTo>
                  <a:pt x="1153" y="2559"/>
                  <a:pt x="1132" y="2481"/>
                  <a:pt x="1119" y="2403"/>
                </a:cubicBezTo>
                <a:cubicBezTo>
                  <a:pt x="1119" y="2401"/>
                  <a:pt x="1118" y="2399"/>
                  <a:pt x="1118" y="2397"/>
                </a:cubicBezTo>
                <a:lnTo>
                  <a:pt x="1118" y="2397"/>
                </a:lnTo>
                <a:cubicBezTo>
                  <a:pt x="1122" y="2365"/>
                  <a:pt x="1108" y="2315"/>
                  <a:pt x="1106" y="2283"/>
                </a:cubicBezTo>
                <a:cubicBezTo>
                  <a:pt x="1102" y="2203"/>
                  <a:pt x="1102" y="2123"/>
                  <a:pt x="1106" y="2043"/>
                </a:cubicBezTo>
                <a:cubicBezTo>
                  <a:pt x="1107" y="2033"/>
                  <a:pt x="1110" y="2004"/>
                  <a:pt x="1113" y="1978"/>
                </a:cubicBezTo>
                <a:lnTo>
                  <a:pt x="1113" y="1978"/>
                </a:lnTo>
                <a:cubicBezTo>
                  <a:pt x="1117" y="1953"/>
                  <a:pt x="1123" y="1911"/>
                  <a:pt x="1125" y="1899"/>
                </a:cubicBezTo>
                <a:cubicBezTo>
                  <a:pt x="1144" y="1813"/>
                  <a:pt x="1170" y="1731"/>
                  <a:pt x="1197" y="1647"/>
                </a:cubicBezTo>
                <a:cubicBezTo>
                  <a:pt x="1199" y="1642"/>
                  <a:pt x="1200" y="1637"/>
                  <a:pt x="1201" y="1634"/>
                </a:cubicBezTo>
                <a:lnTo>
                  <a:pt x="1201" y="1634"/>
                </a:lnTo>
                <a:cubicBezTo>
                  <a:pt x="1203" y="1630"/>
                  <a:pt x="1205" y="1626"/>
                  <a:pt x="1208" y="1621"/>
                </a:cubicBezTo>
                <a:cubicBezTo>
                  <a:pt x="1227" y="1583"/>
                  <a:pt x="1246" y="1543"/>
                  <a:pt x="1269" y="1507"/>
                </a:cubicBezTo>
                <a:cubicBezTo>
                  <a:pt x="1290" y="1470"/>
                  <a:pt x="1313" y="1434"/>
                  <a:pt x="1338" y="1398"/>
                </a:cubicBezTo>
                <a:cubicBezTo>
                  <a:pt x="1341" y="1394"/>
                  <a:pt x="1344" y="1390"/>
                  <a:pt x="1346" y="1386"/>
                </a:cubicBezTo>
                <a:lnTo>
                  <a:pt x="1346" y="1386"/>
                </a:lnTo>
                <a:cubicBezTo>
                  <a:pt x="1346" y="1386"/>
                  <a:pt x="1346" y="1386"/>
                  <a:pt x="1347" y="1385"/>
                </a:cubicBezTo>
                <a:cubicBezTo>
                  <a:pt x="1399" y="1329"/>
                  <a:pt x="1454" y="1275"/>
                  <a:pt x="1511" y="1223"/>
                </a:cubicBezTo>
                <a:lnTo>
                  <a:pt x="1511" y="1223"/>
                </a:lnTo>
                <a:cubicBezTo>
                  <a:pt x="1524" y="1213"/>
                  <a:pt x="1537" y="1203"/>
                  <a:pt x="1551" y="1194"/>
                </a:cubicBezTo>
                <a:cubicBezTo>
                  <a:pt x="1589" y="1170"/>
                  <a:pt x="1627" y="1147"/>
                  <a:pt x="1667" y="1126"/>
                </a:cubicBezTo>
                <a:cubicBezTo>
                  <a:pt x="1682" y="1119"/>
                  <a:pt x="1697" y="1111"/>
                  <a:pt x="1712" y="1103"/>
                </a:cubicBezTo>
                <a:lnTo>
                  <a:pt x="1712" y="1103"/>
                </a:lnTo>
                <a:cubicBezTo>
                  <a:pt x="1755" y="1090"/>
                  <a:pt x="1797" y="1075"/>
                  <a:pt x="1840" y="1063"/>
                </a:cubicBezTo>
                <a:cubicBezTo>
                  <a:pt x="1884" y="1050"/>
                  <a:pt x="1928" y="1042"/>
                  <a:pt x="1970" y="1031"/>
                </a:cubicBezTo>
                <a:cubicBezTo>
                  <a:pt x="1976" y="1030"/>
                  <a:pt x="1983" y="1028"/>
                  <a:pt x="1990" y="1026"/>
                </a:cubicBezTo>
                <a:lnTo>
                  <a:pt x="1990" y="1026"/>
                </a:lnTo>
                <a:cubicBezTo>
                  <a:pt x="2008" y="1025"/>
                  <a:pt x="2026" y="1024"/>
                  <a:pt x="2042" y="1023"/>
                </a:cubicBezTo>
                <a:cubicBezTo>
                  <a:pt x="2063" y="1021"/>
                  <a:pt x="2083" y="1018"/>
                  <a:pt x="2104" y="1015"/>
                </a:cubicBezTo>
                <a:lnTo>
                  <a:pt x="2104" y="1015"/>
                </a:lnTo>
                <a:cubicBezTo>
                  <a:pt x="2127" y="1013"/>
                  <a:pt x="2151" y="1010"/>
                  <a:pt x="2175" y="1006"/>
                </a:cubicBezTo>
                <a:cubicBezTo>
                  <a:pt x="2200" y="1002"/>
                  <a:pt x="2223" y="998"/>
                  <a:pt x="2248" y="996"/>
                </a:cubicBezTo>
                <a:lnTo>
                  <a:pt x="2248" y="996"/>
                </a:lnTo>
                <a:cubicBezTo>
                  <a:pt x="2202" y="1002"/>
                  <a:pt x="2186" y="1004"/>
                  <a:pt x="2186" y="1004"/>
                </a:cubicBezTo>
                <a:cubicBezTo>
                  <a:pt x="2187" y="1004"/>
                  <a:pt x="2227" y="999"/>
                  <a:pt x="2246" y="998"/>
                </a:cubicBezTo>
                <a:cubicBezTo>
                  <a:pt x="2293" y="996"/>
                  <a:pt x="2341" y="991"/>
                  <a:pt x="2387" y="989"/>
                </a:cubicBezTo>
                <a:close/>
                <a:moveTo>
                  <a:pt x="2431" y="0"/>
                </a:moveTo>
                <a:cubicBezTo>
                  <a:pt x="2283" y="0"/>
                  <a:pt x="2134" y="12"/>
                  <a:pt x="1987" y="33"/>
                </a:cubicBezTo>
                <a:lnTo>
                  <a:pt x="1987" y="33"/>
                </a:lnTo>
                <a:cubicBezTo>
                  <a:pt x="1519" y="79"/>
                  <a:pt x="1082" y="246"/>
                  <a:pt x="738" y="578"/>
                </a:cubicBezTo>
                <a:cubicBezTo>
                  <a:pt x="443" y="863"/>
                  <a:pt x="236" y="1259"/>
                  <a:pt x="158" y="1661"/>
                </a:cubicBezTo>
                <a:cubicBezTo>
                  <a:pt x="0" y="2477"/>
                  <a:pt x="228" y="3403"/>
                  <a:pt x="896" y="3941"/>
                </a:cubicBezTo>
                <a:cubicBezTo>
                  <a:pt x="1283" y="4251"/>
                  <a:pt x="1777" y="4404"/>
                  <a:pt x="2272" y="4404"/>
                </a:cubicBezTo>
                <a:cubicBezTo>
                  <a:pt x="2762" y="4404"/>
                  <a:pt x="3253" y="4255"/>
                  <a:pt x="3645" y="3962"/>
                </a:cubicBezTo>
                <a:cubicBezTo>
                  <a:pt x="4395" y="3401"/>
                  <a:pt x="4700" y="2409"/>
                  <a:pt x="4443" y="1512"/>
                </a:cubicBezTo>
                <a:cubicBezTo>
                  <a:pt x="4302" y="1025"/>
                  <a:pt x="4003" y="604"/>
                  <a:pt x="3582" y="321"/>
                </a:cubicBezTo>
                <a:cubicBezTo>
                  <a:pt x="3236" y="89"/>
                  <a:pt x="2836" y="0"/>
                  <a:pt x="2431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11" name="Google Shape;9811;p28"/>
          <p:cNvSpPr/>
          <p:nvPr/>
        </p:nvSpPr>
        <p:spPr>
          <a:xfrm>
            <a:off x="7034774" y="715769"/>
            <a:ext cx="176025" cy="165050"/>
          </a:xfrm>
          <a:custGeom>
            <a:rect b="b" l="l" r="r" t="t"/>
            <a:pathLst>
              <a:path extrusionOk="0" h="6602" w="7041">
                <a:moveTo>
                  <a:pt x="4935" y="1378"/>
                </a:moveTo>
                <a:cubicBezTo>
                  <a:pt x="4939" y="1380"/>
                  <a:pt x="4948" y="1387"/>
                  <a:pt x="4965" y="1400"/>
                </a:cubicBezTo>
                <a:cubicBezTo>
                  <a:pt x="4955" y="1392"/>
                  <a:pt x="4945" y="1385"/>
                  <a:pt x="4935" y="1378"/>
                </a:cubicBezTo>
                <a:close/>
                <a:moveTo>
                  <a:pt x="1630" y="1762"/>
                </a:moveTo>
                <a:lnTo>
                  <a:pt x="1630" y="1762"/>
                </a:lnTo>
                <a:cubicBezTo>
                  <a:pt x="1621" y="1773"/>
                  <a:pt x="1618" y="1778"/>
                  <a:pt x="1618" y="1778"/>
                </a:cubicBezTo>
                <a:cubicBezTo>
                  <a:pt x="1618" y="1778"/>
                  <a:pt x="1623" y="1771"/>
                  <a:pt x="1630" y="1762"/>
                </a:cubicBezTo>
                <a:close/>
                <a:moveTo>
                  <a:pt x="3639" y="986"/>
                </a:moveTo>
                <a:cubicBezTo>
                  <a:pt x="4036" y="986"/>
                  <a:pt x="4418" y="1072"/>
                  <a:pt x="4734" y="1250"/>
                </a:cubicBezTo>
                <a:cubicBezTo>
                  <a:pt x="4786" y="1280"/>
                  <a:pt x="4839" y="1313"/>
                  <a:pt x="4890" y="1347"/>
                </a:cubicBezTo>
                <a:cubicBezTo>
                  <a:pt x="4906" y="1357"/>
                  <a:pt x="4921" y="1367"/>
                  <a:pt x="4935" y="1378"/>
                </a:cubicBezTo>
                <a:lnTo>
                  <a:pt x="4935" y="1378"/>
                </a:lnTo>
                <a:cubicBezTo>
                  <a:pt x="4934" y="1377"/>
                  <a:pt x="4933" y="1376"/>
                  <a:pt x="4933" y="1376"/>
                </a:cubicBezTo>
                <a:lnTo>
                  <a:pt x="4933" y="1376"/>
                </a:lnTo>
                <a:cubicBezTo>
                  <a:pt x="4934" y="1376"/>
                  <a:pt x="4964" y="1397"/>
                  <a:pt x="4972" y="1404"/>
                </a:cubicBezTo>
                <a:cubicBezTo>
                  <a:pt x="5081" y="1495"/>
                  <a:pt x="5182" y="1594"/>
                  <a:pt x="5275" y="1701"/>
                </a:cubicBezTo>
                <a:cubicBezTo>
                  <a:pt x="5296" y="1724"/>
                  <a:pt x="5315" y="1747"/>
                  <a:pt x="5332" y="1771"/>
                </a:cubicBezTo>
                <a:cubicBezTo>
                  <a:pt x="5336" y="1776"/>
                  <a:pt x="5339" y="1780"/>
                  <a:pt x="5342" y="1782"/>
                </a:cubicBezTo>
                <a:lnTo>
                  <a:pt x="5342" y="1782"/>
                </a:lnTo>
                <a:cubicBezTo>
                  <a:pt x="5378" y="1835"/>
                  <a:pt x="5414" y="1889"/>
                  <a:pt x="5446" y="1943"/>
                </a:cubicBezTo>
                <a:cubicBezTo>
                  <a:pt x="5477" y="1994"/>
                  <a:pt x="5507" y="2045"/>
                  <a:pt x="5534" y="2097"/>
                </a:cubicBezTo>
                <a:cubicBezTo>
                  <a:pt x="5548" y="2126"/>
                  <a:pt x="5603" y="2244"/>
                  <a:pt x="5604" y="2244"/>
                </a:cubicBezTo>
                <a:cubicBezTo>
                  <a:pt x="5605" y="2244"/>
                  <a:pt x="5604" y="2244"/>
                  <a:pt x="5604" y="2242"/>
                </a:cubicBezTo>
                <a:lnTo>
                  <a:pt x="5604" y="2242"/>
                </a:lnTo>
                <a:cubicBezTo>
                  <a:pt x="5646" y="2347"/>
                  <a:pt x="5682" y="2454"/>
                  <a:pt x="5711" y="2561"/>
                </a:cubicBezTo>
                <a:cubicBezTo>
                  <a:pt x="5726" y="2620"/>
                  <a:pt x="5741" y="2679"/>
                  <a:pt x="5751" y="2738"/>
                </a:cubicBezTo>
                <a:cubicBezTo>
                  <a:pt x="5756" y="2758"/>
                  <a:pt x="5778" y="2901"/>
                  <a:pt x="5781" y="2901"/>
                </a:cubicBezTo>
                <a:cubicBezTo>
                  <a:pt x="5781" y="2901"/>
                  <a:pt x="5781" y="2892"/>
                  <a:pt x="5779" y="2872"/>
                </a:cubicBezTo>
                <a:lnTo>
                  <a:pt x="5779" y="2872"/>
                </a:lnTo>
                <a:cubicBezTo>
                  <a:pt x="5793" y="2999"/>
                  <a:pt x="5800" y="3127"/>
                  <a:pt x="5800" y="3256"/>
                </a:cubicBezTo>
                <a:cubicBezTo>
                  <a:pt x="5798" y="3323"/>
                  <a:pt x="5796" y="3393"/>
                  <a:pt x="5791" y="3460"/>
                </a:cubicBezTo>
                <a:cubicBezTo>
                  <a:pt x="5787" y="3518"/>
                  <a:pt x="5781" y="3572"/>
                  <a:pt x="5780" y="3582"/>
                </a:cubicBezTo>
                <a:lnTo>
                  <a:pt x="5780" y="3582"/>
                </a:lnTo>
                <a:cubicBezTo>
                  <a:pt x="5759" y="3706"/>
                  <a:pt x="5734" y="3831"/>
                  <a:pt x="5699" y="3953"/>
                </a:cubicBezTo>
                <a:cubicBezTo>
                  <a:pt x="5682" y="4012"/>
                  <a:pt x="5663" y="4069"/>
                  <a:pt x="5642" y="4126"/>
                </a:cubicBezTo>
                <a:cubicBezTo>
                  <a:pt x="5631" y="4155"/>
                  <a:pt x="5621" y="4183"/>
                  <a:pt x="5610" y="4212"/>
                </a:cubicBezTo>
                <a:cubicBezTo>
                  <a:pt x="5606" y="4223"/>
                  <a:pt x="5602" y="4232"/>
                  <a:pt x="5600" y="4238"/>
                </a:cubicBezTo>
                <a:lnTo>
                  <a:pt x="5600" y="4238"/>
                </a:lnTo>
                <a:cubicBezTo>
                  <a:pt x="5597" y="4244"/>
                  <a:pt x="5593" y="4252"/>
                  <a:pt x="5589" y="4261"/>
                </a:cubicBezTo>
                <a:cubicBezTo>
                  <a:pt x="5534" y="4370"/>
                  <a:pt x="5477" y="4478"/>
                  <a:pt x="5412" y="4581"/>
                </a:cubicBezTo>
                <a:cubicBezTo>
                  <a:pt x="5311" y="4737"/>
                  <a:pt x="5324" y="4720"/>
                  <a:pt x="5189" y="4863"/>
                </a:cubicBezTo>
                <a:cubicBezTo>
                  <a:pt x="4814" y="5261"/>
                  <a:pt x="4355" y="5476"/>
                  <a:pt x="3756" y="5573"/>
                </a:cubicBezTo>
                <a:cubicBezTo>
                  <a:pt x="3620" y="5595"/>
                  <a:pt x="3482" y="5605"/>
                  <a:pt x="3344" y="5605"/>
                </a:cubicBezTo>
                <a:cubicBezTo>
                  <a:pt x="2954" y="5605"/>
                  <a:pt x="2572" y="5519"/>
                  <a:pt x="2265" y="5346"/>
                </a:cubicBezTo>
                <a:cubicBezTo>
                  <a:pt x="2214" y="5316"/>
                  <a:pt x="2164" y="5285"/>
                  <a:pt x="2113" y="5253"/>
                </a:cubicBezTo>
                <a:cubicBezTo>
                  <a:pt x="2098" y="5243"/>
                  <a:pt x="2015" y="5180"/>
                  <a:pt x="2013" y="5180"/>
                </a:cubicBezTo>
                <a:lnTo>
                  <a:pt x="2013" y="5180"/>
                </a:lnTo>
                <a:cubicBezTo>
                  <a:pt x="2013" y="5180"/>
                  <a:pt x="2019" y="5186"/>
                  <a:pt x="2037" y="5200"/>
                </a:cubicBezTo>
                <a:cubicBezTo>
                  <a:pt x="1930" y="5114"/>
                  <a:pt x="1831" y="5019"/>
                  <a:pt x="1740" y="4916"/>
                </a:cubicBezTo>
                <a:cubicBezTo>
                  <a:pt x="1728" y="4902"/>
                  <a:pt x="1675" y="4837"/>
                  <a:pt x="1657" y="4816"/>
                </a:cubicBezTo>
                <a:lnTo>
                  <a:pt x="1657" y="4816"/>
                </a:lnTo>
                <a:cubicBezTo>
                  <a:pt x="1647" y="4801"/>
                  <a:pt x="1584" y="4711"/>
                  <a:pt x="1570" y="4688"/>
                </a:cubicBezTo>
                <a:cubicBezTo>
                  <a:pt x="1500" y="4579"/>
                  <a:pt x="1439" y="4465"/>
                  <a:pt x="1382" y="4347"/>
                </a:cubicBezTo>
                <a:cubicBezTo>
                  <a:pt x="1372" y="4327"/>
                  <a:pt x="1369" y="4322"/>
                  <a:pt x="1368" y="4322"/>
                </a:cubicBezTo>
                <a:lnTo>
                  <a:pt x="1368" y="4322"/>
                </a:lnTo>
                <a:cubicBezTo>
                  <a:pt x="1368" y="4322"/>
                  <a:pt x="1368" y="4322"/>
                  <a:pt x="1368" y="4322"/>
                </a:cubicBezTo>
                <a:lnTo>
                  <a:pt x="1368" y="4322"/>
                </a:lnTo>
                <a:cubicBezTo>
                  <a:pt x="1366" y="4315"/>
                  <a:pt x="1360" y="4299"/>
                  <a:pt x="1348" y="4265"/>
                </a:cubicBezTo>
                <a:cubicBezTo>
                  <a:pt x="1329" y="4210"/>
                  <a:pt x="1308" y="4155"/>
                  <a:pt x="1291" y="4101"/>
                </a:cubicBezTo>
                <a:cubicBezTo>
                  <a:pt x="1251" y="3974"/>
                  <a:pt x="1220" y="3848"/>
                  <a:pt x="1197" y="3717"/>
                </a:cubicBezTo>
                <a:cubicBezTo>
                  <a:pt x="1192" y="3696"/>
                  <a:pt x="1179" y="3596"/>
                  <a:pt x="1178" y="3596"/>
                </a:cubicBezTo>
                <a:lnTo>
                  <a:pt x="1178" y="3596"/>
                </a:lnTo>
                <a:cubicBezTo>
                  <a:pt x="1178" y="3596"/>
                  <a:pt x="1179" y="3606"/>
                  <a:pt x="1182" y="3633"/>
                </a:cubicBezTo>
                <a:cubicBezTo>
                  <a:pt x="1173" y="3568"/>
                  <a:pt x="1167" y="3502"/>
                  <a:pt x="1165" y="3437"/>
                </a:cubicBezTo>
                <a:cubicBezTo>
                  <a:pt x="1157" y="3304"/>
                  <a:pt x="1157" y="3174"/>
                  <a:pt x="1165" y="3041"/>
                </a:cubicBezTo>
                <a:cubicBezTo>
                  <a:pt x="1167" y="3011"/>
                  <a:pt x="1179" y="2898"/>
                  <a:pt x="1181" y="2870"/>
                </a:cubicBezTo>
                <a:lnTo>
                  <a:pt x="1181" y="2870"/>
                </a:lnTo>
                <a:cubicBezTo>
                  <a:pt x="1186" y="2847"/>
                  <a:pt x="1203" y="2750"/>
                  <a:pt x="1209" y="2721"/>
                </a:cubicBezTo>
                <a:cubicBezTo>
                  <a:pt x="1239" y="2580"/>
                  <a:pt x="1281" y="2443"/>
                  <a:pt x="1327" y="2306"/>
                </a:cubicBezTo>
                <a:cubicBezTo>
                  <a:pt x="1342" y="2262"/>
                  <a:pt x="1345" y="2248"/>
                  <a:pt x="1346" y="2244"/>
                </a:cubicBezTo>
                <a:lnTo>
                  <a:pt x="1346" y="2244"/>
                </a:lnTo>
                <a:cubicBezTo>
                  <a:pt x="1348" y="2241"/>
                  <a:pt x="1355" y="2229"/>
                  <a:pt x="1376" y="2188"/>
                </a:cubicBezTo>
                <a:cubicBezTo>
                  <a:pt x="1407" y="2125"/>
                  <a:pt x="1439" y="2059"/>
                  <a:pt x="1475" y="1998"/>
                </a:cubicBezTo>
                <a:cubicBezTo>
                  <a:pt x="1511" y="1937"/>
                  <a:pt x="1551" y="1878"/>
                  <a:pt x="1588" y="1819"/>
                </a:cubicBezTo>
                <a:cubicBezTo>
                  <a:pt x="1603" y="1799"/>
                  <a:pt x="1618" y="1779"/>
                  <a:pt x="1632" y="1759"/>
                </a:cubicBezTo>
                <a:lnTo>
                  <a:pt x="1632" y="1759"/>
                </a:lnTo>
                <a:cubicBezTo>
                  <a:pt x="1639" y="1751"/>
                  <a:pt x="1646" y="1741"/>
                  <a:pt x="1654" y="1733"/>
                </a:cubicBezTo>
                <a:cubicBezTo>
                  <a:pt x="1744" y="1632"/>
                  <a:pt x="1839" y="1535"/>
                  <a:pt x="1945" y="1446"/>
                </a:cubicBezTo>
                <a:cubicBezTo>
                  <a:pt x="1949" y="1443"/>
                  <a:pt x="1952" y="1440"/>
                  <a:pt x="1955" y="1437"/>
                </a:cubicBezTo>
                <a:lnTo>
                  <a:pt x="1955" y="1437"/>
                </a:lnTo>
                <a:cubicBezTo>
                  <a:pt x="1958" y="1435"/>
                  <a:pt x="1960" y="1434"/>
                  <a:pt x="1963" y="1431"/>
                </a:cubicBezTo>
                <a:cubicBezTo>
                  <a:pt x="1993" y="1410"/>
                  <a:pt x="2022" y="1389"/>
                  <a:pt x="2054" y="1370"/>
                </a:cubicBezTo>
                <a:cubicBezTo>
                  <a:pt x="2115" y="1328"/>
                  <a:pt x="2180" y="1292"/>
                  <a:pt x="2246" y="1257"/>
                </a:cubicBezTo>
                <a:cubicBezTo>
                  <a:pt x="2372" y="1191"/>
                  <a:pt x="2412" y="1174"/>
                  <a:pt x="2604" y="1120"/>
                </a:cubicBezTo>
                <a:cubicBezTo>
                  <a:pt x="2802" y="1065"/>
                  <a:pt x="2859" y="1059"/>
                  <a:pt x="3023" y="1044"/>
                </a:cubicBezTo>
                <a:cubicBezTo>
                  <a:pt x="3046" y="1042"/>
                  <a:pt x="3069" y="1039"/>
                  <a:pt x="3092" y="1035"/>
                </a:cubicBezTo>
                <a:lnTo>
                  <a:pt x="3092" y="1035"/>
                </a:lnTo>
                <a:cubicBezTo>
                  <a:pt x="3113" y="1033"/>
                  <a:pt x="3134" y="1031"/>
                  <a:pt x="3156" y="1027"/>
                </a:cubicBezTo>
                <a:cubicBezTo>
                  <a:pt x="3317" y="1000"/>
                  <a:pt x="3479" y="986"/>
                  <a:pt x="3639" y="986"/>
                </a:cubicBezTo>
                <a:close/>
                <a:moveTo>
                  <a:pt x="3656" y="0"/>
                </a:moveTo>
                <a:cubicBezTo>
                  <a:pt x="3424" y="0"/>
                  <a:pt x="3191" y="20"/>
                  <a:pt x="2962" y="55"/>
                </a:cubicBezTo>
                <a:lnTo>
                  <a:pt x="2962" y="55"/>
                </a:lnTo>
                <a:cubicBezTo>
                  <a:pt x="1592" y="189"/>
                  <a:pt x="506" y="1128"/>
                  <a:pt x="238" y="2500"/>
                </a:cubicBezTo>
                <a:cubicBezTo>
                  <a:pt x="0" y="3730"/>
                  <a:pt x="360" y="5131"/>
                  <a:pt x="1367" y="5933"/>
                </a:cubicBezTo>
                <a:cubicBezTo>
                  <a:pt x="1934" y="6385"/>
                  <a:pt x="2656" y="6602"/>
                  <a:pt x="3382" y="6602"/>
                </a:cubicBezTo>
                <a:cubicBezTo>
                  <a:pt x="4138" y="6602"/>
                  <a:pt x="4898" y="6367"/>
                  <a:pt x="5494" y="5917"/>
                </a:cubicBezTo>
                <a:cubicBezTo>
                  <a:pt x="6607" y="5078"/>
                  <a:pt x="7041" y="3580"/>
                  <a:pt x="6659" y="2253"/>
                </a:cubicBezTo>
                <a:cubicBezTo>
                  <a:pt x="6453" y="1537"/>
                  <a:pt x="6015" y="905"/>
                  <a:pt x="5393" y="488"/>
                </a:cubicBezTo>
                <a:cubicBezTo>
                  <a:pt x="4872" y="137"/>
                  <a:pt x="4267" y="0"/>
                  <a:pt x="3656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812" name="Google Shape;9812;p28"/>
          <p:cNvGrpSpPr/>
          <p:nvPr/>
        </p:nvGrpSpPr>
        <p:grpSpPr>
          <a:xfrm rot="6300357">
            <a:off x="7074623" y="581240"/>
            <a:ext cx="707993" cy="442814"/>
            <a:chOff x="1445125" y="3867675"/>
            <a:chExt cx="803300" cy="502950"/>
          </a:xfrm>
        </p:grpSpPr>
        <p:sp>
          <p:nvSpPr>
            <p:cNvPr id="9813" name="Google Shape;9813;p28"/>
            <p:cNvSpPr/>
            <p:nvPr/>
          </p:nvSpPr>
          <p:spPr>
            <a:xfrm>
              <a:off x="1445125" y="3867675"/>
              <a:ext cx="535450" cy="502950"/>
            </a:xfrm>
            <a:custGeom>
              <a:rect b="b" l="l" r="r" t="t"/>
              <a:pathLst>
                <a:path extrusionOk="0" h="20118" w="21418">
                  <a:moveTo>
                    <a:pt x="5846" y="993"/>
                  </a:moveTo>
                  <a:cubicBezTo>
                    <a:pt x="6726" y="993"/>
                    <a:pt x="7300" y="1814"/>
                    <a:pt x="7545" y="2688"/>
                  </a:cubicBezTo>
                  <a:cubicBezTo>
                    <a:pt x="7686" y="3200"/>
                    <a:pt x="7749" y="3726"/>
                    <a:pt x="7770" y="4255"/>
                  </a:cubicBezTo>
                  <a:cubicBezTo>
                    <a:pt x="7787" y="4700"/>
                    <a:pt x="7676" y="5216"/>
                    <a:pt x="7812" y="5641"/>
                  </a:cubicBezTo>
                  <a:cubicBezTo>
                    <a:pt x="8017" y="6280"/>
                    <a:pt x="8790" y="6621"/>
                    <a:pt x="9352" y="6861"/>
                  </a:cubicBezTo>
                  <a:cubicBezTo>
                    <a:pt x="10899" y="7523"/>
                    <a:pt x="12588" y="7895"/>
                    <a:pt x="14238" y="8195"/>
                  </a:cubicBezTo>
                  <a:cubicBezTo>
                    <a:pt x="14279" y="8202"/>
                    <a:pt x="14320" y="8206"/>
                    <a:pt x="14360" y="8206"/>
                  </a:cubicBezTo>
                  <a:cubicBezTo>
                    <a:pt x="14538" y="8206"/>
                    <a:pt x="14697" y="8128"/>
                    <a:pt x="14800" y="7965"/>
                  </a:cubicBezTo>
                  <a:cubicBezTo>
                    <a:pt x="15658" y="6602"/>
                    <a:pt x="16673" y="5266"/>
                    <a:pt x="17868" y="4181"/>
                  </a:cubicBezTo>
                  <a:cubicBezTo>
                    <a:pt x="18246" y="3837"/>
                    <a:pt x="19055" y="3130"/>
                    <a:pt x="19662" y="3130"/>
                  </a:cubicBezTo>
                  <a:cubicBezTo>
                    <a:pt x="19761" y="3130"/>
                    <a:pt x="19855" y="3149"/>
                    <a:pt x="19941" y="3191"/>
                  </a:cubicBezTo>
                  <a:cubicBezTo>
                    <a:pt x="19972" y="3206"/>
                    <a:pt x="20042" y="3282"/>
                    <a:pt x="20078" y="3334"/>
                  </a:cubicBezTo>
                  <a:cubicBezTo>
                    <a:pt x="20170" y="3474"/>
                    <a:pt x="20200" y="3554"/>
                    <a:pt x="20244" y="3703"/>
                  </a:cubicBezTo>
                  <a:cubicBezTo>
                    <a:pt x="20356" y="4074"/>
                    <a:pt x="20385" y="4459"/>
                    <a:pt x="20391" y="4845"/>
                  </a:cubicBezTo>
                  <a:cubicBezTo>
                    <a:pt x="20434" y="7253"/>
                    <a:pt x="19715" y="9724"/>
                    <a:pt x="18959" y="11987"/>
                  </a:cubicBezTo>
                  <a:cubicBezTo>
                    <a:pt x="18546" y="13223"/>
                    <a:pt x="18074" y="14443"/>
                    <a:pt x="17505" y="15619"/>
                  </a:cubicBezTo>
                  <a:cubicBezTo>
                    <a:pt x="16974" y="16720"/>
                    <a:pt x="16385" y="17795"/>
                    <a:pt x="15472" y="18631"/>
                  </a:cubicBezTo>
                  <a:cubicBezTo>
                    <a:pt x="15279" y="18808"/>
                    <a:pt x="15055" y="19008"/>
                    <a:pt x="14800" y="19090"/>
                  </a:cubicBezTo>
                  <a:cubicBezTo>
                    <a:pt x="14731" y="19114"/>
                    <a:pt x="14679" y="19127"/>
                    <a:pt x="14633" y="19127"/>
                  </a:cubicBezTo>
                  <a:cubicBezTo>
                    <a:pt x="14584" y="19127"/>
                    <a:pt x="14541" y="19112"/>
                    <a:pt x="14491" y="19078"/>
                  </a:cubicBezTo>
                  <a:cubicBezTo>
                    <a:pt x="14179" y="18859"/>
                    <a:pt x="14040" y="18279"/>
                    <a:pt x="13943" y="17913"/>
                  </a:cubicBezTo>
                  <a:cubicBezTo>
                    <a:pt x="13496" y="16204"/>
                    <a:pt x="13420" y="14392"/>
                    <a:pt x="13231" y="12644"/>
                  </a:cubicBezTo>
                  <a:cubicBezTo>
                    <a:pt x="13231" y="12642"/>
                    <a:pt x="13231" y="12641"/>
                    <a:pt x="13230" y="12640"/>
                  </a:cubicBezTo>
                  <a:lnTo>
                    <a:pt x="13230" y="12640"/>
                  </a:lnTo>
                  <a:cubicBezTo>
                    <a:pt x="13241" y="12479"/>
                    <a:pt x="13172" y="12316"/>
                    <a:pt x="12984" y="12214"/>
                  </a:cubicBezTo>
                  <a:cubicBezTo>
                    <a:pt x="12340" y="11860"/>
                    <a:pt x="11598" y="11675"/>
                    <a:pt x="10890" y="11496"/>
                  </a:cubicBezTo>
                  <a:cubicBezTo>
                    <a:pt x="10069" y="11291"/>
                    <a:pt x="9239" y="11119"/>
                    <a:pt x="8404" y="10971"/>
                  </a:cubicBezTo>
                  <a:cubicBezTo>
                    <a:pt x="7943" y="10890"/>
                    <a:pt x="7439" y="10757"/>
                    <a:pt x="6964" y="10757"/>
                  </a:cubicBezTo>
                  <a:cubicBezTo>
                    <a:pt x="6933" y="10757"/>
                    <a:pt x="6903" y="10757"/>
                    <a:pt x="6873" y="10758"/>
                  </a:cubicBezTo>
                  <a:cubicBezTo>
                    <a:pt x="6281" y="10782"/>
                    <a:pt x="5857" y="11237"/>
                    <a:pt x="5518" y="11671"/>
                  </a:cubicBezTo>
                  <a:cubicBezTo>
                    <a:pt x="4848" y="12532"/>
                    <a:pt x="4110" y="13945"/>
                    <a:pt x="2900" y="13945"/>
                  </a:cubicBezTo>
                  <a:cubicBezTo>
                    <a:pt x="2748" y="13945"/>
                    <a:pt x="2589" y="13923"/>
                    <a:pt x="2421" y="13874"/>
                  </a:cubicBezTo>
                  <a:cubicBezTo>
                    <a:pt x="1265" y="13539"/>
                    <a:pt x="1147" y="12161"/>
                    <a:pt x="1191" y="11150"/>
                  </a:cubicBezTo>
                  <a:cubicBezTo>
                    <a:pt x="1259" y="9547"/>
                    <a:pt x="1735" y="7959"/>
                    <a:pt x="2242" y="6446"/>
                  </a:cubicBezTo>
                  <a:cubicBezTo>
                    <a:pt x="2666" y="5186"/>
                    <a:pt x="3155" y="3943"/>
                    <a:pt x="3669" y="2717"/>
                  </a:cubicBezTo>
                  <a:cubicBezTo>
                    <a:pt x="4014" y="1894"/>
                    <a:pt x="4701" y="1150"/>
                    <a:pt x="5619" y="1011"/>
                  </a:cubicBezTo>
                  <a:cubicBezTo>
                    <a:pt x="5697" y="999"/>
                    <a:pt x="5772" y="993"/>
                    <a:pt x="5846" y="993"/>
                  </a:cubicBezTo>
                  <a:close/>
                  <a:moveTo>
                    <a:pt x="5851" y="1"/>
                  </a:moveTo>
                  <a:cubicBezTo>
                    <a:pt x="4753" y="1"/>
                    <a:pt x="3750" y="699"/>
                    <a:pt x="3144" y="1580"/>
                  </a:cubicBezTo>
                  <a:cubicBezTo>
                    <a:pt x="2849" y="2009"/>
                    <a:pt x="2683" y="2515"/>
                    <a:pt x="2487" y="2993"/>
                  </a:cubicBezTo>
                  <a:cubicBezTo>
                    <a:pt x="2217" y="3653"/>
                    <a:pt x="1954" y="4314"/>
                    <a:pt x="1705" y="4982"/>
                  </a:cubicBezTo>
                  <a:cubicBezTo>
                    <a:pt x="1113" y="6581"/>
                    <a:pt x="576" y="8224"/>
                    <a:pt x="323" y="9914"/>
                  </a:cubicBezTo>
                  <a:cubicBezTo>
                    <a:pt x="121" y="11253"/>
                    <a:pt x="1" y="12901"/>
                    <a:pt x="913" y="14026"/>
                  </a:cubicBezTo>
                  <a:cubicBezTo>
                    <a:pt x="1411" y="14639"/>
                    <a:pt x="2111" y="14918"/>
                    <a:pt x="2824" y="14918"/>
                  </a:cubicBezTo>
                  <a:cubicBezTo>
                    <a:pt x="3509" y="14918"/>
                    <a:pt x="4207" y="14660"/>
                    <a:pt x="4751" y="14192"/>
                  </a:cubicBezTo>
                  <a:cubicBezTo>
                    <a:pt x="5371" y="13659"/>
                    <a:pt x="5777" y="12949"/>
                    <a:pt x="6272" y="12311"/>
                  </a:cubicBezTo>
                  <a:cubicBezTo>
                    <a:pt x="6566" y="11931"/>
                    <a:pt x="6732" y="11776"/>
                    <a:pt x="7065" y="11776"/>
                  </a:cubicBezTo>
                  <a:cubicBezTo>
                    <a:pt x="7129" y="11776"/>
                    <a:pt x="7199" y="11782"/>
                    <a:pt x="7277" y="11793"/>
                  </a:cubicBezTo>
                  <a:cubicBezTo>
                    <a:pt x="8166" y="11915"/>
                    <a:pt x="9053" y="12094"/>
                    <a:pt x="9930" y="12292"/>
                  </a:cubicBezTo>
                  <a:cubicBezTo>
                    <a:pt x="10726" y="12472"/>
                    <a:pt x="11550" y="12626"/>
                    <a:pt x="12268" y="12966"/>
                  </a:cubicBezTo>
                  <a:lnTo>
                    <a:pt x="12268" y="12966"/>
                  </a:lnTo>
                  <a:cubicBezTo>
                    <a:pt x="12439" y="14633"/>
                    <a:pt x="12548" y="16332"/>
                    <a:pt x="12930" y="17963"/>
                  </a:cubicBezTo>
                  <a:cubicBezTo>
                    <a:pt x="13136" y="18845"/>
                    <a:pt x="13555" y="20118"/>
                    <a:pt x="14640" y="20118"/>
                  </a:cubicBezTo>
                  <a:cubicBezTo>
                    <a:pt x="14672" y="20118"/>
                    <a:pt x="14706" y="20116"/>
                    <a:pt x="14739" y="20114"/>
                  </a:cubicBezTo>
                  <a:cubicBezTo>
                    <a:pt x="15314" y="20074"/>
                    <a:pt x="15818" y="19674"/>
                    <a:pt x="16220" y="19295"/>
                  </a:cubicBezTo>
                  <a:cubicBezTo>
                    <a:pt x="16778" y="18770"/>
                    <a:pt x="17242" y="18165"/>
                    <a:pt x="17630" y="17506"/>
                  </a:cubicBezTo>
                  <a:cubicBezTo>
                    <a:pt x="18329" y="16326"/>
                    <a:pt x="18879" y="15058"/>
                    <a:pt x="19372" y="13779"/>
                  </a:cubicBezTo>
                  <a:cubicBezTo>
                    <a:pt x="20387" y="11140"/>
                    <a:pt x="21255" y="8266"/>
                    <a:pt x="21379" y="5422"/>
                  </a:cubicBezTo>
                  <a:cubicBezTo>
                    <a:pt x="21417" y="4558"/>
                    <a:pt x="21409" y="3509"/>
                    <a:pt x="20893" y="2768"/>
                  </a:cubicBezTo>
                  <a:cubicBezTo>
                    <a:pt x="20591" y="2334"/>
                    <a:pt x="20167" y="2169"/>
                    <a:pt x="19717" y="2169"/>
                  </a:cubicBezTo>
                  <a:cubicBezTo>
                    <a:pt x="19269" y="2169"/>
                    <a:pt x="18796" y="2332"/>
                    <a:pt x="18392" y="2557"/>
                  </a:cubicBezTo>
                  <a:cubicBezTo>
                    <a:pt x="17206" y="3219"/>
                    <a:pt x="16258" y="4331"/>
                    <a:pt x="15430" y="5382"/>
                  </a:cubicBezTo>
                  <a:cubicBezTo>
                    <a:pt x="14975" y="5959"/>
                    <a:pt x="14535" y="6551"/>
                    <a:pt x="14131" y="7165"/>
                  </a:cubicBezTo>
                  <a:lnTo>
                    <a:pt x="14131" y="7165"/>
                  </a:lnTo>
                  <a:cubicBezTo>
                    <a:pt x="12741" y="6903"/>
                    <a:pt x="11340" y="6572"/>
                    <a:pt x="10022" y="6067"/>
                  </a:cubicBezTo>
                  <a:cubicBezTo>
                    <a:pt x="9692" y="5938"/>
                    <a:pt x="9355" y="5795"/>
                    <a:pt x="9057" y="5599"/>
                  </a:cubicBezTo>
                  <a:cubicBezTo>
                    <a:pt x="8975" y="5544"/>
                    <a:pt x="8902" y="5490"/>
                    <a:pt x="8830" y="5420"/>
                  </a:cubicBezTo>
                  <a:cubicBezTo>
                    <a:pt x="8801" y="5393"/>
                    <a:pt x="8791" y="5386"/>
                    <a:pt x="8788" y="5385"/>
                  </a:cubicBezTo>
                  <a:lnTo>
                    <a:pt x="8788" y="5385"/>
                  </a:lnTo>
                  <a:cubicBezTo>
                    <a:pt x="8787" y="5381"/>
                    <a:pt x="8781" y="5370"/>
                    <a:pt x="8767" y="5346"/>
                  </a:cubicBezTo>
                  <a:cubicBezTo>
                    <a:pt x="8764" y="5342"/>
                    <a:pt x="8761" y="5338"/>
                    <a:pt x="8759" y="5334"/>
                  </a:cubicBezTo>
                  <a:lnTo>
                    <a:pt x="8759" y="5334"/>
                  </a:lnTo>
                  <a:cubicBezTo>
                    <a:pt x="8759" y="5333"/>
                    <a:pt x="8759" y="5331"/>
                    <a:pt x="8758" y="5329"/>
                  </a:cubicBezTo>
                  <a:cubicBezTo>
                    <a:pt x="8680" y="4813"/>
                    <a:pt x="8779" y="4238"/>
                    <a:pt x="8729" y="3712"/>
                  </a:cubicBezTo>
                  <a:cubicBezTo>
                    <a:pt x="8683" y="3244"/>
                    <a:pt x="8611" y="2774"/>
                    <a:pt x="8476" y="2325"/>
                  </a:cubicBezTo>
                  <a:cubicBezTo>
                    <a:pt x="8116" y="1129"/>
                    <a:pt x="7256" y="33"/>
                    <a:pt x="5914" y="2"/>
                  </a:cubicBezTo>
                  <a:cubicBezTo>
                    <a:pt x="5893" y="1"/>
                    <a:pt x="5872" y="1"/>
                    <a:pt x="585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14" name="Google Shape;9814;p28"/>
            <p:cNvSpPr/>
            <p:nvPr/>
          </p:nvSpPr>
          <p:spPr>
            <a:xfrm>
              <a:off x="1903525" y="4088100"/>
              <a:ext cx="344900" cy="185850"/>
            </a:xfrm>
            <a:custGeom>
              <a:rect b="b" l="l" r="r" t="t"/>
              <a:pathLst>
                <a:path extrusionOk="0" h="7434" w="13796">
                  <a:moveTo>
                    <a:pt x="2035" y="1"/>
                  </a:moveTo>
                  <a:cubicBezTo>
                    <a:pt x="1593" y="1"/>
                    <a:pt x="1301" y="661"/>
                    <a:pt x="1777" y="928"/>
                  </a:cubicBezTo>
                  <a:cubicBezTo>
                    <a:pt x="5023" y="2748"/>
                    <a:pt x="8420" y="4238"/>
                    <a:pt x="11476" y="6352"/>
                  </a:cubicBezTo>
                  <a:lnTo>
                    <a:pt x="11476" y="6352"/>
                  </a:lnTo>
                  <a:cubicBezTo>
                    <a:pt x="7847" y="6103"/>
                    <a:pt x="4252" y="5482"/>
                    <a:pt x="636" y="5110"/>
                  </a:cubicBezTo>
                  <a:cubicBezTo>
                    <a:pt x="615" y="5108"/>
                    <a:pt x="596" y="5107"/>
                    <a:pt x="577" y="5107"/>
                  </a:cubicBezTo>
                  <a:cubicBezTo>
                    <a:pt x="0" y="5107"/>
                    <a:pt x="24" y="6045"/>
                    <a:pt x="636" y="6106"/>
                  </a:cubicBezTo>
                  <a:cubicBezTo>
                    <a:pt x="4792" y="6534"/>
                    <a:pt x="8919" y="7290"/>
                    <a:pt x="13101" y="7434"/>
                  </a:cubicBezTo>
                  <a:cubicBezTo>
                    <a:pt x="13106" y="7434"/>
                    <a:pt x="13111" y="7434"/>
                    <a:pt x="13115" y="7434"/>
                  </a:cubicBezTo>
                  <a:cubicBezTo>
                    <a:pt x="13508" y="7434"/>
                    <a:pt x="13796" y="6851"/>
                    <a:pt x="13455" y="6582"/>
                  </a:cubicBezTo>
                  <a:cubicBezTo>
                    <a:pt x="11767" y="5262"/>
                    <a:pt x="9981" y="4109"/>
                    <a:pt x="8087" y="3106"/>
                  </a:cubicBezTo>
                  <a:cubicBezTo>
                    <a:pt x="6157" y="2083"/>
                    <a:pt x="4187" y="1139"/>
                    <a:pt x="2281" y="69"/>
                  </a:cubicBezTo>
                  <a:cubicBezTo>
                    <a:pt x="2197" y="21"/>
                    <a:pt x="2114" y="1"/>
                    <a:pt x="203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15" name="Google Shape;9815;p28"/>
            <p:cNvSpPr/>
            <p:nvPr/>
          </p:nvSpPr>
          <p:spPr>
            <a:xfrm>
              <a:off x="1462675" y="3884050"/>
              <a:ext cx="125100" cy="332450"/>
            </a:xfrm>
            <a:custGeom>
              <a:rect b="b" l="l" r="r" t="t"/>
              <a:pathLst>
                <a:path extrusionOk="0" h="13298" w="5004">
                  <a:moveTo>
                    <a:pt x="4226" y="0"/>
                  </a:moveTo>
                  <a:cubicBezTo>
                    <a:pt x="3978" y="0"/>
                    <a:pt x="3745" y="159"/>
                    <a:pt x="3776" y="478"/>
                  </a:cubicBezTo>
                  <a:cubicBezTo>
                    <a:pt x="3995" y="2762"/>
                    <a:pt x="3470" y="4910"/>
                    <a:pt x="2764" y="7066"/>
                  </a:cubicBezTo>
                  <a:cubicBezTo>
                    <a:pt x="2160" y="8913"/>
                    <a:pt x="1574" y="10906"/>
                    <a:pt x="310" y="12425"/>
                  </a:cubicBezTo>
                  <a:cubicBezTo>
                    <a:pt x="1" y="12799"/>
                    <a:pt x="333" y="13298"/>
                    <a:pt x="690" y="13298"/>
                  </a:cubicBezTo>
                  <a:cubicBezTo>
                    <a:pt x="802" y="13298"/>
                    <a:pt x="916" y="13249"/>
                    <a:pt x="1014" y="13131"/>
                  </a:cubicBezTo>
                  <a:cubicBezTo>
                    <a:pt x="2366" y="11506"/>
                    <a:pt x="3030" y="9452"/>
                    <a:pt x="3679" y="7474"/>
                  </a:cubicBezTo>
                  <a:cubicBezTo>
                    <a:pt x="4424" y="5193"/>
                    <a:pt x="5004" y="2899"/>
                    <a:pt x="4772" y="478"/>
                  </a:cubicBezTo>
                  <a:cubicBezTo>
                    <a:pt x="4741" y="160"/>
                    <a:pt x="4476" y="0"/>
                    <a:pt x="422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descr="A chart of information on a purple background&#10;&#10;Description automatically generated" id="9816" name="Google Shape;9816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74750" y="1389050"/>
            <a:ext cx="5368475" cy="2982775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20" name="Shape 9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821" name="Google Shape;9821;p29"/>
          <p:cNvGrpSpPr/>
          <p:nvPr/>
        </p:nvGrpSpPr>
        <p:grpSpPr>
          <a:xfrm rot="-1320000">
            <a:off x="1312346" y="696431"/>
            <a:ext cx="2270043" cy="183536"/>
            <a:chOff x="5419725" y="2413000"/>
            <a:chExt cx="2169725" cy="175425"/>
          </a:xfrm>
        </p:grpSpPr>
        <p:sp>
          <p:nvSpPr>
            <p:cNvPr id="9822" name="Google Shape;9822;p29"/>
            <p:cNvSpPr/>
            <p:nvPr/>
          </p:nvSpPr>
          <p:spPr>
            <a:xfrm>
              <a:off x="5419725" y="2413000"/>
              <a:ext cx="2027325" cy="175425"/>
            </a:xfrm>
            <a:custGeom>
              <a:rect b="b" l="l" r="r" t="t"/>
              <a:pathLst>
                <a:path extrusionOk="0" h="7017" w="81093">
                  <a:moveTo>
                    <a:pt x="3509" y="0"/>
                  </a:moveTo>
                  <a:cubicBezTo>
                    <a:pt x="1571" y="0"/>
                    <a:pt x="0" y="1571"/>
                    <a:pt x="0" y="3508"/>
                  </a:cubicBezTo>
                  <a:cubicBezTo>
                    <a:pt x="0" y="5446"/>
                    <a:pt x="1571" y="7017"/>
                    <a:pt x="3509" y="7017"/>
                  </a:cubicBezTo>
                  <a:lnTo>
                    <a:pt x="81093" y="7017"/>
                  </a:lnTo>
                  <a:lnTo>
                    <a:pt x="81093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23" name="Google Shape;9823;p29"/>
            <p:cNvSpPr/>
            <p:nvPr/>
          </p:nvSpPr>
          <p:spPr>
            <a:xfrm>
              <a:off x="7447025" y="2413000"/>
              <a:ext cx="142425" cy="175425"/>
            </a:xfrm>
            <a:custGeom>
              <a:rect b="b" l="l" r="r" t="t"/>
              <a:pathLst>
                <a:path extrusionOk="0" h="7017" w="5697">
                  <a:moveTo>
                    <a:pt x="1" y="0"/>
                  </a:moveTo>
                  <a:lnTo>
                    <a:pt x="1" y="7017"/>
                  </a:lnTo>
                  <a:lnTo>
                    <a:pt x="5410" y="3880"/>
                  </a:lnTo>
                  <a:cubicBezTo>
                    <a:pt x="5696" y="3714"/>
                    <a:pt x="5696" y="3300"/>
                    <a:pt x="5410" y="3134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24" name="Google Shape;9824;p29"/>
            <p:cNvSpPr/>
            <p:nvPr/>
          </p:nvSpPr>
          <p:spPr>
            <a:xfrm>
              <a:off x="6846100" y="2459400"/>
              <a:ext cx="492625" cy="82550"/>
            </a:xfrm>
            <a:custGeom>
              <a:rect b="b" l="l" r="r" t="t"/>
              <a:pathLst>
                <a:path extrusionOk="0" h="3302" w="19705">
                  <a:moveTo>
                    <a:pt x="1650" y="1"/>
                  </a:moveTo>
                  <a:cubicBezTo>
                    <a:pt x="740" y="1"/>
                    <a:pt x="1" y="740"/>
                    <a:pt x="1" y="1652"/>
                  </a:cubicBezTo>
                  <a:cubicBezTo>
                    <a:pt x="1" y="2562"/>
                    <a:pt x="740" y="3301"/>
                    <a:pt x="1650" y="3301"/>
                  </a:cubicBezTo>
                  <a:lnTo>
                    <a:pt x="18054" y="3301"/>
                  </a:lnTo>
                  <a:cubicBezTo>
                    <a:pt x="18966" y="3301"/>
                    <a:pt x="19705" y="2562"/>
                    <a:pt x="19705" y="1652"/>
                  </a:cubicBezTo>
                  <a:cubicBezTo>
                    <a:pt x="19705" y="740"/>
                    <a:pt x="18966" y="1"/>
                    <a:pt x="1805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825" name="Google Shape;9825;p29"/>
          <p:cNvSpPr txBox="1"/>
          <p:nvPr>
            <p:ph type="title"/>
          </p:nvPr>
        </p:nvSpPr>
        <p:spPr>
          <a:xfrm>
            <a:off x="1062000" y="639675"/>
            <a:ext cx="7020000" cy="9345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2000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300"/>
              <a:buFont typeface="Gantari ExtraBold"/>
              <a:buNone/>
            </a:pPr>
            <a:r>
              <a:rPr b="1" lang="en-US" sz="4000">
                <a:solidFill>
                  <a:schemeClr val="lt2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LOW FI PROTOTYPE</a:t>
            </a:r>
            <a:endParaRPr b="1" sz="4000">
              <a:latin typeface="Sorts Mill Goudy"/>
              <a:ea typeface="Sorts Mill Goudy"/>
              <a:cs typeface="Sorts Mill Goudy"/>
              <a:sym typeface="Sorts Mill Goudy"/>
            </a:endParaRPr>
          </a:p>
        </p:txBody>
      </p:sp>
      <p:sp>
        <p:nvSpPr>
          <p:cNvPr id="9826" name="Google Shape;9826;p29"/>
          <p:cNvSpPr/>
          <p:nvPr/>
        </p:nvSpPr>
        <p:spPr>
          <a:xfrm>
            <a:off x="7897930" y="1168641"/>
            <a:ext cx="388400" cy="411925"/>
          </a:xfrm>
          <a:custGeom>
            <a:rect b="b" l="l" r="r" t="t"/>
            <a:pathLst>
              <a:path extrusionOk="0" h="16477" w="15536">
                <a:moveTo>
                  <a:pt x="6847" y="1663"/>
                </a:moveTo>
                <a:cubicBezTo>
                  <a:pt x="7694" y="2699"/>
                  <a:pt x="8474" y="3796"/>
                  <a:pt x="9217" y="4915"/>
                </a:cubicBezTo>
                <a:lnTo>
                  <a:pt x="9217" y="4915"/>
                </a:lnTo>
                <a:cubicBezTo>
                  <a:pt x="8312" y="5132"/>
                  <a:pt x="7406" y="5345"/>
                  <a:pt x="6499" y="5555"/>
                </a:cubicBezTo>
                <a:lnTo>
                  <a:pt x="6499" y="5555"/>
                </a:lnTo>
                <a:cubicBezTo>
                  <a:pt x="6577" y="4254"/>
                  <a:pt x="6686" y="2956"/>
                  <a:pt x="6847" y="1663"/>
                </a:cubicBezTo>
                <a:close/>
                <a:moveTo>
                  <a:pt x="13631" y="4832"/>
                </a:moveTo>
                <a:cubicBezTo>
                  <a:pt x="13054" y="5635"/>
                  <a:pt x="12464" y="6428"/>
                  <a:pt x="11865" y="7213"/>
                </a:cubicBezTo>
                <a:lnTo>
                  <a:pt x="11865" y="7213"/>
                </a:lnTo>
                <a:cubicBezTo>
                  <a:pt x="11783" y="7081"/>
                  <a:pt x="11700" y="6949"/>
                  <a:pt x="11617" y="6817"/>
                </a:cubicBezTo>
                <a:cubicBezTo>
                  <a:pt x="11353" y="6396"/>
                  <a:pt x="11086" y="5973"/>
                  <a:pt x="10816" y="5552"/>
                </a:cubicBezTo>
                <a:lnTo>
                  <a:pt x="10816" y="5552"/>
                </a:lnTo>
                <a:cubicBezTo>
                  <a:pt x="11756" y="5320"/>
                  <a:pt x="12695" y="5082"/>
                  <a:pt x="13631" y="4832"/>
                </a:cubicBezTo>
                <a:close/>
                <a:moveTo>
                  <a:pt x="5447" y="6821"/>
                </a:moveTo>
                <a:lnTo>
                  <a:pt x="5447" y="6821"/>
                </a:lnTo>
                <a:cubicBezTo>
                  <a:pt x="5412" y="7578"/>
                  <a:pt x="5383" y="8337"/>
                  <a:pt x="5358" y="9095"/>
                </a:cubicBezTo>
                <a:lnTo>
                  <a:pt x="5358" y="9095"/>
                </a:lnTo>
                <a:cubicBezTo>
                  <a:pt x="4278" y="8603"/>
                  <a:pt x="3200" y="8103"/>
                  <a:pt x="2127" y="7595"/>
                </a:cubicBezTo>
                <a:lnTo>
                  <a:pt x="2127" y="7595"/>
                </a:lnTo>
                <a:cubicBezTo>
                  <a:pt x="3233" y="7333"/>
                  <a:pt x="4340" y="7077"/>
                  <a:pt x="5447" y="6821"/>
                </a:cubicBezTo>
                <a:close/>
                <a:moveTo>
                  <a:pt x="9795" y="5801"/>
                </a:moveTo>
                <a:cubicBezTo>
                  <a:pt x="10147" y="6347"/>
                  <a:pt x="10492" y="6896"/>
                  <a:pt x="10833" y="7443"/>
                </a:cubicBezTo>
                <a:cubicBezTo>
                  <a:pt x="10961" y="7647"/>
                  <a:pt x="11089" y="7852"/>
                  <a:pt x="11216" y="8057"/>
                </a:cubicBezTo>
                <a:lnTo>
                  <a:pt x="11216" y="8057"/>
                </a:lnTo>
                <a:cubicBezTo>
                  <a:pt x="10515" y="8963"/>
                  <a:pt x="9804" y="9861"/>
                  <a:pt x="9090" y="10757"/>
                </a:cubicBezTo>
                <a:lnTo>
                  <a:pt x="9090" y="10757"/>
                </a:lnTo>
                <a:cubicBezTo>
                  <a:pt x="8168" y="10356"/>
                  <a:pt x="7249" y="9949"/>
                  <a:pt x="6332" y="9536"/>
                </a:cubicBezTo>
                <a:lnTo>
                  <a:pt x="6332" y="9536"/>
                </a:lnTo>
                <a:cubicBezTo>
                  <a:pt x="6362" y="8553"/>
                  <a:pt x="6396" y="7571"/>
                  <a:pt x="6443" y="6590"/>
                </a:cubicBezTo>
                <a:lnTo>
                  <a:pt x="6443" y="6590"/>
                </a:lnTo>
                <a:cubicBezTo>
                  <a:pt x="7562" y="6331"/>
                  <a:pt x="8679" y="6070"/>
                  <a:pt x="9795" y="5801"/>
                </a:cubicBezTo>
                <a:close/>
                <a:moveTo>
                  <a:pt x="11771" y="8958"/>
                </a:moveTo>
                <a:cubicBezTo>
                  <a:pt x="12536" y="10214"/>
                  <a:pt x="13278" y="11491"/>
                  <a:pt x="13947" y="12799"/>
                </a:cubicBezTo>
                <a:lnTo>
                  <a:pt x="13947" y="12799"/>
                </a:lnTo>
                <a:cubicBezTo>
                  <a:pt x="12637" y="12267"/>
                  <a:pt x="11332" y="11721"/>
                  <a:pt x="10032" y="11163"/>
                </a:cubicBezTo>
                <a:lnTo>
                  <a:pt x="10032" y="11163"/>
                </a:lnTo>
                <a:cubicBezTo>
                  <a:pt x="10616" y="10431"/>
                  <a:pt x="11196" y="9697"/>
                  <a:pt x="11771" y="8958"/>
                </a:cubicBezTo>
                <a:close/>
                <a:moveTo>
                  <a:pt x="6300" y="10607"/>
                </a:moveTo>
                <a:cubicBezTo>
                  <a:pt x="7016" y="10927"/>
                  <a:pt x="7732" y="11244"/>
                  <a:pt x="8451" y="11557"/>
                </a:cubicBezTo>
                <a:lnTo>
                  <a:pt x="8451" y="11557"/>
                </a:lnTo>
                <a:cubicBezTo>
                  <a:pt x="7691" y="12508"/>
                  <a:pt x="6929" y="13457"/>
                  <a:pt x="6174" y="14413"/>
                </a:cubicBezTo>
                <a:lnTo>
                  <a:pt x="6174" y="14413"/>
                </a:lnTo>
                <a:cubicBezTo>
                  <a:pt x="6229" y="13146"/>
                  <a:pt x="6264" y="11877"/>
                  <a:pt x="6300" y="10607"/>
                </a:cubicBezTo>
                <a:close/>
                <a:moveTo>
                  <a:pt x="6513" y="1"/>
                </a:moveTo>
                <a:cubicBezTo>
                  <a:pt x="6290" y="1"/>
                  <a:pt x="6060" y="131"/>
                  <a:pt x="6026" y="362"/>
                </a:cubicBezTo>
                <a:cubicBezTo>
                  <a:pt x="5760" y="2163"/>
                  <a:pt x="5604" y="3972"/>
                  <a:pt x="5501" y="5786"/>
                </a:cubicBezTo>
                <a:lnTo>
                  <a:pt x="5501" y="5786"/>
                </a:lnTo>
                <a:cubicBezTo>
                  <a:pt x="3837" y="6171"/>
                  <a:pt x="2172" y="6555"/>
                  <a:pt x="511" y="6958"/>
                </a:cubicBezTo>
                <a:cubicBezTo>
                  <a:pt x="115" y="7055"/>
                  <a:pt x="1" y="7681"/>
                  <a:pt x="393" y="7868"/>
                </a:cubicBezTo>
                <a:cubicBezTo>
                  <a:pt x="2028" y="8652"/>
                  <a:pt x="3672" y="9419"/>
                  <a:pt x="5324" y="10167"/>
                </a:cubicBezTo>
                <a:lnTo>
                  <a:pt x="5324" y="10167"/>
                </a:lnTo>
                <a:cubicBezTo>
                  <a:pt x="5265" y="12097"/>
                  <a:pt x="5213" y="14027"/>
                  <a:pt x="5099" y="15951"/>
                </a:cubicBezTo>
                <a:cubicBezTo>
                  <a:pt x="5085" y="16196"/>
                  <a:pt x="5221" y="16347"/>
                  <a:pt x="5397" y="16404"/>
                </a:cubicBezTo>
                <a:lnTo>
                  <a:pt x="5397" y="16404"/>
                </a:lnTo>
                <a:cubicBezTo>
                  <a:pt x="5468" y="16450"/>
                  <a:pt x="5548" y="16477"/>
                  <a:pt x="5628" y="16477"/>
                </a:cubicBezTo>
                <a:cubicBezTo>
                  <a:pt x="5740" y="16477"/>
                  <a:pt x="5853" y="16426"/>
                  <a:pt x="5948" y="16303"/>
                </a:cubicBezTo>
                <a:cubicBezTo>
                  <a:pt x="7084" y="14845"/>
                  <a:pt x="8241" y="13406"/>
                  <a:pt x="9393" y="11965"/>
                </a:cubicBezTo>
                <a:lnTo>
                  <a:pt x="9393" y="11965"/>
                </a:lnTo>
                <a:cubicBezTo>
                  <a:pt x="11196" y="12741"/>
                  <a:pt x="13009" y="13494"/>
                  <a:pt x="14832" y="14222"/>
                </a:cubicBezTo>
                <a:cubicBezTo>
                  <a:pt x="14891" y="14245"/>
                  <a:pt x="14947" y="14256"/>
                  <a:pt x="14999" y="14256"/>
                </a:cubicBezTo>
                <a:cubicBezTo>
                  <a:pt x="15344" y="14256"/>
                  <a:pt x="15535" y="13791"/>
                  <a:pt x="15394" y="13491"/>
                </a:cubicBezTo>
                <a:cubicBezTo>
                  <a:pt x="14529" y="11640"/>
                  <a:pt x="13496" y="9859"/>
                  <a:pt x="12424" y="8114"/>
                </a:cubicBezTo>
                <a:lnTo>
                  <a:pt x="12424" y="8114"/>
                </a:lnTo>
                <a:cubicBezTo>
                  <a:pt x="13397" y="6844"/>
                  <a:pt x="14350" y="5557"/>
                  <a:pt x="15264" y="4238"/>
                </a:cubicBezTo>
                <a:cubicBezTo>
                  <a:pt x="15493" y="3909"/>
                  <a:pt x="15177" y="3491"/>
                  <a:pt x="14822" y="3491"/>
                </a:cubicBezTo>
                <a:cubicBezTo>
                  <a:pt x="14782" y="3491"/>
                  <a:pt x="14741" y="3496"/>
                  <a:pt x="14701" y="3507"/>
                </a:cubicBezTo>
                <a:cubicBezTo>
                  <a:pt x="13221" y="3921"/>
                  <a:pt x="11733" y="4302"/>
                  <a:pt x="10242" y="4667"/>
                </a:cubicBezTo>
                <a:lnTo>
                  <a:pt x="10242" y="4667"/>
                </a:lnTo>
                <a:cubicBezTo>
                  <a:pt x="9206" y="3091"/>
                  <a:pt x="8105" y="1549"/>
                  <a:pt x="6860" y="143"/>
                </a:cubicBezTo>
                <a:cubicBezTo>
                  <a:pt x="6774" y="46"/>
                  <a:pt x="6645" y="1"/>
                  <a:pt x="6513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27" name="Google Shape;9827;p29"/>
          <p:cNvSpPr/>
          <p:nvPr/>
        </p:nvSpPr>
        <p:spPr>
          <a:xfrm>
            <a:off x="7759050" y="1833575"/>
            <a:ext cx="117525" cy="110100"/>
          </a:xfrm>
          <a:custGeom>
            <a:rect b="b" l="l" r="r" t="t"/>
            <a:pathLst>
              <a:path extrusionOk="0" h="4404" w="4701">
                <a:moveTo>
                  <a:pt x="1951" y="1032"/>
                </a:moveTo>
                <a:cubicBezTo>
                  <a:pt x="1950" y="1033"/>
                  <a:pt x="1949" y="1033"/>
                  <a:pt x="1947" y="1033"/>
                </a:cubicBezTo>
                <a:cubicBezTo>
                  <a:pt x="1948" y="1033"/>
                  <a:pt x="1950" y="1033"/>
                  <a:pt x="1951" y="1032"/>
                </a:cubicBezTo>
                <a:close/>
                <a:moveTo>
                  <a:pt x="2857" y="1059"/>
                </a:moveTo>
                <a:cubicBezTo>
                  <a:pt x="2871" y="1059"/>
                  <a:pt x="2889" y="1066"/>
                  <a:pt x="2907" y="1075"/>
                </a:cubicBezTo>
                <a:lnTo>
                  <a:pt x="2907" y="1075"/>
                </a:lnTo>
                <a:cubicBezTo>
                  <a:pt x="2887" y="1068"/>
                  <a:pt x="2858" y="1059"/>
                  <a:pt x="2857" y="1059"/>
                </a:cubicBezTo>
                <a:close/>
                <a:moveTo>
                  <a:pt x="3091" y="1185"/>
                </a:moveTo>
                <a:cubicBezTo>
                  <a:pt x="3091" y="1185"/>
                  <a:pt x="3091" y="1185"/>
                  <a:pt x="3091" y="1185"/>
                </a:cubicBezTo>
                <a:lnTo>
                  <a:pt x="3091" y="1185"/>
                </a:lnTo>
                <a:cubicBezTo>
                  <a:pt x="3091" y="1185"/>
                  <a:pt x="3091" y="1185"/>
                  <a:pt x="3091" y="1185"/>
                </a:cubicBezTo>
                <a:close/>
                <a:moveTo>
                  <a:pt x="3104" y="1198"/>
                </a:moveTo>
                <a:cubicBezTo>
                  <a:pt x="3111" y="1203"/>
                  <a:pt x="3118" y="1208"/>
                  <a:pt x="3125" y="1213"/>
                </a:cubicBezTo>
                <a:cubicBezTo>
                  <a:pt x="3142" y="1224"/>
                  <a:pt x="3149" y="1229"/>
                  <a:pt x="3148" y="1229"/>
                </a:cubicBezTo>
                <a:cubicBezTo>
                  <a:pt x="3148" y="1229"/>
                  <a:pt x="3121" y="1211"/>
                  <a:pt x="3104" y="1198"/>
                </a:cubicBezTo>
                <a:close/>
                <a:moveTo>
                  <a:pt x="1747" y="3319"/>
                </a:moveTo>
                <a:cubicBezTo>
                  <a:pt x="1767" y="3326"/>
                  <a:pt x="1803" y="3338"/>
                  <a:pt x="1802" y="3338"/>
                </a:cubicBezTo>
                <a:cubicBezTo>
                  <a:pt x="1800" y="3339"/>
                  <a:pt x="1799" y="3339"/>
                  <a:pt x="1797" y="3339"/>
                </a:cubicBezTo>
                <a:cubicBezTo>
                  <a:pt x="1785" y="3339"/>
                  <a:pt x="1766" y="3330"/>
                  <a:pt x="1747" y="3319"/>
                </a:cubicBezTo>
                <a:close/>
                <a:moveTo>
                  <a:pt x="2463" y="3393"/>
                </a:moveTo>
                <a:cubicBezTo>
                  <a:pt x="2461" y="3393"/>
                  <a:pt x="2459" y="3393"/>
                  <a:pt x="2456" y="3393"/>
                </a:cubicBezTo>
                <a:lnTo>
                  <a:pt x="2456" y="3393"/>
                </a:lnTo>
                <a:cubicBezTo>
                  <a:pt x="2459" y="3393"/>
                  <a:pt x="2462" y="3393"/>
                  <a:pt x="2463" y="3393"/>
                </a:cubicBezTo>
                <a:close/>
                <a:moveTo>
                  <a:pt x="2387" y="989"/>
                </a:moveTo>
                <a:cubicBezTo>
                  <a:pt x="2440" y="989"/>
                  <a:pt x="2491" y="989"/>
                  <a:pt x="2541" y="993"/>
                </a:cubicBezTo>
                <a:cubicBezTo>
                  <a:pt x="2560" y="993"/>
                  <a:pt x="2582" y="997"/>
                  <a:pt x="2601" y="998"/>
                </a:cubicBezTo>
                <a:lnTo>
                  <a:pt x="2601" y="998"/>
                </a:lnTo>
                <a:cubicBezTo>
                  <a:pt x="2682" y="1018"/>
                  <a:pt x="2761" y="1029"/>
                  <a:pt x="2840" y="1057"/>
                </a:cubicBezTo>
                <a:cubicBezTo>
                  <a:pt x="2857" y="1061"/>
                  <a:pt x="2876" y="1069"/>
                  <a:pt x="2895" y="1076"/>
                </a:cubicBezTo>
                <a:cubicBezTo>
                  <a:pt x="2906" y="1079"/>
                  <a:pt x="2914" y="1081"/>
                  <a:pt x="2919" y="1082"/>
                </a:cubicBezTo>
                <a:lnTo>
                  <a:pt x="2919" y="1082"/>
                </a:lnTo>
                <a:cubicBezTo>
                  <a:pt x="2944" y="1096"/>
                  <a:pt x="2968" y="1113"/>
                  <a:pt x="2984" y="1122"/>
                </a:cubicBezTo>
                <a:cubicBezTo>
                  <a:pt x="3015" y="1139"/>
                  <a:pt x="3049" y="1160"/>
                  <a:pt x="3080" y="1181"/>
                </a:cubicBezTo>
                <a:cubicBezTo>
                  <a:pt x="3084" y="1184"/>
                  <a:pt x="3088" y="1186"/>
                  <a:pt x="3092" y="1189"/>
                </a:cubicBezTo>
                <a:lnTo>
                  <a:pt x="3092" y="1189"/>
                </a:lnTo>
                <a:cubicBezTo>
                  <a:pt x="3107" y="1217"/>
                  <a:pt x="3258" y="1347"/>
                  <a:pt x="3274" y="1366"/>
                </a:cubicBezTo>
                <a:cubicBezTo>
                  <a:pt x="3278" y="1370"/>
                  <a:pt x="3281" y="1374"/>
                  <a:pt x="3284" y="1378"/>
                </a:cubicBezTo>
                <a:lnTo>
                  <a:pt x="3284" y="1378"/>
                </a:lnTo>
                <a:cubicBezTo>
                  <a:pt x="3304" y="1410"/>
                  <a:pt x="3328" y="1440"/>
                  <a:pt x="3348" y="1474"/>
                </a:cubicBezTo>
                <a:cubicBezTo>
                  <a:pt x="3367" y="1503"/>
                  <a:pt x="3386" y="1535"/>
                  <a:pt x="3403" y="1569"/>
                </a:cubicBezTo>
                <a:cubicBezTo>
                  <a:pt x="3409" y="1579"/>
                  <a:pt x="3414" y="1591"/>
                  <a:pt x="3420" y="1604"/>
                </a:cubicBezTo>
                <a:lnTo>
                  <a:pt x="3420" y="1604"/>
                </a:lnTo>
                <a:cubicBezTo>
                  <a:pt x="3420" y="1602"/>
                  <a:pt x="3420" y="1600"/>
                  <a:pt x="3420" y="1598"/>
                </a:cubicBezTo>
                <a:lnTo>
                  <a:pt x="3420" y="1598"/>
                </a:lnTo>
                <a:cubicBezTo>
                  <a:pt x="3420" y="1600"/>
                  <a:pt x="3420" y="1602"/>
                  <a:pt x="3420" y="1604"/>
                </a:cubicBezTo>
                <a:lnTo>
                  <a:pt x="3420" y="1604"/>
                </a:lnTo>
                <a:cubicBezTo>
                  <a:pt x="3420" y="1604"/>
                  <a:pt x="3420" y="1604"/>
                  <a:pt x="3420" y="1604"/>
                </a:cubicBezTo>
                <a:lnTo>
                  <a:pt x="3420" y="1604"/>
                </a:lnTo>
                <a:cubicBezTo>
                  <a:pt x="3420" y="1621"/>
                  <a:pt x="3423" y="1634"/>
                  <a:pt x="3427" y="1644"/>
                </a:cubicBezTo>
                <a:lnTo>
                  <a:pt x="3427" y="1644"/>
                </a:lnTo>
                <a:cubicBezTo>
                  <a:pt x="3423" y="1630"/>
                  <a:pt x="3420" y="1616"/>
                  <a:pt x="3420" y="1604"/>
                </a:cubicBezTo>
                <a:lnTo>
                  <a:pt x="3420" y="1604"/>
                </a:lnTo>
                <a:cubicBezTo>
                  <a:pt x="3422" y="1608"/>
                  <a:pt x="3424" y="1613"/>
                  <a:pt x="3426" y="1617"/>
                </a:cubicBezTo>
                <a:cubicBezTo>
                  <a:pt x="3442" y="1646"/>
                  <a:pt x="3443" y="1659"/>
                  <a:pt x="3439" y="1659"/>
                </a:cubicBezTo>
                <a:cubicBezTo>
                  <a:pt x="3436" y="1659"/>
                  <a:pt x="3432" y="1654"/>
                  <a:pt x="3427" y="1644"/>
                </a:cubicBezTo>
                <a:lnTo>
                  <a:pt x="3427" y="1644"/>
                </a:lnTo>
                <a:cubicBezTo>
                  <a:pt x="3443" y="1697"/>
                  <a:pt x="3479" y="1760"/>
                  <a:pt x="3491" y="1802"/>
                </a:cubicBezTo>
                <a:cubicBezTo>
                  <a:pt x="3500" y="1838"/>
                  <a:pt x="3508" y="1874"/>
                  <a:pt x="3517" y="1910"/>
                </a:cubicBezTo>
                <a:cubicBezTo>
                  <a:pt x="3521" y="1933"/>
                  <a:pt x="3525" y="1954"/>
                  <a:pt x="3529" y="1977"/>
                </a:cubicBezTo>
                <a:cubicBezTo>
                  <a:pt x="3534" y="2005"/>
                  <a:pt x="3537" y="2015"/>
                  <a:pt x="3538" y="2015"/>
                </a:cubicBezTo>
                <a:cubicBezTo>
                  <a:pt x="3540" y="2015"/>
                  <a:pt x="3530" y="1942"/>
                  <a:pt x="3525" y="1939"/>
                </a:cubicBezTo>
                <a:lnTo>
                  <a:pt x="3525" y="1939"/>
                </a:lnTo>
                <a:cubicBezTo>
                  <a:pt x="3550" y="1954"/>
                  <a:pt x="3538" y="2142"/>
                  <a:pt x="3538" y="2173"/>
                </a:cubicBezTo>
                <a:cubicBezTo>
                  <a:pt x="3538" y="2215"/>
                  <a:pt x="3535" y="2257"/>
                  <a:pt x="3533" y="2297"/>
                </a:cubicBezTo>
                <a:cubicBezTo>
                  <a:pt x="3532" y="2312"/>
                  <a:pt x="3530" y="2326"/>
                  <a:pt x="3529" y="2339"/>
                </a:cubicBezTo>
                <a:lnTo>
                  <a:pt x="3529" y="2339"/>
                </a:lnTo>
                <a:cubicBezTo>
                  <a:pt x="3514" y="2409"/>
                  <a:pt x="3504" y="2477"/>
                  <a:pt x="3483" y="2546"/>
                </a:cubicBezTo>
                <a:cubicBezTo>
                  <a:pt x="3472" y="2582"/>
                  <a:pt x="3462" y="2618"/>
                  <a:pt x="3449" y="2651"/>
                </a:cubicBezTo>
                <a:cubicBezTo>
                  <a:pt x="3445" y="2663"/>
                  <a:pt x="3440" y="2676"/>
                  <a:pt x="3436" y="2688"/>
                </a:cubicBezTo>
                <a:lnTo>
                  <a:pt x="3436" y="2688"/>
                </a:lnTo>
                <a:cubicBezTo>
                  <a:pt x="3398" y="2751"/>
                  <a:pt x="3369" y="2818"/>
                  <a:pt x="3329" y="2881"/>
                </a:cubicBezTo>
                <a:cubicBezTo>
                  <a:pt x="3324" y="2889"/>
                  <a:pt x="3300" y="2922"/>
                  <a:pt x="3284" y="2945"/>
                </a:cubicBezTo>
                <a:lnTo>
                  <a:pt x="3284" y="2945"/>
                </a:lnTo>
                <a:cubicBezTo>
                  <a:pt x="3263" y="2968"/>
                  <a:pt x="3232" y="3005"/>
                  <a:pt x="3224" y="3014"/>
                </a:cubicBezTo>
                <a:cubicBezTo>
                  <a:pt x="3198" y="3041"/>
                  <a:pt x="3171" y="3069"/>
                  <a:pt x="3142" y="3094"/>
                </a:cubicBezTo>
                <a:cubicBezTo>
                  <a:pt x="3127" y="3106"/>
                  <a:pt x="3112" y="3119"/>
                  <a:pt x="3099" y="3132"/>
                </a:cubicBezTo>
                <a:cubicBezTo>
                  <a:pt x="3075" y="3154"/>
                  <a:pt x="3071" y="3163"/>
                  <a:pt x="3076" y="3163"/>
                </a:cubicBezTo>
                <a:cubicBezTo>
                  <a:pt x="3076" y="3163"/>
                  <a:pt x="3077" y="3163"/>
                  <a:pt x="3078" y="3162"/>
                </a:cubicBezTo>
                <a:lnTo>
                  <a:pt x="3078" y="3162"/>
                </a:lnTo>
                <a:cubicBezTo>
                  <a:pt x="3021" y="3203"/>
                  <a:pt x="2923" y="3245"/>
                  <a:pt x="2889" y="3262"/>
                </a:cubicBezTo>
                <a:cubicBezTo>
                  <a:pt x="2863" y="3275"/>
                  <a:pt x="2803" y="3296"/>
                  <a:pt x="2805" y="3296"/>
                </a:cubicBezTo>
                <a:cubicBezTo>
                  <a:pt x="2806" y="3296"/>
                  <a:pt x="2822" y="3291"/>
                  <a:pt x="2866" y="3277"/>
                </a:cubicBezTo>
                <a:lnTo>
                  <a:pt x="2866" y="3277"/>
                </a:lnTo>
                <a:cubicBezTo>
                  <a:pt x="2823" y="3292"/>
                  <a:pt x="2783" y="3309"/>
                  <a:pt x="2741" y="3323"/>
                </a:cubicBezTo>
                <a:cubicBezTo>
                  <a:pt x="2642" y="3355"/>
                  <a:pt x="2541" y="3376"/>
                  <a:pt x="2438" y="3395"/>
                </a:cubicBezTo>
                <a:cubicBezTo>
                  <a:pt x="2437" y="3395"/>
                  <a:pt x="2437" y="3395"/>
                  <a:pt x="2437" y="3395"/>
                </a:cubicBezTo>
                <a:lnTo>
                  <a:pt x="2437" y="3395"/>
                </a:lnTo>
                <a:cubicBezTo>
                  <a:pt x="2416" y="3397"/>
                  <a:pt x="2395" y="3400"/>
                  <a:pt x="2375" y="3401"/>
                </a:cubicBezTo>
                <a:cubicBezTo>
                  <a:pt x="2330" y="3403"/>
                  <a:pt x="2284" y="3406"/>
                  <a:pt x="2240" y="3406"/>
                </a:cubicBezTo>
                <a:cubicBezTo>
                  <a:pt x="2226" y="3406"/>
                  <a:pt x="2211" y="3406"/>
                  <a:pt x="2197" y="3406"/>
                </a:cubicBezTo>
                <a:cubicBezTo>
                  <a:pt x="2163" y="3406"/>
                  <a:pt x="2129" y="3405"/>
                  <a:pt x="2094" y="3403"/>
                </a:cubicBezTo>
                <a:cubicBezTo>
                  <a:pt x="2081" y="3402"/>
                  <a:pt x="2067" y="3400"/>
                  <a:pt x="2054" y="3398"/>
                </a:cubicBezTo>
                <a:lnTo>
                  <a:pt x="2054" y="3398"/>
                </a:lnTo>
                <a:cubicBezTo>
                  <a:pt x="1975" y="3376"/>
                  <a:pt x="1893" y="3365"/>
                  <a:pt x="1814" y="3340"/>
                </a:cubicBezTo>
                <a:cubicBezTo>
                  <a:pt x="1797" y="3334"/>
                  <a:pt x="1778" y="3326"/>
                  <a:pt x="1762" y="3321"/>
                </a:cubicBezTo>
                <a:cubicBezTo>
                  <a:pt x="1752" y="3318"/>
                  <a:pt x="1745" y="3316"/>
                  <a:pt x="1740" y="3315"/>
                </a:cubicBezTo>
                <a:lnTo>
                  <a:pt x="1740" y="3315"/>
                </a:lnTo>
                <a:cubicBezTo>
                  <a:pt x="1716" y="3301"/>
                  <a:pt x="1691" y="3283"/>
                  <a:pt x="1679" y="3277"/>
                </a:cubicBezTo>
                <a:cubicBezTo>
                  <a:pt x="1648" y="3258"/>
                  <a:pt x="1616" y="3241"/>
                  <a:pt x="1587" y="3220"/>
                </a:cubicBezTo>
                <a:cubicBezTo>
                  <a:pt x="1572" y="3210"/>
                  <a:pt x="1557" y="3199"/>
                  <a:pt x="1543" y="3191"/>
                </a:cubicBezTo>
                <a:cubicBezTo>
                  <a:pt x="1525" y="3180"/>
                  <a:pt x="1519" y="3175"/>
                  <a:pt x="1519" y="3175"/>
                </a:cubicBezTo>
                <a:lnTo>
                  <a:pt x="1519" y="3175"/>
                </a:lnTo>
                <a:cubicBezTo>
                  <a:pt x="1518" y="3175"/>
                  <a:pt x="1582" y="3218"/>
                  <a:pt x="1580" y="3218"/>
                </a:cubicBezTo>
                <a:cubicBezTo>
                  <a:pt x="1580" y="3218"/>
                  <a:pt x="1579" y="3218"/>
                  <a:pt x="1578" y="3218"/>
                </a:cubicBezTo>
                <a:cubicBezTo>
                  <a:pt x="1542" y="3218"/>
                  <a:pt x="1420" y="3070"/>
                  <a:pt x="1399" y="3045"/>
                </a:cubicBezTo>
                <a:cubicBezTo>
                  <a:pt x="1384" y="3030"/>
                  <a:pt x="1353" y="2977"/>
                  <a:pt x="1351" y="2977"/>
                </a:cubicBezTo>
                <a:lnTo>
                  <a:pt x="1351" y="2977"/>
                </a:lnTo>
                <a:cubicBezTo>
                  <a:pt x="1350" y="2977"/>
                  <a:pt x="1354" y="2985"/>
                  <a:pt x="1363" y="3005"/>
                </a:cubicBezTo>
                <a:cubicBezTo>
                  <a:pt x="1372" y="3025"/>
                  <a:pt x="1375" y="3032"/>
                  <a:pt x="1374" y="3032"/>
                </a:cubicBezTo>
                <a:cubicBezTo>
                  <a:pt x="1372" y="3032"/>
                  <a:pt x="1335" y="2962"/>
                  <a:pt x="1326" y="2946"/>
                </a:cubicBezTo>
                <a:cubicBezTo>
                  <a:pt x="1285" y="2881"/>
                  <a:pt x="1252" y="2814"/>
                  <a:pt x="1215" y="2746"/>
                </a:cubicBezTo>
                <a:lnTo>
                  <a:pt x="1215" y="2746"/>
                </a:lnTo>
                <a:cubicBezTo>
                  <a:pt x="1214" y="2743"/>
                  <a:pt x="1213" y="2740"/>
                  <a:pt x="1212" y="2736"/>
                </a:cubicBezTo>
                <a:cubicBezTo>
                  <a:pt x="1199" y="2702"/>
                  <a:pt x="1187" y="2668"/>
                  <a:pt x="1176" y="2635"/>
                </a:cubicBezTo>
                <a:cubicBezTo>
                  <a:pt x="1153" y="2559"/>
                  <a:pt x="1132" y="2481"/>
                  <a:pt x="1119" y="2403"/>
                </a:cubicBezTo>
                <a:cubicBezTo>
                  <a:pt x="1119" y="2401"/>
                  <a:pt x="1118" y="2399"/>
                  <a:pt x="1118" y="2397"/>
                </a:cubicBezTo>
                <a:lnTo>
                  <a:pt x="1118" y="2397"/>
                </a:lnTo>
                <a:cubicBezTo>
                  <a:pt x="1122" y="2365"/>
                  <a:pt x="1108" y="2315"/>
                  <a:pt x="1106" y="2283"/>
                </a:cubicBezTo>
                <a:cubicBezTo>
                  <a:pt x="1102" y="2203"/>
                  <a:pt x="1102" y="2123"/>
                  <a:pt x="1106" y="2043"/>
                </a:cubicBezTo>
                <a:cubicBezTo>
                  <a:pt x="1107" y="2033"/>
                  <a:pt x="1110" y="2004"/>
                  <a:pt x="1113" y="1978"/>
                </a:cubicBezTo>
                <a:lnTo>
                  <a:pt x="1113" y="1978"/>
                </a:lnTo>
                <a:cubicBezTo>
                  <a:pt x="1117" y="1953"/>
                  <a:pt x="1123" y="1911"/>
                  <a:pt x="1125" y="1899"/>
                </a:cubicBezTo>
                <a:cubicBezTo>
                  <a:pt x="1144" y="1813"/>
                  <a:pt x="1170" y="1731"/>
                  <a:pt x="1197" y="1647"/>
                </a:cubicBezTo>
                <a:cubicBezTo>
                  <a:pt x="1199" y="1642"/>
                  <a:pt x="1200" y="1637"/>
                  <a:pt x="1201" y="1634"/>
                </a:cubicBezTo>
                <a:lnTo>
                  <a:pt x="1201" y="1634"/>
                </a:lnTo>
                <a:cubicBezTo>
                  <a:pt x="1203" y="1630"/>
                  <a:pt x="1205" y="1626"/>
                  <a:pt x="1208" y="1621"/>
                </a:cubicBezTo>
                <a:cubicBezTo>
                  <a:pt x="1227" y="1583"/>
                  <a:pt x="1246" y="1543"/>
                  <a:pt x="1269" y="1507"/>
                </a:cubicBezTo>
                <a:cubicBezTo>
                  <a:pt x="1290" y="1470"/>
                  <a:pt x="1313" y="1434"/>
                  <a:pt x="1338" y="1398"/>
                </a:cubicBezTo>
                <a:cubicBezTo>
                  <a:pt x="1341" y="1394"/>
                  <a:pt x="1344" y="1390"/>
                  <a:pt x="1346" y="1386"/>
                </a:cubicBezTo>
                <a:lnTo>
                  <a:pt x="1346" y="1386"/>
                </a:lnTo>
                <a:cubicBezTo>
                  <a:pt x="1346" y="1386"/>
                  <a:pt x="1346" y="1386"/>
                  <a:pt x="1347" y="1385"/>
                </a:cubicBezTo>
                <a:cubicBezTo>
                  <a:pt x="1399" y="1329"/>
                  <a:pt x="1454" y="1275"/>
                  <a:pt x="1511" y="1223"/>
                </a:cubicBezTo>
                <a:lnTo>
                  <a:pt x="1511" y="1223"/>
                </a:lnTo>
                <a:cubicBezTo>
                  <a:pt x="1524" y="1213"/>
                  <a:pt x="1537" y="1203"/>
                  <a:pt x="1551" y="1194"/>
                </a:cubicBezTo>
                <a:cubicBezTo>
                  <a:pt x="1589" y="1170"/>
                  <a:pt x="1627" y="1147"/>
                  <a:pt x="1667" y="1126"/>
                </a:cubicBezTo>
                <a:cubicBezTo>
                  <a:pt x="1682" y="1119"/>
                  <a:pt x="1697" y="1111"/>
                  <a:pt x="1712" y="1103"/>
                </a:cubicBezTo>
                <a:lnTo>
                  <a:pt x="1712" y="1103"/>
                </a:lnTo>
                <a:cubicBezTo>
                  <a:pt x="1755" y="1090"/>
                  <a:pt x="1797" y="1075"/>
                  <a:pt x="1840" y="1063"/>
                </a:cubicBezTo>
                <a:cubicBezTo>
                  <a:pt x="1884" y="1050"/>
                  <a:pt x="1928" y="1042"/>
                  <a:pt x="1970" y="1031"/>
                </a:cubicBezTo>
                <a:cubicBezTo>
                  <a:pt x="1976" y="1030"/>
                  <a:pt x="1983" y="1028"/>
                  <a:pt x="1990" y="1026"/>
                </a:cubicBezTo>
                <a:lnTo>
                  <a:pt x="1990" y="1026"/>
                </a:lnTo>
                <a:cubicBezTo>
                  <a:pt x="2008" y="1025"/>
                  <a:pt x="2026" y="1024"/>
                  <a:pt x="2042" y="1023"/>
                </a:cubicBezTo>
                <a:cubicBezTo>
                  <a:pt x="2063" y="1021"/>
                  <a:pt x="2083" y="1018"/>
                  <a:pt x="2104" y="1015"/>
                </a:cubicBezTo>
                <a:lnTo>
                  <a:pt x="2104" y="1015"/>
                </a:lnTo>
                <a:cubicBezTo>
                  <a:pt x="2127" y="1013"/>
                  <a:pt x="2151" y="1010"/>
                  <a:pt x="2175" y="1006"/>
                </a:cubicBezTo>
                <a:cubicBezTo>
                  <a:pt x="2200" y="1002"/>
                  <a:pt x="2223" y="998"/>
                  <a:pt x="2248" y="996"/>
                </a:cubicBezTo>
                <a:lnTo>
                  <a:pt x="2248" y="996"/>
                </a:lnTo>
                <a:cubicBezTo>
                  <a:pt x="2202" y="1002"/>
                  <a:pt x="2186" y="1004"/>
                  <a:pt x="2186" y="1004"/>
                </a:cubicBezTo>
                <a:cubicBezTo>
                  <a:pt x="2187" y="1004"/>
                  <a:pt x="2227" y="999"/>
                  <a:pt x="2246" y="998"/>
                </a:cubicBezTo>
                <a:cubicBezTo>
                  <a:pt x="2293" y="996"/>
                  <a:pt x="2341" y="991"/>
                  <a:pt x="2387" y="989"/>
                </a:cubicBezTo>
                <a:close/>
                <a:moveTo>
                  <a:pt x="2431" y="0"/>
                </a:moveTo>
                <a:cubicBezTo>
                  <a:pt x="2283" y="0"/>
                  <a:pt x="2134" y="12"/>
                  <a:pt x="1987" y="33"/>
                </a:cubicBezTo>
                <a:lnTo>
                  <a:pt x="1987" y="33"/>
                </a:lnTo>
                <a:cubicBezTo>
                  <a:pt x="1519" y="79"/>
                  <a:pt x="1082" y="246"/>
                  <a:pt x="738" y="578"/>
                </a:cubicBezTo>
                <a:cubicBezTo>
                  <a:pt x="443" y="863"/>
                  <a:pt x="236" y="1259"/>
                  <a:pt x="158" y="1661"/>
                </a:cubicBezTo>
                <a:cubicBezTo>
                  <a:pt x="0" y="2477"/>
                  <a:pt x="228" y="3403"/>
                  <a:pt x="896" y="3941"/>
                </a:cubicBezTo>
                <a:cubicBezTo>
                  <a:pt x="1283" y="4251"/>
                  <a:pt x="1777" y="4404"/>
                  <a:pt x="2272" y="4404"/>
                </a:cubicBezTo>
                <a:cubicBezTo>
                  <a:pt x="2762" y="4404"/>
                  <a:pt x="3253" y="4255"/>
                  <a:pt x="3645" y="3962"/>
                </a:cubicBezTo>
                <a:cubicBezTo>
                  <a:pt x="4395" y="3401"/>
                  <a:pt x="4700" y="2409"/>
                  <a:pt x="4443" y="1512"/>
                </a:cubicBezTo>
                <a:cubicBezTo>
                  <a:pt x="4302" y="1025"/>
                  <a:pt x="4003" y="604"/>
                  <a:pt x="3582" y="321"/>
                </a:cubicBezTo>
                <a:cubicBezTo>
                  <a:pt x="3236" y="89"/>
                  <a:pt x="2836" y="0"/>
                  <a:pt x="2431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28" name="Google Shape;9828;p29"/>
          <p:cNvSpPr/>
          <p:nvPr/>
        </p:nvSpPr>
        <p:spPr>
          <a:xfrm>
            <a:off x="6972450" y="1587425"/>
            <a:ext cx="176025" cy="165050"/>
          </a:xfrm>
          <a:custGeom>
            <a:rect b="b" l="l" r="r" t="t"/>
            <a:pathLst>
              <a:path extrusionOk="0" h="6602" w="7041">
                <a:moveTo>
                  <a:pt x="4935" y="1378"/>
                </a:moveTo>
                <a:cubicBezTo>
                  <a:pt x="4939" y="1380"/>
                  <a:pt x="4948" y="1387"/>
                  <a:pt x="4965" y="1400"/>
                </a:cubicBezTo>
                <a:cubicBezTo>
                  <a:pt x="4955" y="1392"/>
                  <a:pt x="4945" y="1385"/>
                  <a:pt x="4935" y="1378"/>
                </a:cubicBezTo>
                <a:close/>
                <a:moveTo>
                  <a:pt x="1630" y="1762"/>
                </a:moveTo>
                <a:lnTo>
                  <a:pt x="1630" y="1762"/>
                </a:lnTo>
                <a:cubicBezTo>
                  <a:pt x="1621" y="1773"/>
                  <a:pt x="1618" y="1778"/>
                  <a:pt x="1618" y="1778"/>
                </a:cubicBezTo>
                <a:cubicBezTo>
                  <a:pt x="1618" y="1778"/>
                  <a:pt x="1623" y="1771"/>
                  <a:pt x="1630" y="1762"/>
                </a:cubicBezTo>
                <a:close/>
                <a:moveTo>
                  <a:pt x="3639" y="986"/>
                </a:moveTo>
                <a:cubicBezTo>
                  <a:pt x="4036" y="986"/>
                  <a:pt x="4418" y="1072"/>
                  <a:pt x="4734" y="1250"/>
                </a:cubicBezTo>
                <a:cubicBezTo>
                  <a:pt x="4786" y="1280"/>
                  <a:pt x="4839" y="1313"/>
                  <a:pt x="4890" y="1347"/>
                </a:cubicBezTo>
                <a:cubicBezTo>
                  <a:pt x="4906" y="1357"/>
                  <a:pt x="4921" y="1367"/>
                  <a:pt x="4935" y="1378"/>
                </a:cubicBezTo>
                <a:lnTo>
                  <a:pt x="4935" y="1378"/>
                </a:lnTo>
                <a:cubicBezTo>
                  <a:pt x="4934" y="1377"/>
                  <a:pt x="4933" y="1376"/>
                  <a:pt x="4933" y="1376"/>
                </a:cubicBezTo>
                <a:lnTo>
                  <a:pt x="4933" y="1376"/>
                </a:lnTo>
                <a:cubicBezTo>
                  <a:pt x="4934" y="1376"/>
                  <a:pt x="4964" y="1397"/>
                  <a:pt x="4972" y="1404"/>
                </a:cubicBezTo>
                <a:cubicBezTo>
                  <a:pt x="5081" y="1495"/>
                  <a:pt x="5182" y="1594"/>
                  <a:pt x="5275" y="1701"/>
                </a:cubicBezTo>
                <a:cubicBezTo>
                  <a:pt x="5296" y="1724"/>
                  <a:pt x="5315" y="1747"/>
                  <a:pt x="5332" y="1771"/>
                </a:cubicBezTo>
                <a:cubicBezTo>
                  <a:pt x="5336" y="1776"/>
                  <a:pt x="5339" y="1780"/>
                  <a:pt x="5342" y="1782"/>
                </a:cubicBezTo>
                <a:lnTo>
                  <a:pt x="5342" y="1782"/>
                </a:lnTo>
                <a:cubicBezTo>
                  <a:pt x="5378" y="1835"/>
                  <a:pt x="5414" y="1889"/>
                  <a:pt x="5446" y="1943"/>
                </a:cubicBezTo>
                <a:cubicBezTo>
                  <a:pt x="5477" y="1994"/>
                  <a:pt x="5507" y="2045"/>
                  <a:pt x="5534" y="2097"/>
                </a:cubicBezTo>
                <a:cubicBezTo>
                  <a:pt x="5548" y="2126"/>
                  <a:pt x="5603" y="2244"/>
                  <a:pt x="5604" y="2244"/>
                </a:cubicBezTo>
                <a:cubicBezTo>
                  <a:pt x="5605" y="2244"/>
                  <a:pt x="5604" y="2244"/>
                  <a:pt x="5604" y="2242"/>
                </a:cubicBezTo>
                <a:lnTo>
                  <a:pt x="5604" y="2242"/>
                </a:lnTo>
                <a:cubicBezTo>
                  <a:pt x="5646" y="2347"/>
                  <a:pt x="5682" y="2454"/>
                  <a:pt x="5711" y="2561"/>
                </a:cubicBezTo>
                <a:cubicBezTo>
                  <a:pt x="5726" y="2620"/>
                  <a:pt x="5741" y="2679"/>
                  <a:pt x="5751" y="2738"/>
                </a:cubicBezTo>
                <a:cubicBezTo>
                  <a:pt x="5756" y="2758"/>
                  <a:pt x="5778" y="2901"/>
                  <a:pt x="5781" y="2901"/>
                </a:cubicBezTo>
                <a:cubicBezTo>
                  <a:pt x="5781" y="2901"/>
                  <a:pt x="5781" y="2892"/>
                  <a:pt x="5779" y="2872"/>
                </a:cubicBezTo>
                <a:lnTo>
                  <a:pt x="5779" y="2872"/>
                </a:lnTo>
                <a:cubicBezTo>
                  <a:pt x="5793" y="2999"/>
                  <a:pt x="5800" y="3127"/>
                  <a:pt x="5800" y="3256"/>
                </a:cubicBezTo>
                <a:cubicBezTo>
                  <a:pt x="5798" y="3323"/>
                  <a:pt x="5796" y="3393"/>
                  <a:pt x="5791" y="3460"/>
                </a:cubicBezTo>
                <a:cubicBezTo>
                  <a:pt x="5787" y="3518"/>
                  <a:pt x="5781" y="3572"/>
                  <a:pt x="5780" y="3582"/>
                </a:cubicBezTo>
                <a:lnTo>
                  <a:pt x="5780" y="3582"/>
                </a:lnTo>
                <a:cubicBezTo>
                  <a:pt x="5759" y="3706"/>
                  <a:pt x="5734" y="3831"/>
                  <a:pt x="5699" y="3953"/>
                </a:cubicBezTo>
                <a:cubicBezTo>
                  <a:pt x="5682" y="4012"/>
                  <a:pt x="5663" y="4069"/>
                  <a:pt x="5642" y="4126"/>
                </a:cubicBezTo>
                <a:cubicBezTo>
                  <a:pt x="5631" y="4155"/>
                  <a:pt x="5621" y="4183"/>
                  <a:pt x="5610" y="4212"/>
                </a:cubicBezTo>
                <a:cubicBezTo>
                  <a:pt x="5606" y="4223"/>
                  <a:pt x="5602" y="4232"/>
                  <a:pt x="5600" y="4238"/>
                </a:cubicBezTo>
                <a:lnTo>
                  <a:pt x="5600" y="4238"/>
                </a:lnTo>
                <a:cubicBezTo>
                  <a:pt x="5597" y="4244"/>
                  <a:pt x="5593" y="4252"/>
                  <a:pt x="5589" y="4261"/>
                </a:cubicBezTo>
                <a:cubicBezTo>
                  <a:pt x="5534" y="4370"/>
                  <a:pt x="5477" y="4478"/>
                  <a:pt x="5412" y="4581"/>
                </a:cubicBezTo>
                <a:cubicBezTo>
                  <a:pt x="5311" y="4737"/>
                  <a:pt x="5324" y="4720"/>
                  <a:pt x="5189" y="4863"/>
                </a:cubicBezTo>
                <a:cubicBezTo>
                  <a:pt x="4814" y="5261"/>
                  <a:pt x="4355" y="5476"/>
                  <a:pt x="3756" y="5573"/>
                </a:cubicBezTo>
                <a:cubicBezTo>
                  <a:pt x="3620" y="5595"/>
                  <a:pt x="3482" y="5605"/>
                  <a:pt x="3344" y="5605"/>
                </a:cubicBezTo>
                <a:cubicBezTo>
                  <a:pt x="2954" y="5605"/>
                  <a:pt x="2572" y="5519"/>
                  <a:pt x="2265" y="5346"/>
                </a:cubicBezTo>
                <a:cubicBezTo>
                  <a:pt x="2214" y="5316"/>
                  <a:pt x="2164" y="5285"/>
                  <a:pt x="2113" y="5253"/>
                </a:cubicBezTo>
                <a:cubicBezTo>
                  <a:pt x="2098" y="5243"/>
                  <a:pt x="2015" y="5180"/>
                  <a:pt x="2013" y="5180"/>
                </a:cubicBezTo>
                <a:lnTo>
                  <a:pt x="2013" y="5180"/>
                </a:lnTo>
                <a:cubicBezTo>
                  <a:pt x="2013" y="5180"/>
                  <a:pt x="2019" y="5186"/>
                  <a:pt x="2037" y="5200"/>
                </a:cubicBezTo>
                <a:cubicBezTo>
                  <a:pt x="1930" y="5114"/>
                  <a:pt x="1831" y="5019"/>
                  <a:pt x="1740" y="4916"/>
                </a:cubicBezTo>
                <a:cubicBezTo>
                  <a:pt x="1728" y="4902"/>
                  <a:pt x="1675" y="4837"/>
                  <a:pt x="1657" y="4816"/>
                </a:cubicBezTo>
                <a:lnTo>
                  <a:pt x="1657" y="4816"/>
                </a:lnTo>
                <a:cubicBezTo>
                  <a:pt x="1647" y="4801"/>
                  <a:pt x="1584" y="4711"/>
                  <a:pt x="1570" y="4688"/>
                </a:cubicBezTo>
                <a:cubicBezTo>
                  <a:pt x="1500" y="4579"/>
                  <a:pt x="1439" y="4465"/>
                  <a:pt x="1382" y="4347"/>
                </a:cubicBezTo>
                <a:cubicBezTo>
                  <a:pt x="1372" y="4327"/>
                  <a:pt x="1369" y="4322"/>
                  <a:pt x="1368" y="4322"/>
                </a:cubicBezTo>
                <a:lnTo>
                  <a:pt x="1368" y="4322"/>
                </a:lnTo>
                <a:cubicBezTo>
                  <a:pt x="1368" y="4322"/>
                  <a:pt x="1368" y="4322"/>
                  <a:pt x="1368" y="4322"/>
                </a:cubicBezTo>
                <a:lnTo>
                  <a:pt x="1368" y="4322"/>
                </a:lnTo>
                <a:cubicBezTo>
                  <a:pt x="1366" y="4315"/>
                  <a:pt x="1360" y="4299"/>
                  <a:pt x="1348" y="4265"/>
                </a:cubicBezTo>
                <a:cubicBezTo>
                  <a:pt x="1329" y="4210"/>
                  <a:pt x="1308" y="4155"/>
                  <a:pt x="1291" y="4101"/>
                </a:cubicBezTo>
                <a:cubicBezTo>
                  <a:pt x="1251" y="3974"/>
                  <a:pt x="1220" y="3848"/>
                  <a:pt x="1197" y="3717"/>
                </a:cubicBezTo>
                <a:cubicBezTo>
                  <a:pt x="1192" y="3696"/>
                  <a:pt x="1179" y="3596"/>
                  <a:pt x="1178" y="3596"/>
                </a:cubicBezTo>
                <a:lnTo>
                  <a:pt x="1178" y="3596"/>
                </a:lnTo>
                <a:cubicBezTo>
                  <a:pt x="1178" y="3596"/>
                  <a:pt x="1179" y="3606"/>
                  <a:pt x="1182" y="3633"/>
                </a:cubicBezTo>
                <a:cubicBezTo>
                  <a:pt x="1173" y="3568"/>
                  <a:pt x="1167" y="3502"/>
                  <a:pt x="1165" y="3437"/>
                </a:cubicBezTo>
                <a:cubicBezTo>
                  <a:pt x="1157" y="3304"/>
                  <a:pt x="1157" y="3174"/>
                  <a:pt x="1165" y="3041"/>
                </a:cubicBezTo>
                <a:cubicBezTo>
                  <a:pt x="1167" y="3011"/>
                  <a:pt x="1179" y="2898"/>
                  <a:pt x="1181" y="2870"/>
                </a:cubicBezTo>
                <a:lnTo>
                  <a:pt x="1181" y="2870"/>
                </a:lnTo>
                <a:cubicBezTo>
                  <a:pt x="1186" y="2847"/>
                  <a:pt x="1203" y="2750"/>
                  <a:pt x="1209" y="2721"/>
                </a:cubicBezTo>
                <a:cubicBezTo>
                  <a:pt x="1239" y="2580"/>
                  <a:pt x="1281" y="2443"/>
                  <a:pt x="1327" y="2306"/>
                </a:cubicBezTo>
                <a:cubicBezTo>
                  <a:pt x="1342" y="2262"/>
                  <a:pt x="1345" y="2248"/>
                  <a:pt x="1346" y="2244"/>
                </a:cubicBezTo>
                <a:lnTo>
                  <a:pt x="1346" y="2244"/>
                </a:lnTo>
                <a:cubicBezTo>
                  <a:pt x="1348" y="2241"/>
                  <a:pt x="1355" y="2229"/>
                  <a:pt x="1376" y="2188"/>
                </a:cubicBezTo>
                <a:cubicBezTo>
                  <a:pt x="1407" y="2125"/>
                  <a:pt x="1439" y="2059"/>
                  <a:pt x="1475" y="1998"/>
                </a:cubicBezTo>
                <a:cubicBezTo>
                  <a:pt x="1511" y="1937"/>
                  <a:pt x="1551" y="1878"/>
                  <a:pt x="1588" y="1819"/>
                </a:cubicBezTo>
                <a:cubicBezTo>
                  <a:pt x="1603" y="1799"/>
                  <a:pt x="1618" y="1779"/>
                  <a:pt x="1632" y="1759"/>
                </a:cubicBezTo>
                <a:lnTo>
                  <a:pt x="1632" y="1759"/>
                </a:lnTo>
                <a:cubicBezTo>
                  <a:pt x="1639" y="1751"/>
                  <a:pt x="1646" y="1741"/>
                  <a:pt x="1654" y="1733"/>
                </a:cubicBezTo>
                <a:cubicBezTo>
                  <a:pt x="1744" y="1632"/>
                  <a:pt x="1839" y="1535"/>
                  <a:pt x="1945" y="1446"/>
                </a:cubicBezTo>
                <a:cubicBezTo>
                  <a:pt x="1949" y="1443"/>
                  <a:pt x="1952" y="1440"/>
                  <a:pt x="1955" y="1437"/>
                </a:cubicBezTo>
                <a:lnTo>
                  <a:pt x="1955" y="1437"/>
                </a:lnTo>
                <a:cubicBezTo>
                  <a:pt x="1958" y="1435"/>
                  <a:pt x="1960" y="1434"/>
                  <a:pt x="1963" y="1431"/>
                </a:cubicBezTo>
                <a:cubicBezTo>
                  <a:pt x="1993" y="1410"/>
                  <a:pt x="2022" y="1389"/>
                  <a:pt x="2054" y="1370"/>
                </a:cubicBezTo>
                <a:cubicBezTo>
                  <a:pt x="2115" y="1328"/>
                  <a:pt x="2180" y="1292"/>
                  <a:pt x="2246" y="1257"/>
                </a:cubicBezTo>
                <a:cubicBezTo>
                  <a:pt x="2372" y="1191"/>
                  <a:pt x="2412" y="1174"/>
                  <a:pt x="2604" y="1120"/>
                </a:cubicBezTo>
                <a:cubicBezTo>
                  <a:pt x="2802" y="1065"/>
                  <a:pt x="2859" y="1059"/>
                  <a:pt x="3023" y="1044"/>
                </a:cubicBezTo>
                <a:cubicBezTo>
                  <a:pt x="3046" y="1042"/>
                  <a:pt x="3069" y="1039"/>
                  <a:pt x="3092" y="1035"/>
                </a:cubicBezTo>
                <a:lnTo>
                  <a:pt x="3092" y="1035"/>
                </a:lnTo>
                <a:cubicBezTo>
                  <a:pt x="3113" y="1033"/>
                  <a:pt x="3134" y="1031"/>
                  <a:pt x="3156" y="1027"/>
                </a:cubicBezTo>
                <a:cubicBezTo>
                  <a:pt x="3317" y="1000"/>
                  <a:pt x="3479" y="986"/>
                  <a:pt x="3639" y="986"/>
                </a:cubicBezTo>
                <a:close/>
                <a:moveTo>
                  <a:pt x="3656" y="0"/>
                </a:moveTo>
                <a:cubicBezTo>
                  <a:pt x="3424" y="0"/>
                  <a:pt x="3191" y="20"/>
                  <a:pt x="2962" y="55"/>
                </a:cubicBezTo>
                <a:lnTo>
                  <a:pt x="2962" y="55"/>
                </a:lnTo>
                <a:cubicBezTo>
                  <a:pt x="1592" y="189"/>
                  <a:pt x="506" y="1128"/>
                  <a:pt x="238" y="2500"/>
                </a:cubicBezTo>
                <a:cubicBezTo>
                  <a:pt x="0" y="3730"/>
                  <a:pt x="360" y="5131"/>
                  <a:pt x="1367" y="5933"/>
                </a:cubicBezTo>
                <a:cubicBezTo>
                  <a:pt x="1934" y="6385"/>
                  <a:pt x="2656" y="6602"/>
                  <a:pt x="3382" y="6602"/>
                </a:cubicBezTo>
                <a:cubicBezTo>
                  <a:pt x="4138" y="6602"/>
                  <a:pt x="4898" y="6367"/>
                  <a:pt x="5494" y="5917"/>
                </a:cubicBezTo>
                <a:cubicBezTo>
                  <a:pt x="6607" y="5078"/>
                  <a:pt x="7041" y="3580"/>
                  <a:pt x="6659" y="2253"/>
                </a:cubicBezTo>
                <a:cubicBezTo>
                  <a:pt x="6453" y="1537"/>
                  <a:pt x="6015" y="905"/>
                  <a:pt x="5393" y="488"/>
                </a:cubicBezTo>
                <a:cubicBezTo>
                  <a:pt x="4872" y="137"/>
                  <a:pt x="4267" y="0"/>
                  <a:pt x="3656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29" name="Google Shape;9829;p29"/>
          <p:cNvSpPr txBox="1"/>
          <p:nvPr/>
        </p:nvSpPr>
        <p:spPr>
          <a:xfrm>
            <a:off x="1477650" y="1497975"/>
            <a:ext cx="6188700" cy="25551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2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Our project focuses on creating a user-friendly app tailored to the diverse needs of three primary user groups: students, teachers, and independent educators. For students, it enhances learning with real-time transcription, summaries, and quiz creation. Teachers benefit from the streamlined creation of notes, assignments, and classroom resources. Independent educators gain tools to produce professional-quality content efficiently. This approach ensures broad accessibility, supporting various teaching and learning styles while fostering productivity and engagement.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30" name="Google Shape;9830;p29"/>
          <p:cNvSpPr/>
          <p:nvPr/>
        </p:nvSpPr>
        <p:spPr>
          <a:xfrm rot="-4499992">
            <a:off x="7647020" y="2254847"/>
            <a:ext cx="585793" cy="623413"/>
          </a:xfrm>
          <a:custGeom>
            <a:rect b="b" l="l" r="r" t="t"/>
            <a:pathLst>
              <a:path extrusionOk="0" h="29017" w="27269">
                <a:moveTo>
                  <a:pt x="22507" y="0"/>
                </a:moveTo>
                <a:cubicBezTo>
                  <a:pt x="21719" y="0"/>
                  <a:pt x="20932" y="201"/>
                  <a:pt x="20248" y="603"/>
                </a:cubicBezTo>
                <a:cubicBezTo>
                  <a:pt x="20101" y="684"/>
                  <a:pt x="19960" y="774"/>
                  <a:pt x="19827" y="877"/>
                </a:cubicBezTo>
                <a:cubicBezTo>
                  <a:pt x="19689" y="973"/>
                  <a:pt x="19562" y="1080"/>
                  <a:pt x="19439" y="1195"/>
                </a:cubicBezTo>
                <a:cubicBezTo>
                  <a:pt x="19306" y="1313"/>
                  <a:pt x="19214" y="1408"/>
                  <a:pt x="19117" y="1505"/>
                </a:cubicBezTo>
                <a:lnTo>
                  <a:pt x="18821" y="1800"/>
                </a:lnTo>
                <a:lnTo>
                  <a:pt x="17642" y="2975"/>
                </a:lnTo>
                <a:lnTo>
                  <a:pt x="8210" y="12373"/>
                </a:lnTo>
                <a:lnTo>
                  <a:pt x="3494" y="17071"/>
                </a:lnTo>
                <a:lnTo>
                  <a:pt x="2315" y="18246"/>
                </a:lnTo>
                <a:lnTo>
                  <a:pt x="1721" y="18842"/>
                </a:lnTo>
                <a:cubicBezTo>
                  <a:pt x="1504" y="19073"/>
                  <a:pt x="1291" y="19311"/>
                  <a:pt x="1110" y="19576"/>
                </a:cubicBezTo>
                <a:cubicBezTo>
                  <a:pt x="744" y="20099"/>
                  <a:pt x="454" y="20675"/>
                  <a:pt x="267" y="21287"/>
                </a:cubicBezTo>
                <a:cubicBezTo>
                  <a:pt x="86" y="21900"/>
                  <a:pt x="1" y="22538"/>
                  <a:pt x="13" y="23174"/>
                </a:cubicBezTo>
                <a:cubicBezTo>
                  <a:pt x="35" y="24451"/>
                  <a:pt x="496" y="25713"/>
                  <a:pt x="1281" y="26719"/>
                </a:cubicBezTo>
                <a:cubicBezTo>
                  <a:pt x="1679" y="27216"/>
                  <a:pt x="2146" y="27657"/>
                  <a:pt x="2675" y="28015"/>
                </a:cubicBezTo>
                <a:cubicBezTo>
                  <a:pt x="3210" y="28365"/>
                  <a:pt x="3798" y="28634"/>
                  <a:pt x="4413" y="28805"/>
                </a:cubicBezTo>
                <a:cubicBezTo>
                  <a:pt x="4924" y="28947"/>
                  <a:pt x="5453" y="29016"/>
                  <a:pt x="5983" y="29016"/>
                </a:cubicBezTo>
                <a:cubicBezTo>
                  <a:pt x="6728" y="29016"/>
                  <a:pt x="7474" y="28878"/>
                  <a:pt x="8170" y="28610"/>
                </a:cubicBezTo>
                <a:cubicBezTo>
                  <a:pt x="8765" y="28375"/>
                  <a:pt x="9319" y="28045"/>
                  <a:pt x="9814" y="27642"/>
                </a:cubicBezTo>
                <a:lnTo>
                  <a:pt x="10170" y="27323"/>
                </a:lnTo>
                <a:cubicBezTo>
                  <a:pt x="10285" y="27216"/>
                  <a:pt x="10371" y="27125"/>
                  <a:pt x="10472" y="27025"/>
                </a:cubicBezTo>
                <a:lnTo>
                  <a:pt x="11063" y="26437"/>
                </a:lnTo>
                <a:lnTo>
                  <a:pt x="20495" y="17039"/>
                </a:lnTo>
                <a:cubicBezTo>
                  <a:pt x="21385" y="16152"/>
                  <a:pt x="21860" y="15184"/>
                  <a:pt x="21554" y="14878"/>
                </a:cubicBezTo>
                <a:cubicBezTo>
                  <a:pt x="21491" y="14814"/>
                  <a:pt x="21400" y="14784"/>
                  <a:pt x="21287" y="14784"/>
                </a:cubicBezTo>
                <a:cubicBezTo>
                  <a:pt x="20852" y="14784"/>
                  <a:pt x="20096" y="15227"/>
                  <a:pt x="19389" y="15931"/>
                </a:cubicBezTo>
                <a:lnTo>
                  <a:pt x="9957" y="25329"/>
                </a:lnTo>
                <a:lnTo>
                  <a:pt x="9369" y="25916"/>
                </a:lnTo>
                <a:cubicBezTo>
                  <a:pt x="9272" y="26009"/>
                  <a:pt x="9166" y="26121"/>
                  <a:pt x="9079" y="26200"/>
                </a:cubicBezTo>
                <a:lnTo>
                  <a:pt x="8814" y="26439"/>
                </a:lnTo>
                <a:cubicBezTo>
                  <a:pt x="8448" y="26735"/>
                  <a:pt x="8041" y="26978"/>
                  <a:pt x="7603" y="27152"/>
                </a:cubicBezTo>
                <a:cubicBezTo>
                  <a:pt x="7090" y="27349"/>
                  <a:pt x="6538" y="27451"/>
                  <a:pt x="5987" y="27451"/>
                </a:cubicBezTo>
                <a:cubicBezTo>
                  <a:pt x="5595" y="27451"/>
                  <a:pt x="5204" y="27399"/>
                  <a:pt x="4826" y="27294"/>
                </a:cubicBezTo>
                <a:cubicBezTo>
                  <a:pt x="4373" y="27166"/>
                  <a:pt x="3939" y="26970"/>
                  <a:pt x="3544" y="26715"/>
                </a:cubicBezTo>
                <a:cubicBezTo>
                  <a:pt x="3154" y="26449"/>
                  <a:pt x="2808" y="26121"/>
                  <a:pt x="2512" y="25753"/>
                </a:cubicBezTo>
                <a:cubicBezTo>
                  <a:pt x="1935" y="25011"/>
                  <a:pt x="1591" y="24083"/>
                  <a:pt x="1577" y="23138"/>
                </a:cubicBezTo>
                <a:cubicBezTo>
                  <a:pt x="1570" y="22667"/>
                  <a:pt x="1633" y="22194"/>
                  <a:pt x="1764" y="21743"/>
                </a:cubicBezTo>
                <a:cubicBezTo>
                  <a:pt x="1902" y="21291"/>
                  <a:pt x="2118" y="20866"/>
                  <a:pt x="2387" y="20480"/>
                </a:cubicBezTo>
                <a:cubicBezTo>
                  <a:pt x="2520" y="20285"/>
                  <a:pt x="2677" y="20110"/>
                  <a:pt x="2838" y="19937"/>
                </a:cubicBezTo>
                <a:lnTo>
                  <a:pt x="3418" y="19355"/>
                </a:lnTo>
                <a:lnTo>
                  <a:pt x="4597" y="18180"/>
                </a:lnTo>
                <a:lnTo>
                  <a:pt x="9313" y="13480"/>
                </a:lnTo>
                <a:lnTo>
                  <a:pt x="18747" y="4082"/>
                </a:lnTo>
                <a:lnTo>
                  <a:pt x="19926" y="2907"/>
                </a:lnTo>
                <a:lnTo>
                  <a:pt x="20220" y="2615"/>
                </a:lnTo>
                <a:cubicBezTo>
                  <a:pt x="20318" y="2515"/>
                  <a:pt x="20421" y="2412"/>
                  <a:pt x="20497" y="2348"/>
                </a:cubicBezTo>
                <a:cubicBezTo>
                  <a:pt x="20576" y="2273"/>
                  <a:pt x="20660" y="2201"/>
                  <a:pt x="20751" y="2140"/>
                </a:cubicBezTo>
                <a:cubicBezTo>
                  <a:pt x="20836" y="2070"/>
                  <a:pt x="20930" y="2014"/>
                  <a:pt x="21027" y="1961"/>
                </a:cubicBezTo>
                <a:cubicBezTo>
                  <a:pt x="21473" y="1696"/>
                  <a:pt x="21990" y="1565"/>
                  <a:pt x="22507" y="1565"/>
                </a:cubicBezTo>
                <a:cubicBezTo>
                  <a:pt x="22870" y="1565"/>
                  <a:pt x="23232" y="1629"/>
                  <a:pt x="23570" y="1758"/>
                </a:cubicBezTo>
                <a:cubicBezTo>
                  <a:pt x="24397" y="2056"/>
                  <a:pt x="25065" y="2764"/>
                  <a:pt x="25342" y="3593"/>
                </a:cubicBezTo>
                <a:cubicBezTo>
                  <a:pt x="25634" y="4424"/>
                  <a:pt x="25517" y="5384"/>
                  <a:pt x="25051" y="6128"/>
                </a:cubicBezTo>
                <a:cubicBezTo>
                  <a:pt x="24938" y="6315"/>
                  <a:pt x="24797" y="6486"/>
                  <a:pt x="24646" y="6647"/>
                </a:cubicBezTo>
                <a:lnTo>
                  <a:pt x="24063" y="7229"/>
                </a:lnTo>
                <a:lnTo>
                  <a:pt x="22884" y="8404"/>
                </a:lnTo>
                <a:lnTo>
                  <a:pt x="20526" y="10752"/>
                </a:lnTo>
                <a:lnTo>
                  <a:pt x="15811" y="15452"/>
                </a:lnTo>
                <a:lnTo>
                  <a:pt x="11095" y="20150"/>
                </a:lnTo>
                <a:lnTo>
                  <a:pt x="10506" y="20739"/>
                </a:lnTo>
                <a:cubicBezTo>
                  <a:pt x="10283" y="20961"/>
                  <a:pt x="10170" y="21073"/>
                  <a:pt x="10011" y="21174"/>
                </a:cubicBezTo>
                <a:cubicBezTo>
                  <a:pt x="9754" y="21340"/>
                  <a:pt x="9447" y="21423"/>
                  <a:pt x="9141" y="21423"/>
                </a:cubicBezTo>
                <a:cubicBezTo>
                  <a:pt x="9072" y="21423"/>
                  <a:pt x="9004" y="21419"/>
                  <a:pt x="8936" y="21411"/>
                </a:cubicBezTo>
                <a:cubicBezTo>
                  <a:pt x="8184" y="21331"/>
                  <a:pt x="7552" y="20653"/>
                  <a:pt x="7524" y="19898"/>
                </a:cubicBezTo>
                <a:cubicBezTo>
                  <a:pt x="7500" y="19524"/>
                  <a:pt x="7607" y="19142"/>
                  <a:pt x="7834" y="18846"/>
                </a:cubicBezTo>
                <a:cubicBezTo>
                  <a:pt x="7858" y="18806"/>
                  <a:pt x="7890" y="18770"/>
                  <a:pt x="7922" y="18737"/>
                </a:cubicBezTo>
                <a:cubicBezTo>
                  <a:pt x="7951" y="18701"/>
                  <a:pt x="7979" y="18667"/>
                  <a:pt x="8035" y="18611"/>
                </a:cubicBezTo>
                <a:lnTo>
                  <a:pt x="8325" y="18313"/>
                </a:lnTo>
                <a:lnTo>
                  <a:pt x="8906" y="17717"/>
                </a:lnTo>
                <a:lnTo>
                  <a:pt x="11224" y="15333"/>
                </a:lnTo>
                <a:lnTo>
                  <a:pt x="15864" y="10561"/>
                </a:lnTo>
                <a:cubicBezTo>
                  <a:pt x="16739" y="9661"/>
                  <a:pt x="17200" y="8685"/>
                  <a:pt x="16894" y="8380"/>
                </a:cubicBezTo>
                <a:cubicBezTo>
                  <a:pt x="16832" y="8319"/>
                  <a:pt x="16743" y="8290"/>
                  <a:pt x="16633" y="8290"/>
                </a:cubicBezTo>
                <a:cubicBezTo>
                  <a:pt x="16201" y="8290"/>
                  <a:pt x="15448" y="8744"/>
                  <a:pt x="14749" y="9464"/>
                </a:cubicBezTo>
                <a:lnTo>
                  <a:pt x="10105" y="14239"/>
                </a:lnTo>
                <a:lnTo>
                  <a:pt x="7784" y="16627"/>
                </a:lnTo>
                <a:lnTo>
                  <a:pt x="7204" y="17224"/>
                </a:lnTo>
                <a:lnTo>
                  <a:pt x="6914" y="17522"/>
                </a:lnTo>
                <a:cubicBezTo>
                  <a:pt x="6870" y="17566"/>
                  <a:pt x="6806" y="17635"/>
                  <a:pt x="6745" y="17705"/>
                </a:cubicBezTo>
                <a:cubicBezTo>
                  <a:pt x="6685" y="17774"/>
                  <a:pt x="6625" y="17844"/>
                  <a:pt x="6574" y="17920"/>
                </a:cubicBezTo>
                <a:cubicBezTo>
                  <a:pt x="6130" y="18510"/>
                  <a:pt x="5916" y="19262"/>
                  <a:pt x="5963" y="19993"/>
                </a:cubicBezTo>
                <a:cubicBezTo>
                  <a:pt x="6005" y="20725"/>
                  <a:pt x="6307" y="21448"/>
                  <a:pt x="6816" y="21979"/>
                </a:cubicBezTo>
                <a:cubicBezTo>
                  <a:pt x="7313" y="22514"/>
                  <a:pt x="8009" y="22878"/>
                  <a:pt x="8739" y="22963"/>
                </a:cubicBezTo>
                <a:cubicBezTo>
                  <a:pt x="8873" y="22981"/>
                  <a:pt x="9009" y="22989"/>
                  <a:pt x="9144" y="22989"/>
                </a:cubicBezTo>
                <a:cubicBezTo>
                  <a:pt x="9743" y="22989"/>
                  <a:pt x="10342" y="22822"/>
                  <a:pt x="10848" y="22496"/>
                </a:cubicBezTo>
                <a:cubicBezTo>
                  <a:pt x="11003" y="22395"/>
                  <a:pt x="11152" y="22287"/>
                  <a:pt x="11286" y="22162"/>
                </a:cubicBezTo>
                <a:cubicBezTo>
                  <a:pt x="11439" y="22025"/>
                  <a:pt x="11502" y="21951"/>
                  <a:pt x="11612" y="21848"/>
                </a:cubicBezTo>
                <a:lnTo>
                  <a:pt x="12200" y="21260"/>
                </a:lnTo>
                <a:lnTo>
                  <a:pt x="16916" y="16562"/>
                </a:lnTo>
                <a:lnTo>
                  <a:pt x="21632" y="11862"/>
                </a:lnTo>
                <a:lnTo>
                  <a:pt x="23990" y="9514"/>
                </a:lnTo>
                <a:lnTo>
                  <a:pt x="25169" y="8339"/>
                </a:lnTo>
                <a:lnTo>
                  <a:pt x="25763" y="7742"/>
                </a:lnTo>
                <a:cubicBezTo>
                  <a:pt x="25994" y="7502"/>
                  <a:pt x="26206" y="7241"/>
                  <a:pt x="26381" y="6955"/>
                </a:cubicBezTo>
                <a:cubicBezTo>
                  <a:pt x="27093" y="5816"/>
                  <a:pt x="27268" y="4360"/>
                  <a:pt x="26825" y="3092"/>
                </a:cubicBezTo>
                <a:cubicBezTo>
                  <a:pt x="26397" y="1820"/>
                  <a:pt x="25389" y="758"/>
                  <a:pt x="24125" y="295"/>
                </a:cubicBezTo>
                <a:cubicBezTo>
                  <a:pt x="23609" y="98"/>
                  <a:pt x="23058" y="0"/>
                  <a:pt x="22507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831" name="Google Shape;9831;p29"/>
          <p:cNvGrpSpPr/>
          <p:nvPr/>
        </p:nvGrpSpPr>
        <p:grpSpPr>
          <a:xfrm rot="540000">
            <a:off x="7907552" y="2732700"/>
            <a:ext cx="398007" cy="1705725"/>
            <a:chOff x="5686500" y="2272225"/>
            <a:chExt cx="481300" cy="2589250"/>
          </a:xfrm>
        </p:grpSpPr>
        <p:sp>
          <p:nvSpPr>
            <p:cNvPr id="9832" name="Google Shape;9832;p29"/>
            <p:cNvSpPr/>
            <p:nvPr/>
          </p:nvSpPr>
          <p:spPr>
            <a:xfrm>
              <a:off x="5686500" y="3674725"/>
              <a:ext cx="260950" cy="1082650"/>
            </a:xfrm>
            <a:custGeom>
              <a:rect b="b" l="l" r="r" t="t"/>
              <a:pathLst>
                <a:path extrusionOk="0" h="43306" w="10438">
                  <a:moveTo>
                    <a:pt x="7833" y="1"/>
                  </a:moveTo>
                  <a:cubicBezTo>
                    <a:pt x="7371" y="1"/>
                    <a:pt x="6972" y="354"/>
                    <a:pt x="6919" y="826"/>
                  </a:cubicBezTo>
                  <a:lnTo>
                    <a:pt x="6917" y="856"/>
                  </a:lnTo>
                  <a:cubicBezTo>
                    <a:pt x="6721" y="2624"/>
                    <a:pt x="6364" y="4312"/>
                    <a:pt x="5698" y="5866"/>
                  </a:cubicBezTo>
                  <a:cubicBezTo>
                    <a:pt x="5050" y="7434"/>
                    <a:pt x="4084" y="8863"/>
                    <a:pt x="3088" y="10468"/>
                  </a:cubicBezTo>
                  <a:cubicBezTo>
                    <a:pt x="2589" y="11280"/>
                    <a:pt x="2092" y="12124"/>
                    <a:pt x="1654" y="13039"/>
                  </a:cubicBezTo>
                  <a:cubicBezTo>
                    <a:pt x="1226" y="13954"/>
                    <a:pt x="864" y="14928"/>
                    <a:pt x="605" y="15926"/>
                  </a:cubicBezTo>
                  <a:cubicBezTo>
                    <a:pt x="331" y="16927"/>
                    <a:pt x="189" y="17942"/>
                    <a:pt x="83" y="18960"/>
                  </a:cubicBezTo>
                  <a:cubicBezTo>
                    <a:pt x="49" y="19968"/>
                    <a:pt x="0" y="20983"/>
                    <a:pt x="91" y="21967"/>
                  </a:cubicBezTo>
                  <a:cubicBezTo>
                    <a:pt x="306" y="25901"/>
                    <a:pt x="1297" y="29668"/>
                    <a:pt x="2718" y="33243"/>
                  </a:cubicBezTo>
                  <a:cubicBezTo>
                    <a:pt x="3455" y="35019"/>
                    <a:pt x="4316" y="36736"/>
                    <a:pt x="5302" y="38373"/>
                  </a:cubicBezTo>
                  <a:cubicBezTo>
                    <a:pt x="6303" y="40015"/>
                    <a:pt x="7369" y="41561"/>
                    <a:pt x="8712" y="43012"/>
                  </a:cubicBezTo>
                  <a:lnTo>
                    <a:pt x="8710" y="43012"/>
                  </a:lnTo>
                  <a:cubicBezTo>
                    <a:pt x="8886" y="43202"/>
                    <a:pt x="9133" y="43306"/>
                    <a:pt x="9386" y="43306"/>
                  </a:cubicBezTo>
                  <a:cubicBezTo>
                    <a:pt x="9540" y="43306"/>
                    <a:pt x="9697" y="43267"/>
                    <a:pt x="9840" y="43185"/>
                  </a:cubicBezTo>
                  <a:cubicBezTo>
                    <a:pt x="10281" y="42933"/>
                    <a:pt x="10437" y="42368"/>
                    <a:pt x="10185" y="41923"/>
                  </a:cubicBezTo>
                  <a:lnTo>
                    <a:pt x="10158" y="41872"/>
                  </a:lnTo>
                  <a:cubicBezTo>
                    <a:pt x="8416" y="38782"/>
                    <a:pt x="6936" y="35440"/>
                    <a:pt x="5813" y="32078"/>
                  </a:cubicBezTo>
                  <a:cubicBezTo>
                    <a:pt x="4693" y="28709"/>
                    <a:pt x="3905" y="25206"/>
                    <a:pt x="3643" y="21742"/>
                  </a:cubicBezTo>
                  <a:cubicBezTo>
                    <a:pt x="3499" y="20024"/>
                    <a:pt x="3580" y="18346"/>
                    <a:pt x="3929" y="16751"/>
                  </a:cubicBezTo>
                  <a:cubicBezTo>
                    <a:pt x="4282" y="15151"/>
                    <a:pt x="4942" y="13636"/>
                    <a:pt x="5789" y="12041"/>
                  </a:cubicBezTo>
                  <a:cubicBezTo>
                    <a:pt x="6645" y="10453"/>
                    <a:pt x="7602" y="8689"/>
                    <a:pt x="8169" y="6752"/>
                  </a:cubicBezTo>
                  <a:cubicBezTo>
                    <a:pt x="8749" y="4816"/>
                    <a:pt x="8903" y="2791"/>
                    <a:pt x="8752" y="856"/>
                  </a:cubicBezTo>
                  <a:cubicBezTo>
                    <a:pt x="8720" y="420"/>
                    <a:pt x="8382" y="58"/>
                    <a:pt x="7934" y="7"/>
                  </a:cubicBezTo>
                  <a:cubicBezTo>
                    <a:pt x="7900" y="3"/>
                    <a:pt x="7866" y="1"/>
                    <a:pt x="783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33" name="Google Shape;9833;p29"/>
            <p:cNvSpPr/>
            <p:nvPr/>
          </p:nvSpPr>
          <p:spPr>
            <a:xfrm>
              <a:off x="5922350" y="2272225"/>
              <a:ext cx="208275" cy="167975"/>
            </a:xfrm>
            <a:custGeom>
              <a:rect b="b" l="l" r="r" t="t"/>
              <a:pathLst>
                <a:path extrusionOk="0" h="6719" w="8331">
                  <a:moveTo>
                    <a:pt x="4165" y="0"/>
                  </a:moveTo>
                  <a:cubicBezTo>
                    <a:pt x="3993" y="0"/>
                    <a:pt x="3820" y="86"/>
                    <a:pt x="3721" y="257"/>
                  </a:cubicBezTo>
                  <a:lnTo>
                    <a:pt x="0" y="6719"/>
                  </a:lnTo>
                  <a:lnTo>
                    <a:pt x="8331" y="6719"/>
                  </a:lnTo>
                  <a:lnTo>
                    <a:pt x="4607" y="257"/>
                  </a:lnTo>
                  <a:cubicBezTo>
                    <a:pt x="4509" y="86"/>
                    <a:pt x="4337" y="0"/>
                    <a:pt x="416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34" name="Google Shape;9834;p29"/>
            <p:cNvSpPr/>
            <p:nvPr/>
          </p:nvSpPr>
          <p:spPr>
            <a:xfrm>
              <a:off x="5880875" y="3567725"/>
              <a:ext cx="286925" cy="1293750"/>
            </a:xfrm>
            <a:custGeom>
              <a:rect b="b" l="l" r="r" t="t"/>
              <a:pathLst>
                <a:path extrusionOk="0" h="51750" w="11477">
                  <a:moveTo>
                    <a:pt x="66" y="0"/>
                  </a:moveTo>
                  <a:lnTo>
                    <a:pt x="66" y="0"/>
                  </a:lnTo>
                  <a:cubicBezTo>
                    <a:pt x="0" y="16111"/>
                    <a:pt x="514" y="31974"/>
                    <a:pt x="1659" y="47561"/>
                  </a:cubicBezTo>
                  <a:cubicBezTo>
                    <a:pt x="1659" y="48718"/>
                    <a:pt x="2124" y="49768"/>
                    <a:pt x="2877" y="50524"/>
                  </a:cubicBezTo>
                  <a:cubicBezTo>
                    <a:pt x="3631" y="51282"/>
                    <a:pt x="4673" y="51749"/>
                    <a:pt x="5823" y="51749"/>
                  </a:cubicBezTo>
                  <a:cubicBezTo>
                    <a:pt x="8128" y="51749"/>
                    <a:pt x="9990" y="49870"/>
                    <a:pt x="9990" y="47561"/>
                  </a:cubicBezTo>
                  <a:cubicBezTo>
                    <a:pt x="10968" y="31913"/>
                    <a:pt x="11470" y="16370"/>
                    <a:pt x="11477" y="905"/>
                  </a:cubicBezTo>
                  <a:lnTo>
                    <a:pt x="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35" name="Google Shape;9835;p29"/>
            <p:cNvSpPr/>
            <p:nvPr/>
          </p:nvSpPr>
          <p:spPr>
            <a:xfrm>
              <a:off x="5954500" y="3306675"/>
              <a:ext cx="150975" cy="825125"/>
            </a:xfrm>
            <a:custGeom>
              <a:rect b="b" l="l" r="r" t="t"/>
              <a:pathLst>
                <a:path extrusionOk="0" h="33005" w="6039">
                  <a:moveTo>
                    <a:pt x="3020" y="0"/>
                  </a:moveTo>
                  <a:cubicBezTo>
                    <a:pt x="2220" y="0"/>
                    <a:pt x="1452" y="1740"/>
                    <a:pt x="887" y="4835"/>
                  </a:cubicBezTo>
                  <a:cubicBezTo>
                    <a:pt x="319" y="7930"/>
                    <a:pt x="1" y="12125"/>
                    <a:pt x="1" y="16502"/>
                  </a:cubicBezTo>
                  <a:cubicBezTo>
                    <a:pt x="1" y="20879"/>
                    <a:pt x="319" y="25077"/>
                    <a:pt x="887" y="28172"/>
                  </a:cubicBezTo>
                  <a:cubicBezTo>
                    <a:pt x="1452" y="31267"/>
                    <a:pt x="2220" y="33004"/>
                    <a:pt x="3020" y="33004"/>
                  </a:cubicBezTo>
                  <a:cubicBezTo>
                    <a:pt x="3820" y="33004"/>
                    <a:pt x="4588" y="31267"/>
                    <a:pt x="5153" y="28172"/>
                  </a:cubicBezTo>
                  <a:cubicBezTo>
                    <a:pt x="5721" y="25077"/>
                    <a:pt x="6039" y="20879"/>
                    <a:pt x="6039" y="16502"/>
                  </a:cubicBezTo>
                  <a:cubicBezTo>
                    <a:pt x="6039" y="12125"/>
                    <a:pt x="5721" y="7930"/>
                    <a:pt x="5153" y="4835"/>
                  </a:cubicBezTo>
                  <a:cubicBezTo>
                    <a:pt x="4588" y="1740"/>
                    <a:pt x="3820" y="0"/>
                    <a:pt x="302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39" name="Shape 9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840" name="Google Shape;9840;p30"/>
          <p:cNvGrpSpPr/>
          <p:nvPr/>
        </p:nvGrpSpPr>
        <p:grpSpPr>
          <a:xfrm rot="-1319860">
            <a:off x="1312550" y="696718"/>
            <a:ext cx="2270117" cy="183542"/>
            <a:chOff x="5419725" y="2413000"/>
            <a:chExt cx="2169725" cy="175425"/>
          </a:xfrm>
        </p:grpSpPr>
        <p:sp>
          <p:nvSpPr>
            <p:cNvPr id="9841" name="Google Shape;9841;p30"/>
            <p:cNvSpPr/>
            <p:nvPr/>
          </p:nvSpPr>
          <p:spPr>
            <a:xfrm>
              <a:off x="5419725" y="2413000"/>
              <a:ext cx="2027325" cy="175425"/>
            </a:xfrm>
            <a:custGeom>
              <a:rect b="b" l="l" r="r" t="t"/>
              <a:pathLst>
                <a:path extrusionOk="0" h="7017" w="81093">
                  <a:moveTo>
                    <a:pt x="3509" y="0"/>
                  </a:moveTo>
                  <a:cubicBezTo>
                    <a:pt x="1571" y="0"/>
                    <a:pt x="0" y="1571"/>
                    <a:pt x="0" y="3508"/>
                  </a:cubicBezTo>
                  <a:cubicBezTo>
                    <a:pt x="0" y="5446"/>
                    <a:pt x="1571" y="7017"/>
                    <a:pt x="3509" y="7017"/>
                  </a:cubicBezTo>
                  <a:lnTo>
                    <a:pt x="81093" y="7017"/>
                  </a:lnTo>
                  <a:lnTo>
                    <a:pt x="81093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42" name="Google Shape;9842;p30"/>
            <p:cNvSpPr/>
            <p:nvPr/>
          </p:nvSpPr>
          <p:spPr>
            <a:xfrm>
              <a:off x="7447025" y="2413000"/>
              <a:ext cx="142425" cy="175425"/>
            </a:xfrm>
            <a:custGeom>
              <a:rect b="b" l="l" r="r" t="t"/>
              <a:pathLst>
                <a:path extrusionOk="0" h="7017" w="5697">
                  <a:moveTo>
                    <a:pt x="1" y="0"/>
                  </a:moveTo>
                  <a:lnTo>
                    <a:pt x="1" y="7017"/>
                  </a:lnTo>
                  <a:lnTo>
                    <a:pt x="5410" y="3880"/>
                  </a:lnTo>
                  <a:cubicBezTo>
                    <a:pt x="5696" y="3714"/>
                    <a:pt x="5696" y="3300"/>
                    <a:pt x="5410" y="3134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43" name="Google Shape;9843;p30"/>
            <p:cNvSpPr/>
            <p:nvPr/>
          </p:nvSpPr>
          <p:spPr>
            <a:xfrm>
              <a:off x="6846100" y="2459400"/>
              <a:ext cx="492625" cy="82550"/>
            </a:xfrm>
            <a:custGeom>
              <a:rect b="b" l="l" r="r" t="t"/>
              <a:pathLst>
                <a:path extrusionOk="0" h="3302" w="19705">
                  <a:moveTo>
                    <a:pt x="1650" y="1"/>
                  </a:moveTo>
                  <a:cubicBezTo>
                    <a:pt x="740" y="1"/>
                    <a:pt x="1" y="740"/>
                    <a:pt x="1" y="1652"/>
                  </a:cubicBezTo>
                  <a:cubicBezTo>
                    <a:pt x="1" y="2562"/>
                    <a:pt x="740" y="3301"/>
                    <a:pt x="1650" y="3301"/>
                  </a:cubicBezTo>
                  <a:lnTo>
                    <a:pt x="18054" y="3301"/>
                  </a:lnTo>
                  <a:cubicBezTo>
                    <a:pt x="18966" y="3301"/>
                    <a:pt x="19705" y="2562"/>
                    <a:pt x="19705" y="1652"/>
                  </a:cubicBezTo>
                  <a:cubicBezTo>
                    <a:pt x="19705" y="740"/>
                    <a:pt x="18966" y="1"/>
                    <a:pt x="1805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844" name="Google Shape;9844;p30"/>
          <p:cNvSpPr txBox="1"/>
          <p:nvPr>
            <p:ph type="title"/>
          </p:nvPr>
        </p:nvSpPr>
        <p:spPr>
          <a:xfrm>
            <a:off x="1062000" y="639675"/>
            <a:ext cx="7020000" cy="9345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2000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300"/>
              <a:buFont typeface="Gantari ExtraBold"/>
              <a:buNone/>
            </a:pPr>
            <a:r>
              <a:rPr b="1" lang="en-US" sz="4000">
                <a:latin typeface="Sorts Mill Goudy"/>
                <a:ea typeface="Sorts Mill Goudy"/>
                <a:cs typeface="Sorts Mill Goudy"/>
                <a:sym typeface="Sorts Mill Goudy"/>
              </a:rPr>
              <a:t>Lo-Fi Design I</a:t>
            </a:r>
            <a:endParaRPr b="1" sz="4000">
              <a:latin typeface="Sorts Mill Goudy"/>
              <a:ea typeface="Sorts Mill Goudy"/>
              <a:cs typeface="Sorts Mill Goudy"/>
              <a:sym typeface="Sorts Mill Goudy"/>
            </a:endParaRPr>
          </a:p>
        </p:txBody>
      </p:sp>
      <p:sp>
        <p:nvSpPr>
          <p:cNvPr id="9845" name="Google Shape;9845;p30"/>
          <p:cNvSpPr/>
          <p:nvPr/>
        </p:nvSpPr>
        <p:spPr>
          <a:xfrm>
            <a:off x="7897930" y="1168641"/>
            <a:ext cx="388400" cy="411925"/>
          </a:xfrm>
          <a:custGeom>
            <a:rect b="b" l="l" r="r" t="t"/>
            <a:pathLst>
              <a:path extrusionOk="0" h="16477" w="15536">
                <a:moveTo>
                  <a:pt x="6847" y="1663"/>
                </a:moveTo>
                <a:cubicBezTo>
                  <a:pt x="7694" y="2699"/>
                  <a:pt x="8474" y="3796"/>
                  <a:pt x="9217" y="4915"/>
                </a:cubicBezTo>
                <a:lnTo>
                  <a:pt x="9217" y="4915"/>
                </a:lnTo>
                <a:cubicBezTo>
                  <a:pt x="8312" y="5132"/>
                  <a:pt x="7406" y="5345"/>
                  <a:pt x="6499" y="5555"/>
                </a:cubicBezTo>
                <a:lnTo>
                  <a:pt x="6499" y="5555"/>
                </a:lnTo>
                <a:cubicBezTo>
                  <a:pt x="6577" y="4254"/>
                  <a:pt x="6686" y="2956"/>
                  <a:pt x="6847" y="1663"/>
                </a:cubicBezTo>
                <a:close/>
                <a:moveTo>
                  <a:pt x="13631" y="4832"/>
                </a:moveTo>
                <a:cubicBezTo>
                  <a:pt x="13054" y="5635"/>
                  <a:pt x="12464" y="6428"/>
                  <a:pt x="11865" y="7213"/>
                </a:cubicBezTo>
                <a:lnTo>
                  <a:pt x="11865" y="7213"/>
                </a:lnTo>
                <a:cubicBezTo>
                  <a:pt x="11783" y="7081"/>
                  <a:pt x="11700" y="6949"/>
                  <a:pt x="11617" y="6817"/>
                </a:cubicBezTo>
                <a:cubicBezTo>
                  <a:pt x="11353" y="6396"/>
                  <a:pt x="11086" y="5973"/>
                  <a:pt x="10816" y="5552"/>
                </a:cubicBezTo>
                <a:lnTo>
                  <a:pt x="10816" y="5552"/>
                </a:lnTo>
                <a:cubicBezTo>
                  <a:pt x="11756" y="5320"/>
                  <a:pt x="12695" y="5082"/>
                  <a:pt x="13631" y="4832"/>
                </a:cubicBezTo>
                <a:close/>
                <a:moveTo>
                  <a:pt x="5447" y="6821"/>
                </a:moveTo>
                <a:lnTo>
                  <a:pt x="5447" y="6821"/>
                </a:lnTo>
                <a:cubicBezTo>
                  <a:pt x="5412" y="7578"/>
                  <a:pt x="5383" y="8337"/>
                  <a:pt x="5358" y="9095"/>
                </a:cubicBezTo>
                <a:lnTo>
                  <a:pt x="5358" y="9095"/>
                </a:lnTo>
                <a:cubicBezTo>
                  <a:pt x="4278" y="8603"/>
                  <a:pt x="3200" y="8103"/>
                  <a:pt x="2127" y="7595"/>
                </a:cubicBezTo>
                <a:lnTo>
                  <a:pt x="2127" y="7595"/>
                </a:lnTo>
                <a:cubicBezTo>
                  <a:pt x="3233" y="7333"/>
                  <a:pt x="4340" y="7077"/>
                  <a:pt x="5447" y="6821"/>
                </a:cubicBezTo>
                <a:close/>
                <a:moveTo>
                  <a:pt x="9795" y="5801"/>
                </a:moveTo>
                <a:cubicBezTo>
                  <a:pt x="10147" y="6347"/>
                  <a:pt x="10492" y="6896"/>
                  <a:pt x="10833" y="7443"/>
                </a:cubicBezTo>
                <a:cubicBezTo>
                  <a:pt x="10961" y="7647"/>
                  <a:pt x="11089" y="7852"/>
                  <a:pt x="11216" y="8057"/>
                </a:cubicBezTo>
                <a:lnTo>
                  <a:pt x="11216" y="8057"/>
                </a:lnTo>
                <a:cubicBezTo>
                  <a:pt x="10515" y="8963"/>
                  <a:pt x="9804" y="9861"/>
                  <a:pt x="9090" y="10757"/>
                </a:cubicBezTo>
                <a:lnTo>
                  <a:pt x="9090" y="10757"/>
                </a:lnTo>
                <a:cubicBezTo>
                  <a:pt x="8168" y="10356"/>
                  <a:pt x="7249" y="9949"/>
                  <a:pt x="6332" y="9536"/>
                </a:cubicBezTo>
                <a:lnTo>
                  <a:pt x="6332" y="9536"/>
                </a:lnTo>
                <a:cubicBezTo>
                  <a:pt x="6362" y="8553"/>
                  <a:pt x="6396" y="7571"/>
                  <a:pt x="6443" y="6590"/>
                </a:cubicBezTo>
                <a:lnTo>
                  <a:pt x="6443" y="6590"/>
                </a:lnTo>
                <a:cubicBezTo>
                  <a:pt x="7562" y="6331"/>
                  <a:pt x="8679" y="6070"/>
                  <a:pt x="9795" y="5801"/>
                </a:cubicBezTo>
                <a:close/>
                <a:moveTo>
                  <a:pt x="11771" y="8958"/>
                </a:moveTo>
                <a:cubicBezTo>
                  <a:pt x="12536" y="10214"/>
                  <a:pt x="13278" y="11491"/>
                  <a:pt x="13947" y="12799"/>
                </a:cubicBezTo>
                <a:lnTo>
                  <a:pt x="13947" y="12799"/>
                </a:lnTo>
                <a:cubicBezTo>
                  <a:pt x="12637" y="12267"/>
                  <a:pt x="11332" y="11721"/>
                  <a:pt x="10032" y="11163"/>
                </a:cubicBezTo>
                <a:lnTo>
                  <a:pt x="10032" y="11163"/>
                </a:lnTo>
                <a:cubicBezTo>
                  <a:pt x="10616" y="10431"/>
                  <a:pt x="11196" y="9697"/>
                  <a:pt x="11771" y="8958"/>
                </a:cubicBezTo>
                <a:close/>
                <a:moveTo>
                  <a:pt x="6300" y="10607"/>
                </a:moveTo>
                <a:cubicBezTo>
                  <a:pt x="7016" y="10927"/>
                  <a:pt x="7732" y="11244"/>
                  <a:pt x="8451" y="11557"/>
                </a:cubicBezTo>
                <a:lnTo>
                  <a:pt x="8451" y="11557"/>
                </a:lnTo>
                <a:cubicBezTo>
                  <a:pt x="7691" y="12508"/>
                  <a:pt x="6929" y="13457"/>
                  <a:pt x="6174" y="14413"/>
                </a:cubicBezTo>
                <a:lnTo>
                  <a:pt x="6174" y="14413"/>
                </a:lnTo>
                <a:cubicBezTo>
                  <a:pt x="6229" y="13146"/>
                  <a:pt x="6264" y="11877"/>
                  <a:pt x="6300" y="10607"/>
                </a:cubicBezTo>
                <a:close/>
                <a:moveTo>
                  <a:pt x="6513" y="1"/>
                </a:moveTo>
                <a:cubicBezTo>
                  <a:pt x="6290" y="1"/>
                  <a:pt x="6060" y="131"/>
                  <a:pt x="6026" y="362"/>
                </a:cubicBezTo>
                <a:cubicBezTo>
                  <a:pt x="5760" y="2163"/>
                  <a:pt x="5604" y="3972"/>
                  <a:pt x="5501" y="5786"/>
                </a:cubicBezTo>
                <a:lnTo>
                  <a:pt x="5501" y="5786"/>
                </a:lnTo>
                <a:cubicBezTo>
                  <a:pt x="3837" y="6171"/>
                  <a:pt x="2172" y="6555"/>
                  <a:pt x="511" y="6958"/>
                </a:cubicBezTo>
                <a:cubicBezTo>
                  <a:pt x="115" y="7055"/>
                  <a:pt x="1" y="7681"/>
                  <a:pt x="393" y="7868"/>
                </a:cubicBezTo>
                <a:cubicBezTo>
                  <a:pt x="2028" y="8652"/>
                  <a:pt x="3672" y="9419"/>
                  <a:pt x="5324" y="10167"/>
                </a:cubicBezTo>
                <a:lnTo>
                  <a:pt x="5324" y="10167"/>
                </a:lnTo>
                <a:cubicBezTo>
                  <a:pt x="5265" y="12097"/>
                  <a:pt x="5213" y="14027"/>
                  <a:pt x="5099" y="15951"/>
                </a:cubicBezTo>
                <a:cubicBezTo>
                  <a:pt x="5085" y="16196"/>
                  <a:pt x="5221" y="16347"/>
                  <a:pt x="5397" y="16404"/>
                </a:cubicBezTo>
                <a:lnTo>
                  <a:pt x="5397" y="16404"/>
                </a:lnTo>
                <a:cubicBezTo>
                  <a:pt x="5468" y="16450"/>
                  <a:pt x="5548" y="16477"/>
                  <a:pt x="5628" y="16477"/>
                </a:cubicBezTo>
                <a:cubicBezTo>
                  <a:pt x="5740" y="16477"/>
                  <a:pt x="5853" y="16426"/>
                  <a:pt x="5948" y="16303"/>
                </a:cubicBezTo>
                <a:cubicBezTo>
                  <a:pt x="7084" y="14845"/>
                  <a:pt x="8241" y="13406"/>
                  <a:pt x="9393" y="11965"/>
                </a:cubicBezTo>
                <a:lnTo>
                  <a:pt x="9393" y="11965"/>
                </a:lnTo>
                <a:cubicBezTo>
                  <a:pt x="11196" y="12741"/>
                  <a:pt x="13009" y="13494"/>
                  <a:pt x="14832" y="14222"/>
                </a:cubicBezTo>
                <a:cubicBezTo>
                  <a:pt x="14891" y="14245"/>
                  <a:pt x="14947" y="14256"/>
                  <a:pt x="14999" y="14256"/>
                </a:cubicBezTo>
                <a:cubicBezTo>
                  <a:pt x="15344" y="14256"/>
                  <a:pt x="15535" y="13791"/>
                  <a:pt x="15394" y="13491"/>
                </a:cubicBezTo>
                <a:cubicBezTo>
                  <a:pt x="14529" y="11640"/>
                  <a:pt x="13496" y="9859"/>
                  <a:pt x="12424" y="8114"/>
                </a:cubicBezTo>
                <a:lnTo>
                  <a:pt x="12424" y="8114"/>
                </a:lnTo>
                <a:cubicBezTo>
                  <a:pt x="13397" y="6844"/>
                  <a:pt x="14350" y="5557"/>
                  <a:pt x="15264" y="4238"/>
                </a:cubicBezTo>
                <a:cubicBezTo>
                  <a:pt x="15493" y="3909"/>
                  <a:pt x="15177" y="3491"/>
                  <a:pt x="14822" y="3491"/>
                </a:cubicBezTo>
                <a:cubicBezTo>
                  <a:pt x="14782" y="3491"/>
                  <a:pt x="14741" y="3496"/>
                  <a:pt x="14701" y="3507"/>
                </a:cubicBezTo>
                <a:cubicBezTo>
                  <a:pt x="13221" y="3921"/>
                  <a:pt x="11733" y="4302"/>
                  <a:pt x="10242" y="4667"/>
                </a:cubicBezTo>
                <a:lnTo>
                  <a:pt x="10242" y="4667"/>
                </a:lnTo>
                <a:cubicBezTo>
                  <a:pt x="9206" y="3091"/>
                  <a:pt x="8105" y="1549"/>
                  <a:pt x="6860" y="143"/>
                </a:cubicBezTo>
                <a:cubicBezTo>
                  <a:pt x="6774" y="46"/>
                  <a:pt x="6645" y="1"/>
                  <a:pt x="6513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46" name="Google Shape;9846;p30"/>
          <p:cNvSpPr/>
          <p:nvPr/>
        </p:nvSpPr>
        <p:spPr>
          <a:xfrm>
            <a:off x="7759050" y="1833575"/>
            <a:ext cx="117525" cy="110100"/>
          </a:xfrm>
          <a:custGeom>
            <a:rect b="b" l="l" r="r" t="t"/>
            <a:pathLst>
              <a:path extrusionOk="0" h="4404" w="4701">
                <a:moveTo>
                  <a:pt x="1951" y="1032"/>
                </a:moveTo>
                <a:cubicBezTo>
                  <a:pt x="1950" y="1033"/>
                  <a:pt x="1949" y="1033"/>
                  <a:pt x="1947" y="1033"/>
                </a:cubicBezTo>
                <a:cubicBezTo>
                  <a:pt x="1948" y="1033"/>
                  <a:pt x="1950" y="1033"/>
                  <a:pt x="1951" y="1032"/>
                </a:cubicBezTo>
                <a:close/>
                <a:moveTo>
                  <a:pt x="2857" y="1059"/>
                </a:moveTo>
                <a:cubicBezTo>
                  <a:pt x="2871" y="1059"/>
                  <a:pt x="2889" y="1066"/>
                  <a:pt x="2907" y="1075"/>
                </a:cubicBezTo>
                <a:lnTo>
                  <a:pt x="2907" y="1075"/>
                </a:lnTo>
                <a:cubicBezTo>
                  <a:pt x="2887" y="1068"/>
                  <a:pt x="2858" y="1059"/>
                  <a:pt x="2857" y="1059"/>
                </a:cubicBezTo>
                <a:close/>
                <a:moveTo>
                  <a:pt x="3091" y="1185"/>
                </a:moveTo>
                <a:cubicBezTo>
                  <a:pt x="3091" y="1185"/>
                  <a:pt x="3091" y="1185"/>
                  <a:pt x="3091" y="1185"/>
                </a:cubicBezTo>
                <a:lnTo>
                  <a:pt x="3091" y="1185"/>
                </a:lnTo>
                <a:cubicBezTo>
                  <a:pt x="3091" y="1185"/>
                  <a:pt x="3091" y="1185"/>
                  <a:pt x="3091" y="1185"/>
                </a:cubicBezTo>
                <a:close/>
                <a:moveTo>
                  <a:pt x="3104" y="1198"/>
                </a:moveTo>
                <a:cubicBezTo>
                  <a:pt x="3111" y="1203"/>
                  <a:pt x="3118" y="1208"/>
                  <a:pt x="3125" y="1213"/>
                </a:cubicBezTo>
                <a:cubicBezTo>
                  <a:pt x="3142" y="1224"/>
                  <a:pt x="3149" y="1229"/>
                  <a:pt x="3148" y="1229"/>
                </a:cubicBezTo>
                <a:cubicBezTo>
                  <a:pt x="3148" y="1229"/>
                  <a:pt x="3121" y="1211"/>
                  <a:pt x="3104" y="1198"/>
                </a:cubicBezTo>
                <a:close/>
                <a:moveTo>
                  <a:pt x="1747" y="3319"/>
                </a:moveTo>
                <a:cubicBezTo>
                  <a:pt x="1767" y="3326"/>
                  <a:pt x="1803" y="3338"/>
                  <a:pt x="1802" y="3338"/>
                </a:cubicBezTo>
                <a:cubicBezTo>
                  <a:pt x="1800" y="3339"/>
                  <a:pt x="1799" y="3339"/>
                  <a:pt x="1797" y="3339"/>
                </a:cubicBezTo>
                <a:cubicBezTo>
                  <a:pt x="1785" y="3339"/>
                  <a:pt x="1766" y="3330"/>
                  <a:pt x="1747" y="3319"/>
                </a:cubicBezTo>
                <a:close/>
                <a:moveTo>
                  <a:pt x="2463" y="3393"/>
                </a:moveTo>
                <a:cubicBezTo>
                  <a:pt x="2461" y="3393"/>
                  <a:pt x="2459" y="3393"/>
                  <a:pt x="2456" y="3393"/>
                </a:cubicBezTo>
                <a:lnTo>
                  <a:pt x="2456" y="3393"/>
                </a:lnTo>
                <a:cubicBezTo>
                  <a:pt x="2459" y="3393"/>
                  <a:pt x="2462" y="3393"/>
                  <a:pt x="2463" y="3393"/>
                </a:cubicBezTo>
                <a:close/>
                <a:moveTo>
                  <a:pt x="2387" y="989"/>
                </a:moveTo>
                <a:cubicBezTo>
                  <a:pt x="2440" y="989"/>
                  <a:pt x="2491" y="989"/>
                  <a:pt x="2541" y="993"/>
                </a:cubicBezTo>
                <a:cubicBezTo>
                  <a:pt x="2560" y="993"/>
                  <a:pt x="2582" y="997"/>
                  <a:pt x="2601" y="998"/>
                </a:cubicBezTo>
                <a:lnTo>
                  <a:pt x="2601" y="998"/>
                </a:lnTo>
                <a:cubicBezTo>
                  <a:pt x="2682" y="1018"/>
                  <a:pt x="2761" y="1029"/>
                  <a:pt x="2840" y="1057"/>
                </a:cubicBezTo>
                <a:cubicBezTo>
                  <a:pt x="2857" y="1061"/>
                  <a:pt x="2876" y="1069"/>
                  <a:pt x="2895" y="1076"/>
                </a:cubicBezTo>
                <a:cubicBezTo>
                  <a:pt x="2906" y="1079"/>
                  <a:pt x="2914" y="1081"/>
                  <a:pt x="2919" y="1082"/>
                </a:cubicBezTo>
                <a:lnTo>
                  <a:pt x="2919" y="1082"/>
                </a:lnTo>
                <a:cubicBezTo>
                  <a:pt x="2944" y="1096"/>
                  <a:pt x="2968" y="1113"/>
                  <a:pt x="2984" y="1122"/>
                </a:cubicBezTo>
                <a:cubicBezTo>
                  <a:pt x="3015" y="1139"/>
                  <a:pt x="3049" y="1160"/>
                  <a:pt x="3080" y="1181"/>
                </a:cubicBezTo>
                <a:cubicBezTo>
                  <a:pt x="3084" y="1184"/>
                  <a:pt x="3088" y="1186"/>
                  <a:pt x="3092" y="1189"/>
                </a:cubicBezTo>
                <a:lnTo>
                  <a:pt x="3092" y="1189"/>
                </a:lnTo>
                <a:cubicBezTo>
                  <a:pt x="3107" y="1217"/>
                  <a:pt x="3258" y="1347"/>
                  <a:pt x="3274" y="1366"/>
                </a:cubicBezTo>
                <a:cubicBezTo>
                  <a:pt x="3278" y="1370"/>
                  <a:pt x="3281" y="1374"/>
                  <a:pt x="3284" y="1378"/>
                </a:cubicBezTo>
                <a:lnTo>
                  <a:pt x="3284" y="1378"/>
                </a:lnTo>
                <a:cubicBezTo>
                  <a:pt x="3304" y="1410"/>
                  <a:pt x="3328" y="1440"/>
                  <a:pt x="3348" y="1474"/>
                </a:cubicBezTo>
                <a:cubicBezTo>
                  <a:pt x="3367" y="1503"/>
                  <a:pt x="3386" y="1535"/>
                  <a:pt x="3403" y="1569"/>
                </a:cubicBezTo>
                <a:cubicBezTo>
                  <a:pt x="3409" y="1579"/>
                  <a:pt x="3414" y="1591"/>
                  <a:pt x="3420" y="1604"/>
                </a:cubicBezTo>
                <a:lnTo>
                  <a:pt x="3420" y="1604"/>
                </a:lnTo>
                <a:cubicBezTo>
                  <a:pt x="3420" y="1602"/>
                  <a:pt x="3420" y="1600"/>
                  <a:pt x="3420" y="1598"/>
                </a:cubicBezTo>
                <a:lnTo>
                  <a:pt x="3420" y="1598"/>
                </a:lnTo>
                <a:cubicBezTo>
                  <a:pt x="3420" y="1600"/>
                  <a:pt x="3420" y="1602"/>
                  <a:pt x="3420" y="1604"/>
                </a:cubicBezTo>
                <a:lnTo>
                  <a:pt x="3420" y="1604"/>
                </a:lnTo>
                <a:cubicBezTo>
                  <a:pt x="3420" y="1604"/>
                  <a:pt x="3420" y="1604"/>
                  <a:pt x="3420" y="1604"/>
                </a:cubicBezTo>
                <a:lnTo>
                  <a:pt x="3420" y="1604"/>
                </a:lnTo>
                <a:cubicBezTo>
                  <a:pt x="3420" y="1621"/>
                  <a:pt x="3423" y="1634"/>
                  <a:pt x="3427" y="1644"/>
                </a:cubicBezTo>
                <a:lnTo>
                  <a:pt x="3427" y="1644"/>
                </a:lnTo>
                <a:cubicBezTo>
                  <a:pt x="3423" y="1630"/>
                  <a:pt x="3420" y="1616"/>
                  <a:pt x="3420" y="1604"/>
                </a:cubicBezTo>
                <a:lnTo>
                  <a:pt x="3420" y="1604"/>
                </a:lnTo>
                <a:cubicBezTo>
                  <a:pt x="3422" y="1608"/>
                  <a:pt x="3424" y="1613"/>
                  <a:pt x="3426" y="1617"/>
                </a:cubicBezTo>
                <a:cubicBezTo>
                  <a:pt x="3442" y="1646"/>
                  <a:pt x="3443" y="1659"/>
                  <a:pt x="3439" y="1659"/>
                </a:cubicBezTo>
                <a:cubicBezTo>
                  <a:pt x="3436" y="1659"/>
                  <a:pt x="3432" y="1654"/>
                  <a:pt x="3427" y="1644"/>
                </a:cubicBezTo>
                <a:lnTo>
                  <a:pt x="3427" y="1644"/>
                </a:lnTo>
                <a:cubicBezTo>
                  <a:pt x="3443" y="1697"/>
                  <a:pt x="3479" y="1760"/>
                  <a:pt x="3491" y="1802"/>
                </a:cubicBezTo>
                <a:cubicBezTo>
                  <a:pt x="3500" y="1838"/>
                  <a:pt x="3508" y="1874"/>
                  <a:pt x="3517" y="1910"/>
                </a:cubicBezTo>
                <a:cubicBezTo>
                  <a:pt x="3521" y="1933"/>
                  <a:pt x="3525" y="1954"/>
                  <a:pt x="3529" y="1977"/>
                </a:cubicBezTo>
                <a:cubicBezTo>
                  <a:pt x="3534" y="2005"/>
                  <a:pt x="3537" y="2015"/>
                  <a:pt x="3538" y="2015"/>
                </a:cubicBezTo>
                <a:cubicBezTo>
                  <a:pt x="3540" y="2015"/>
                  <a:pt x="3530" y="1942"/>
                  <a:pt x="3525" y="1939"/>
                </a:cubicBezTo>
                <a:lnTo>
                  <a:pt x="3525" y="1939"/>
                </a:lnTo>
                <a:cubicBezTo>
                  <a:pt x="3550" y="1954"/>
                  <a:pt x="3538" y="2142"/>
                  <a:pt x="3538" y="2173"/>
                </a:cubicBezTo>
                <a:cubicBezTo>
                  <a:pt x="3538" y="2215"/>
                  <a:pt x="3535" y="2257"/>
                  <a:pt x="3533" y="2297"/>
                </a:cubicBezTo>
                <a:cubicBezTo>
                  <a:pt x="3532" y="2312"/>
                  <a:pt x="3530" y="2326"/>
                  <a:pt x="3529" y="2339"/>
                </a:cubicBezTo>
                <a:lnTo>
                  <a:pt x="3529" y="2339"/>
                </a:lnTo>
                <a:cubicBezTo>
                  <a:pt x="3514" y="2409"/>
                  <a:pt x="3504" y="2477"/>
                  <a:pt x="3483" y="2546"/>
                </a:cubicBezTo>
                <a:cubicBezTo>
                  <a:pt x="3472" y="2582"/>
                  <a:pt x="3462" y="2618"/>
                  <a:pt x="3449" y="2651"/>
                </a:cubicBezTo>
                <a:cubicBezTo>
                  <a:pt x="3445" y="2663"/>
                  <a:pt x="3440" y="2676"/>
                  <a:pt x="3436" y="2688"/>
                </a:cubicBezTo>
                <a:lnTo>
                  <a:pt x="3436" y="2688"/>
                </a:lnTo>
                <a:cubicBezTo>
                  <a:pt x="3398" y="2751"/>
                  <a:pt x="3369" y="2818"/>
                  <a:pt x="3329" y="2881"/>
                </a:cubicBezTo>
                <a:cubicBezTo>
                  <a:pt x="3324" y="2889"/>
                  <a:pt x="3300" y="2922"/>
                  <a:pt x="3284" y="2945"/>
                </a:cubicBezTo>
                <a:lnTo>
                  <a:pt x="3284" y="2945"/>
                </a:lnTo>
                <a:cubicBezTo>
                  <a:pt x="3263" y="2968"/>
                  <a:pt x="3232" y="3005"/>
                  <a:pt x="3224" y="3014"/>
                </a:cubicBezTo>
                <a:cubicBezTo>
                  <a:pt x="3198" y="3041"/>
                  <a:pt x="3171" y="3069"/>
                  <a:pt x="3142" y="3094"/>
                </a:cubicBezTo>
                <a:cubicBezTo>
                  <a:pt x="3127" y="3106"/>
                  <a:pt x="3112" y="3119"/>
                  <a:pt x="3099" y="3132"/>
                </a:cubicBezTo>
                <a:cubicBezTo>
                  <a:pt x="3075" y="3154"/>
                  <a:pt x="3071" y="3163"/>
                  <a:pt x="3076" y="3163"/>
                </a:cubicBezTo>
                <a:cubicBezTo>
                  <a:pt x="3076" y="3163"/>
                  <a:pt x="3077" y="3163"/>
                  <a:pt x="3078" y="3162"/>
                </a:cubicBezTo>
                <a:lnTo>
                  <a:pt x="3078" y="3162"/>
                </a:lnTo>
                <a:cubicBezTo>
                  <a:pt x="3021" y="3203"/>
                  <a:pt x="2923" y="3245"/>
                  <a:pt x="2889" y="3262"/>
                </a:cubicBezTo>
                <a:cubicBezTo>
                  <a:pt x="2863" y="3275"/>
                  <a:pt x="2803" y="3296"/>
                  <a:pt x="2805" y="3296"/>
                </a:cubicBezTo>
                <a:cubicBezTo>
                  <a:pt x="2806" y="3296"/>
                  <a:pt x="2822" y="3291"/>
                  <a:pt x="2866" y="3277"/>
                </a:cubicBezTo>
                <a:lnTo>
                  <a:pt x="2866" y="3277"/>
                </a:lnTo>
                <a:cubicBezTo>
                  <a:pt x="2823" y="3292"/>
                  <a:pt x="2783" y="3309"/>
                  <a:pt x="2741" y="3323"/>
                </a:cubicBezTo>
                <a:cubicBezTo>
                  <a:pt x="2642" y="3355"/>
                  <a:pt x="2541" y="3376"/>
                  <a:pt x="2438" y="3395"/>
                </a:cubicBezTo>
                <a:cubicBezTo>
                  <a:pt x="2437" y="3395"/>
                  <a:pt x="2437" y="3395"/>
                  <a:pt x="2437" y="3395"/>
                </a:cubicBezTo>
                <a:lnTo>
                  <a:pt x="2437" y="3395"/>
                </a:lnTo>
                <a:cubicBezTo>
                  <a:pt x="2416" y="3397"/>
                  <a:pt x="2395" y="3400"/>
                  <a:pt x="2375" y="3401"/>
                </a:cubicBezTo>
                <a:cubicBezTo>
                  <a:pt x="2330" y="3403"/>
                  <a:pt x="2284" y="3406"/>
                  <a:pt x="2240" y="3406"/>
                </a:cubicBezTo>
                <a:cubicBezTo>
                  <a:pt x="2226" y="3406"/>
                  <a:pt x="2211" y="3406"/>
                  <a:pt x="2197" y="3406"/>
                </a:cubicBezTo>
                <a:cubicBezTo>
                  <a:pt x="2163" y="3406"/>
                  <a:pt x="2129" y="3405"/>
                  <a:pt x="2094" y="3403"/>
                </a:cubicBezTo>
                <a:cubicBezTo>
                  <a:pt x="2081" y="3402"/>
                  <a:pt x="2067" y="3400"/>
                  <a:pt x="2054" y="3398"/>
                </a:cubicBezTo>
                <a:lnTo>
                  <a:pt x="2054" y="3398"/>
                </a:lnTo>
                <a:cubicBezTo>
                  <a:pt x="1975" y="3376"/>
                  <a:pt x="1893" y="3365"/>
                  <a:pt x="1814" y="3340"/>
                </a:cubicBezTo>
                <a:cubicBezTo>
                  <a:pt x="1797" y="3334"/>
                  <a:pt x="1778" y="3326"/>
                  <a:pt x="1762" y="3321"/>
                </a:cubicBezTo>
                <a:cubicBezTo>
                  <a:pt x="1752" y="3318"/>
                  <a:pt x="1745" y="3316"/>
                  <a:pt x="1740" y="3315"/>
                </a:cubicBezTo>
                <a:lnTo>
                  <a:pt x="1740" y="3315"/>
                </a:lnTo>
                <a:cubicBezTo>
                  <a:pt x="1716" y="3301"/>
                  <a:pt x="1691" y="3283"/>
                  <a:pt x="1679" y="3277"/>
                </a:cubicBezTo>
                <a:cubicBezTo>
                  <a:pt x="1648" y="3258"/>
                  <a:pt x="1616" y="3241"/>
                  <a:pt x="1587" y="3220"/>
                </a:cubicBezTo>
                <a:cubicBezTo>
                  <a:pt x="1572" y="3210"/>
                  <a:pt x="1557" y="3199"/>
                  <a:pt x="1543" y="3191"/>
                </a:cubicBezTo>
                <a:cubicBezTo>
                  <a:pt x="1525" y="3180"/>
                  <a:pt x="1519" y="3175"/>
                  <a:pt x="1519" y="3175"/>
                </a:cubicBezTo>
                <a:lnTo>
                  <a:pt x="1519" y="3175"/>
                </a:lnTo>
                <a:cubicBezTo>
                  <a:pt x="1518" y="3175"/>
                  <a:pt x="1582" y="3218"/>
                  <a:pt x="1580" y="3218"/>
                </a:cubicBezTo>
                <a:cubicBezTo>
                  <a:pt x="1580" y="3218"/>
                  <a:pt x="1579" y="3218"/>
                  <a:pt x="1578" y="3218"/>
                </a:cubicBezTo>
                <a:cubicBezTo>
                  <a:pt x="1542" y="3218"/>
                  <a:pt x="1420" y="3070"/>
                  <a:pt x="1399" y="3045"/>
                </a:cubicBezTo>
                <a:cubicBezTo>
                  <a:pt x="1384" y="3030"/>
                  <a:pt x="1353" y="2977"/>
                  <a:pt x="1351" y="2977"/>
                </a:cubicBezTo>
                <a:lnTo>
                  <a:pt x="1351" y="2977"/>
                </a:lnTo>
                <a:cubicBezTo>
                  <a:pt x="1350" y="2977"/>
                  <a:pt x="1354" y="2985"/>
                  <a:pt x="1363" y="3005"/>
                </a:cubicBezTo>
                <a:cubicBezTo>
                  <a:pt x="1372" y="3025"/>
                  <a:pt x="1375" y="3032"/>
                  <a:pt x="1374" y="3032"/>
                </a:cubicBezTo>
                <a:cubicBezTo>
                  <a:pt x="1372" y="3032"/>
                  <a:pt x="1335" y="2962"/>
                  <a:pt x="1326" y="2946"/>
                </a:cubicBezTo>
                <a:cubicBezTo>
                  <a:pt x="1285" y="2881"/>
                  <a:pt x="1252" y="2814"/>
                  <a:pt x="1215" y="2746"/>
                </a:cubicBezTo>
                <a:lnTo>
                  <a:pt x="1215" y="2746"/>
                </a:lnTo>
                <a:cubicBezTo>
                  <a:pt x="1214" y="2743"/>
                  <a:pt x="1213" y="2740"/>
                  <a:pt x="1212" y="2736"/>
                </a:cubicBezTo>
                <a:cubicBezTo>
                  <a:pt x="1199" y="2702"/>
                  <a:pt x="1187" y="2668"/>
                  <a:pt x="1176" y="2635"/>
                </a:cubicBezTo>
                <a:cubicBezTo>
                  <a:pt x="1153" y="2559"/>
                  <a:pt x="1132" y="2481"/>
                  <a:pt x="1119" y="2403"/>
                </a:cubicBezTo>
                <a:cubicBezTo>
                  <a:pt x="1119" y="2401"/>
                  <a:pt x="1118" y="2399"/>
                  <a:pt x="1118" y="2397"/>
                </a:cubicBezTo>
                <a:lnTo>
                  <a:pt x="1118" y="2397"/>
                </a:lnTo>
                <a:cubicBezTo>
                  <a:pt x="1122" y="2365"/>
                  <a:pt x="1108" y="2315"/>
                  <a:pt x="1106" y="2283"/>
                </a:cubicBezTo>
                <a:cubicBezTo>
                  <a:pt x="1102" y="2203"/>
                  <a:pt x="1102" y="2123"/>
                  <a:pt x="1106" y="2043"/>
                </a:cubicBezTo>
                <a:cubicBezTo>
                  <a:pt x="1107" y="2033"/>
                  <a:pt x="1110" y="2004"/>
                  <a:pt x="1113" y="1978"/>
                </a:cubicBezTo>
                <a:lnTo>
                  <a:pt x="1113" y="1978"/>
                </a:lnTo>
                <a:cubicBezTo>
                  <a:pt x="1117" y="1953"/>
                  <a:pt x="1123" y="1911"/>
                  <a:pt x="1125" y="1899"/>
                </a:cubicBezTo>
                <a:cubicBezTo>
                  <a:pt x="1144" y="1813"/>
                  <a:pt x="1170" y="1731"/>
                  <a:pt x="1197" y="1647"/>
                </a:cubicBezTo>
                <a:cubicBezTo>
                  <a:pt x="1199" y="1642"/>
                  <a:pt x="1200" y="1637"/>
                  <a:pt x="1201" y="1634"/>
                </a:cubicBezTo>
                <a:lnTo>
                  <a:pt x="1201" y="1634"/>
                </a:lnTo>
                <a:cubicBezTo>
                  <a:pt x="1203" y="1630"/>
                  <a:pt x="1205" y="1626"/>
                  <a:pt x="1208" y="1621"/>
                </a:cubicBezTo>
                <a:cubicBezTo>
                  <a:pt x="1227" y="1583"/>
                  <a:pt x="1246" y="1543"/>
                  <a:pt x="1269" y="1507"/>
                </a:cubicBezTo>
                <a:cubicBezTo>
                  <a:pt x="1290" y="1470"/>
                  <a:pt x="1313" y="1434"/>
                  <a:pt x="1338" y="1398"/>
                </a:cubicBezTo>
                <a:cubicBezTo>
                  <a:pt x="1341" y="1394"/>
                  <a:pt x="1344" y="1390"/>
                  <a:pt x="1346" y="1386"/>
                </a:cubicBezTo>
                <a:lnTo>
                  <a:pt x="1346" y="1386"/>
                </a:lnTo>
                <a:cubicBezTo>
                  <a:pt x="1346" y="1386"/>
                  <a:pt x="1346" y="1386"/>
                  <a:pt x="1347" y="1385"/>
                </a:cubicBezTo>
                <a:cubicBezTo>
                  <a:pt x="1399" y="1329"/>
                  <a:pt x="1454" y="1275"/>
                  <a:pt x="1511" y="1223"/>
                </a:cubicBezTo>
                <a:lnTo>
                  <a:pt x="1511" y="1223"/>
                </a:lnTo>
                <a:cubicBezTo>
                  <a:pt x="1524" y="1213"/>
                  <a:pt x="1537" y="1203"/>
                  <a:pt x="1551" y="1194"/>
                </a:cubicBezTo>
                <a:cubicBezTo>
                  <a:pt x="1589" y="1170"/>
                  <a:pt x="1627" y="1147"/>
                  <a:pt x="1667" y="1126"/>
                </a:cubicBezTo>
                <a:cubicBezTo>
                  <a:pt x="1682" y="1119"/>
                  <a:pt x="1697" y="1111"/>
                  <a:pt x="1712" y="1103"/>
                </a:cubicBezTo>
                <a:lnTo>
                  <a:pt x="1712" y="1103"/>
                </a:lnTo>
                <a:cubicBezTo>
                  <a:pt x="1755" y="1090"/>
                  <a:pt x="1797" y="1075"/>
                  <a:pt x="1840" y="1063"/>
                </a:cubicBezTo>
                <a:cubicBezTo>
                  <a:pt x="1884" y="1050"/>
                  <a:pt x="1928" y="1042"/>
                  <a:pt x="1970" y="1031"/>
                </a:cubicBezTo>
                <a:cubicBezTo>
                  <a:pt x="1976" y="1030"/>
                  <a:pt x="1983" y="1028"/>
                  <a:pt x="1990" y="1026"/>
                </a:cubicBezTo>
                <a:lnTo>
                  <a:pt x="1990" y="1026"/>
                </a:lnTo>
                <a:cubicBezTo>
                  <a:pt x="2008" y="1025"/>
                  <a:pt x="2026" y="1024"/>
                  <a:pt x="2042" y="1023"/>
                </a:cubicBezTo>
                <a:cubicBezTo>
                  <a:pt x="2063" y="1021"/>
                  <a:pt x="2083" y="1018"/>
                  <a:pt x="2104" y="1015"/>
                </a:cubicBezTo>
                <a:lnTo>
                  <a:pt x="2104" y="1015"/>
                </a:lnTo>
                <a:cubicBezTo>
                  <a:pt x="2127" y="1013"/>
                  <a:pt x="2151" y="1010"/>
                  <a:pt x="2175" y="1006"/>
                </a:cubicBezTo>
                <a:cubicBezTo>
                  <a:pt x="2200" y="1002"/>
                  <a:pt x="2223" y="998"/>
                  <a:pt x="2248" y="996"/>
                </a:cubicBezTo>
                <a:lnTo>
                  <a:pt x="2248" y="996"/>
                </a:lnTo>
                <a:cubicBezTo>
                  <a:pt x="2202" y="1002"/>
                  <a:pt x="2186" y="1004"/>
                  <a:pt x="2186" y="1004"/>
                </a:cubicBezTo>
                <a:cubicBezTo>
                  <a:pt x="2187" y="1004"/>
                  <a:pt x="2227" y="999"/>
                  <a:pt x="2246" y="998"/>
                </a:cubicBezTo>
                <a:cubicBezTo>
                  <a:pt x="2293" y="996"/>
                  <a:pt x="2341" y="991"/>
                  <a:pt x="2387" y="989"/>
                </a:cubicBezTo>
                <a:close/>
                <a:moveTo>
                  <a:pt x="2431" y="0"/>
                </a:moveTo>
                <a:cubicBezTo>
                  <a:pt x="2283" y="0"/>
                  <a:pt x="2134" y="12"/>
                  <a:pt x="1987" y="33"/>
                </a:cubicBezTo>
                <a:lnTo>
                  <a:pt x="1987" y="33"/>
                </a:lnTo>
                <a:cubicBezTo>
                  <a:pt x="1519" y="79"/>
                  <a:pt x="1082" y="246"/>
                  <a:pt x="738" y="578"/>
                </a:cubicBezTo>
                <a:cubicBezTo>
                  <a:pt x="443" y="863"/>
                  <a:pt x="236" y="1259"/>
                  <a:pt x="158" y="1661"/>
                </a:cubicBezTo>
                <a:cubicBezTo>
                  <a:pt x="0" y="2477"/>
                  <a:pt x="228" y="3403"/>
                  <a:pt x="896" y="3941"/>
                </a:cubicBezTo>
                <a:cubicBezTo>
                  <a:pt x="1283" y="4251"/>
                  <a:pt x="1777" y="4404"/>
                  <a:pt x="2272" y="4404"/>
                </a:cubicBezTo>
                <a:cubicBezTo>
                  <a:pt x="2762" y="4404"/>
                  <a:pt x="3253" y="4255"/>
                  <a:pt x="3645" y="3962"/>
                </a:cubicBezTo>
                <a:cubicBezTo>
                  <a:pt x="4395" y="3401"/>
                  <a:pt x="4700" y="2409"/>
                  <a:pt x="4443" y="1512"/>
                </a:cubicBezTo>
                <a:cubicBezTo>
                  <a:pt x="4302" y="1025"/>
                  <a:pt x="4003" y="604"/>
                  <a:pt x="3582" y="321"/>
                </a:cubicBezTo>
                <a:cubicBezTo>
                  <a:pt x="3236" y="89"/>
                  <a:pt x="2836" y="0"/>
                  <a:pt x="2431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47" name="Google Shape;9847;p30"/>
          <p:cNvSpPr/>
          <p:nvPr/>
        </p:nvSpPr>
        <p:spPr>
          <a:xfrm>
            <a:off x="6972450" y="1587425"/>
            <a:ext cx="176025" cy="165050"/>
          </a:xfrm>
          <a:custGeom>
            <a:rect b="b" l="l" r="r" t="t"/>
            <a:pathLst>
              <a:path extrusionOk="0" h="6602" w="7041">
                <a:moveTo>
                  <a:pt x="4935" y="1378"/>
                </a:moveTo>
                <a:cubicBezTo>
                  <a:pt x="4939" y="1380"/>
                  <a:pt x="4948" y="1387"/>
                  <a:pt x="4965" y="1400"/>
                </a:cubicBezTo>
                <a:cubicBezTo>
                  <a:pt x="4955" y="1392"/>
                  <a:pt x="4945" y="1385"/>
                  <a:pt x="4935" y="1378"/>
                </a:cubicBezTo>
                <a:close/>
                <a:moveTo>
                  <a:pt x="1630" y="1762"/>
                </a:moveTo>
                <a:lnTo>
                  <a:pt x="1630" y="1762"/>
                </a:lnTo>
                <a:cubicBezTo>
                  <a:pt x="1621" y="1773"/>
                  <a:pt x="1618" y="1778"/>
                  <a:pt x="1618" y="1778"/>
                </a:cubicBezTo>
                <a:cubicBezTo>
                  <a:pt x="1618" y="1778"/>
                  <a:pt x="1623" y="1771"/>
                  <a:pt x="1630" y="1762"/>
                </a:cubicBezTo>
                <a:close/>
                <a:moveTo>
                  <a:pt x="3639" y="986"/>
                </a:moveTo>
                <a:cubicBezTo>
                  <a:pt x="4036" y="986"/>
                  <a:pt x="4418" y="1072"/>
                  <a:pt x="4734" y="1250"/>
                </a:cubicBezTo>
                <a:cubicBezTo>
                  <a:pt x="4786" y="1280"/>
                  <a:pt x="4839" y="1313"/>
                  <a:pt x="4890" y="1347"/>
                </a:cubicBezTo>
                <a:cubicBezTo>
                  <a:pt x="4906" y="1357"/>
                  <a:pt x="4921" y="1367"/>
                  <a:pt x="4935" y="1378"/>
                </a:cubicBezTo>
                <a:lnTo>
                  <a:pt x="4935" y="1378"/>
                </a:lnTo>
                <a:cubicBezTo>
                  <a:pt x="4934" y="1377"/>
                  <a:pt x="4933" y="1376"/>
                  <a:pt x="4933" y="1376"/>
                </a:cubicBezTo>
                <a:lnTo>
                  <a:pt x="4933" y="1376"/>
                </a:lnTo>
                <a:cubicBezTo>
                  <a:pt x="4934" y="1376"/>
                  <a:pt x="4964" y="1397"/>
                  <a:pt x="4972" y="1404"/>
                </a:cubicBezTo>
                <a:cubicBezTo>
                  <a:pt x="5081" y="1495"/>
                  <a:pt x="5182" y="1594"/>
                  <a:pt x="5275" y="1701"/>
                </a:cubicBezTo>
                <a:cubicBezTo>
                  <a:pt x="5296" y="1724"/>
                  <a:pt x="5315" y="1747"/>
                  <a:pt x="5332" y="1771"/>
                </a:cubicBezTo>
                <a:cubicBezTo>
                  <a:pt x="5336" y="1776"/>
                  <a:pt x="5339" y="1780"/>
                  <a:pt x="5342" y="1782"/>
                </a:cubicBezTo>
                <a:lnTo>
                  <a:pt x="5342" y="1782"/>
                </a:lnTo>
                <a:cubicBezTo>
                  <a:pt x="5378" y="1835"/>
                  <a:pt x="5414" y="1889"/>
                  <a:pt x="5446" y="1943"/>
                </a:cubicBezTo>
                <a:cubicBezTo>
                  <a:pt x="5477" y="1994"/>
                  <a:pt x="5507" y="2045"/>
                  <a:pt x="5534" y="2097"/>
                </a:cubicBezTo>
                <a:cubicBezTo>
                  <a:pt x="5548" y="2126"/>
                  <a:pt x="5603" y="2244"/>
                  <a:pt x="5604" y="2244"/>
                </a:cubicBezTo>
                <a:cubicBezTo>
                  <a:pt x="5605" y="2244"/>
                  <a:pt x="5604" y="2244"/>
                  <a:pt x="5604" y="2242"/>
                </a:cubicBezTo>
                <a:lnTo>
                  <a:pt x="5604" y="2242"/>
                </a:lnTo>
                <a:cubicBezTo>
                  <a:pt x="5646" y="2347"/>
                  <a:pt x="5682" y="2454"/>
                  <a:pt x="5711" y="2561"/>
                </a:cubicBezTo>
                <a:cubicBezTo>
                  <a:pt x="5726" y="2620"/>
                  <a:pt x="5741" y="2679"/>
                  <a:pt x="5751" y="2738"/>
                </a:cubicBezTo>
                <a:cubicBezTo>
                  <a:pt x="5756" y="2758"/>
                  <a:pt x="5778" y="2901"/>
                  <a:pt x="5781" y="2901"/>
                </a:cubicBezTo>
                <a:cubicBezTo>
                  <a:pt x="5781" y="2901"/>
                  <a:pt x="5781" y="2892"/>
                  <a:pt x="5779" y="2872"/>
                </a:cubicBezTo>
                <a:lnTo>
                  <a:pt x="5779" y="2872"/>
                </a:lnTo>
                <a:cubicBezTo>
                  <a:pt x="5793" y="2999"/>
                  <a:pt x="5800" y="3127"/>
                  <a:pt x="5800" y="3256"/>
                </a:cubicBezTo>
                <a:cubicBezTo>
                  <a:pt x="5798" y="3323"/>
                  <a:pt x="5796" y="3393"/>
                  <a:pt x="5791" y="3460"/>
                </a:cubicBezTo>
                <a:cubicBezTo>
                  <a:pt x="5787" y="3518"/>
                  <a:pt x="5781" y="3572"/>
                  <a:pt x="5780" y="3582"/>
                </a:cubicBezTo>
                <a:lnTo>
                  <a:pt x="5780" y="3582"/>
                </a:lnTo>
                <a:cubicBezTo>
                  <a:pt x="5759" y="3706"/>
                  <a:pt x="5734" y="3831"/>
                  <a:pt x="5699" y="3953"/>
                </a:cubicBezTo>
                <a:cubicBezTo>
                  <a:pt x="5682" y="4012"/>
                  <a:pt x="5663" y="4069"/>
                  <a:pt x="5642" y="4126"/>
                </a:cubicBezTo>
                <a:cubicBezTo>
                  <a:pt x="5631" y="4155"/>
                  <a:pt x="5621" y="4183"/>
                  <a:pt x="5610" y="4212"/>
                </a:cubicBezTo>
                <a:cubicBezTo>
                  <a:pt x="5606" y="4223"/>
                  <a:pt x="5602" y="4232"/>
                  <a:pt x="5600" y="4238"/>
                </a:cubicBezTo>
                <a:lnTo>
                  <a:pt x="5600" y="4238"/>
                </a:lnTo>
                <a:cubicBezTo>
                  <a:pt x="5597" y="4244"/>
                  <a:pt x="5593" y="4252"/>
                  <a:pt x="5589" y="4261"/>
                </a:cubicBezTo>
                <a:cubicBezTo>
                  <a:pt x="5534" y="4370"/>
                  <a:pt x="5477" y="4478"/>
                  <a:pt x="5412" y="4581"/>
                </a:cubicBezTo>
                <a:cubicBezTo>
                  <a:pt x="5311" y="4737"/>
                  <a:pt x="5324" y="4720"/>
                  <a:pt x="5189" y="4863"/>
                </a:cubicBezTo>
                <a:cubicBezTo>
                  <a:pt x="4814" y="5261"/>
                  <a:pt x="4355" y="5476"/>
                  <a:pt x="3756" y="5573"/>
                </a:cubicBezTo>
                <a:cubicBezTo>
                  <a:pt x="3620" y="5595"/>
                  <a:pt x="3482" y="5605"/>
                  <a:pt x="3344" y="5605"/>
                </a:cubicBezTo>
                <a:cubicBezTo>
                  <a:pt x="2954" y="5605"/>
                  <a:pt x="2572" y="5519"/>
                  <a:pt x="2265" y="5346"/>
                </a:cubicBezTo>
                <a:cubicBezTo>
                  <a:pt x="2214" y="5316"/>
                  <a:pt x="2164" y="5285"/>
                  <a:pt x="2113" y="5253"/>
                </a:cubicBezTo>
                <a:cubicBezTo>
                  <a:pt x="2098" y="5243"/>
                  <a:pt x="2015" y="5180"/>
                  <a:pt x="2013" y="5180"/>
                </a:cubicBezTo>
                <a:lnTo>
                  <a:pt x="2013" y="5180"/>
                </a:lnTo>
                <a:cubicBezTo>
                  <a:pt x="2013" y="5180"/>
                  <a:pt x="2019" y="5186"/>
                  <a:pt x="2037" y="5200"/>
                </a:cubicBezTo>
                <a:cubicBezTo>
                  <a:pt x="1930" y="5114"/>
                  <a:pt x="1831" y="5019"/>
                  <a:pt x="1740" y="4916"/>
                </a:cubicBezTo>
                <a:cubicBezTo>
                  <a:pt x="1728" y="4902"/>
                  <a:pt x="1675" y="4837"/>
                  <a:pt x="1657" y="4816"/>
                </a:cubicBezTo>
                <a:lnTo>
                  <a:pt x="1657" y="4816"/>
                </a:lnTo>
                <a:cubicBezTo>
                  <a:pt x="1647" y="4801"/>
                  <a:pt x="1584" y="4711"/>
                  <a:pt x="1570" y="4688"/>
                </a:cubicBezTo>
                <a:cubicBezTo>
                  <a:pt x="1500" y="4579"/>
                  <a:pt x="1439" y="4465"/>
                  <a:pt x="1382" y="4347"/>
                </a:cubicBezTo>
                <a:cubicBezTo>
                  <a:pt x="1372" y="4327"/>
                  <a:pt x="1369" y="4322"/>
                  <a:pt x="1368" y="4322"/>
                </a:cubicBezTo>
                <a:lnTo>
                  <a:pt x="1368" y="4322"/>
                </a:lnTo>
                <a:cubicBezTo>
                  <a:pt x="1368" y="4322"/>
                  <a:pt x="1368" y="4322"/>
                  <a:pt x="1368" y="4322"/>
                </a:cubicBezTo>
                <a:lnTo>
                  <a:pt x="1368" y="4322"/>
                </a:lnTo>
                <a:cubicBezTo>
                  <a:pt x="1366" y="4315"/>
                  <a:pt x="1360" y="4299"/>
                  <a:pt x="1348" y="4265"/>
                </a:cubicBezTo>
                <a:cubicBezTo>
                  <a:pt x="1329" y="4210"/>
                  <a:pt x="1308" y="4155"/>
                  <a:pt x="1291" y="4101"/>
                </a:cubicBezTo>
                <a:cubicBezTo>
                  <a:pt x="1251" y="3974"/>
                  <a:pt x="1220" y="3848"/>
                  <a:pt x="1197" y="3717"/>
                </a:cubicBezTo>
                <a:cubicBezTo>
                  <a:pt x="1192" y="3696"/>
                  <a:pt x="1179" y="3596"/>
                  <a:pt x="1178" y="3596"/>
                </a:cubicBezTo>
                <a:lnTo>
                  <a:pt x="1178" y="3596"/>
                </a:lnTo>
                <a:cubicBezTo>
                  <a:pt x="1178" y="3596"/>
                  <a:pt x="1179" y="3606"/>
                  <a:pt x="1182" y="3633"/>
                </a:cubicBezTo>
                <a:cubicBezTo>
                  <a:pt x="1173" y="3568"/>
                  <a:pt x="1167" y="3502"/>
                  <a:pt x="1165" y="3437"/>
                </a:cubicBezTo>
                <a:cubicBezTo>
                  <a:pt x="1157" y="3304"/>
                  <a:pt x="1157" y="3174"/>
                  <a:pt x="1165" y="3041"/>
                </a:cubicBezTo>
                <a:cubicBezTo>
                  <a:pt x="1167" y="3011"/>
                  <a:pt x="1179" y="2898"/>
                  <a:pt x="1181" y="2870"/>
                </a:cubicBezTo>
                <a:lnTo>
                  <a:pt x="1181" y="2870"/>
                </a:lnTo>
                <a:cubicBezTo>
                  <a:pt x="1186" y="2847"/>
                  <a:pt x="1203" y="2750"/>
                  <a:pt x="1209" y="2721"/>
                </a:cubicBezTo>
                <a:cubicBezTo>
                  <a:pt x="1239" y="2580"/>
                  <a:pt x="1281" y="2443"/>
                  <a:pt x="1327" y="2306"/>
                </a:cubicBezTo>
                <a:cubicBezTo>
                  <a:pt x="1342" y="2262"/>
                  <a:pt x="1345" y="2248"/>
                  <a:pt x="1346" y="2244"/>
                </a:cubicBezTo>
                <a:lnTo>
                  <a:pt x="1346" y="2244"/>
                </a:lnTo>
                <a:cubicBezTo>
                  <a:pt x="1348" y="2241"/>
                  <a:pt x="1355" y="2229"/>
                  <a:pt x="1376" y="2188"/>
                </a:cubicBezTo>
                <a:cubicBezTo>
                  <a:pt x="1407" y="2125"/>
                  <a:pt x="1439" y="2059"/>
                  <a:pt x="1475" y="1998"/>
                </a:cubicBezTo>
                <a:cubicBezTo>
                  <a:pt x="1511" y="1937"/>
                  <a:pt x="1551" y="1878"/>
                  <a:pt x="1588" y="1819"/>
                </a:cubicBezTo>
                <a:cubicBezTo>
                  <a:pt x="1603" y="1799"/>
                  <a:pt x="1618" y="1779"/>
                  <a:pt x="1632" y="1759"/>
                </a:cubicBezTo>
                <a:lnTo>
                  <a:pt x="1632" y="1759"/>
                </a:lnTo>
                <a:cubicBezTo>
                  <a:pt x="1639" y="1751"/>
                  <a:pt x="1646" y="1741"/>
                  <a:pt x="1654" y="1733"/>
                </a:cubicBezTo>
                <a:cubicBezTo>
                  <a:pt x="1744" y="1632"/>
                  <a:pt x="1839" y="1535"/>
                  <a:pt x="1945" y="1446"/>
                </a:cubicBezTo>
                <a:cubicBezTo>
                  <a:pt x="1949" y="1443"/>
                  <a:pt x="1952" y="1440"/>
                  <a:pt x="1955" y="1437"/>
                </a:cubicBezTo>
                <a:lnTo>
                  <a:pt x="1955" y="1437"/>
                </a:lnTo>
                <a:cubicBezTo>
                  <a:pt x="1958" y="1435"/>
                  <a:pt x="1960" y="1434"/>
                  <a:pt x="1963" y="1431"/>
                </a:cubicBezTo>
                <a:cubicBezTo>
                  <a:pt x="1993" y="1410"/>
                  <a:pt x="2022" y="1389"/>
                  <a:pt x="2054" y="1370"/>
                </a:cubicBezTo>
                <a:cubicBezTo>
                  <a:pt x="2115" y="1328"/>
                  <a:pt x="2180" y="1292"/>
                  <a:pt x="2246" y="1257"/>
                </a:cubicBezTo>
                <a:cubicBezTo>
                  <a:pt x="2372" y="1191"/>
                  <a:pt x="2412" y="1174"/>
                  <a:pt x="2604" y="1120"/>
                </a:cubicBezTo>
                <a:cubicBezTo>
                  <a:pt x="2802" y="1065"/>
                  <a:pt x="2859" y="1059"/>
                  <a:pt x="3023" y="1044"/>
                </a:cubicBezTo>
                <a:cubicBezTo>
                  <a:pt x="3046" y="1042"/>
                  <a:pt x="3069" y="1039"/>
                  <a:pt x="3092" y="1035"/>
                </a:cubicBezTo>
                <a:lnTo>
                  <a:pt x="3092" y="1035"/>
                </a:lnTo>
                <a:cubicBezTo>
                  <a:pt x="3113" y="1033"/>
                  <a:pt x="3134" y="1031"/>
                  <a:pt x="3156" y="1027"/>
                </a:cubicBezTo>
                <a:cubicBezTo>
                  <a:pt x="3317" y="1000"/>
                  <a:pt x="3479" y="986"/>
                  <a:pt x="3639" y="986"/>
                </a:cubicBezTo>
                <a:close/>
                <a:moveTo>
                  <a:pt x="3656" y="0"/>
                </a:moveTo>
                <a:cubicBezTo>
                  <a:pt x="3424" y="0"/>
                  <a:pt x="3191" y="20"/>
                  <a:pt x="2962" y="55"/>
                </a:cubicBezTo>
                <a:lnTo>
                  <a:pt x="2962" y="55"/>
                </a:lnTo>
                <a:cubicBezTo>
                  <a:pt x="1592" y="189"/>
                  <a:pt x="506" y="1128"/>
                  <a:pt x="238" y="2500"/>
                </a:cubicBezTo>
                <a:cubicBezTo>
                  <a:pt x="0" y="3730"/>
                  <a:pt x="360" y="5131"/>
                  <a:pt x="1367" y="5933"/>
                </a:cubicBezTo>
                <a:cubicBezTo>
                  <a:pt x="1934" y="6385"/>
                  <a:pt x="2656" y="6602"/>
                  <a:pt x="3382" y="6602"/>
                </a:cubicBezTo>
                <a:cubicBezTo>
                  <a:pt x="4138" y="6602"/>
                  <a:pt x="4898" y="6367"/>
                  <a:pt x="5494" y="5917"/>
                </a:cubicBezTo>
                <a:cubicBezTo>
                  <a:pt x="6607" y="5078"/>
                  <a:pt x="7041" y="3580"/>
                  <a:pt x="6659" y="2253"/>
                </a:cubicBezTo>
                <a:cubicBezTo>
                  <a:pt x="6453" y="1537"/>
                  <a:pt x="6015" y="905"/>
                  <a:pt x="5393" y="488"/>
                </a:cubicBezTo>
                <a:cubicBezTo>
                  <a:pt x="4872" y="137"/>
                  <a:pt x="4267" y="0"/>
                  <a:pt x="3656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48" name="Google Shape;9848;p30"/>
          <p:cNvSpPr txBox="1"/>
          <p:nvPr/>
        </p:nvSpPr>
        <p:spPr>
          <a:xfrm>
            <a:off x="1477650" y="1497975"/>
            <a:ext cx="6188700" cy="3387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2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49" name="Google Shape;9849;p30"/>
          <p:cNvSpPr/>
          <p:nvPr/>
        </p:nvSpPr>
        <p:spPr>
          <a:xfrm rot="-4499992">
            <a:off x="7647023" y="2254838"/>
            <a:ext cx="585793" cy="623413"/>
          </a:xfrm>
          <a:custGeom>
            <a:rect b="b" l="l" r="r" t="t"/>
            <a:pathLst>
              <a:path extrusionOk="0" h="29017" w="27269">
                <a:moveTo>
                  <a:pt x="22507" y="0"/>
                </a:moveTo>
                <a:cubicBezTo>
                  <a:pt x="21719" y="0"/>
                  <a:pt x="20932" y="201"/>
                  <a:pt x="20248" y="603"/>
                </a:cubicBezTo>
                <a:cubicBezTo>
                  <a:pt x="20101" y="684"/>
                  <a:pt x="19960" y="774"/>
                  <a:pt x="19827" y="877"/>
                </a:cubicBezTo>
                <a:cubicBezTo>
                  <a:pt x="19689" y="973"/>
                  <a:pt x="19562" y="1080"/>
                  <a:pt x="19439" y="1195"/>
                </a:cubicBezTo>
                <a:cubicBezTo>
                  <a:pt x="19306" y="1313"/>
                  <a:pt x="19214" y="1408"/>
                  <a:pt x="19117" y="1505"/>
                </a:cubicBezTo>
                <a:lnTo>
                  <a:pt x="18821" y="1800"/>
                </a:lnTo>
                <a:lnTo>
                  <a:pt x="17642" y="2975"/>
                </a:lnTo>
                <a:lnTo>
                  <a:pt x="8210" y="12373"/>
                </a:lnTo>
                <a:lnTo>
                  <a:pt x="3494" y="17071"/>
                </a:lnTo>
                <a:lnTo>
                  <a:pt x="2315" y="18246"/>
                </a:lnTo>
                <a:lnTo>
                  <a:pt x="1721" y="18842"/>
                </a:lnTo>
                <a:cubicBezTo>
                  <a:pt x="1504" y="19073"/>
                  <a:pt x="1291" y="19311"/>
                  <a:pt x="1110" y="19576"/>
                </a:cubicBezTo>
                <a:cubicBezTo>
                  <a:pt x="744" y="20099"/>
                  <a:pt x="454" y="20675"/>
                  <a:pt x="267" y="21287"/>
                </a:cubicBezTo>
                <a:cubicBezTo>
                  <a:pt x="86" y="21900"/>
                  <a:pt x="1" y="22538"/>
                  <a:pt x="13" y="23174"/>
                </a:cubicBezTo>
                <a:cubicBezTo>
                  <a:pt x="35" y="24451"/>
                  <a:pt x="496" y="25713"/>
                  <a:pt x="1281" y="26719"/>
                </a:cubicBezTo>
                <a:cubicBezTo>
                  <a:pt x="1679" y="27216"/>
                  <a:pt x="2146" y="27657"/>
                  <a:pt x="2675" y="28015"/>
                </a:cubicBezTo>
                <a:cubicBezTo>
                  <a:pt x="3210" y="28365"/>
                  <a:pt x="3798" y="28634"/>
                  <a:pt x="4413" y="28805"/>
                </a:cubicBezTo>
                <a:cubicBezTo>
                  <a:pt x="4924" y="28947"/>
                  <a:pt x="5453" y="29016"/>
                  <a:pt x="5983" y="29016"/>
                </a:cubicBezTo>
                <a:cubicBezTo>
                  <a:pt x="6728" y="29016"/>
                  <a:pt x="7474" y="28878"/>
                  <a:pt x="8170" y="28610"/>
                </a:cubicBezTo>
                <a:cubicBezTo>
                  <a:pt x="8765" y="28375"/>
                  <a:pt x="9319" y="28045"/>
                  <a:pt x="9814" y="27642"/>
                </a:cubicBezTo>
                <a:lnTo>
                  <a:pt x="10170" y="27323"/>
                </a:lnTo>
                <a:cubicBezTo>
                  <a:pt x="10285" y="27216"/>
                  <a:pt x="10371" y="27125"/>
                  <a:pt x="10472" y="27025"/>
                </a:cubicBezTo>
                <a:lnTo>
                  <a:pt x="11063" y="26437"/>
                </a:lnTo>
                <a:lnTo>
                  <a:pt x="20495" y="17039"/>
                </a:lnTo>
                <a:cubicBezTo>
                  <a:pt x="21385" y="16152"/>
                  <a:pt x="21860" y="15184"/>
                  <a:pt x="21554" y="14878"/>
                </a:cubicBezTo>
                <a:cubicBezTo>
                  <a:pt x="21491" y="14814"/>
                  <a:pt x="21400" y="14784"/>
                  <a:pt x="21287" y="14784"/>
                </a:cubicBezTo>
                <a:cubicBezTo>
                  <a:pt x="20852" y="14784"/>
                  <a:pt x="20096" y="15227"/>
                  <a:pt x="19389" y="15931"/>
                </a:cubicBezTo>
                <a:lnTo>
                  <a:pt x="9957" y="25329"/>
                </a:lnTo>
                <a:lnTo>
                  <a:pt x="9369" y="25916"/>
                </a:lnTo>
                <a:cubicBezTo>
                  <a:pt x="9272" y="26009"/>
                  <a:pt x="9166" y="26121"/>
                  <a:pt x="9079" y="26200"/>
                </a:cubicBezTo>
                <a:lnTo>
                  <a:pt x="8814" y="26439"/>
                </a:lnTo>
                <a:cubicBezTo>
                  <a:pt x="8448" y="26735"/>
                  <a:pt x="8041" y="26978"/>
                  <a:pt x="7603" y="27152"/>
                </a:cubicBezTo>
                <a:cubicBezTo>
                  <a:pt x="7090" y="27349"/>
                  <a:pt x="6538" y="27451"/>
                  <a:pt x="5987" y="27451"/>
                </a:cubicBezTo>
                <a:cubicBezTo>
                  <a:pt x="5595" y="27451"/>
                  <a:pt x="5204" y="27399"/>
                  <a:pt x="4826" y="27294"/>
                </a:cubicBezTo>
                <a:cubicBezTo>
                  <a:pt x="4373" y="27166"/>
                  <a:pt x="3939" y="26970"/>
                  <a:pt x="3544" y="26715"/>
                </a:cubicBezTo>
                <a:cubicBezTo>
                  <a:pt x="3154" y="26449"/>
                  <a:pt x="2808" y="26121"/>
                  <a:pt x="2512" y="25753"/>
                </a:cubicBezTo>
                <a:cubicBezTo>
                  <a:pt x="1935" y="25011"/>
                  <a:pt x="1591" y="24083"/>
                  <a:pt x="1577" y="23138"/>
                </a:cubicBezTo>
                <a:cubicBezTo>
                  <a:pt x="1570" y="22667"/>
                  <a:pt x="1633" y="22194"/>
                  <a:pt x="1764" y="21743"/>
                </a:cubicBezTo>
                <a:cubicBezTo>
                  <a:pt x="1902" y="21291"/>
                  <a:pt x="2118" y="20866"/>
                  <a:pt x="2387" y="20480"/>
                </a:cubicBezTo>
                <a:cubicBezTo>
                  <a:pt x="2520" y="20285"/>
                  <a:pt x="2677" y="20110"/>
                  <a:pt x="2838" y="19937"/>
                </a:cubicBezTo>
                <a:lnTo>
                  <a:pt x="3418" y="19355"/>
                </a:lnTo>
                <a:lnTo>
                  <a:pt x="4597" y="18180"/>
                </a:lnTo>
                <a:lnTo>
                  <a:pt x="9313" y="13480"/>
                </a:lnTo>
                <a:lnTo>
                  <a:pt x="18747" y="4082"/>
                </a:lnTo>
                <a:lnTo>
                  <a:pt x="19926" y="2907"/>
                </a:lnTo>
                <a:lnTo>
                  <a:pt x="20220" y="2615"/>
                </a:lnTo>
                <a:cubicBezTo>
                  <a:pt x="20318" y="2515"/>
                  <a:pt x="20421" y="2412"/>
                  <a:pt x="20497" y="2348"/>
                </a:cubicBezTo>
                <a:cubicBezTo>
                  <a:pt x="20576" y="2273"/>
                  <a:pt x="20660" y="2201"/>
                  <a:pt x="20751" y="2140"/>
                </a:cubicBezTo>
                <a:cubicBezTo>
                  <a:pt x="20836" y="2070"/>
                  <a:pt x="20930" y="2014"/>
                  <a:pt x="21027" y="1961"/>
                </a:cubicBezTo>
                <a:cubicBezTo>
                  <a:pt x="21473" y="1696"/>
                  <a:pt x="21990" y="1565"/>
                  <a:pt x="22507" y="1565"/>
                </a:cubicBezTo>
                <a:cubicBezTo>
                  <a:pt x="22870" y="1565"/>
                  <a:pt x="23232" y="1629"/>
                  <a:pt x="23570" y="1758"/>
                </a:cubicBezTo>
                <a:cubicBezTo>
                  <a:pt x="24397" y="2056"/>
                  <a:pt x="25065" y="2764"/>
                  <a:pt x="25342" y="3593"/>
                </a:cubicBezTo>
                <a:cubicBezTo>
                  <a:pt x="25634" y="4424"/>
                  <a:pt x="25517" y="5384"/>
                  <a:pt x="25051" y="6128"/>
                </a:cubicBezTo>
                <a:cubicBezTo>
                  <a:pt x="24938" y="6315"/>
                  <a:pt x="24797" y="6486"/>
                  <a:pt x="24646" y="6647"/>
                </a:cubicBezTo>
                <a:lnTo>
                  <a:pt x="24063" y="7229"/>
                </a:lnTo>
                <a:lnTo>
                  <a:pt x="22884" y="8404"/>
                </a:lnTo>
                <a:lnTo>
                  <a:pt x="20526" y="10752"/>
                </a:lnTo>
                <a:lnTo>
                  <a:pt x="15811" y="15452"/>
                </a:lnTo>
                <a:lnTo>
                  <a:pt x="11095" y="20150"/>
                </a:lnTo>
                <a:lnTo>
                  <a:pt x="10506" y="20739"/>
                </a:lnTo>
                <a:cubicBezTo>
                  <a:pt x="10283" y="20961"/>
                  <a:pt x="10170" y="21073"/>
                  <a:pt x="10011" y="21174"/>
                </a:cubicBezTo>
                <a:cubicBezTo>
                  <a:pt x="9754" y="21340"/>
                  <a:pt x="9447" y="21423"/>
                  <a:pt x="9141" y="21423"/>
                </a:cubicBezTo>
                <a:cubicBezTo>
                  <a:pt x="9072" y="21423"/>
                  <a:pt x="9004" y="21419"/>
                  <a:pt x="8936" y="21411"/>
                </a:cubicBezTo>
                <a:cubicBezTo>
                  <a:pt x="8184" y="21331"/>
                  <a:pt x="7552" y="20653"/>
                  <a:pt x="7524" y="19898"/>
                </a:cubicBezTo>
                <a:cubicBezTo>
                  <a:pt x="7500" y="19524"/>
                  <a:pt x="7607" y="19142"/>
                  <a:pt x="7834" y="18846"/>
                </a:cubicBezTo>
                <a:cubicBezTo>
                  <a:pt x="7858" y="18806"/>
                  <a:pt x="7890" y="18770"/>
                  <a:pt x="7922" y="18737"/>
                </a:cubicBezTo>
                <a:cubicBezTo>
                  <a:pt x="7951" y="18701"/>
                  <a:pt x="7979" y="18667"/>
                  <a:pt x="8035" y="18611"/>
                </a:cubicBezTo>
                <a:lnTo>
                  <a:pt x="8325" y="18313"/>
                </a:lnTo>
                <a:lnTo>
                  <a:pt x="8906" y="17717"/>
                </a:lnTo>
                <a:lnTo>
                  <a:pt x="11224" y="15333"/>
                </a:lnTo>
                <a:lnTo>
                  <a:pt x="15864" y="10561"/>
                </a:lnTo>
                <a:cubicBezTo>
                  <a:pt x="16739" y="9661"/>
                  <a:pt x="17200" y="8685"/>
                  <a:pt x="16894" y="8380"/>
                </a:cubicBezTo>
                <a:cubicBezTo>
                  <a:pt x="16832" y="8319"/>
                  <a:pt x="16743" y="8290"/>
                  <a:pt x="16633" y="8290"/>
                </a:cubicBezTo>
                <a:cubicBezTo>
                  <a:pt x="16201" y="8290"/>
                  <a:pt x="15448" y="8744"/>
                  <a:pt x="14749" y="9464"/>
                </a:cubicBezTo>
                <a:lnTo>
                  <a:pt x="10105" y="14239"/>
                </a:lnTo>
                <a:lnTo>
                  <a:pt x="7784" y="16627"/>
                </a:lnTo>
                <a:lnTo>
                  <a:pt x="7204" y="17224"/>
                </a:lnTo>
                <a:lnTo>
                  <a:pt x="6914" y="17522"/>
                </a:lnTo>
                <a:cubicBezTo>
                  <a:pt x="6870" y="17566"/>
                  <a:pt x="6806" y="17635"/>
                  <a:pt x="6745" y="17705"/>
                </a:cubicBezTo>
                <a:cubicBezTo>
                  <a:pt x="6685" y="17774"/>
                  <a:pt x="6625" y="17844"/>
                  <a:pt x="6574" y="17920"/>
                </a:cubicBezTo>
                <a:cubicBezTo>
                  <a:pt x="6130" y="18510"/>
                  <a:pt x="5916" y="19262"/>
                  <a:pt x="5963" y="19993"/>
                </a:cubicBezTo>
                <a:cubicBezTo>
                  <a:pt x="6005" y="20725"/>
                  <a:pt x="6307" y="21448"/>
                  <a:pt x="6816" y="21979"/>
                </a:cubicBezTo>
                <a:cubicBezTo>
                  <a:pt x="7313" y="22514"/>
                  <a:pt x="8009" y="22878"/>
                  <a:pt x="8739" y="22963"/>
                </a:cubicBezTo>
                <a:cubicBezTo>
                  <a:pt x="8873" y="22981"/>
                  <a:pt x="9009" y="22989"/>
                  <a:pt x="9144" y="22989"/>
                </a:cubicBezTo>
                <a:cubicBezTo>
                  <a:pt x="9743" y="22989"/>
                  <a:pt x="10342" y="22822"/>
                  <a:pt x="10848" y="22496"/>
                </a:cubicBezTo>
                <a:cubicBezTo>
                  <a:pt x="11003" y="22395"/>
                  <a:pt x="11152" y="22287"/>
                  <a:pt x="11286" y="22162"/>
                </a:cubicBezTo>
                <a:cubicBezTo>
                  <a:pt x="11439" y="22025"/>
                  <a:pt x="11502" y="21951"/>
                  <a:pt x="11612" y="21848"/>
                </a:cubicBezTo>
                <a:lnTo>
                  <a:pt x="12200" y="21260"/>
                </a:lnTo>
                <a:lnTo>
                  <a:pt x="16916" y="16562"/>
                </a:lnTo>
                <a:lnTo>
                  <a:pt x="21632" y="11862"/>
                </a:lnTo>
                <a:lnTo>
                  <a:pt x="23990" y="9514"/>
                </a:lnTo>
                <a:lnTo>
                  <a:pt x="25169" y="8339"/>
                </a:lnTo>
                <a:lnTo>
                  <a:pt x="25763" y="7742"/>
                </a:lnTo>
                <a:cubicBezTo>
                  <a:pt x="25994" y="7502"/>
                  <a:pt x="26206" y="7241"/>
                  <a:pt x="26381" y="6955"/>
                </a:cubicBezTo>
                <a:cubicBezTo>
                  <a:pt x="27093" y="5816"/>
                  <a:pt x="27268" y="4360"/>
                  <a:pt x="26825" y="3092"/>
                </a:cubicBezTo>
                <a:cubicBezTo>
                  <a:pt x="26397" y="1820"/>
                  <a:pt x="25389" y="758"/>
                  <a:pt x="24125" y="295"/>
                </a:cubicBezTo>
                <a:cubicBezTo>
                  <a:pt x="23609" y="98"/>
                  <a:pt x="23058" y="0"/>
                  <a:pt x="22507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850" name="Google Shape;9850;p30"/>
          <p:cNvGrpSpPr/>
          <p:nvPr/>
        </p:nvGrpSpPr>
        <p:grpSpPr>
          <a:xfrm rot="540130">
            <a:off x="7907613" y="2733004"/>
            <a:ext cx="398029" cy="1705842"/>
            <a:chOff x="5686500" y="2272225"/>
            <a:chExt cx="481300" cy="2589250"/>
          </a:xfrm>
        </p:grpSpPr>
        <p:sp>
          <p:nvSpPr>
            <p:cNvPr id="9851" name="Google Shape;9851;p30"/>
            <p:cNvSpPr/>
            <p:nvPr/>
          </p:nvSpPr>
          <p:spPr>
            <a:xfrm>
              <a:off x="5686500" y="3674725"/>
              <a:ext cx="260950" cy="1082650"/>
            </a:xfrm>
            <a:custGeom>
              <a:rect b="b" l="l" r="r" t="t"/>
              <a:pathLst>
                <a:path extrusionOk="0" h="43306" w="10438">
                  <a:moveTo>
                    <a:pt x="7833" y="1"/>
                  </a:moveTo>
                  <a:cubicBezTo>
                    <a:pt x="7371" y="1"/>
                    <a:pt x="6972" y="354"/>
                    <a:pt x="6919" y="826"/>
                  </a:cubicBezTo>
                  <a:lnTo>
                    <a:pt x="6917" y="856"/>
                  </a:lnTo>
                  <a:cubicBezTo>
                    <a:pt x="6721" y="2624"/>
                    <a:pt x="6364" y="4312"/>
                    <a:pt x="5698" y="5866"/>
                  </a:cubicBezTo>
                  <a:cubicBezTo>
                    <a:pt x="5050" y="7434"/>
                    <a:pt x="4084" y="8863"/>
                    <a:pt x="3088" y="10468"/>
                  </a:cubicBezTo>
                  <a:cubicBezTo>
                    <a:pt x="2589" y="11280"/>
                    <a:pt x="2092" y="12124"/>
                    <a:pt x="1654" y="13039"/>
                  </a:cubicBezTo>
                  <a:cubicBezTo>
                    <a:pt x="1226" y="13954"/>
                    <a:pt x="864" y="14928"/>
                    <a:pt x="605" y="15926"/>
                  </a:cubicBezTo>
                  <a:cubicBezTo>
                    <a:pt x="331" y="16927"/>
                    <a:pt x="189" y="17942"/>
                    <a:pt x="83" y="18960"/>
                  </a:cubicBezTo>
                  <a:cubicBezTo>
                    <a:pt x="49" y="19968"/>
                    <a:pt x="0" y="20983"/>
                    <a:pt x="91" y="21967"/>
                  </a:cubicBezTo>
                  <a:cubicBezTo>
                    <a:pt x="306" y="25901"/>
                    <a:pt x="1297" y="29668"/>
                    <a:pt x="2718" y="33243"/>
                  </a:cubicBezTo>
                  <a:cubicBezTo>
                    <a:pt x="3455" y="35019"/>
                    <a:pt x="4316" y="36736"/>
                    <a:pt x="5302" y="38373"/>
                  </a:cubicBezTo>
                  <a:cubicBezTo>
                    <a:pt x="6303" y="40015"/>
                    <a:pt x="7369" y="41561"/>
                    <a:pt x="8712" y="43012"/>
                  </a:cubicBezTo>
                  <a:lnTo>
                    <a:pt x="8710" y="43012"/>
                  </a:lnTo>
                  <a:cubicBezTo>
                    <a:pt x="8886" y="43202"/>
                    <a:pt x="9133" y="43306"/>
                    <a:pt x="9386" y="43306"/>
                  </a:cubicBezTo>
                  <a:cubicBezTo>
                    <a:pt x="9540" y="43306"/>
                    <a:pt x="9697" y="43267"/>
                    <a:pt x="9840" y="43185"/>
                  </a:cubicBezTo>
                  <a:cubicBezTo>
                    <a:pt x="10281" y="42933"/>
                    <a:pt x="10437" y="42368"/>
                    <a:pt x="10185" y="41923"/>
                  </a:cubicBezTo>
                  <a:lnTo>
                    <a:pt x="10158" y="41872"/>
                  </a:lnTo>
                  <a:cubicBezTo>
                    <a:pt x="8416" y="38782"/>
                    <a:pt x="6936" y="35440"/>
                    <a:pt x="5813" y="32078"/>
                  </a:cubicBezTo>
                  <a:cubicBezTo>
                    <a:pt x="4693" y="28709"/>
                    <a:pt x="3905" y="25206"/>
                    <a:pt x="3643" y="21742"/>
                  </a:cubicBezTo>
                  <a:cubicBezTo>
                    <a:pt x="3499" y="20024"/>
                    <a:pt x="3580" y="18346"/>
                    <a:pt x="3929" y="16751"/>
                  </a:cubicBezTo>
                  <a:cubicBezTo>
                    <a:pt x="4282" y="15151"/>
                    <a:pt x="4942" y="13636"/>
                    <a:pt x="5789" y="12041"/>
                  </a:cubicBezTo>
                  <a:cubicBezTo>
                    <a:pt x="6645" y="10453"/>
                    <a:pt x="7602" y="8689"/>
                    <a:pt x="8169" y="6752"/>
                  </a:cubicBezTo>
                  <a:cubicBezTo>
                    <a:pt x="8749" y="4816"/>
                    <a:pt x="8903" y="2791"/>
                    <a:pt x="8752" y="856"/>
                  </a:cubicBezTo>
                  <a:cubicBezTo>
                    <a:pt x="8720" y="420"/>
                    <a:pt x="8382" y="58"/>
                    <a:pt x="7934" y="7"/>
                  </a:cubicBezTo>
                  <a:cubicBezTo>
                    <a:pt x="7900" y="3"/>
                    <a:pt x="7866" y="1"/>
                    <a:pt x="783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52" name="Google Shape;9852;p30"/>
            <p:cNvSpPr/>
            <p:nvPr/>
          </p:nvSpPr>
          <p:spPr>
            <a:xfrm>
              <a:off x="5922350" y="2272225"/>
              <a:ext cx="208275" cy="167975"/>
            </a:xfrm>
            <a:custGeom>
              <a:rect b="b" l="l" r="r" t="t"/>
              <a:pathLst>
                <a:path extrusionOk="0" h="6719" w="8331">
                  <a:moveTo>
                    <a:pt x="4165" y="0"/>
                  </a:moveTo>
                  <a:cubicBezTo>
                    <a:pt x="3993" y="0"/>
                    <a:pt x="3820" y="86"/>
                    <a:pt x="3721" y="257"/>
                  </a:cubicBezTo>
                  <a:lnTo>
                    <a:pt x="0" y="6719"/>
                  </a:lnTo>
                  <a:lnTo>
                    <a:pt x="8331" y="6719"/>
                  </a:lnTo>
                  <a:lnTo>
                    <a:pt x="4607" y="257"/>
                  </a:lnTo>
                  <a:cubicBezTo>
                    <a:pt x="4509" y="86"/>
                    <a:pt x="4337" y="0"/>
                    <a:pt x="416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53" name="Google Shape;9853;p30"/>
            <p:cNvSpPr/>
            <p:nvPr/>
          </p:nvSpPr>
          <p:spPr>
            <a:xfrm>
              <a:off x="5880875" y="3567725"/>
              <a:ext cx="286925" cy="1293750"/>
            </a:xfrm>
            <a:custGeom>
              <a:rect b="b" l="l" r="r" t="t"/>
              <a:pathLst>
                <a:path extrusionOk="0" h="51750" w="11477">
                  <a:moveTo>
                    <a:pt x="66" y="0"/>
                  </a:moveTo>
                  <a:lnTo>
                    <a:pt x="66" y="0"/>
                  </a:lnTo>
                  <a:cubicBezTo>
                    <a:pt x="0" y="16111"/>
                    <a:pt x="514" y="31974"/>
                    <a:pt x="1659" y="47561"/>
                  </a:cubicBezTo>
                  <a:cubicBezTo>
                    <a:pt x="1659" y="48718"/>
                    <a:pt x="2124" y="49768"/>
                    <a:pt x="2877" y="50524"/>
                  </a:cubicBezTo>
                  <a:cubicBezTo>
                    <a:pt x="3631" y="51282"/>
                    <a:pt x="4673" y="51749"/>
                    <a:pt x="5823" y="51749"/>
                  </a:cubicBezTo>
                  <a:cubicBezTo>
                    <a:pt x="8128" y="51749"/>
                    <a:pt x="9990" y="49870"/>
                    <a:pt x="9990" y="47561"/>
                  </a:cubicBezTo>
                  <a:cubicBezTo>
                    <a:pt x="10968" y="31913"/>
                    <a:pt x="11470" y="16370"/>
                    <a:pt x="11477" y="905"/>
                  </a:cubicBezTo>
                  <a:lnTo>
                    <a:pt x="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54" name="Google Shape;9854;p30"/>
            <p:cNvSpPr/>
            <p:nvPr/>
          </p:nvSpPr>
          <p:spPr>
            <a:xfrm>
              <a:off x="5954500" y="3306675"/>
              <a:ext cx="150975" cy="825125"/>
            </a:xfrm>
            <a:custGeom>
              <a:rect b="b" l="l" r="r" t="t"/>
              <a:pathLst>
                <a:path extrusionOk="0" h="33005" w="6039">
                  <a:moveTo>
                    <a:pt x="3020" y="0"/>
                  </a:moveTo>
                  <a:cubicBezTo>
                    <a:pt x="2220" y="0"/>
                    <a:pt x="1452" y="1740"/>
                    <a:pt x="887" y="4835"/>
                  </a:cubicBezTo>
                  <a:cubicBezTo>
                    <a:pt x="319" y="7930"/>
                    <a:pt x="1" y="12125"/>
                    <a:pt x="1" y="16502"/>
                  </a:cubicBezTo>
                  <a:cubicBezTo>
                    <a:pt x="1" y="20879"/>
                    <a:pt x="319" y="25077"/>
                    <a:pt x="887" y="28172"/>
                  </a:cubicBezTo>
                  <a:cubicBezTo>
                    <a:pt x="1452" y="31267"/>
                    <a:pt x="2220" y="33004"/>
                    <a:pt x="3020" y="33004"/>
                  </a:cubicBezTo>
                  <a:cubicBezTo>
                    <a:pt x="3820" y="33004"/>
                    <a:pt x="4588" y="31267"/>
                    <a:pt x="5153" y="28172"/>
                  </a:cubicBezTo>
                  <a:cubicBezTo>
                    <a:pt x="5721" y="25077"/>
                    <a:pt x="6039" y="20879"/>
                    <a:pt x="6039" y="16502"/>
                  </a:cubicBezTo>
                  <a:cubicBezTo>
                    <a:pt x="6039" y="12125"/>
                    <a:pt x="5721" y="7930"/>
                    <a:pt x="5153" y="4835"/>
                  </a:cubicBezTo>
                  <a:cubicBezTo>
                    <a:pt x="4588" y="1740"/>
                    <a:pt x="3820" y="0"/>
                    <a:pt x="302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9855" name="Google Shape;9855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03625" y="1425875"/>
            <a:ext cx="6970550" cy="3105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59" name="Shape 98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860" name="Google Shape;9860;p31"/>
          <p:cNvGrpSpPr/>
          <p:nvPr/>
        </p:nvGrpSpPr>
        <p:grpSpPr>
          <a:xfrm rot="-1319860">
            <a:off x="1312550" y="696718"/>
            <a:ext cx="2270117" cy="183542"/>
            <a:chOff x="5419725" y="2413000"/>
            <a:chExt cx="2169725" cy="175425"/>
          </a:xfrm>
        </p:grpSpPr>
        <p:sp>
          <p:nvSpPr>
            <p:cNvPr id="9861" name="Google Shape;9861;p31"/>
            <p:cNvSpPr/>
            <p:nvPr/>
          </p:nvSpPr>
          <p:spPr>
            <a:xfrm>
              <a:off x="5419725" y="2413000"/>
              <a:ext cx="2027325" cy="175425"/>
            </a:xfrm>
            <a:custGeom>
              <a:rect b="b" l="l" r="r" t="t"/>
              <a:pathLst>
                <a:path extrusionOk="0" h="7017" w="81093">
                  <a:moveTo>
                    <a:pt x="3509" y="0"/>
                  </a:moveTo>
                  <a:cubicBezTo>
                    <a:pt x="1571" y="0"/>
                    <a:pt x="0" y="1571"/>
                    <a:pt x="0" y="3508"/>
                  </a:cubicBezTo>
                  <a:cubicBezTo>
                    <a:pt x="0" y="5446"/>
                    <a:pt x="1571" y="7017"/>
                    <a:pt x="3509" y="7017"/>
                  </a:cubicBezTo>
                  <a:lnTo>
                    <a:pt x="81093" y="7017"/>
                  </a:lnTo>
                  <a:lnTo>
                    <a:pt x="81093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62" name="Google Shape;9862;p31"/>
            <p:cNvSpPr/>
            <p:nvPr/>
          </p:nvSpPr>
          <p:spPr>
            <a:xfrm>
              <a:off x="7447025" y="2413000"/>
              <a:ext cx="142425" cy="175425"/>
            </a:xfrm>
            <a:custGeom>
              <a:rect b="b" l="l" r="r" t="t"/>
              <a:pathLst>
                <a:path extrusionOk="0" h="7017" w="5697">
                  <a:moveTo>
                    <a:pt x="1" y="0"/>
                  </a:moveTo>
                  <a:lnTo>
                    <a:pt x="1" y="7017"/>
                  </a:lnTo>
                  <a:lnTo>
                    <a:pt x="5410" y="3880"/>
                  </a:lnTo>
                  <a:cubicBezTo>
                    <a:pt x="5696" y="3714"/>
                    <a:pt x="5696" y="3300"/>
                    <a:pt x="5410" y="3134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63" name="Google Shape;9863;p31"/>
            <p:cNvSpPr/>
            <p:nvPr/>
          </p:nvSpPr>
          <p:spPr>
            <a:xfrm>
              <a:off x="6846100" y="2459400"/>
              <a:ext cx="492625" cy="82550"/>
            </a:xfrm>
            <a:custGeom>
              <a:rect b="b" l="l" r="r" t="t"/>
              <a:pathLst>
                <a:path extrusionOk="0" h="3302" w="19705">
                  <a:moveTo>
                    <a:pt x="1650" y="1"/>
                  </a:moveTo>
                  <a:cubicBezTo>
                    <a:pt x="740" y="1"/>
                    <a:pt x="1" y="740"/>
                    <a:pt x="1" y="1652"/>
                  </a:cubicBezTo>
                  <a:cubicBezTo>
                    <a:pt x="1" y="2562"/>
                    <a:pt x="740" y="3301"/>
                    <a:pt x="1650" y="3301"/>
                  </a:cubicBezTo>
                  <a:lnTo>
                    <a:pt x="18054" y="3301"/>
                  </a:lnTo>
                  <a:cubicBezTo>
                    <a:pt x="18966" y="3301"/>
                    <a:pt x="19705" y="2562"/>
                    <a:pt x="19705" y="1652"/>
                  </a:cubicBezTo>
                  <a:cubicBezTo>
                    <a:pt x="19705" y="740"/>
                    <a:pt x="18966" y="1"/>
                    <a:pt x="1805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864" name="Google Shape;9864;p31"/>
          <p:cNvSpPr txBox="1"/>
          <p:nvPr>
            <p:ph type="title"/>
          </p:nvPr>
        </p:nvSpPr>
        <p:spPr>
          <a:xfrm>
            <a:off x="1062000" y="639675"/>
            <a:ext cx="7020000" cy="9345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2000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300"/>
              <a:buFont typeface="Gantari ExtraBold"/>
              <a:buNone/>
            </a:pPr>
            <a:r>
              <a:rPr b="1" lang="en-US" sz="4000">
                <a:latin typeface="Sorts Mill Goudy"/>
                <a:ea typeface="Sorts Mill Goudy"/>
                <a:cs typeface="Sorts Mill Goudy"/>
                <a:sym typeface="Sorts Mill Goudy"/>
              </a:rPr>
              <a:t>Lo-Fi Design II</a:t>
            </a:r>
            <a:endParaRPr b="1" sz="4000">
              <a:latin typeface="Sorts Mill Goudy"/>
              <a:ea typeface="Sorts Mill Goudy"/>
              <a:cs typeface="Sorts Mill Goudy"/>
              <a:sym typeface="Sorts Mill Goudy"/>
            </a:endParaRPr>
          </a:p>
        </p:txBody>
      </p:sp>
      <p:sp>
        <p:nvSpPr>
          <p:cNvPr id="9865" name="Google Shape;9865;p31"/>
          <p:cNvSpPr/>
          <p:nvPr/>
        </p:nvSpPr>
        <p:spPr>
          <a:xfrm>
            <a:off x="7897930" y="1168641"/>
            <a:ext cx="388400" cy="411925"/>
          </a:xfrm>
          <a:custGeom>
            <a:rect b="b" l="l" r="r" t="t"/>
            <a:pathLst>
              <a:path extrusionOk="0" h="16477" w="15536">
                <a:moveTo>
                  <a:pt x="6847" y="1663"/>
                </a:moveTo>
                <a:cubicBezTo>
                  <a:pt x="7694" y="2699"/>
                  <a:pt x="8474" y="3796"/>
                  <a:pt x="9217" y="4915"/>
                </a:cubicBezTo>
                <a:lnTo>
                  <a:pt x="9217" y="4915"/>
                </a:lnTo>
                <a:cubicBezTo>
                  <a:pt x="8312" y="5132"/>
                  <a:pt x="7406" y="5345"/>
                  <a:pt x="6499" y="5555"/>
                </a:cubicBezTo>
                <a:lnTo>
                  <a:pt x="6499" y="5555"/>
                </a:lnTo>
                <a:cubicBezTo>
                  <a:pt x="6577" y="4254"/>
                  <a:pt x="6686" y="2956"/>
                  <a:pt x="6847" y="1663"/>
                </a:cubicBezTo>
                <a:close/>
                <a:moveTo>
                  <a:pt x="13631" y="4832"/>
                </a:moveTo>
                <a:cubicBezTo>
                  <a:pt x="13054" y="5635"/>
                  <a:pt x="12464" y="6428"/>
                  <a:pt x="11865" y="7213"/>
                </a:cubicBezTo>
                <a:lnTo>
                  <a:pt x="11865" y="7213"/>
                </a:lnTo>
                <a:cubicBezTo>
                  <a:pt x="11783" y="7081"/>
                  <a:pt x="11700" y="6949"/>
                  <a:pt x="11617" y="6817"/>
                </a:cubicBezTo>
                <a:cubicBezTo>
                  <a:pt x="11353" y="6396"/>
                  <a:pt x="11086" y="5973"/>
                  <a:pt x="10816" y="5552"/>
                </a:cubicBezTo>
                <a:lnTo>
                  <a:pt x="10816" y="5552"/>
                </a:lnTo>
                <a:cubicBezTo>
                  <a:pt x="11756" y="5320"/>
                  <a:pt x="12695" y="5082"/>
                  <a:pt x="13631" y="4832"/>
                </a:cubicBezTo>
                <a:close/>
                <a:moveTo>
                  <a:pt x="5447" y="6821"/>
                </a:moveTo>
                <a:lnTo>
                  <a:pt x="5447" y="6821"/>
                </a:lnTo>
                <a:cubicBezTo>
                  <a:pt x="5412" y="7578"/>
                  <a:pt x="5383" y="8337"/>
                  <a:pt x="5358" y="9095"/>
                </a:cubicBezTo>
                <a:lnTo>
                  <a:pt x="5358" y="9095"/>
                </a:lnTo>
                <a:cubicBezTo>
                  <a:pt x="4278" y="8603"/>
                  <a:pt x="3200" y="8103"/>
                  <a:pt x="2127" y="7595"/>
                </a:cubicBezTo>
                <a:lnTo>
                  <a:pt x="2127" y="7595"/>
                </a:lnTo>
                <a:cubicBezTo>
                  <a:pt x="3233" y="7333"/>
                  <a:pt x="4340" y="7077"/>
                  <a:pt x="5447" y="6821"/>
                </a:cubicBezTo>
                <a:close/>
                <a:moveTo>
                  <a:pt x="9795" y="5801"/>
                </a:moveTo>
                <a:cubicBezTo>
                  <a:pt x="10147" y="6347"/>
                  <a:pt x="10492" y="6896"/>
                  <a:pt x="10833" y="7443"/>
                </a:cubicBezTo>
                <a:cubicBezTo>
                  <a:pt x="10961" y="7647"/>
                  <a:pt x="11089" y="7852"/>
                  <a:pt x="11216" y="8057"/>
                </a:cubicBezTo>
                <a:lnTo>
                  <a:pt x="11216" y="8057"/>
                </a:lnTo>
                <a:cubicBezTo>
                  <a:pt x="10515" y="8963"/>
                  <a:pt x="9804" y="9861"/>
                  <a:pt x="9090" y="10757"/>
                </a:cubicBezTo>
                <a:lnTo>
                  <a:pt x="9090" y="10757"/>
                </a:lnTo>
                <a:cubicBezTo>
                  <a:pt x="8168" y="10356"/>
                  <a:pt x="7249" y="9949"/>
                  <a:pt x="6332" y="9536"/>
                </a:cubicBezTo>
                <a:lnTo>
                  <a:pt x="6332" y="9536"/>
                </a:lnTo>
                <a:cubicBezTo>
                  <a:pt x="6362" y="8553"/>
                  <a:pt x="6396" y="7571"/>
                  <a:pt x="6443" y="6590"/>
                </a:cubicBezTo>
                <a:lnTo>
                  <a:pt x="6443" y="6590"/>
                </a:lnTo>
                <a:cubicBezTo>
                  <a:pt x="7562" y="6331"/>
                  <a:pt x="8679" y="6070"/>
                  <a:pt x="9795" y="5801"/>
                </a:cubicBezTo>
                <a:close/>
                <a:moveTo>
                  <a:pt x="11771" y="8958"/>
                </a:moveTo>
                <a:cubicBezTo>
                  <a:pt x="12536" y="10214"/>
                  <a:pt x="13278" y="11491"/>
                  <a:pt x="13947" y="12799"/>
                </a:cubicBezTo>
                <a:lnTo>
                  <a:pt x="13947" y="12799"/>
                </a:lnTo>
                <a:cubicBezTo>
                  <a:pt x="12637" y="12267"/>
                  <a:pt x="11332" y="11721"/>
                  <a:pt x="10032" y="11163"/>
                </a:cubicBezTo>
                <a:lnTo>
                  <a:pt x="10032" y="11163"/>
                </a:lnTo>
                <a:cubicBezTo>
                  <a:pt x="10616" y="10431"/>
                  <a:pt x="11196" y="9697"/>
                  <a:pt x="11771" y="8958"/>
                </a:cubicBezTo>
                <a:close/>
                <a:moveTo>
                  <a:pt x="6300" y="10607"/>
                </a:moveTo>
                <a:cubicBezTo>
                  <a:pt x="7016" y="10927"/>
                  <a:pt x="7732" y="11244"/>
                  <a:pt x="8451" y="11557"/>
                </a:cubicBezTo>
                <a:lnTo>
                  <a:pt x="8451" y="11557"/>
                </a:lnTo>
                <a:cubicBezTo>
                  <a:pt x="7691" y="12508"/>
                  <a:pt x="6929" y="13457"/>
                  <a:pt x="6174" y="14413"/>
                </a:cubicBezTo>
                <a:lnTo>
                  <a:pt x="6174" y="14413"/>
                </a:lnTo>
                <a:cubicBezTo>
                  <a:pt x="6229" y="13146"/>
                  <a:pt x="6264" y="11877"/>
                  <a:pt x="6300" y="10607"/>
                </a:cubicBezTo>
                <a:close/>
                <a:moveTo>
                  <a:pt x="6513" y="1"/>
                </a:moveTo>
                <a:cubicBezTo>
                  <a:pt x="6290" y="1"/>
                  <a:pt x="6060" y="131"/>
                  <a:pt x="6026" y="362"/>
                </a:cubicBezTo>
                <a:cubicBezTo>
                  <a:pt x="5760" y="2163"/>
                  <a:pt x="5604" y="3972"/>
                  <a:pt x="5501" y="5786"/>
                </a:cubicBezTo>
                <a:lnTo>
                  <a:pt x="5501" y="5786"/>
                </a:lnTo>
                <a:cubicBezTo>
                  <a:pt x="3837" y="6171"/>
                  <a:pt x="2172" y="6555"/>
                  <a:pt x="511" y="6958"/>
                </a:cubicBezTo>
                <a:cubicBezTo>
                  <a:pt x="115" y="7055"/>
                  <a:pt x="1" y="7681"/>
                  <a:pt x="393" y="7868"/>
                </a:cubicBezTo>
                <a:cubicBezTo>
                  <a:pt x="2028" y="8652"/>
                  <a:pt x="3672" y="9419"/>
                  <a:pt x="5324" y="10167"/>
                </a:cubicBezTo>
                <a:lnTo>
                  <a:pt x="5324" y="10167"/>
                </a:lnTo>
                <a:cubicBezTo>
                  <a:pt x="5265" y="12097"/>
                  <a:pt x="5213" y="14027"/>
                  <a:pt x="5099" y="15951"/>
                </a:cubicBezTo>
                <a:cubicBezTo>
                  <a:pt x="5085" y="16196"/>
                  <a:pt x="5221" y="16347"/>
                  <a:pt x="5397" y="16404"/>
                </a:cubicBezTo>
                <a:lnTo>
                  <a:pt x="5397" y="16404"/>
                </a:lnTo>
                <a:cubicBezTo>
                  <a:pt x="5468" y="16450"/>
                  <a:pt x="5548" y="16477"/>
                  <a:pt x="5628" y="16477"/>
                </a:cubicBezTo>
                <a:cubicBezTo>
                  <a:pt x="5740" y="16477"/>
                  <a:pt x="5853" y="16426"/>
                  <a:pt x="5948" y="16303"/>
                </a:cubicBezTo>
                <a:cubicBezTo>
                  <a:pt x="7084" y="14845"/>
                  <a:pt x="8241" y="13406"/>
                  <a:pt x="9393" y="11965"/>
                </a:cubicBezTo>
                <a:lnTo>
                  <a:pt x="9393" y="11965"/>
                </a:lnTo>
                <a:cubicBezTo>
                  <a:pt x="11196" y="12741"/>
                  <a:pt x="13009" y="13494"/>
                  <a:pt x="14832" y="14222"/>
                </a:cubicBezTo>
                <a:cubicBezTo>
                  <a:pt x="14891" y="14245"/>
                  <a:pt x="14947" y="14256"/>
                  <a:pt x="14999" y="14256"/>
                </a:cubicBezTo>
                <a:cubicBezTo>
                  <a:pt x="15344" y="14256"/>
                  <a:pt x="15535" y="13791"/>
                  <a:pt x="15394" y="13491"/>
                </a:cubicBezTo>
                <a:cubicBezTo>
                  <a:pt x="14529" y="11640"/>
                  <a:pt x="13496" y="9859"/>
                  <a:pt x="12424" y="8114"/>
                </a:cubicBezTo>
                <a:lnTo>
                  <a:pt x="12424" y="8114"/>
                </a:lnTo>
                <a:cubicBezTo>
                  <a:pt x="13397" y="6844"/>
                  <a:pt x="14350" y="5557"/>
                  <a:pt x="15264" y="4238"/>
                </a:cubicBezTo>
                <a:cubicBezTo>
                  <a:pt x="15493" y="3909"/>
                  <a:pt x="15177" y="3491"/>
                  <a:pt x="14822" y="3491"/>
                </a:cubicBezTo>
                <a:cubicBezTo>
                  <a:pt x="14782" y="3491"/>
                  <a:pt x="14741" y="3496"/>
                  <a:pt x="14701" y="3507"/>
                </a:cubicBezTo>
                <a:cubicBezTo>
                  <a:pt x="13221" y="3921"/>
                  <a:pt x="11733" y="4302"/>
                  <a:pt x="10242" y="4667"/>
                </a:cubicBezTo>
                <a:lnTo>
                  <a:pt x="10242" y="4667"/>
                </a:lnTo>
                <a:cubicBezTo>
                  <a:pt x="9206" y="3091"/>
                  <a:pt x="8105" y="1549"/>
                  <a:pt x="6860" y="143"/>
                </a:cubicBezTo>
                <a:cubicBezTo>
                  <a:pt x="6774" y="46"/>
                  <a:pt x="6645" y="1"/>
                  <a:pt x="6513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66" name="Google Shape;9866;p31"/>
          <p:cNvSpPr/>
          <p:nvPr/>
        </p:nvSpPr>
        <p:spPr>
          <a:xfrm>
            <a:off x="7759050" y="1833575"/>
            <a:ext cx="117525" cy="110100"/>
          </a:xfrm>
          <a:custGeom>
            <a:rect b="b" l="l" r="r" t="t"/>
            <a:pathLst>
              <a:path extrusionOk="0" h="4404" w="4701">
                <a:moveTo>
                  <a:pt x="1951" y="1032"/>
                </a:moveTo>
                <a:cubicBezTo>
                  <a:pt x="1950" y="1033"/>
                  <a:pt x="1949" y="1033"/>
                  <a:pt x="1947" y="1033"/>
                </a:cubicBezTo>
                <a:cubicBezTo>
                  <a:pt x="1948" y="1033"/>
                  <a:pt x="1950" y="1033"/>
                  <a:pt x="1951" y="1032"/>
                </a:cubicBezTo>
                <a:close/>
                <a:moveTo>
                  <a:pt x="2857" y="1059"/>
                </a:moveTo>
                <a:cubicBezTo>
                  <a:pt x="2871" y="1059"/>
                  <a:pt x="2889" y="1066"/>
                  <a:pt x="2907" y="1075"/>
                </a:cubicBezTo>
                <a:lnTo>
                  <a:pt x="2907" y="1075"/>
                </a:lnTo>
                <a:cubicBezTo>
                  <a:pt x="2887" y="1068"/>
                  <a:pt x="2858" y="1059"/>
                  <a:pt x="2857" y="1059"/>
                </a:cubicBezTo>
                <a:close/>
                <a:moveTo>
                  <a:pt x="3091" y="1185"/>
                </a:moveTo>
                <a:cubicBezTo>
                  <a:pt x="3091" y="1185"/>
                  <a:pt x="3091" y="1185"/>
                  <a:pt x="3091" y="1185"/>
                </a:cubicBezTo>
                <a:lnTo>
                  <a:pt x="3091" y="1185"/>
                </a:lnTo>
                <a:cubicBezTo>
                  <a:pt x="3091" y="1185"/>
                  <a:pt x="3091" y="1185"/>
                  <a:pt x="3091" y="1185"/>
                </a:cubicBezTo>
                <a:close/>
                <a:moveTo>
                  <a:pt x="3104" y="1198"/>
                </a:moveTo>
                <a:cubicBezTo>
                  <a:pt x="3111" y="1203"/>
                  <a:pt x="3118" y="1208"/>
                  <a:pt x="3125" y="1213"/>
                </a:cubicBezTo>
                <a:cubicBezTo>
                  <a:pt x="3142" y="1224"/>
                  <a:pt x="3149" y="1229"/>
                  <a:pt x="3148" y="1229"/>
                </a:cubicBezTo>
                <a:cubicBezTo>
                  <a:pt x="3148" y="1229"/>
                  <a:pt x="3121" y="1211"/>
                  <a:pt x="3104" y="1198"/>
                </a:cubicBezTo>
                <a:close/>
                <a:moveTo>
                  <a:pt x="1747" y="3319"/>
                </a:moveTo>
                <a:cubicBezTo>
                  <a:pt x="1767" y="3326"/>
                  <a:pt x="1803" y="3338"/>
                  <a:pt x="1802" y="3338"/>
                </a:cubicBezTo>
                <a:cubicBezTo>
                  <a:pt x="1800" y="3339"/>
                  <a:pt x="1799" y="3339"/>
                  <a:pt x="1797" y="3339"/>
                </a:cubicBezTo>
                <a:cubicBezTo>
                  <a:pt x="1785" y="3339"/>
                  <a:pt x="1766" y="3330"/>
                  <a:pt x="1747" y="3319"/>
                </a:cubicBezTo>
                <a:close/>
                <a:moveTo>
                  <a:pt x="2463" y="3393"/>
                </a:moveTo>
                <a:cubicBezTo>
                  <a:pt x="2461" y="3393"/>
                  <a:pt x="2459" y="3393"/>
                  <a:pt x="2456" y="3393"/>
                </a:cubicBezTo>
                <a:lnTo>
                  <a:pt x="2456" y="3393"/>
                </a:lnTo>
                <a:cubicBezTo>
                  <a:pt x="2459" y="3393"/>
                  <a:pt x="2462" y="3393"/>
                  <a:pt x="2463" y="3393"/>
                </a:cubicBezTo>
                <a:close/>
                <a:moveTo>
                  <a:pt x="2387" y="989"/>
                </a:moveTo>
                <a:cubicBezTo>
                  <a:pt x="2440" y="989"/>
                  <a:pt x="2491" y="989"/>
                  <a:pt x="2541" y="993"/>
                </a:cubicBezTo>
                <a:cubicBezTo>
                  <a:pt x="2560" y="993"/>
                  <a:pt x="2582" y="997"/>
                  <a:pt x="2601" y="998"/>
                </a:cubicBezTo>
                <a:lnTo>
                  <a:pt x="2601" y="998"/>
                </a:lnTo>
                <a:cubicBezTo>
                  <a:pt x="2682" y="1018"/>
                  <a:pt x="2761" y="1029"/>
                  <a:pt x="2840" y="1057"/>
                </a:cubicBezTo>
                <a:cubicBezTo>
                  <a:pt x="2857" y="1061"/>
                  <a:pt x="2876" y="1069"/>
                  <a:pt x="2895" y="1076"/>
                </a:cubicBezTo>
                <a:cubicBezTo>
                  <a:pt x="2906" y="1079"/>
                  <a:pt x="2914" y="1081"/>
                  <a:pt x="2919" y="1082"/>
                </a:cubicBezTo>
                <a:lnTo>
                  <a:pt x="2919" y="1082"/>
                </a:lnTo>
                <a:cubicBezTo>
                  <a:pt x="2944" y="1096"/>
                  <a:pt x="2968" y="1113"/>
                  <a:pt x="2984" y="1122"/>
                </a:cubicBezTo>
                <a:cubicBezTo>
                  <a:pt x="3015" y="1139"/>
                  <a:pt x="3049" y="1160"/>
                  <a:pt x="3080" y="1181"/>
                </a:cubicBezTo>
                <a:cubicBezTo>
                  <a:pt x="3084" y="1184"/>
                  <a:pt x="3088" y="1186"/>
                  <a:pt x="3092" y="1189"/>
                </a:cubicBezTo>
                <a:lnTo>
                  <a:pt x="3092" y="1189"/>
                </a:lnTo>
                <a:cubicBezTo>
                  <a:pt x="3107" y="1217"/>
                  <a:pt x="3258" y="1347"/>
                  <a:pt x="3274" y="1366"/>
                </a:cubicBezTo>
                <a:cubicBezTo>
                  <a:pt x="3278" y="1370"/>
                  <a:pt x="3281" y="1374"/>
                  <a:pt x="3284" y="1378"/>
                </a:cubicBezTo>
                <a:lnTo>
                  <a:pt x="3284" y="1378"/>
                </a:lnTo>
                <a:cubicBezTo>
                  <a:pt x="3304" y="1410"/>
                  <a:pt x="3328" y="1440"/>
                  <a:pt x="3348" y="1474"/>
                </a:cubicBezTo>
                <a:cubicBezTo>
                  <a:pt x="3367" y="1503"/>
                  <a:pt x="3386" y="1535"/>
                  <a:pt x="3403" y="1569"/>
                </a:cubicBezTo>
                <a:cubicBezTo>
                  <a:pt x="3409" y="1579"/>
                  <a:pt x="3414" y="1591"/>
                  <a:pt x="3420" y="1604"/>
                </a:cubicBezTo>
                <a:lnTo>
                  <a:pt x="3420" y="1604"/>
                </a:lnTo>
                <a:cubicBezTo>
                  <a:pt x="3420" y="1602"/>
                  <a:pt x="3420" y="1600"/>
                  <a:pt x="3420" y="1598"/>
                </a:cubicBezTo>
                <a:lnTo>
                  <a:pt x="3420" y="1598"/>
                </a:lnTo>
                <a:cubicBezTo>
                  <a:pt x="3420" y="1600"/>
                  <a:pt x="3420" y="1602"/>
                  <a:pt x="3420" y="1604"/>
                </a:cubicBezTo>
                <a:lnTo>
                  <a:pt x="3420" y="1604"/>
                </a:lnTo>
                <a:cubicBezTo>
                  <a:pt x="3420" y="1604"/>
                  <a:pt x="3420" y="1604"/>
                  <a:pt x="3420" y="1604"/>
                </a:cubicBezTo>
                <a:lnTo>
                  <a:pt x="3420" y="1604"/>
                </a:lnTo>
                <a:cubicBezTo>
                  <a:pt x="3420" y="1621"/>
                  <a:pt x="3423" y="1634"/>
                  <a:pt x="3427" y="1644"/>
                </a:cubicBezTo>
                <a:lnTo>
                  <a:pt x="3427" y="1644"/>
                </a:lnTo>
                <a:cubicBezTo>
                  <a:pt x="3423" y="1630"/>
                  <a:pt x="3420" y="1616"/>
                  <a:pt x="3420" y="1604"/>
                </a:cubicBezTo>
                <a:lnTo>
                  <a:pt x="3420" y="1604"/>
                </a:lnTo>
                <a:cubicBezTo>
                  <a:pt x="3422" y="1608"/>
                  <a:pt x="3424" y="1613"/>
                  <a:pt x="3426" y="1617"/>
                </a:cubicBezTo>
                <a:cubicBezTo>
                  <a:pt x="3442" y="1646"/>
                  <a:pt x="3443" y="1659"/>
                  <a:pt x="3439" y="1659"/>
                </a:cubicBezTo>
                <a:cubicBezTo>
                  <a:pt x="3436" y="1659"/>
                  <a:pt x="3432" y="1654"/>
                  <a:pt x="3427" y="1644"/>
                </a:cubicBezTo>
                <a:lnTo>
                  <a:pt x="3427" y="1644"/>
                </a:lnTo>
                <a:cubicBezTo>
                  <a:pt x="3443" y="1697"/>
                  <a:pt x="3479" y="1760"/>
                  <a:pt x="3491" y="1802"/>
                </a:cubicBezTo>
                <a:cubicBezTo>
                  <a:pt x="3500" y="1838"/>
                  <a:pt x="3508" y="1874"/>
                  <a:pt x="3517" y="1910"/>
                </a:cubicBezTo>
                <a:cubicBezTo>
                  <a:pt x="3521" y="1933"/>
                  <a:pt x="3525" y="1954"/>
                  <a:pt x="3529" y="1977"/>
                </a:cubicBezTo>
                <a:cubicBezTo>
                  <a:pt x="3534" y="2005"/>
                  <a:pt x="3537" y="2015"/>
                  <a:pt x="3538" y="2015"/>
                </a:cubicBezTo>
                <a:cubicBezTo>
                  <a:pt x="3540" y="2015"/>
                  <a:pt x="3530" y="1942"/>
                  <a:pt x="3525" y="1939"/>
                </a:cubicBezTo>
                <a:lnTo>
                  <a:pt x="3525" y="1939"/>
                </a:lnTo>
                <a:cubicBezTo>
                  <a:pt x="3550" y="1954"/>
                  <a:pt x="3538" y="2142"/>
                  <a:pt x="3538" y="2173"/>
                </a:cubicBezTo>
                <a:cubicBezTo>
                  <a:pt x="3538" y="2215"/>
                  <a:pt x="3535" y="2257"/>
                  <a:pt x="3533" y="2297"/>
                </a:cubicBezTo>
                <a:cubicBezTo>
                  <a:pt x="3532" y="2312"/>
                  <a:pt x="3530" y="2326"/>
                  <a:pt x="3529" y="2339"/>
                </a:cubicBezTo>
                <a:lnTo>
                  <a:pt x="3529" y="2339"/>
                </a:lnTo>
                <a:cubicBezTo>
                  <a:pt x="3514" y="2409"/>
                  <a:pt x="3504" y="2477"/>
                  <a:pt x="3483" y="2546"/>
                </a:cubicBezTo>
                <a:cubicBezTo>
                  <a:pt x="3472" y="2582"/>
                  <a:pt x="3462" y="2618"/>
                  <a:pt x="3449" y="2651"/>
                </a:cubicBezTo>
                <a:cubicBezTo>
                  <a:pt x="3445" y="2663"/>
                  <a:pt x="3440" y="2676"/>
                  <a:pt x="3436" y="2688"/>
                </a:cubicBezTo>
                <a:lnTo>
                  <a:pt x="3436" y="2688"/>
                </a:lnTo>
                <a:cubicBezTo>
                  <a:pt x="3398" y="2751"/>
                  <a:pt x="3369" y="2818"/>
                  <a:pt x="3329" y="2881"/>
                </a:cubicBezTo>
                <a:cubicBezTo>
                  <a:pt x="3324" y="2889"/>
                  <a:pt x="3300" y="2922"/>
                  <a:pt x="3284" y="2945"/>
                </a:cubicBezTo>
                <a:lnTo>
                  <a:pt x="3284" y="2945"/>
                </a:lnTo>
                <a:cubicBezTo>
                  <a:pt x="3263" y="2968"/>
                  <a:pt x="3232" y="3005"/>
                  <a:pt x="3224" y="3014"/>
                </a:cubicBezTo>
                <a:cubicBezTo>
                  <a:pt x="3198" y="3041"/>
                  <a:pt x="3171" y="3069"/>
                  <a:pt x="3142" y="3094"/>
                </a:cubicBezTo>
                <a:cubicBezTo>
                  <a:pt x="3127" y="3106"/>
                  <a:pt x="3112" y="3119"/>
                  <a:pt x="3099" y="3132"/>
                </a:cubicBezTo>
                <a:cubicBezTo>
                  <a:pt x="3075" y="3154"/>
                  <a:pt x="3071" y="3163"/>
                  <a:pt x="3076" y="3163"/>
                </a:cubicBezTo>
                <a:cubicBezTo>
                  <a:pt x="3076" y="3163"/>
                  <a:pt x="3077" y="3163"/>
                  <a:pt x="3078" y="3162"/>
                </a:cubicBezTo>
                <a:lnTo>
                  <a:pt x="3078" y="3162"/>
                </a:lnTo>
                <a:cubicBezTo>
                  <a:pt x="3021" y="3203"/>
                  <a:pt x="2923" y="3245"/>
                  <a:pt x="2889" y="3262"/>
                </a:cubicBezTo>
                <a:cubicBezTo>
                  <a:pt x="2863" y="3275"/>
                  <a:pt x="2803" y="3296"/>
                  <a:pt x="2805" y="3296"/>
                </a:cubicBezTo>
                <a:cubicBezTo>
                  <a:pt x="2806" y="3296"/>
                  <a:pt x="2822" y="3291"/>
                  <a:pt x="2866" y="3277"/>
                </a:cubicBezTo>
                <a:lnTo>
                  <a:pt x="2866" y="3277"/>
                </a:lnTo>
                <a:cubicBezTo>
                  <a:pt x="2823" y="3292"/>
                  <a:pt x="2783" y="3309"/>
                  <a:pt x="2741" y="3323"/>
                </a:cubicBezTo>
                <a:cubicBezTo>
                  <a:pt x="2642" y="3355"/>
                  <a:pt x="2541" y="3376"/>
                  <a:pt x="2438" y="3395"/>
                </a:cubicBezTo>
                <a:cubicBezTo>
                  <a:pt x="2437" y="3395"/>
                  <a:pt x="2437" y="3395"/>
                  <a:pt x="2437" y="3395"/>
                </a:cubicBezTo>
                <a:lnTo>
                  <a:pt x="2437" y="3395"/>
                </a:lnTo>
                <a:cubicBezTo>
                  <a:pt x="2416" y="3397"/>
                  <a:pt x="2395" y="3400"/>
                  <a:pt x="2375" y="3401"/>
                </a:cubicBezTo>
                <a:cubicBezTo>
                  <a:pt x="2330" y="3403"/>
                  <a:pt x="2284" y="3406"/>
                  <a:pt x="2240" y="3406"/>
                </a:cubicBezTo>
                <a:cubicBezTo>
                  <a:pt x="2226" y="3406"/>
                  <a:pt x="2211" y="3406"/>
                  <a:pt x="2197" y="3406"/>
                </a:cubicBezTo>
                <a:cubicBezTo>
                  <a:pt x="2163" y="3406"/>
                  <a:pt x="2129" y="3405"/>
                  <a:pt x="2094" y="3403"/>
                </a:cubicBezTo>
                <a:cubicBezTo>
                  <a:pt x="2081" y="3402"/>
                  <a:pt x="2067" y="3400"/>
                  <a:pt x="2054" y="3398"/>
                </a:cubicBezTo>
                <a:lnTo>
                  <a:pt x="2054" y="3398"/>
                </a:lnTo>
                <a:cubicBezTo>
                  <a:pt x="1975" y="3376"/>
                  <a:pt x="1893" y="3365"/>
                  <a:pt x="1814" y="3340"/>
                </a:cubicBezTo>
                <a:cubicBezTo>
                  <a:pt x="1797" y="3334"/>
                  <a:pt x="1778" y="3326"/>
                  <a:pt x="1762" y="3321"/>
                </a:cubicBezTo>
                <a:cubicBezTo>
                  <a:pt x="1752" y="3318"/>
                  <a:pt x="1745" y="3316"/>
                  <a:pt x="1740" y="3315"/>
                </a:cubicBezTo>
                <a:lnTo>
                  <a:pt x="1740" y="3315"/>
                </a:lnTo>
                <a:cubicBezTo>
                  <a:pt x="1716" y="3301"/>
                  <a:pt x="1691" y="3283"/>
                  <a:pt x="1679" y="3277"/>
                </a:cubicBezTo>
                <a:cubicBezTo>
                  <a:pt x="1648" y="3258"/>
                  <a:pt x="1616" y="3241"/>
                  <a:pt x="1587" y="3220"/>
                </a:cubicBezTo>
                <a:cubicBezTo>
                  <a:pt x="1572" y="3210"/>
                  <a:pt x="1557" y="3199"/>
                  <a:pt x="1543" y="3191"/>
                </a:cubicBezTo>
                <a:cubicBezTo>
                  <a:pt x="1525" y="3180"/>
                  <a:pt x="1519" y="3175"/>
                  <a:pt x="1519" y="3175"/>
                </a:cubicBezTo>
                <a:lnTo>
                  <a:pt x="1519" y="3175"/>
                </a:lnTo>
                <a:cubicBezTo>
                  <a:pt x="1518" y="3175"/>
                  <a:pt x="1582" y="3218"/>
                  <a:pt x="1580" y="3218"/>
                </a:cubicBezTo>
                <a:cubicBezTo>
                  <a:pt x="1580" y="3218"/>
                  <a:pt x="1579" y="3218"/>
                  <a:pt x="1578" y="3218"/>
                </a:cubicBezTo>
                <a:cubicBezTo>
                  <a:pt x="1542" y="3218"/>
                  <a:pt x="1420" y="3070"/>
                  <a:pt x="1399" y="3045"/>
                </a:cubicBezTo>
                <a:cubicBezTo>
                  <a:pt x="1384" y="3030"/>
                  <a:pt x="1353" y="2977"/>
                  <a:pt x="1351" y="2977"/>
                </a:cubicBezTo>
                <a:lnTo>
                  <a:pt x="1351" y="2977"/>
                </a:lnTo>
                <a:cubicBezTo>
                  <a:pt x="1350" y="2977"/>
                  <a:pt x="1354" y="2985"/>
                  <a:pt x="1363" y="3005"/>
                </a:cubicBezTo>
                <a:cubicBezTo>
                  <a:pt x="1372" y="3025"/>
                  <a:pt x="1375" y="3032"/>
                  <a:pt x="1374" y="3032"/>
                </a:cubicBezTo>
                <a:cubicBezTo>
                  <a:pt x="1372" y="3032"/>
                  <a:pt x="1335" y="2962"/>
                  <a:pt x="1326" y="2946"/>
                </a:cubicBezTo>
                <a:cubicBezTo>
                  <a:pt x="1285" y="2881"/>
                  <a:pt x="1252" y="2814"/>
                  <a:pt x="1215" y="2746"/>
                </a:cubicBezTo>
                <a:lnTo>
                  <a:pt x="1215" y="2746"/>
                </a:lnTo>
                <a:cubicBezTo>
                  <a:pt x="1214" y="2743"/>
                  <a:pt x="1213" y="2740"/>
                  <a:pt x="1212" y="2736"/>
                </a:cubicBezTo>
                <a:cubicBezTo>
                  <a:pt x="1199" y="2702"/>
                  <a:pt x="1187" y="2668"/>
                  <a:pt x="1176" y="2635"/>
                </a:cubicBezTo>
                <a:cubicBezTo>
                  <a:pt x="1153" y="2559"/>
                  <a:pt x="1132" y="2481"/>
                  <a:pt x="1119" y="2403"/>
                </a:cubicBezTo>
                <a:cubicBezTo>
                  <a:pt x="1119" y="2401"/>
                  <a:pt x="1118" y="2399"/>
                  <a:pt x="1118" y="2397"/>
                </a:cubicBezTo>
                <a:lnTo>
                  <a:pt x="1118" y="2397"/>
                </a:lnTo>
                <a:cubicBezTo>
                  <a:pt x="1122" y="2365"/>
                  <a:pt x="1108" y="2315"/>
                  <a:pt x="1106" y="2283"/>
                </a:cubicBezTo>
                <a:cubicBezTo>
                  <a:pt x="1102" y="2203"/>
                  <a:pt x="1102" y="2123"/>
                  <a:pt x="1106" y="2043"/>
                </a:cubicBezTo>
                <a:cubicBezTo>
                  <a:pt x="1107" y="2033"/>
                  <a:pt x="1110" y="2004"/>
                  <a:pt x="1113" y="1978"/>
                </a:cubicBezTo>
                <a:lnTo>
                  <a:pt x="1113" y="1978"/>
                </a:lnTo>
                <a:cubicBezTo>
                  <a:pt x="1117" y="1953"/>
                  <a:pt x="1123" y="1911"/>
                  <a:pt x="1125" y="1899"/>
                </a:cubicBezTo>
                <a:cubicBezTo>
                  <a:pt x="1144" y="1813"/>
                  <a:pt x="1170" y="1731"/>
                  <a:pt x="1197" y="1647"/>
                </a:cubicBezTo>
                <a:cubicBezTo>
                  <a:pt x="1199" y="1642"/>
                  <a:pt x="1200" y="1637"/>
                  <a:pt x="1201" y="1634"/>
                </a:cubicBezTo>
                <a:lnTo>
                  <a:pt x="1201" y="1634"/>
                </a:lnTo>
                <a:cubicBezTo>
                  <a:pt x="1203" y="1630"/>
                  <a:pt x="1205" y="1626"/>
                  <a:pt x="1208" y="1621"/>
                </a:cubicBezTo>
                <a:cubicBezTo>
                  <a:pt x="1227" y="1583"/>
                  <a:pt x="1246" y="1543"/>
                  <a:pt x="1269" y="1507"/>
                </a:cubicBezTo>
                <a:cubicBezTo>
                  <a:pt x="1290" y="1470"/>
                  <a:pt x="1313" y="1434"/>
                  <a:pt x="1338" y="1398"/>
                </a:cubicBezTo>
                <a:cubicBezTo>
                  <a:pt x="1341" y="1394"/>
                  <a:pt x="1344" y="1390"/>
                  <a:pt x="1346" y="1386"/>
                </a:cubicBezTo>
                <a:lnTo>
                  <a:pt x="1346" y="1386"/>
                </a:lnTo>
                <a:cubicBezTo>
                  <a:pt x="1346" y="1386"/>
                  <a:pt x="1346" y="1386"/>
                  <a:pt x="1347" y="1385"/>
                </a:cubicBezTo>
                <a:cubicBezTo>
                  <a:pt x="1399" y="1329"/>
                  <a:pt x="1454" y="1275"/>
                  <a:pt x="1511" y="1223"/>
                </a:cubicBezTo>
                <a:lnTo>
                  <a:pt x="1511" y="1223"/>
                </a:lnTo>
                <a:cubicBezTo>
                  <a:pt x="1524" y="1213"/>
                  <a:pt x="1537" y="1203"/>
                  <a:pt x="1551" y="1194"/>
                </a:cubicBezTo>
                <a:cubicBezTo>
                  <a:pt x="1589" y="1170"/>
                  <a:pt x="1627" y="1147"/>
                  <a:pt x="1667" y="1126"/>
                </a:cubicBezTo>
                <a:cubicBezTo>
                  <a:pt x="1682" y="1119"/>
                  <a:pt x="1697" y="1111"/>
                  <a:pt x="1712" y="1103"/>
                </a:cubicBezTo>
                <a:lnTo>
                  <a:pt x="1712" y="1103"/>
                </a:lnTo>
                <a:cubicBezTo>
                  <a:pt x="1755" y="1090"/>
                  <a:pt x="1797" y="1075"/>
                  <a:pt x="1840" y="1063"/>
                </a:cubicBezTo>
                <a:cubicBezTo>
                  <a:pt x="1884" y="1050"/>
                  <a:pt x="1928" y="1042"/>
                  <a:pt x="1970" y="1031"/>
                </a:cubicBezTo>
                <a:cubicBezTo>
                  <a:pt x="1976" y="1030"/>
                  <a:pt x="1983" y="1028"/>
                  <a:pt x="1990" y="1026"/>
                </a:cubicBezTo>
                <a:lnTo>
                  <a:pt x="1990" y="1026"/>
                </a:lnTo>
                <a:cubicBezTo>
                  <a:pt x="2008" y="1025"/>
                  <a:pt x="2026" y="1024"/>
                  <a:pt x="2042" y="1023"/>
                </a:cubicBezTo>
                <a:cubicBezTo>
                  <a:pt x="2063" y="1021"/>
                  <a:pt x="2083" y="1018"/>
                  <a:pt x="2104" y="1015"/>
                </a:cubicBezTo>
                <a:lnTo>
                  <a:pt x="2104" y="1015"/>
                </a:lnTo>
                <a:cubicBezTo>
                  <a:pt x="2127" y="1013"/>
                  <a:pt x="2151" y="1010"/>
                  <a:pt x="2175" y="1006"/>
                </a:cubicBezTo>
                <a:cubicBezTo>
                  <a:pt x="2200" y="1002"/>
                  <a:pt x="2223" y="998"/>
                  <a:pt x="2248" y="996"/>
                </a:cubicBezTo>
                <a:lnTo>
                  <a:pt x="2248" y="996"/>
                </a:lnTo>
                <a:cubicBezTo>
                  <a:pt x="2202" y="1002"/>
                  <a:pt x="2186" y="1004"/>
                  <a:pt x="2186" y="1004"/>
                </a:cubicBezTo>
                <a:cubicBezTo>
                  <a:pt x="2187" y="1004"/>
                  <a:pt x="2227" y="999"/>
                  <a:pt x="2246" y="998"/>
                </a:cubicBezTo>
                <a:cubicBezTo>
                  <a:pt x="2293" y="996"/>
                  <a:pt x="2341" y="991"/>
                  <a:pt x="2387" y="989"/>
                </a:cubicBezTo>
                <a:close/>
                <a:moveTo>
                  <a:pt x="2431" y="0"/>
                </a:moveTo>
                <a:cubicBezTo>
                  <a:pt x="2283" y="0"/>
                  <a:pt x="2134" y="12"/>
                  <a:pt x="1987" y="33"/>
                </a:cubicBezTo>
                <a:lnTo>
                  <a:pt x="1987" y="33"/>
                </a:lnTo>
                <a:cubicBezTo>
                  <a:pt x="1519" y="79"/>
                  <a:pt x="1082" y="246"/>
                  <a:pt x="738" y="578"/>
                </a:cubicBezTo>
                <a:cubicBezTo>
                  <a:pt x="443" y="863"/>
                  <a:pt x="236" y="1259"/>
                  <a:pt x="158" y="1661"/>
                </a:cubicBezTo>
                <a:cubicBezTo>
                  <a:pt x="0" y="2477"/>
                  <a:pt x="228" y="3403"/>
                  <a:pt x="896" y="3941"/>
                </a:cubicBezTo>
                <a:cubicBezTo>
                  <a:pt x="1283" y="4251"/>
                  <a:pt x="1777" y="4404"/>
                  <a:pt x="2272" y="4404"/>
                </a:cubicBezTo>
                <a:cubicBezTo>
                  <a:pt x="2762" y="4404"/>
                  <a:pt x="3253" y="4255"/>
                  <a:pt x="3645" y="3962"/>
                </a:cubicBezTo>
                <a:cubicBezTo>
                  <a:pt x="4395" y="3401"/>
                  <a:pt x="4700" y="2409"/>
                  <a:pt x="4443" y="1512"/>
                </a:cubicBezTo>
                <a:cubicBezTo>
                  <a:pt x="4302" y="1025"/>
                  <a:pt x="4003" y="604"/>
                  <a:pt x="3582" y="321"/>
                </a:cubicBezTo>
                <a:cubicBezTo>
                  <a:pt x="3236" y="89"/>
                  <a:pt x="2836" y="0"/>
                  <a:pt x="2431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67" name="Google Shape;9867;p31"/>
          <p:cNvSpPr/>
          <p:nvPr/>
        </p:nvSpPr>
        <p:spPr>
          <a:xfrm>
            <a:off x="6972450" y="1587425"/>
            <a:ext cx="176025" cy="165050"/>
          </a:xfrm>
          <a:custGeom>
            <a:rect b="b" l="l" r="r" t="t"/>
            <a:pathLst>
              <a:path extrusionOk="0" h="6602" w="7041">
                <a:moveTo>
                  <a:pt x="4935" y="1378"/>
                </a:moveTo>
                <a:cubicBezTo>
                  <a:pt x="4939" y="1380"/>
                  <a:pt x="4948" y="1387"/>
                  <a:pt x="4965" y="1400"/>
                </a:cubicBezTo>
                <a:cubicBezTo>
                  <a:pt x="4955" y="1392"/>
                  <a:pt x="4945" y="1385"/>
                  <a:pt x="4935" y="1378"/>
                </a:cubicBezTo>
                <a:close/>
                <a:moveTo>
                  <a:pt x="1630" y="1762"/>
                </a:moveTo>
                <a:lnTo>
                  <a:pt x="1630" y="1762"/>
                </a:lnTo>
                <a:cubicBezTo>
                  <a:pt x="1621" y="1773"/>
                  <a:pt x="1618" y="1778"/>
                  <a:pt x="1618" y="1778"/>
                </a:cubicBezTo>
                <a:cubicBezTo>
                  <a:pt x="1618" y="1778"/>
                  <a:pt x="1623" y="1771"/>
                  <a:pt x="1630" y="1762"/>
                </a:cubicBezTo>
                <a:close/>
                <a:moveTo>
                  <a:pt x="3639" y="986"/>
                </a:moveTo>
                <a:cubicBezTo>
                  <a:pt x="4036" y="986"/>
                  <a:pt x="4418" y="1072"/>
                  <a:pt x="4734" y="1250"/>
                </a:cubicBezTo>
                <a:cubicBezTo>
                  <a:pt x="4786" y="1280"/>
                  <a:pt x="4839" y="1313"/>
                  <a:pt x="4890" y="1347"/>
                </a:cubicBezTo>
                <a:cubicBezTo>
                  <a:pt x="4906" y="1357"/>
                  <a:pt x="4921" y="1367"/>
                  <a:pt x="4935" y="1378"/>
                </a:cubicBezTo>
                <a:lnTo>
                  <a:pt x="4935" y="1378"/>
                </a:lnTo>
                <a:cubicBezTo>
                  <a:pt x="4934" y="1377"/>
                  <a:pt x="4933" y="1376"/>
                  <a:pt x="4933" y="1376"/>
                </a:cubicBezTo>
                <a:lnTo>
                  <a:pt x="4933" y="1376"/>
                </a:lnTo>
                <a:cubicBezTo>
                  <a:pt x="4934" y="1376"/>
                  <a:pt x="4964" y="1397"/>
                  <a:pt x="4972" y="1404"/>
                </a:cubicBezTo>
                <a:cubicBezTo>
                  <a:pt x="5081" y="1495"/>
                  <a:pt x="5182" y="1594"/>
                  <a:pt x="5275" y="1701"/>
                </a:cubicBezTo>
                <a:cubicBezTo>
                  <a:pt x="5296" y="1724"/>
                  <a:pt x="5315" y="1747"/>
                  <a:pt x="5332" y="1771"/>
                </a:cubicBezTo>
                <a:cubicBezTo>
                  <a:pt x="5336" y="1776"/>
                  <a:pt x="5339" y="1780"/>
                  <a:pt x="5342" y="1782"/>
                </a:cubicBezTo>
                <a:lnTo>
                  <a:pt x="5342" y="1782"/>
                </a:lnTo>
                <a:cubicBezTo>
                  <a:pt x="5378" y="1835"/>
                  <a:pt x="5414" y="1889"/>
                  <a:pt x="5446" y="1943"/>
                </a:cubicBezTo>
                <a:cubicBezTo>
                  <a:pt x="5477" y="1994"/>
                  <a:pt x="5507" y="2045"/>
                  <a:pt x="5534" y="2097"/>
                </a:cubicBezTo>
                <a:cubicBezTo>
                  <a:pt x="5548" y="2126"/>
                  <a:pt x="5603" y="2244"/>
                  <a:pt x="5604" y="2244"/>
                </a:cubicBezTo>
                <a:cubicBezTo>
                  <a:pt x="5605" y="2244"/>
                  <a:pt x="5604" y="2244"/>
                  <a:pt x="5604" y="2242"/>
                </a:cubicBezTo>
                <a:lnTo>
                  <a:pt x="5604" y="2242"/>
                </a:lnTo>
                <a:cubicBezTo>
                  <a:pt x="5646" y="2347"/>
                  <a:pt x="5682" y="2454"/>
                  <a:pt x="5711" y="2561"/>
                </a:cubicBezTo>
                <a:cubicBezTo>
                  <a:pt x="5726" y="2620"/>
                  <a:pt x="5741" y="2679"/>
                  <a:pt x="5751" y="2738"/>
                </a:cubicBezTo>
                <a:cubicBezTo>
                  <a:pt x="5756" y="2758"/>
                  <a:pt x="5778" y="2901"/>
                  <a:pt x="5781" y="2901"/>
                </a:cubicBezTo>
                <a:cubicBezTo>
                  <a:pt x="5781" y="2901"/>
                  <a:pt x="5781" y="2892"/>
                  <a:pt x="5779" y="2872"/>
                </a:cubicBezTo>
                <a:lnTo>
                  <a:pt x="5779" y="2872"/>
                </a:lnTo>
                <a:cubicBezTo>
                  <a:pt x="5793" y="2999"/>
                  <a:pt x="5800" y="3127"/>
                  <a:pt x="5800" y="3256"/>
                </a:cubicBezTo>
                <a:cubicBezTo>
                  <a:pt x="5798" y="3323"/>
                  <a:pt x="5796" y="3393"/>
                  <a:pt x="5791" y="3460"/>
                </a:cubicBezTo>
                <a:cubicBezTo>
                  <a:pt x="5787" y="3518"/>
                  <a:pt x="5781" y="3572"/>
                  <a:pt x="5780" y="3582"/>
                </a:cubicBezTo>
                <a:lnTo>
                  <a:pt x="5780" y="3582"/>
                </a:lnTo>
                <a:cubicBezTo>
                  <a:pt x="5759" y="3706"/>
                  <a:pt x="5734" y="3831"/>
                  <a:pt x="5699" y="3953"/>
                </a:cubicBezTo>
                <a:cubicBezTo>
                  <a:pt x="5682" y="4012"/>
                  <a:pt x="5663" y="4069"/>
                  <a:pt x="5642" y="4126"/>
                </a:cubicBezTo>
                <a:cubicBezTo>
                  <a:pt x="5631" y="4155"/>
                  <a:pt x="5621" y="4183"/>
                  <a:pt x="5610" y="4212"/>
                </a:cubicBezTo>
                <a:cubicBezTo>
                  <a:pt x="5606" y="4223"/>
                  <a:pt x="5602" y="4232"/>
                  <a:pt x="5600" y="4238"/>
                </a:cubicBezTo>
                <a:lnTo>
                  <a:pt x="5600" y="4238"/>
                </a:lnTo>
                <a:cubicBezTo>
                  <a:pt x="5597" y="4244"/>
                  <a:pt x="5593" y="4252"/>
                  <a:pt x="5589" y="4261"/>
                </a:cubicBezTo>
                <a:cubicBezTo>
                  <a:pt x="5534" y="4370"/>
                  <a:pt x="5477" y="4478"/>
                  <a:pt x="5412" y="4581"/>
                </a:cubicBezTo>
                <a:cubicBezTo>
                  <a:pt x="5311" y="4737"/>
                  <a:pt x="5324" y="4720"/>
                  <a:pt x="5189" y="4863"/>
                </a:cubicBezTo>
                <a:cubicBezTo>
                  <a:pt x="4814" y="5261"/>
                  <a:pt x="4355" y="5476"/>
                  <a:pt x="3756" y="5573"/>
                </a:cubicBezTo>
                <a:cubicBezTo>
                  <a:pt x="3620" y="5595"/>
                  <a:pt x="3482" y="5605"/>
                  <a:pt x="3344" y="5605"/>
                </a:cubicBezTo>
                <a:cubicBezTo>
                  <a:pt x="2954" y="5605"/>
                  <a:pt x="2572" y="5519"/>
                  <a:pt x="2265" y="5346"/>
                </a:cubicBezTo>
                <a:cubicBezTo>
                  <a:pt x="2214" y="5316"/>
                  <a:pt x="2164" y="5285"/>
                  <a:pt x="2113" y="5253"/>
                </a:cubicBezTo>
                <a:cubicBezTo>
                  <a:pt x="2098" y="5243"/>
                  <a:pt x="2015" y="5180"/>
                  <a:pt x="2013" y="5180"/>
                </a:cubicBezTo>
                <a:lnTo>
                  <a:pt x="2013" y="5180"/>
                </a:lnTo>
                <a:cubicBezTo>
                  <a:pt x="2013" y="5180"/>
                  <a:pt x="2019" y="5186"/>
                  <a:pt x="2037" y="5200"/>
                </a:cubicBezTo>
                <a:cubicBezTo>
                  <a:pt x="1930" y="5114"/>
                  <a:pt x="1831" y="5019"/>
                  <a:pt x="1740" y="4916"/>
                </a:cubicBezTo>
                <a:cubicBezTo>
                  <a:pt x="1728" y="4902"/>
                  <a:pt x="1675" y="4837"/>
                  <a:pt x="1657" y="4816"/>
                </a:cubicBezTo>
                <a:lnTo>
                  <a:pt x="1657" y="4816"/>
                </a:lnTo>
                <a:cubicBezTo>
                  <a:pt x="1647" y="4801"/>
                  <a:pt x="1584" y="4711"/>
                  <a:pt x="1570" y="4688"/>
                </a:cubicBezTo>
                <a:cubicBezTo>
                  <a:pt x="1500" y="4579"/>
                  <a:pt x="1439" y="4465"/>
                  <a:pt x="1382" y="4347"/>
                </a:cubicBezTo>
                <a:cubicBezTo>
                  <a:pt x="1372" y="4327"/>
                  <a:pt x="1369" y="4322"/>
                  <a:pt x="1368" y="4322"/>
                </a:cubicBezTo>
                <a:lnTo>
                  <a:pt x="1368" y="4322"/>
                </a:lnTo>
                <a:cubicBezTo>
                  <a:pt x="1368" y="4322"/>
                  <a:pt x="1368" y="4322"/>
                  <a:pt x="1368" y="4322"/>
                </a:cubicBezTo>
                <a:lnTo>
                  <a:pt x="1368" y="4322"/>
                </a:lnTo>
                <a:cubicBezTo>
                  <a:pt x="1366" y="4315"/>
                  <a:pt x="1360" y="4299"/>
                  <a:pt x="1348" y="4265"/>
                </a:cubicBezTo>
                <a:cubicBezTo>
                  <a:pt x="1329" y="4210"/>
                  <a:pt x="1308" y="4155"/>
                  <a:pt x="1291" y="4101"/>
                </a:cubicBezTo>
                <a:cubicBezTo>
                  <a:pt x="1251" y="3974"/>
                  <a:pt x="1220" y="3848"/>
                  <a:pt x="1197" y="3717"/>
                </a:cubicBezTo>
                <a:cubicBezTo>
                  <a:pt x="1192" y="3696"/>
                  <a:pt x="1179" y="3596"/>
                  <a:pt x="1178" y="3596"/>
                </a:cubicBezTo>
                <a:lnTo>
                  <a:pt x="1178" y="3596"/>
                </a:lnTo>
                <a:cubicBezTo>
                  <a:pt x="1178" y="3596"/>
                  <a:pt x="1179" y="3606"/>
                  <a:pt x="1182" y="3633"/>
                </a:cubicBezTo>
                <a:cubicBezTo>
                  <a:pt x="1173" y="3568"/>
                  <a:pt x="1167" y="3502"/>
                  <a:pt x="1165" y="3437"/>
                </a:cubicBezTo>
                <a:cubicBezTo>
                  <a:pt x="1157" y="3304"/>
                  <a:pt x="1157" y="3174"/>
                  <a:pt x="1165" y="3041"/>
                </a:cubicBezTo>
                <a:cubicBezTo>
                  <a:pt x="1167" y="3011"/>
                  <a:pt x="1179" y="2898"/>
                  <a:pt x="1181" y="2870"/>
                </a:cubicBezTo>
                <a:lnTo>
                  <a:pt x="1181" y="2870"/>
                </a:lnTo>
                <a:cubicBezTo>
                  <a:pt x="1186" y="2847"/>
                  <a:pt x="1203" y="2750"/>
                  <a:pt x="1209" y="2721"/>
                </a:cubicBezTo>
                <a:cubicBezTo>
                  <a:pt x="1239" y="2580"/>
                  <a:pt x="1281" y="2443"/>
                  <a:pt x="1327" y="2306"/>
                </a:cubicBezTo>
                <a:cubicBezTo>
                  <a:pt x="1342" y="2262"/>
                  <a:pt x="1345" y="2248"/>
                  <a:pt x="1346" y="2244"/>
                </a:cubicBezTo>
                <a:lnTo>
                  <a:pt x="1346" y="2244"/>
                </a:lnTo>
                <a:cubicBezTo>
                  <a:pt x="1348" y="2241"/>
                  <a:pt x="1355" y="2229"/>
                  <a:pt x="1376" y="2188"/>
                </a:cubicBezTo>
                <a:cubicBezTo>
                  <a:pt x="1407" y="2125"/>
                  <a:pt x="1439" y="2059"/>
                  <a:pt x="1475" y="1998"/>
                </a:cubicBezTo>
                <a:cubicBezTo>
                  <a:pt x="1511" y="1937"/>
                  <a:pt x="1551" y="1878"/>
                  <a:pt x="1588" y="1819"/>
                </a:cubicBezTo>
                <a:cubicBezTo>
                  <a:pt x="1603" y="1799"/>
                  <a:pt x="1618" y="1779"/>
                  <a:pt x="1632" y="1759"/>
                </a:cubicBezTo>
                <a:lnTo>
                  <a:pt x="1632" y="1759"/>
                </a:lnTo>
                <a:cubicBezTo>
                  <a:pt x="1639" y="1751"/>
                  <a:pt x="1646" y="1741"/>
                  <a:pt x="1654" y="1733"/>
                </a:cubicBezTo>
                <a:cubicBezTo>
                  <a:pt x="1744" y="1632"/>
                  <a:pt x="1839" y="1535"/>
                  <a:pt x="1945" y="1446"/>
                </a:cubicBezTo>
                <a:cubicBezTo>
                  <a:pt x="1949" y="1443"/>
                  <a:pt x="1952" y="1440"/>
                  <a:pt x="1955" y="1437"/>
                </a:cubicBezTo>
                <a:lnTo>
                  <a:pt x="1955" y="1437"/>
                </a:lnTo>
                <a:cubicBezTo>
                  <a:pt x="1958" y="1435"/>
                  <a:pt x="1960" y="1434"/>
                  <a:pt x="1963" y="1431"/>
                </a:cubicBezTo>
                <a:cubicBezTo>
                  <a:pt x="1993" y="1410"/>
                  <a:pt x="2022" y="1389"/>
                  <a:pt x="2054" y="1370"/>
                </a:cubicBezTo>
                <a:cubicBezTo>
                  <a:pt x="2115" y="1328"/>
                  <a:pt x="2180" y="1292"/>
                  <a:pt x="2246" y="1257"/>
                </a:cubicBezTo>
                <a:cubicBezTo>
                  <a:pt x="2372" y="1191"/>
                  <a:pt x="2412" y="1174"/>
                  <a:pt x="2604" y="1120"/>
                </a:cubicBezTo>
                <a:cubicBezTo>
                  <a:pt x="2802" y="1065"/>
                  <a:pt x="2859" y="1059"/>
                  <a:pt x="3023" y="1044"/>
                </a:cubicBezTo>
                <a:cubicBezTo>
                  <a:pt x="3046" y="1042"/>
                  <a:pt x="3069" y="1039"/>
                  <a:pt x="3092" y="1035"/>
                </a:cubicBezTo>
                <a:lnTo>
                  <a:pt x="3092" y="1035"/>
                </a:lnTo>
                <a:cubicBezTo>
                  <a:pt x="3113" y="1033"/>
                  <a:pt x="3134" y="1031"/>
                  <a:pt x="3156" y="1027"/>
                </a:cubicBezTo>
                <a:cubicBezTo>
                  <a:pt x="3317" y="1000"/>
                  <a:pt x="3479" y="986"/>
                  <a:pt x="3639" y="986"/>
                </a:cubicBezTo>
                <a:close/>
                <a:moveTo>
                  <a:pt x="3656" y="0"/>
                </a:moveTo>
                <a:cubicBezTo>
                  <a:pt x="3424" y="0"/>
                  <a:pt x="3191" y="20"/>
                  <a:pt x="2962" y="55"/>
                </a:cubicBezTo>
                <a:lnTo>
                  <a:pt x="2962" y="55"/>
                </a:lnTo>
                <a:cubicBezTo>
                  <a:pt x="1592" y="189"/>
                  <a:pt x="506" y="1128"/>
                  <a:pt x="238" y="2500"/>
                </a:cubicBezTo>
                <a:cubicBezTo>
                  <a:pt x="0" y="3730"/>
                  <a:pt x="360" y="5131"/>
                  <a:pt x="1367" y="5933"/>
                </a:cubicBezTo>
                <a:cubicBezTo>
                  <a:pt x="1934" y="6385"/>
                  <a:pt x="2656" y="6602"/>
                  <a:pt x="3382" y="6602"/>
                </a:cubicBezTo>
                <a:cubicBezTo>
                  <a:pt x="4138" y="6602"/>
                  <a:pt x="4898" y="6367"/>
                  <a:pt x="5494" y="5917"/>
                </a:cubicBezTo>
                <a:cubicBezTo>
                  <a:pt x="6607" y="5078"/>
                  <a:pt x="7041" y="3580"/>
                  <a:pt x="6659" y="2253"/>
                </a:cubicBezTo>
                <a:cubicBezTo>
                  <a:pt x="6453" y="1537"/>
                  <a:pt x="6015" y="905"/>
                  <a:pt x="5393" y="488"/>
                </a:cubicBezTo>
                <a:cubicBezTo>
                  <a:pt x="4872" y="137"/>
                  <a:pt x="4267" y="0"/>
                  <a:pt x="3656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68" name="Google Shape;9868;p31"/>
          <p:cNvSpPr txBox="1"/>
          <p:nvPr/>
        </p:nvSpPr>
        <p:spPr>
          <a:xfrm>
            <a:off x="1477650" y="1497975"/>
            <a:ext cx="6188700" cy="3387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2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69" name="Google Shape;9869;p31"/>
          <p:cNvSpPr/>
          <p:nvPr/>
        </p:nvSpPr>
        <p:spPr>
          <a:xfrm rot="-4499992">
            <a:off x="7647023" y="2254838"/>
            <a:ext cx="585793" cy="623413"/>
          </a:xfrm>
          <a:custGeom>
            <a:rect b="b" l="l" r="r" t="t"/>
            <a:pathLst>
              <a:path extrusionOk="0" h="29017" w="27269">
                <a:moveTo>
                  <a:pt x="22507" y="0"/>
                </a:moveTo>
                <a:cubicBezTo>
                  <a:pt x="21719" y="0"/>
                  <a:pt x="20932" y="201"/>
                  <a:pt x="20248" y="603"/>
                </a:cubicBezTo>
                <a:cubicBezTo>
                  <a:pt x="20101" y="684"/>
                  <a:pt x="19960" y="774"/>
                  <a:pt x="19827" y="877"/>
                </a:cubicBezTo>
                <a:cubicBezTo>
                  <a:pt x="19689" y="973"/>
                  <a:pt x="19562" y="1080"/>
                  <a:pt x="19439" y="1195"/>
                </a:cubicBezTo>
                <a:cubicBezTo>
                  <a:pt x="19306" y="1313"/>
                  <a:pt x="19214" y="1408"/>
                  <a:pt x="19117" y="1505"/>
                </a:cubicBezTo>
                <a:lnTo>
                  <a:pt x="18821" y="1800"/>
                </a:lnTo>
                <a:lnTo>
                  <a:pt x="17642" y="2975"/>
                </a:lnTo>
                <a:lnTo>
                  <a:pt x="8210" y="12373"/>
                </a:lnTo>
                <a:lnTo>
                  <a:pt x="3494" y="17071"/>
                </a:lnTo>
                <a:lnTo>
                  <a:pt x="2315" y="18246"/>
                </a:lnTo>
                <a:lnTo>
                  <a:pt x="1721" y="18842"/>
                </a:lnTo>
                <a:cubicBezTo>
                  <a:pt x="1504" y="19073"/>
                  <a:pt x="1291" y="19311"/>
                  <a:pt x="1110" y="19576"/>
                </a:cubicBezTo>
                <a:cubicBezTo>
                  <a:pt x="744" y="20099"/>
                  <a:pt x="454" y="20675"/>
                  <a:pt x="267" y="21287"/>
                </a:cubicBezTo>
                <a:cubicBezTo>
                  <a:pt x="86" y="21900"/>
                  <a:pt x="1" y="22538"/>
                  <a:pt x="13" y="23174"/>
                </a:cubicBezTo>
                <a:cubicBezTo>
                  <a:pt x="35" y="24451"/>
                  <a:pt x="496" y="25713"/>
                  <a:pt x="1281" y="26719"/>
                </a:cubicBezTo>
                <a:cubicBezTo>
                  <a:pt x="1679" y="27216"/>
                  <a:pt x="2146" y="27657"/>
                  <a:pt x="2675" y="28015"/>
                </a:cubicBezTo>
                <a:cubicBezTo>
                  <a:pt x="3210" y="28365"/>
                  <a:pt x="3798" y="28634"/>
                  <a:pt x="4413" y="28805"/>
                </a:cubicBezTo>
                <a:cubicBezTo>
                  <a:pt x="4924" y="28947"/>
                  <a:pt x="5453" y="29016"/>
                  <a:pt x="5983" y="29016"/>
                </a:cubicBezTo>
                <a:cubicBezTo>
                  <a:pt x="6728" y="29016"/>
                  <a:pt x="7474" y="28878"/>
                  <a:pt x="8170" y="28610"/>
                </a:cubicBezTo>
                <a:cubicBezTo>
                  <a:pt x="8765" y="28375"/>
                  <a:pt x="9319" y="28045"/>
                  <a:pt x="9814" y="27642"/>
                </a:cubicBezTo>
                <a:lnTo>
                  <a:pt x="10170" y="27323"/>
                </a:lnTo>
                <a:cubicBezTo>
                  <a:pt x="10285" y="27216"/>
                  <a:pt x="10371" y="27125"/>
                  <a:pt x="10472" y="27025"/>
                </a:cubicBezTo>
                <a:lnTo>
                  <a:pt x="11063" y="26437"/>
                </a:lnTo>
                <a:lnTo>
                  <a:pt x="20495" y="17039"/>
                </a:lnTo>
                <a:cubicBezTo>
                  <a:pt x="21385" y="16152"/>
                  <a:pt x="21860" y="15184"/>
                  <a:pt x="21554" y="14878"/>
                </a:cubicBezTo>
                <a:cubicBezTo>
                  <a:pt x="21491" y="14814"/>
                  <a:pt x="21400" y="14784"/>
                  <a:pt x="21287" y="14784"/>
                </a:cubicBezTo>
                <a:cubicBezTo>
                  <a:pt x="20852" y="14784"/>
                  <a:pt x="20096" y="15227"/>
                  <a:pt x="19389" y="15931"/>
                </a:cubicBezTo>
                <a:lnTo>
                  <a:pt x="9957" y="25329"/>
                </a:lnTo>
                <a:lnTo>
                  <a:pt x="9369" y="25916"/>
                </a:lnTo>
                <a:cubicBezTo>
                  <a:pt x="9272" y="26009"/>
                  <a:pt x="9166" y="26121"/>
                  <a:pt x="9079" y="26200"/>
                </a:cubicBezTo>
                <a:lnTo>
                  <a:pt x="8814" y="26439"/>
                </a:lnTo>
                <a:cubicBezTo>
                  <a:pt x="8448" y="26735"/>
                  <a:pt x="8041" y="26978"/>
                  <a:pt x="7603" y="27152"/>
                </a:cubicBezTo>
                <a:cubicBezTo>
                  <a:pt x="7090" y="27349"/>
                  <a:pt x="6538" y="27451"/>
                  <a:pt x="5987" y="27451"/>
                </a:cubicBezTo>
                <a:cubicBezTo>
                  <a:pt x="5595" y="27451"/>
                  <a:pt x="5204" y="27399"/>
                  <a:pt x="4826" y="27294"/>
                </a:cubicBezTo>
                <a:cubicBezTo>
                  <a:pt x="4373" y="27166"/>
                  <a:pt x="3939" y="26970"/>
                  <a:pt x="3544" y="26715"/>
                </a:cubicBezTo>
                <a:cubicBezTo>
                  <a:pt x="3154" y="26449"/>
                  <a:pt x="2808" y="26121"/>
                  <a:pt x="2512" y="25753"/>
                </a:cubicBezTo>
                <a:cubicBezTo>
                  <a:pt x="1935" y="25011"/>
                  <a:pt x="1591" y="24083"/>
                  <a:pt x="1577" y="23138"/>
                </a:cubicBezTo>
                <a:cubicBezTo>
                  <a:pt x="1570" y="22667"/>
                  <a:pt x="1633" y="22194"/>
                  <a:pt x="1764" y="21743"/>
                </a:cubicBezTo>
                <a:cubicBezTo>
                  <a:pt x="1902" y="21291"/>
                  <a:pt x="2118" y="20866"/>
                  <a:pt x="2387" y="20480"/>
                </a:cubicBezTo>
                <a:cubicBezTo>
                  <a:pt x="2520" y="20285"/>
                  <a:pt x="2677" y="20110"/>
                  <a:pt x="2838" y="19937"/>
                </a:cubicBezTo>
                <a:lnTo>
                  <a:pt x="3418" y="19355"/>
                </a:lnTo>
                <a:lnTo>
                  <a:pt x="4597" y="18180"/>
                </a:lnTo>
                <a:lnTo>
                  <a:pt x="9313" y="13480"/>
                </a:lnTo>
                <a:lnTo>
                  <a:pt x="18747" y="4082"/>
                </a:lnTo>
                <a:lnTo>
                  <a:pt x="19926" y="2907"/>
                </a:lnTo>
                <a:lnTo>
                  <a:pt x="20220" y="2615"/>
                </a:lnTo>
                <a:cubicBezTo>
                  <a:pt x="20318" y="2515"/>
                  <a:pt x="20421" y="2412"/>
                  <a:pt x="20497" y="2348"/>
                </a:cubicBezTo>
                <a:cubicBezTo>
                  <a:pt x="20576" y="2273"/>
                  <a:pt x="20660" y="2201"/>
                  <a:pt x="20751" y="2140"/>
                </a:cubicBezTo>
                <a:cubicBezTo>
                  <a:pt x="20836" y="2070"/>
                  <a:pt x="20930" y="2014"/>
                  <a:pt x="21027" y="1961"/>
                </a:cubicBezTo>
                <a:cubicBezTo>
                  <a:pt x="21473" y="1696"/>
                  <a:pt x="21990" y="1565"/>
                  <a:pt x="22507" y="1565"/>
                </a:cubicBezTo>
                <a:cubicBezTo>
                  <a:pt x="22870" y="1565"/>
                  <a:pt x="23232" y="1629"/>
                  <a:pt x="23570" y="1758"/>
                </a:cubicBezTo>
                <a:cubicBezTo>
                  <a:pt x="24397" y="2056"/>
                  <a:pt x="25065" y="2764"/>
                  <a:pt x="25342" y="3593"/>
                </a:cubicBezTo>
                <a:cubicBezTo>
                  <a:pt x="25634" y="4424"/>
                  <a:pt x="25517" y="5384"/>
                  <a:pt x="25051" y="6128"/>
                </a:cubicBezTo>
                <a:cubicBezTo>
                  <a:pt x="24938" y="6315"/>
                  <a:pt x="24797" y="6486"/>
                  <a:pt x="24646" y="6647"/>
                </a:cubicBezTo>
                <a:lnTo>
                  <a:pt x="24063" y="7229"/>
                </a:lnTo>
                <a:lnTo>
                  <a:pt x="22884" y="8404"/>
                </a:lnTo>
                <a:lnTo>
                  <a:pt x="20526" y="10752"/>
                </a:lnTo>
                <a:lnTo>
                  <a:pt x="15811" y="15452"/>
                </a:lnTo>
                <a:lnTo>
                  <a:pt x="11095" y="20150"/>
                </a:lnTo>
                <a:lnTo>
                  <a:pt x="10506" y="20739"/>
                </a:lnTo>
                <a:cubicBezTo>
                  <a:pt x="10283" y="20961"/>
                  <a:pt x="10170" y="21073"/>
                  <a:pt x="10011" y="21174"/>
                </a:cubicBezTo>
                <a:cubicBezTo>
                  <a:pt x="9754" y="21340"/>
                  <a:pt x="9447" y="21423"/>
                  <a:pt x="9141" y="21423"/>
                </a:cubicBezTo>
                <a:cubicBezTo>
                  <a:pt x="9072" y="21423"/>
                  <a:pt x="9004" y="21419"/>
                  <a:pt x="8936" y="21411"/>
                </a:cubicBezTo>
                <a:cubicBezTo>
                  <a:pt x="8184" y="21331"/>
                  <a:pt x="7552" y="20653"/>
                  <a:pt x="7524" y="19898"/>
                </a:cubicBezTo>
                <a:cubicBezTo>
                  <a:pt x="7500" y="19524"/>
                  <a:pt x="7607" y="19142"/>
                  <a:pt x="7834" y="18846"/>
                </a:cubicBezTo>
                <a:cubicBezTo>
                  <a:pt x="7858" y="18806"/>
                  <a:pt x="7890" y="18770"/>
                  <a:pt x="7922" y="18737"/>
                </a:cubicBezTo>
                <a:cubicBezTo>
                  <a:pt x="7951" y="18701"/>
                  <a:pt x="7979" y="18667"/>
                  <a:pt x="8035" y="18611"/>
                </a:cubicBezTo>
                <a:lnTo>
                  <a:pt x="8325" y="18313"/>
                </a:lnTo>
                <a:lnTo>
                  <a:pt x="8906" y="17717"/>
                </a:lnTo>
                <a:lnTo>
                  <a:pt x="11224" y="15333"/>
                </a:lnTo>
                <a:lnTo>
                  <a:pt x="15864" y="10561"/>
                </a:lnTo>
                <a:cubicBezTo>
                  <a:pt x="16739" y="9661"/>
                  <a:pt x="17200" y="8685"/>
                  <a:pt x="16894" y="8380"/>
                </a:cubicBezTo>
                <a:cubicBezTo>
                  <a:pt x="16832" y="8319"/>
                  <a:pt x="16743" y="8290"/>
                  <a:pt x="16633" y="8290"/>
                </a:cubicBezTo>
                <a:cubicBezTo>
                  <a:pt x="16201" y="8290"/>
                  <a:pt x="15448" y="8744"/>
                  <a:pt x="14749" y="9464"/>
                </a:cubicBezTo>
                <a:lnTo>
                  <a:pt x="10105" y="14239"/>
                </a:lnTo>
                <a:lnTo>
                  <a:pt x="7784" y="16627"/>
                </a:lnTo>
                <a:lnTo>
                  <a:pt x="7204" y="17224"/>
                </a:lnTo>
                <a:lnTo>
                  <a:pt x="6914" y="17522"/>
                </a:lnTo>
                <a:cubicBezTo>
                  <a:pt x="6870" y="17566"/>
                  <a:pt x="6806" y="17635"/>
                  <a:pt x="6745" y="17705"/>
                </a:cubicBezTo>
                <a:cubicBezTo>
                  <a:pt x="6685" y="17774"/>
                  <a:pt x="6625" y="17844"/>
                  <a:pt x="6574" y="17920"/>
                </a:cubicBezTo>
                <a:cubicBezTo>
                  <a:pt x="6130" y="18510"/>
                  <a:pt x="5916" y="19262"/>
                  <a:pt x="5963" y="19993"/>
                </a:cubicBezTo>
                <a:cubicBezTo>
                  <a:pt x="6005" y="20725"/>
                  <a:pt x="6307" y="21448"/>
                  <a:pt x="6816" y="21979"/>
                </a:cubicBezTo>
                <a:cubicBezTo>
                  <a:pt x="7313" y="22514"/>
                  <a:pt x="8009" y="22878"/>
                  <a:pt x="8739" y="22963"/>
                </a:cubicBezTo>
                <a:cubicBezTo>
                  <a:pt x="8873" y="22981"/>
                  <a:pt x="9009" y="22989"/>
                  <a:pt x="9144" y="22989"/>
                </a:cubicBezTo>
                <a:cubicBezTo>
                  <a:pt x="9743" y="22989"/>
                  <a:pt x="10342" y="22822"/>
                  <a:pt x="10848" y="22496"/>
                </a:cubicBezTo>
                <a:cubicBezTo>
                  <a:pt x="11003" y="22395"/>
                  <a:pt x="11152" y="22287"/>
                  <a:pt x="11286" y="22162"/>
                </a:cubicBezTo>
                <a:cubicBezTo>
                  <a:pt x="11439" y="22025"/>
                  <a:pt x="11502" y="21951"/>
                  <a:pt x="11612" y="21848"/>
                </a:cubicBezTo>
                <a:lnTo>
                  <a:pt x="12200" y="21260"/>
                </a:lnTo>
                <a:lnTo>
                  <a:pt x="16916" y="16562"/>
                </a:lnTo>
                <a:lnTo>
                  <a:pt x="21632" y="11862"/>
                </a:lnTo>
                <a:lnTo>
                  <a:pt x="23990" y="9514"/>
                </a:lnTo>
                <a:lnTo>
                  <a:pt x="25169" y="8339"/>
                </a:lnTo>
                <a:lnTo>
                  <a:pt x="25763" y="7742"/>
                </a:lnTo>
                <a:cubicBezTo>
                  <a:pt x="25994" y="7502"/>
                  <a:pt x="26206" y="7241"/>
                  <a:pt x="26381" y="6955"/>
                </a:cubicBezTo>
                <a:cubicBezTo>
                  <a:pt x="27093" y="5816"/>
                  <a:pt x="27268" y="4360"/>
                  <a:pt x="26825" y="3092"/>
                </a:cubicBezTo>
                <a:cubicBezTo>
                  <a:pt x="26397" y="1820"/>
                  <a:pt x="25389" y="758"/>
                  <a:pt x="24125" y="295"/>
                </a:cubicBezTo>
                <a:cubicBezTo>
                  <a:pt x="23609" y="98"/>
                  <a:pt x="23058" y="0"/>
                  <a:pt x="22507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870" name="Google Shape;9870;p31"/>
          <p:cNvGrpSpPr/>
          <p:nvPr/>
        </p:nvGrpSpPr>
        <p:grpSpPr>
          <a:xfrm rot="540130">
            <a:off x="7907613" y="2733004"/>
            <a:ext cx="398029" cy="1705842"/>
            <a:chOff x="5686500" y="2272225"/>
            <a:chExt cx="481300" cy="2589250"/>
          </a:xfrm>
        </p:grpSpPr>
        <p:sp>
          <p:nvSpPr>
            <p:cNvPr id="9871" name="Google Shape;9871;p31"/>
            <p:cNvSpPr/>
            <p:nvPr/>
          </p:nvSpPr>
          <p:spPr>
            <a:xfrm>
              <a:off x="5686500" y="3674725"/>
              <a:ext cx="260950" cy="1082650"/>
            </a:xfrm>
            <a:custGeom>
              <a:rect b="b" l="l" r="r" t="t"/>
              <a:pathLst>
                <a:path extrusionOk="0" h="43306" w="10438">
                  <a:moveTo>
                    <a:pt x="7833" y="1"/>
                  </a:moveTo>
                  <a:cubicBezTo>
                    <a:pt x="7371" y="1"/>
                    <a:pt x="6972" y="354"/>
                    <a:pt x="6919" y="826"/>
                  </a:cubicBezTo>
                  <a:lnTo>
                    <a:pt x="6917" y="856"/>
                  </a:lnTo>
                  <a:cubicBezTo>
                    <a:pt x="6721" y="2624"/>
                    <a:pt x="6364" y="4312"/>
                    <a:pt x="5698" y="5866"/>
                  </a:cubicBezTo>
                  <a:cubicBezTo>
                    <a:pt x="5050" y="7434"/>
                    <a:pt x="4084" y="8863"/>
                    <a:pt x="3088" y="10468"/>
                  </a:cubicBezTo>
                  <a:cubicBezTo>
                    <a:pt x="2589" y="11280"/>
                    <a:pt x="2092" y="12124"/>
                    <a:pt x="1654" y="13039"/>
                  </a:cubicBezTo>
                  <a:cubicBezTo>
                    <a:pt x="1226" y="13954"/>
                    <a:pt x="864" y="14928"/>
                    <a:pt x="605" y="15926"/>
                  </a:cubicBezTo>
                  <a:cubicBezTo>
                    <a:pt x="331" y="16927"/>
                    <a:pt x="189" y="17942"/>
                    <a:pt x="83" y="18960"/>
                  </a:cubicBezTo>
                  <a:cubicBezTo>
                    <a:pt x="49" y="19968"/>
                    <a:pt x="0" y="20983"/>
                    <a:pt x="91" y="21967"/>
                  </a:cubicBezTo>
                  <a:cubicBezTo>
                    <a:pt x="306" y="25901"/>
                    <a:pt x="1297" y="29668"/>
                    <a:pt x="2718" y="33243"/>
                  </a:cubicBezTo>
                  <a:cubicBezTo>
                    <a:pt x="3455" y="35019"/>
                    <a:pt x="4316" y="36736"/>
                    <a:pt x="5302" y="38373"/>
                  </a:cubicBezTo>
                  <a:cubicBezTo>
                    <a:pt x="6303" y="40015"/>
                    <a:pt x="7369" y="41561"/>
                    <a:pt x="8712" y="43012"/>
                  </a:cubicBezTo>
                  <a:lnTo>
                    <a:pt x="8710" y="43012"/>
                  </a:lnTo>
                  <a:cubicBezTo>
                    <a:pt x="8886" y="43202"/>
                    <a:pt x="9133" y="43306"/>
                    <a:pt x="9386" y="43306"/>
                  </a:cubicBezTo>
                  <a:cubicBezTo>
                    <a:pt x="9540" y="43306"/>
                    <a:pt x="9697" y="43267"/>
                    <a:pt x="9840" y="43185"/>
                  </a:cubicBezTo>
                  <a:cubicBezTo>
                    <a:pt x="10281" y="42933"/>
                    <a:pt x="10437" y="42368"/>
                    <a:pt x="10185" y="41923"/>
                  </a:cubicBezTo>
                  <a:lnTo>
                    <a:pt x="10158" y="41872"/>
                  </a:lnTo>
                  <a:cubicBezTo>
                    <a:pt x="8416" y="38782"/>
                    <a:pt x="6936" y="35440"/>
                    <a:pt x="5813" y="32078"/>
                  </a:cubicBezTo>
                  <a:cubicBezTo>
                    <a:pt x="4693" y="28709"/>
                    <a:pt x="3905" y="25206"/>
                    <a:pt x="3643" y="21742"/>
                  </a:cubicBezTo>
                  <a:cubicBezTo>
                    <a:pt x="3499" y="20024"/>
                    <a:pt x="3580" y="18346"/>
                    <a:pt x="3929" y="16751"/>
                  </a:cubicBezTo>
                  <a:cubicBezTo>
                    <a:pt x="4282" y="15151"/>
                    <a:pt x="4942" y="13636"/>
                    <a:pt x="5789" y="12041"/>
                  </a:cubicBezTo>
                  <a:cubicBezTo>
                    <a:pt x="6645" y="10453"/>
                    <a:pt x="7602" y="8689"/>
                    <a:pt x="8169" y="6752"/>
                  </a:cubicBezTo>
                  <a:cubicBezTo>
                    <a:pt x="8749" y="4816"/>
                    <a:pt x="8903" y="2791"/>
                    <a:pt x="8752" y="856"/>
                  </a:cubicBezTo>
                  <a:cubicBezTo>
                    <a:pt x="8720" y="420"/>
                    <a:pt x="8382" y="58"/>
                    <a:pt x="7934" y="7"/>
                  </a:cubicBezTo>
                  <a:cubicBezTo>
                    <a:pt x="7900" y="3"/>
                    <a:pt x="7866" y="1"/>
                    <a:pt x="783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72" name="Google Shape;9872;p31"/>
            <p:cNvSpPr/>
            <p:nvPr/>
          </p:nvSpPr>
          <p:spPr>
            <a:xfrm>
              <a:off x="5922350" y="2272225"/>
              <a:ext cx="208275" cy="167975"/>
            </a:xfrm>
            <a:custGeom>
              <a:rect b="b" l="l" r="r" t="t"/>
              <a:pathLst>
                <a:path extrusionOk="0" h="6719" w="8331">
                  <a:moveTo>
                    <a:pt x="4165" y="0"/>
                  </a:moveTo>
                  <a:cubicBezTo>
                    <a:pt x="3993" y="0"/>
                    <a:pt x="3820" y="86"/>
                    <a:pt x="3721" y="257"/>
                  </a:cubicBezTo>
                  <a:lnTo>
                    <a:pt x="0" y="6719"/>
                  </a:lnTo>
                  <a:lnTo>
                    <a:pt x="8331" y="6719"/>
                  </a:lnTo>
                  <a:lnTo>
                    <a:pt x="4607" y="257"/>
                  </a:lnTo>
                  <a:cubicBezTo>
                    <a:pt x="4509" y="86"/>
                    <a:pt x="4337" y="0"/>
                    <a:pt x="416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73" name="Google Shape;9873;p31"/>
            <p:cNvSpPr/>
            <p:nvPr/>
          </p:nvSpPr>
          <p:spPr>
            <a:xfrm>
              <a:off x="5880875" y="3567725"/>
              <a:ext cx="286925" cy="1293750"/>
            </a:xfrm>
            <a:custGeom>
              <a:rect b="b" l="l" r="r" t="t"/>
              <a:pathLst>
                <a:path extrusionOk="0" h="51750" w="11477">
                  <a:moveTo>
                    <a:pt x="66" y="0"/>
                  </a:moveTo>
                  <a:lnTo>
                    <a:pt x="66" y="0"/>
                  </a:lnTo>
                  <a:cubicBezTo>
                    <a:pt x="0" y="16111"/>
                    <a:pt x="514" y="31974"/>
                    <a:pt x="1659" y="47561"/>
                  </a:cubicBezTo>
                  <a:cubicBezTo>
                    <a:pt x="1659" y="48718"/>
                    <a:pt x="2124" y="49768"/>
                    <a:pt x="2877" y="50524"/>
                  </a:cubicBezTo>
                  <a:cubicBezTo>
                    <a:pt x="3631" y="51282"/>
                    <a:pt x="4673" y="51749"/>
                    <a:pt x="5823" y="51749"/>
                  </a:cubicBezTo>
                  <a:cubicBezTo>
                    <a:pt x="8128" y="51749"/>
                    <a:pt x="9990" y="49870"/>
                    <a:pt x="9990" y="47561"/>
                  </a:cubicBezTo>
                  <a:cubicBezTo>
                    <a:pt x="10968" y="31913"/>
                    <a:pt x="11470" y="16370"/>
                    <a:pt x="11477" y="905"/>
                  </a:cubicBezTo>
                  <a:lnTo>
                    <a:pt x="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74" name="Google Shape;9874;p31"/>
            <p:cNvSpPr/>
            <p:nvPr/>
          </p:nvSpPr>
          <p:spPr>
            <a:xfrm>
              <a:off x="5954500" y="3306675"/>
              <a:ext cx="150975" cy="825125"/>
            </a:xfrm>
            <a:custGeom>
              <a:rect b="b" l="l" r="r" t="t"/>
              <a:pathLst>
                <a:path extrusionOk="0" h="33005" w="6039">
                  <a:moveTo>
                    <a:pt x="3020" y="0"/>
                  </a:moveTo>
                  <a:cubicBezTo>
                    <a:pt x="2220" y="0"/>
                    <a:pt x="1452" y="1740"/>
                    <a:pt x="887" y="4835"/>
                  </a:cubicBezTo>
                  <a:cubicBezTo>
                    <a:pt x="319" y="7930"/>
                    <a:pt x="1" y="12125"/>
                    <a:pt x="1" y="16502"/>
                  </a:cubicBezTo>
                  <a:cubicBezTo>
                    <a:pt x="1" y="20879"/>
                    <a:pt x="319" y="25077"/>
                    <a:pt x="887" y="28172"/>
                  </a:cubicBezTo>
                  <a:cubicBezTo>
                    <a:pt x="1452" y="31267"/>
                    <a:pt x="2220" y="33004"/>
                    <a:pt x="3020" y="33004"/>
                  </a:cubicBezTo>
                  <a:cubicBezTo>
                    <a:pt x="3820" y="33004"/>
                    <a:pt x="4588" y="31267"/>
                    <a:pt x="5153" y="28172"/>
                  </a:cubicBezTo>
                  <a:cubicBezTo>
                    <a:pt x="5721" y="25077"/>
                    <a:pt x="6039" y="20879"/>
                    <a:pt x="6039" y="16502"/>
                  </a:cubicBezTo>
                  <a:cubicBezTo>
                    <a:pt x="6039" y="12125"/>
                    <a:pt x="5721" y="7930"/>
                    <a:pt x="5153" y="4835"/>
                  </a:cubicBezTo>
                  <a:cubicBezTo>
                    <a:pt x="4588" y="1740"/>
                    <a:pt x="3820" y="0"/>
                    <a:pt x="302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9875" name="Google Shape;9875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49051" y="1532325"/>
            <a:ext cx="6245900" cy="2412675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79" name="Shape 98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880" name="Google Shape;9880;p32"/>
          <p:cNvGrpSpPr/>
          <p:nvPr/>
        </p:nvGrpSpPr>
        <p:grpSpPr>
          <a:xfrm rot="-1320000">
            <a:off x="1312346" y="696431"/>
            <a:ext cx="2270043" cy="183536"/>
            <a:chOff x="5419725" y="2413000"/>
            <a:chExt cx="2169725" cy="175425"/>
          </a:xfrm>
        </p:grpSpPr>
        <p:sp>
          <p:nvSpPr>
            <p:cNvPr id="9881" name="Google Shape;9881;p32"/>
            <p:cNvSpPr/>
            <p:nvPr/>
          </p:nvSpPr>
          <p:spPr>
            <a:xfrm>
              <a:off x="5419725" y="2413000"/>
              <a:ext cx="2027325" cy="175425"/>
            </a:xfrm>
            <a:custGeom>
              <a:rect b="b" l="l" r="r" t="t"/>
              <a:pathLst>
                <a:path extrusionOk="0" h="7017" w="81093">
                  <a:moveTo>
                    <a:pt x="3509" y="0"/>
                  </a:moveTo>
                  <a:cubicBezTo>
                    <a:pt x="1571" y="0"/>
                    <a:pt x="0" y="1571"/>
                    <a:pt x="0" y="3508"/>
                  </a:cubicBezTo>
                  <a:cubicBezTo>
                    <a:pt x="0" y="5446"/>
                    <a:pt x="1571" y="7017"/>
                    <a:pt x="3509" y="7017"/>
                  </a:cubicBezTo>
                  <a:lnTo>
                    <a:pt x="81093" y="7017"/>
                  </a:lnTo>
                  <a:lnTo>
                    <a:pt x="81093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82" name="Google Shape;9882;p32"/>
            <p:cNvSpPr/>
            <p:nvPr/>
          </p:nvSpPr>
          <p:spPr>
            <a:xfrm>
              <a:off x="7447025" y="2413000"/>
              <a:ext cx="142425" cy="175425"/>
            </a:xfrm>
            <a:custGeom>
              <a:rect b="b" l="l" r="r" t="t"/>
              <a:pathLst>
                <a:path extrusionOk="0" h="7017" w="5697">
                  <a:moveTo>
                    <a:pt x="1" y="0"/>
                  </a:moveTo>
                  <a:lnTo>
                    <a:pt x="1" y="7017"/>
                  </a:lnTo>
                  <a:lnTo>
                    <a:pt x="5410" y="3880"/>
                  </a:lnTo>
                  <a:cubicBezTo>
                    <a:pt x="5696" y="3714"/>
                    <a:pt x="5696" y="3300"/>
                    <a:pt x="5410" y="3134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83" name="Google Shape;9883;p32"/>
            <p:cNvSpPr/>
            <p:nvPr/>
          </p:nvSpPr>
          <p:spPr>
            <a:xfrm>
              <a:off x="6846100" y="2459400"/>
              <a:ext cx="492625" cy="82550"/>
            </a:xfrm>
            <a:custGeom>
              <a:rect b="b" l="l" r="r" t="t"/>
              <a:pathLst>
                <a:path extrusionOk="0" h="3302" w="19705">
                  <a:moveTo>
                    <a:pt x="1650" y="1"/>
                  </a:moveTo>
                  <a:cubicBezTo>
                    <a:pt x="740" y="1"/>
                    <a:pt x="1" y="740"/>
                    <a:pt x="1" y="1652"/>
                  </a:cubicBezTo>
                  <a:cubicBezTo>
                    <a:pt x="1" y="2562"/>
                    <a:pt x="740" y="3301"/>
                    <a:pt x="1650" y="3301"/>
                  </a:cubicBezTo>
                  <a:lnTo>
                    <a:pt x="18054" y="3301"/>
                  </a:lnTo>
                  <a:cubicBezTo>
                    <a:pt x="18966" y="3301"/>
                    <a:pt x="19705" y="2562"/>
                    <a:pt x="19705" y="1652"/>
                  </a:cubicBezTo>
                  <a:cubicBezTo>
                    <a:pt x="19705" y="740"/>
                    <a:pt x="18966" y="1"/>
                    <a:pt x="1805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884" name="Google Shape;9884;p32"/>
          <p:cNvSpPr txBox="1"/>
          <p:nvPr>
            <p:ph type="title"/>
          </p:nvPr>
        </p:nvSpPr>
        <p:spPr>
          <a:xfrm>
            <a:off x="1202600" y="576600"/>
            <a:ext cx="7020000" cy="9345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2000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300"/>
              <a:buFont typeface="Gantari ExtraBold"/>
              <a:buNone/>
            </a:pPr>
            <a:r>
              <a:rPr b="1" lang="en-US">
                <a:latin typeface="Sorts Mill Goudy"/>
                <a:ea typeface="Sorts Mill Goudy"/>
                <a:cs typeface="Sorts Mill Goudy"/>
                <a:sym typeface="Sorts Mill Goudy"/>
              </a:rPr>
              <a:t> FINAL LOW FI DESIGN</a:t>
            </a:r>
            <a:endParaRPr sz="2500">
              <a:solidFill>
                <a:schemeClr val="lt2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300"/>
              <a:buFont typeface="Gantari ExtraBold"/>
              <a:buNone/>
            </a:pPr>
            <a:r>
              <a:t/>
            </a:r>
            <a:endParaRPr b="1"/>
          </a:p>
        </p:txBody>
      </p:sp>
      <p:sp>
        <p:nvSpPr>
          <p:cNvPr id="9885" name="Google Shape;9885;p32"/>
          <p:cNvSpPr/>
          <p:nvPr/>
        </p:nvSpPr>
        <p:spPr>
          <a:xfrm>
            <a:off x="7689287" y="588070"/>
            <a:ext cx="388400" cy="411925"/>
          </a:xfrm>
          <a:custGeom>
            <a:rect b="b" l="l" r="r" t="t"/>
            <a:pathLst>
              <a:path extrusionOk="0" h="16477" w="15536">
                <a:moveTo>
                  <a:pt x="6847" y="1663"/>
                </a:moveTo>
                <a:cubicBezTo>
                  <a:pt x="7694" y="2699"/>
                  <a:pt x="8474" y="3796"/>
                  <a:pt x="9217" y="4915"/>
                </a:cubicBezTo>
                <a:lnTo>
                  <a:pt x="9217" y="4915"/>
                </a:lnTo>
                <a:cubicBezTo>
                  <a:pt x="8312" y="5132"/>
                  <a:pt x="7406" y="5345"/>
                  <a:pt x="6499" y="5555"/>
                </a:cubicBezTo>
                <a:lnTo>
                  <a:pt x="6499" y="5555"/>
                </a:lnTo>
                <a:cubicBezTo>
                  <a:pt x="6577" y="4254"/>
                  <a:pt x="6686" y="2956"/>
                  <a:pt x="6847" y="1663"/>
                </a:cubicBezTo>
                <a:close/>
                <a:moveTo>
                  <a:pt x="13631" y="4832"/>
                </a:moveTo>
                <a:cubicBezTo>
                  <a:pt x="13054" y="5635"/>
                  <a:pt x="12464" y="6428"/>
                  <a:pt x="11865" y="7213"/>
                </a:cubicBezTo>
                <a:lnTo>
                  <a:pt x="11865" y="7213"/>
                </a:lnTo>
                <a:cubicBezTo>
                  <a:pt x="11783" y="7081"/>
                  <a:pt x="11700" y="6949"/>
                  <a:pt x="11617" y="6817"/>
                </a:cubicBezTo>
                <a:cubicBezTo>
                  <a:pt x="11353" y="6396"/>
                  <a:pt x="11086" y="5973"/>
                  <a:pt x="10816" y="5552"/>
                </a:cubicBezTo>
                <a:lnTo>
                  <a:pt x="10816" y="5552"/>
                </a:lnTo>
                <a:cubicBezTo>
                  <a:pt x="11756" y="5320"/>
                  <a:pt x="12695" y="5082"/>
                  <a:pt x="13631" y="4832"/>
                </a:cubicBezTo>
                <a:close/>
                <a:moveTo>
                  <a:pt x="5447" y="6821"/>
                </a:moveTo>
                <a:lnTo>
                  <a:pt x="5447" y="6821"/>
                </a:lnTo>
                <a:cubicBezTo>
                  <a:pt x="5412" y="7578"/>
                  <a:pt x="5383" y="8337"/>
                  <a:pt x="5358" y="9095"/>
                </a:cubicBezTo>
                <a:lnTo>
                  <a:pt x="5358" y="9095"/>
                </a:lnTo>
                <a:cubicBezTo>
                  <a:pt x="4278" y="8603"/>
                  <a:pt x="3200" y="8103"/>
                  <a:pt x="2127" y="7595"/>
                </a:cubicBezTo>
                <a:lnTo>
                  <a:pt x="2127" y="7595"/>
                </a:lnTo>
                <a:cubicBezTo>
                  <a:pt x="3233" y="7333"/>
                  <a:pt x="4340" y="7077"/>
                  <a:pt x="5447" y="6821"/>
                </a:cubicBezTo>
                <a:close/>
                <a:moveTo>
                  <a:pt x="9795" y="5801"/>
                </a:moveTo>
                <a:cubicBezTo>
                  <a:pt x="10147" y="6347"/>
                  <a:pt x="10492" y="6896"/>
                  <a:pt x="10833" y="7443"/>
                </a:cubicBezTo>
                <a:cubicBezTo>
                  <a:pt x="10961" y="7647"/>
                  <a:pt x="11089" y="7852"/>
                  <a:pt x="11216" y="8057"/>
                </a:cubicBezTo>
                <a:lnTo>
                  <a:pt x="11216" y="8057"/>
                </a:lnTo>
                <a:cubicBezTo>
                  <a:pt x="10515" y="8963"/>
                  <a:pt x="9804" y="9861"/>
                  <a:pt x="9090" y="10757"/>
                </a:cubicBezTo>
                <a:lnTo>
                  <a:pt x="9090" y="10757"/>
                </a:lnTo>
                <a:cubicBezTo>
                  <a:pt x="8168" y="10356"/>
                  <a:pt x="7249" y="9949"/>
                  <a:pt x="6332" y="9536"/>
                </a:cubicBezTo>
                <a:lnTo>
                  <a:pt x="6332" y="9536"/>
                </a:lnTo>
                <a:cubicBezTo>
                  <a:pt x="6362" y="8553"/>
                  <a:pt x="6396" y="7571"/>
                  <a:pt x="6443" y="6590"/>
                </a:cubicBezTo>
                <a:lnTo>
                  <a:pt x="6443" y="6590"/>
                </a:lnTo>
                <a:cubicBezTo>
                  <a:pt x="7562" y="6331"/>
                  <a:pt x="8679" y="6070"/>
                  <a:pt x="9795" y="5801"/>
                </a:cubicBezTo>
                <a:close/>
                <a:moveTo>
                  <a:pt x="11771" y="8958"/>
                </a:moveTo>
                <a:cubicBezTo>
                  <a:pt x="12536" y="10214"/>
                  <a:pt x="13278" y="11491"/>
                  <a:pt x="13947" y="12799"/>
                </a:cubicBezTo>
                <a:lnTo>
                  <a:pt x="13947" y="12799"/>
                </a:lnTo>
                <a:cubicBezTo>
                  <a:pt x="12637" y="12267"/>
                  <a:pt x="11332" y="11721"/>
                  <a:pt x="10032" y="11163"/>
                </a:cubicBezTo>
                <a:lnTo>
                  <a:pt x="10032" y="11163"/>
                </a:lnTo>
                <a:cubicBezTo>
                  <a:pt x="10616" y="10431"/>
                  <a:pt x="11196" y="9697"/>
                  <a:pt x="11771" y="8958"/>
                </a:cubicBezTo>
                <a:close/>
                <a:moveTo>
                  <a:pt x="6300" y="10607"/>
                </a:moveTo>
                <a:cubicBezTo>
                  <a:pt x="7016" y="10927"/>
                  <a:pt x="7732" y="11244"/>
                  <a:pt x="8451" y="11557"/>
                </a:cubicBezTo>
                <a:lnTo>
                  <a:pt x="8451" y="11557"/>
                </a:lnTo>
                <a:cubicBezTo>
                  <a:pt x="7691" y="12508"/>
                  <a:pt x="6929" y="13457"/>
                  <a:pt x="6174" y="14413"/>
                </a:cubicBezTo>
                <a:lnTo>
                  <a:pt x="6174" y="14413"/>
                </a:lnTo>
                <a:cubicBezTo>
                  <a:pt x="6229" y="13146"/>
                  <a:pt x="6264" y="11877"/>
                  <a:pt x="6300" y="10607"/>
                </a:cubicBezTo>
                <a:close/>
                <a:moveTo>
                  <a:pt x="6513" y="1"/>
                </a:moveTo>
                <a:cubicBezTo>
                  <a:pt x="6290" y="1"/>
                  <a:pt x="6060" y="131"/>
                  <a:pt x="6026" y="362"/>
                </a:cubicBezTo>
                <a:cubicBezTo>
                  <a:pt x="5760" y="2163"/>
                  <a:pt x="5604" y="3972"/>
                  <a:pt x="5501" y="5786"/>
                </a:cubicBezTo>
                <a:lnTo>
                  <a:pt x="5501" y="5786"/>
                </a:lnTo>
                <a:cubicBezTo>
                  <a:pt x="3837" y="6171"/>
                  <a:pt x="2172" y="6555"/>
                  <a:pt x="511" y="6958"/>
                </a:cubicBezTo>
                <a:cubicBezTo>
                  <a:pt x="115" y="7055"/>
                  <a:pt x="1" y="7681"/>
                  <a:pt x="393" y="7868"/>
                </a:cubicBezTo>
                <a:cubicBezTo>
                  <a:pt x="2028" y="8652"/>
                  <a:pt x="3672" y="9419"/>
                  <a:pt x="5324" y="10167"/>
                </a:cubicBezTo>
                <a:lnTo>
                  <a:pt x="5324" y="10167"/>
                </a:lnTo>
                <a:cubicBezTo>
                  <a:pt x="5265" y="12097"/>
                  <a:pt x="5213" y="14027"/>
                  <a:pt x="5099" y="15951"/>
                </a:cubicBezTo>
                <a:cubicBezTo>
                  <a:pt x="5085" y="16196"/>
                  <a:pt x="5221" y="16347"/>
                  <a:pt x="5397" y="16404"/>
                </a:cubicBezTo>
                <a:lnTo>
                  <a:pt x="5397" y="16404"/>
                </a:lnTo>
                <a:cubicBezTo>
                  <a:pt x="5468" y="16450"/>
                  <a:pt x="5548" y="16477"/>
                  <a:pt x="5628" y="16477"/>
                </a:cubicBezTo>
                <a:cubicBezTo>
                  <a:pt x="5740" y="16477"/>
                  <a:pt x="5853" y="16426"/>
                  <a:pt x="5948" y="16303"/>
                </a:cubicBezTo>
                <a:cubicBezTo>
                  <a:pt x="7084" y="14845"/>
                  <a:pt x="8241" y="13406"/>
                  <a:pt x="9393" y="11965"/>
                </a:cubicBezTo>
                <a:lnTo>
                  <a:pt x="9393" y="11965"/>
                </a:lnTo>
                <a:cubicBezTo>
                  <a:pt x="11196" y="12741"/>
                  <a:pt x="13009" y="13494"/>
                  <a:pt x="14832" y="14222"/>
                </a:cubicBezTo>
                <a:cubicBezTo>
                  <a:pt x="14891" y="14245"/>
                  <a:pt x="14947" y="14256"/>
                  <a:pt x="14999" y="14256"/>
                </a:cubicBezTo>
                <a:cubicBezTo>
                  <a:pt x="15344" y="14256"/>
                  <a:pt x="15535" y="13791"/>
                  <a:pt x="15394" y="13491"/>
                </a:cubicBezTo>
                <a:cubicBezTo>
                  <a:pt x="14529" y="11640"/>
                  <a:pt x="13496" y="9859"/>
                  <a:pt x="12424" y="8114"/>
                </a:cubicBezTo>
                <a:lnTo>
                  <a:pt x="12424" y="8114"/>
                </a:lnTo>
                <a:cubicBezTo>
                  <a:pt x="13397" y="6844"/>
                  <a:pt x="14350" y="5557"/>
                  <a:pt x="15264" y="4238"/>
                </a:cubicBezTo>
                <a:cubicBezTo>
                  <a:pt x="15493" y="3909"/>
                  <a:pt x="15177" y="3491"/>
                  <a:pt x="14822" y="3491"/>
                </a:cubicBezTo>
                <a:cubicBezTo>
                  <a:pt x="14782" y="3491"/>
                  <a:pt x="14741" y="3496"/>
                  <a:pt x="14701" y="3507"/>
                </a:cubicBezTo>
                <a:cubicBezTo>
                  <a:pt x="13221" y="3921"/>
                  <a:pt x="11733" y="4302"/>
                  <a:pt x="10242" y="4667"/>
                </a:cubicBezTo>
                <a:lnTo>
                  <a:pt x="10242" y="4667"/>
                </a:lnTo>
                <a:cubicBezTo>
                  <a:pt x="9206" y="3091"/>
                  <a:pt x="8105" y="1549"/>
                  <a:pt x="6860" y="143"/>
                </a:cubicBezTo>
                <a:cubicBezTo>
                  <a:pt x="6774" y="46"/>
                  <a:pt x="6645" y="1"/>
                  <a:pt x="6513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86" name="Google Shape;9886;p32"/>
          <p:cNvSpPr/>
          <p:nvPr/>
        </p:nvSpPr>
        <p:spPr>
          <a:xfrm>
            <a:off x="7759050" y="1833575"/>
            <a:ext cx="117525" cy="110100"/>
          </a:xfrm>
          <a:custGeom>
            <a:rect b="b" l="l" r="r" t="t"/>
            <a:pathLst>
              <a:path extrusionOk="0" h="4404" w="4701">
                <a:moveTo>
                  <a:pt x="1951" y="1032"/>
                </a:moveTo>
                <a:cubicBezTo>
                  <a:pt x="1950" y="1033"/>
                  <a:pt x="1949" y="1033"/>
                  <a:pt x="1947" y="1033"/>
                </a:cubicBezTo>
                <a:cubicBezTo>
                  <a:pt x="1948" y="1033"/>
                  <a:pt x="1950" y="1033"/>
                  <a:pt x="1951" y="1032"/>
                </a:cubicBezTo>
                <a:close/>
                <a:moveTo>
                  <a:pt x="2857" y="1059"/>
                </a:moveTo>
                <a:cubicBezTo>
                  <a:pt x="2871" y="1059"/>
                  <a:pt x="2889" y="1066"/>
                  <a:pt x="2907" y="1075"/>
                </a:cubicBezTo>
                <a:lnTo>
                  <a:pt x="2907" y="1075"/>
                </a:lnTo>
                <a:cubicBezTo>
                  <a:pt x="2887" y="1068"/>
                  <a:pt x="2858" y="1059"/>
                  <a:pt x="2857" y="1059"/>
                </a:cubicBezTo>
                <a:close/>
                <a:moveTo>
                  <a:pt x="3091" y="1185"/>
                </a:moveTo>
                <a:cubicBezTo>
                  <a:pt x="3091" y="1185"/>
                  <a:pt x="3091" y="1185"/>
                  <a:pt x="3091" y="1185"/>
                </a:cubicBezTo>
                <a:lnTo>
                  <a:pt x="3091" y="1185"/>
                </a:lnTo>
                <a:cubicBezTo>
                  <a:pt x="3091" y="1185"/>
                  <a:pt x="3091" y="1185"/>
                  <a:pt x="3091" y="1185"/>
                </a:cubicBezTo>
                <a:close/>
                <a:moveTo>
                  <a:pt x="3104" y="1198"/>
                </a:moveTo>
                <a:cubicBezTo>
                  <a:pt x="3111" y="1203"/>
                  <a:pt x="3118" y="1208"/>
                  <a:pt x="3125" y="1213"/>
                </a:cubicBezTo>
                <a:cubicBezTo>
                  <a:pt x="3142" y="1224"/>
                  <a:pt x="3149" y="1229"/>
                  <a:pt x="3148" y="1229"/>
                </a:cubicBezTo>
                <a:cubicBezTo>
                  <a:pt x="3148" y="1229"/>
                  <a:pt x="3121" y="1211"/>
                  <a:pt x="3104" y="1198"/>
                </a:cubicBezTo>
                <a:close/>
                <a:moveTo>
                  <a:pt x="1747" y="3319"/>
                </a:moveTo>
                <a:cubicBezTo>
                  <a:pt x="1767" y="3326"/>
                  <a:pt x="1803" y="3338"/>
                  <a:pt x="1802" y="3338"/>
                </a:cubicBezTo>
                <a:cubicBezTo>
                  <a:pt x="1800" y="3339"/>
                  <a:pt x="1799" y="3339"/>
                  <a:pt x="1797" y="3339"/>
                </a:cubicBezTo>
                <a:cubicBezTo>
                  <a:pt x="1785" y="3339"/>
                  <a:pt x="1766" y="3330"/>
                  <a:pt x="1747" y="3319"/>
                </a:cubicBezTo>
                <a:close/>
                <a:moveTo>
                  <a:pt x="2463" y="3393"/>
                </a:moveTo>
                <a:cubicBezTo>
                  <a:pt x="2461" y="3393"/>
                  <a:pt x="2459" y="3393"/>
                  <a:pt x="2456" y="3393"/>
                </a:cubicBezTo>
                <a:lnTo>
                  <a:pt x="2456" y="3393"/>
                </a:lnTo>
                <a:cubicBezTo>
                  <a:pt x="2459" y="3393"/>
                  <a:pt x="2462" y="3393"/>
                  <a:pt x="2463" y="3393"/>
                </a:cubicBezTo>
                <a:close/>
                <a:moveTo>
                  <a:pt x="2387" y="989"/>
                </a:moveTo>
                <a:cubicBezTo>
                  <a:pt x="2440" y="989"/>
                  <a:pt x="2491" y="989"/>
                  <a:pt x="2541" y="993"/>
                </a:cubicBezTo>
                <a:cubicBezTo>
                  <a:pt x="2560" y="993"/>
                  <a:pt x="2582" y="997"/>
                  <a:pt x="2601" y="998"/>
                </a:cubicBezTo>
                <a:lnTo>
                  <a:pt x="2601" y="998"/>
                </a:lnTo>
                <a:cubicBezTo>
                  <a:pt x="2682" y="1018"/>
                  <a:pt x="2761" y="1029"/>
                  <a:pt x="2840" y="1057"/>
                </a:cubicBezTo>
                <a:cubicBezTo>
                  <a:pt x="2857" y="1061"/>
                  <a:pt x="2876" y="1069"/>
                  <a:pt x="2895" y="1076"/>
                </a:cubicBezTo>
                <a:cubicBezTo>
                  <a:pt x="2906" y="1079"/>
                  <a:pt x="2914" y="1081"/>
                  <a:pt x="2919" y="1082"/>
                </a:cubicBezTo>
                <a:lnTo>
                  <a:pt x="2919" y="1082"/>
                </a:lnTo>
                <a:cubicBezTo>
                  <a:pt x="2944" y="1096"/>
                  <a:pt x="2968" y="1113"/>
                  <a:pt x="2984" y="1122"/>
                </a:cubicBezTo>
                <a:cubicBezTo>
                  <a:pt x="3015" y="1139"/>
                  <a:pt x="3049" y="1160"/>
                  <a:pt x="3080" y="1181"/>
                </a:cubicBezTo>
                <a:cubicBezTo>
                  <a:pt x="3084" y="1184"/>
                  <a:pt x="3088" y="1186"/>
                  <a:pt x="3092" y="1189"/>
                </a:cubicBezTo>
                <a:lnTo>
                  <a:pt x="3092" y="1189"/>
                </a:lnTo>
                <a:cubicBezTo>
                  <a:pt x="3107" y="1217"/>
                  <a:pt x="3258" y="1347"/>
                  <a:pt x="3274" y="1366"/>
                </a:cubicBezTo>
                <a:cubicBezTo>
                  <a:pt x="3278" y="1370"/>
                  <a:pt x="3281" y="1374"/>
                  <a:pt x="3284" y="1378"/>
                </a:cubicBezTo>
                <a:lnTo>
                  <a:pt x="3284" y="1378"/>
                </a:lnTo>
                <a:cubicBezTo>
                  <a:pt x="3304" y="1410"/>
                  <a:pt x="3328" y="1440"/>
                  <a:pt x="3348" y="1474"/>
                </a:cubicBezTo>
                <a:cubicBezTo>
                  <a:pt x="3367" y="1503"/>
                  <a:pt x="3386" y="1535"/>
                  <a:pt x="3403" y="1569"/>
                </a:cubicBezTo>
                <a:cubicBezTo>
                  <a:pt x="3409" y="1579"/>
                  <a:pt x="3414" y="1591"/>
                  <a:pt x="3420" y="1604"/>
                </a:cubicBezTo>
                <a:lnTo>
                  <a:pt x="3420" y="1604"/>
                </a:lnTo>
                <a:cubicBezTo>
                  <a:pt x="3420" y="1602"/>
                  <a:pt x="3420" y="1600"/>
                  <a:pt x="3420" y="1598"/>
                </a:cubicBezTo>
                <a:lnTo>
                  <a:pt x="3420" y="1598"/>
                </a:lnTo>
                <a:cubicBezTo>
                  <a:pt x="3420" y="1600"/>
                  <a:pt x="3420" y="1602"/>
                  <a:pt x="3420" y="1604"/>
                </a:cubicBezTo>
                <a:lnTo>
                  <a:pt x="3420" y="1604"/>
                </a:lnTo>
                <a:cubicBezTo>
                  <a:pt x="3420" y="1604"/>
                  <a:pt x="3420" y="1604"/>
                  <a:pt x="3420" y="1604"/>
                </a:cubicBezTo>
                <a:lnTo>
                  <a:pt x="3420" y="1604"/>
                </a:lnTo>
                <a:cubicBezTo>
                  <a:pt x="3420" y="1621"/>
                  <a:pt x="3423" y="1634"/>
                  <a:pt x="3427" y="1644"/>
                </a:cubicBezTo>
                <a:lnTo>
                  <a:pt x="3427" y="1644"/>
                </a:lnTo>
                <a:cubicBezTo>
                  <a:pt x="3423" y="1630"/>
                  <a:pt x="3420" y="1616"/>
                  <a:pt x="3420" y="1604"/>
                </a:cubicBezTo>
                <a:lnTo>
                  <a:pt x="3420" y="1604"/>
                </a:lnTo>
                <a:cubicBezTo>
                  <a:pt x="3422" y="1608"/>
                  <a:pt x="3424" y="1613"/>
                  <a:pt x="3426" y="1617"/>
                </a:cubicBezTo>
                <a:cubicBezTo>
                  <a:pt x="3442" y="1646"/>
                  <a:pt x="3443" y="1659"/>
                  <a:pt x="3439" y="1659"/>
                </a:cubicBezTo>
                <a:cubicBezTo>
                  <a:pt x="3436" y="1659"/>
                  <a:pt x="3432" y="1654"/>
                  <a:pt x="3427" y="1644"/>
                </a:cubicBezTo>
                <a:lnTo>
                  <a:pt x="3427" y="1644"/>
                </a:lnTo>
                <a:cubicBezTo>
                  <a:pt x="3443" y="1697"/>
                  <a:pt x="3479" y="1760"/>
                  <a:pt x="3491" y="1802"/>
                </a:cubicBezTo>
                <a:cubicBezTo>
                  <a:pt x="3500" y="1838"/>
                  <a:pt x="3508" y="1874"/>
                  <a:pt x="3517" y="1910"/>
                </a:cubicBezTo>
                <a:cubicBezTo>
                  <a:pt x="3521" y="1933"/>
                  <a:pt x="3525" y="1954"/>
                  <a:pt x="3529" y="1977"/>
                </a:cubicBezTo>
                <a:cubicBezTo>
                  <a:pt x="3534" y="2005"/>
                  <a:pt x="3537" y="2015"/>
                  <a:pt x="3538" y="2015"/>
                </a:cubicBezTo>
                <a:cubicBezTo>
                  <a:pt x="3540" y="2015"/>
                  <a:pt x="3530" y="1942"/>
                  <a:pt x="3525" y="1939"/>
                </a:cubicBezTo>
                <a:lnTo>
                  <a:pt x="3525" y="1939"/>
                </a:lnTo>
                <a:cubicBezTo>
                  <a:pt x="3550" y="1954"/>
                  <a:pt x="3538" y="2142"/>
                  <a:pt x="3538" y="2173"/>
                </a:cubicBezTo>
                <a:cubicBezTo>
                  <a:pt x="3538" y="2215"/>
                  <a:pt x="3535" y="2257"/>
                  <a:pt x="3533" y="2297"/>
                </a:cubicBezTo>
                <a:cubicBezTo>
                  <a:pt x="3532" y="2312"/>
                  <a:pt x="3530" y="2326"/>
                  <a:pt x="3529" y="2339"/>
                </a:cubicBezTo>
                <a:lnTo>
                  <a:pt x="3529" y="2339"/>
                </a:lnTo>
                <a:cubicBezTo>
                  <a:pt x="3514" y="2409"/>
                  <a:pt x="3504" y="2477"/>
                  <a:pt x="3483" y="2546"/>
                </a:cubicBezTo>
                <a:cubicBezTo>
                  <a:pt x="3472" y="2582"/>
                  <a:pt x="3462" y="2618"/>
                  <a:pt x="3449" y="2651"/>
                </a:cubicBezTo>
                <a:cubicBezTo>
                  <a:pt x="3445" y="2663"/>
                  <a:pt x="3440" y="2676"/>
                  <a:pt x="3436" y="2688"/>
                </a:cubicBezTo>
                <a:lnTo>
                  <a:pt x="3436" y="2688"/>
                </a:lnTo>
                <a:cubicBezTo>
                  <a:pt x="3398" y="2751"/>
                  <a:pt x="3369" y="2818"/>
                  <a:pt x="3329" y="2881"/>
                </a:cubicBezTo>
                <a:cubicBezTo>
                  <a:pt x="3324" y="2889"/>
                  <a:pt x="3300" y="2922"/>
                  <a:pt x="3284" y="2945"/>
                </a:cubicBezTo>
                <a:lnTo>
                  <a:pt x="3284" y="2945"/>
                </a:lnTo>
                <a:cubicBezTo>
                  <a:pt x="3263" y="2968"/>
                  <a:pt x="3232" y="3005"/>
                  <a:pt x="3224" y="3014"/>
                </a:cubicBezTo>
                <a:cubicBezTo>
                  <a:pt x="3198" y="3041"/>
                  <a:pt x="3171" y="3069"/>
                  <a:pt x="3142" y="3094"/>
                </a:cubicBezTo>
                <a:cubicBezTo>
                  <a:pt x="3127" y="3106"/>
                  <a:pt x="3112" y="3119"/>
                  <a:pt x="3099" y="3132"/>
                </a:cubicBezTo>
                <a:cubicBezTo>
                  <a:pt x="3075" y="3154"/>
                  <a:pt x="3071" y="3163"/>
                  <a:pt x="3076" y="3163"/>
                </a:cubicBezTo>
                <a:cubicBezTo>
                  <a:pt x="3076" y="3163"/>
                  <a:pt x="3077" y="3163"/>
                  <a:pt x="3078" y="3162"/>
                </a:cubicBezTo>
                <a:lnTo>
                  <a:pt x="3078" y="3162"/>
                </a:lnTo>
                <a:cubicBezTo>
                  <a:pt x="3021" y="3203"/>
                  <a:pt x="2923" y="3245"/>
                  <a:pt x="2889" y="3262"/>
                </a:cubicBezTo>
                <a:cubicBezTo>
                  <a:pt x="2863" y="3275"/>
                  <a:pt x="2803" y="3296"/>
                  <a:pt x="2805" y="3296"/>
                </a:cubicBezTo>
                <a:cubicBezTo>
                  <a:pt x="2806" y="3296"/>
                  <a:pt x="2822" y="3291"/>
                  <a:pt x="2866" y="3277"/>
                </a:cubicBezTo>
                <a:lnTo>
                  <a:pt x="2866" y="3277"/>
                </a:lnTo>
                <a:cubicBezTo>
                  <a:pt x="2823" y="3292"/>
                  <a:pt x="2783" y="3309"/>
                  <a:pt x="2741" y="3323"/>
                </a:cubicBezTo>
                <a:cubicBezTo>
                  <a:pt x="2642" y="3355"/>
                  <a:pt x="2541" y="3376"/>
                  <a:pt x="2438" y="3395"/>
                </a:cubicBezTo>
                <a:cubicBezTo>
                  <a:pt x="2437" y="3395"/>
                  <a:pt x="2437" y="3395"/>
                  <a:pt x="2437" y="3395"/>
                </a:cubicBezTo>
                <a:lnTo>
                  <a:pt x="2437" y="3395"/>
                </a:lnTo>
                <a:cubicBezTo>
                  <a:pt x="2416" y="3397"/>
                  <a:pt x="2395" y="3400"/>
                  <a:pt x="2375" y="3401"/>
                </a:cubicBezTo>
                <a:cubicBezTo>
                  <a:pt x="2330" y="3403"/>
                  <a:pt x="2284" y="3406"/>
                  <a:pt x="2240" y="3406"/>
                </a:cubicBezTo>
                <a:cubicBezTo>
                  <a:pt x="2226" y="3406"/>
                  <a:pt x="2211" y="3406"/>
                  <a:pt x="2197" y="3406"/>
                </a:cubicBezTo>
                <a:cubicBezTo>
                  <a:pt x="2163" y="3406"/>
                  <a:pt x="2129" y="3405"/>
                  <a:pt x="2094" y="3403"/>
                </a:cubicBezTo>
                <a:cubicBezTo>
                  <a:pt x="2081" y="3402"/>
                  <a:pt x="2067" y="3400"/>
                  <a:pt x="2054" y="3398"/>
                </a:cubicBezTo>
                <a:lnTo>
                  <a:pt x="2054" y="3398"/>
                </a:lnTo>
                <a:cubicBezTo>
                  <a:pt x="1975" y="3376"/>
                  <a:pt x="1893" y="3365"/>
                  <a:pt x="1814" y="3340"/>
                </a:cubicBezTo>
                <a:cubicBezTo>
                  <a:pt x="1797" y="3334"/>
                  <a:pt x="1778" y="3326"/>
                  <a:pt x="1762" y="3321"/>
                </a:cubicBezTo>
                <a:cubicBezTo>
                  <a:pt x="1752" y="3318"/>
                  <a:pt x="1745" y="3316"/>
                  <a:pt x="1740" y="3315"/>
                </a:cubicBezTo>
                <a:lnTo>
                  <a:pt x="1740" y="3315"/>
                </a:lnTo>
                <a:cubicBezTo>
                  <a:pt x="1716" y="3301"/>
                  <a:pt x="1691" y="3283"/>
                  <a:pt x="1679" y="3277"/>
                </a:cubicBezTo>
                <a:cubicBezTo>
                  <a:pt x="1648" y="3258"/>
                  <a:pt x="1616" y="3241"/>
                  <a:pt x="1587" y="3220"/>
                </a:cubicBezTo>
                <a:cubicBezTo>
                  <a:pt x="1572" y="3210"/>
                  <a:pt x="1557" y="3199"/>
                  <a:pt x="1543" y="3191"/>
                </a:cubicBezTo>
                <a:cubicBezTo>
                  <a:pt x="1525" y="3180"/>
                  <a:pt x="1519" y="3175"/>
                  <a:pt x="1519" y="3175"/>
                </a:cubicBezTo>
                <a:lnTo>
                  <a:pt x="1519" y="3175"/>
                </a:lnTo>
                <a:cubicBezTo>
                  <a:pt x="1518" y="3175"/>
                  <a:pt x="1582" y="3218"/>
                  <a:pt x="1580" y="3218"/>
                </a:cubicBezTo>
                <a:cubicBezTo>
                  <a:pt x="1580" y="3218"/>
                  <a:pt x="1579" y="3218"/>
                  <a:pt x="1578" y="3218"/>
                </a:cubicBezTo>
                <a:cubicBezTo>
                  <a:pt x="1542" y="3218"/>
                  <a:pt x="1420" y="3070"/>
                  <a:pt x="1399" y="3045"/>
                </a:cubicBezTo>
                <a:cubicBezTo>
                  <a:pt x="1384" y="3030"/>
                  <a:pt x="1353" y="2977"/>
                  <a:pt x="1351" y="2977"/>
                </a:cubicBezTo>
                <a:lnTo>
                  <a:pt x="1351" y="2977"/>
                </a:lnTo>
                <a:cubicBezTo>
                  <a:pt x="1350" y="2977"/>
                  <a:pt x="1354" y="2985"/>
                  <a:pt x="1363" y="3005"/>
                </a:cubicBezTo>
                <a:cubicBezTo>
                  <a:pt x="1372" y="3025"/>
                  <a:pt x="1375" y="3032"/>
                  <a:pt x="1374" y="3032"/>
                </a:cubicBezTo>
                <a:cubicBezTo>
                  <a:pt x="1372" y="3032"/>
                  <a:pt x="1335" y="2962"/>
                  <a:pt x="1326" y="2946"/>
                </a:cubicBezTo>
                <a:cubicBezTo>
                  <a:pt x="1285" y="2881"/>
                  <a:pt x="1252" y="2814"/>
                  <a:pt x="1215" y="2746"/>
                </a:cubicBezTo>
                <a:lnTo>
                  <a:pt x="1215" y="2746"/>
                </a:lnTo>
                <a:cubicBezTo>
                  <a:pt x="1214" y="2743"/>
                  <a:pt x="1213" y="2740"/>
                  <a:pt x="1212" y="2736"/>
                </a:cubicBezTo>
                <a:cubicBezTo>
                  <a:pt x="1199" y="2702"/>
                  <a:pt x="1187" y="2668"/>
                  <a:pt x="1176" y="2635"/>
                </a:cubicBezTo>
                <a:cubicBezTo>
                  <a:pt x="1153" y="2559"/>
                  <a:pt x="1132" y="2481"/>
                  <a:pt x="1119" y="2403"/>
                </a:cubicBezTo>
                <a:cubicBezTo>
                  <a:pt x="1119" y="2401"/>
                  <a:pt x="1118" y="2399"/>
                  <a:pt x="1118" y="2397"/>
                </a:cubicBezTo>
                <a:lnTo>
                  <a:pt x="1118" y="2397"/>
                </a:lnTo>
                <a:cubicBezTo>
                  <a:pt x="1122" y="2365"/>
                  <a:pt x="1108" y="2315"/>
                  <a:pt x="1106" y="2283"/>
                </a:cubicBezTo>
                <a:cubicBezTo>
                  <a:pt x="1102" y="2203"/>
                  <a:pt x="1102" y="2123"/>
                  <a:pt x="1106" y="2043"/>
                </a:cubicBezTo>
                <a:cubicBezTo>
                  <a:pt x="1107" y="2033"/>
                  <a:pt x="1110" y="2004"/>
                  <a:pt x="1113" y="1978"/>
                </a:cubicBezTo>
                <a:lnTo>
                  <a:pt x="1113" y="1978"/>
                </a:lnTo>
                <a:cubicBezTo>
                  <a:pt x="1117" y="1953"/>
                  <a:pt x="1123" y="1911"/>
                  <a:pt x="1125" y="1899"/>
                </a:cubicBezTo>
                <a:cubicBezTo>
                  <a:pt x="1144" y="1813"/>
                  <a:pt x="1170" y="1731"/>
                  <a:pt x="1197" y="1647"/>
                </a:cubicBezTo>
                <a:cubicBezTo>
                  <a:pt x="1199" y="1642"/>
                  <a:pt x="1200" y="1637"/>
                  <a:pt x="1201" y="1634"/>
                </a:cubicBezTo>
                <a:lnTo>
                  <a:pt x="1201" y="1634"/>
                </a:lnTo>
                <a:cubicBezTo>
                  <a:pt x="1203" y="1630"/>
                  <a:pt x="1205" y="1626"/>
                  <a:pt x="1208" y="1621"/>
                </a:cubicBezTo>
                <a:cubicBezTo>
                  <a:pt x="1227" y="1583"/>
                  <a:pt x="1246" y="1543"/>
                  <a:pt x="1269" y="1507"/>
                </a:cubicBezTo>
                <a:cubicBezTo>
                  <a:pt x="1290" y="1470"/>
                  <a:pt x="1313" y="1434"/>
                  <a:pt x="1338" y="1398"/>
                </a:cubicBezTo>
                <a:cubicBezTo>
                  <a:pt x="1341" y="1394"/>
                  <a:pt x="1344" y="1390"/>
                  <a:pt x="1346" y="1386"/>
                </a:cubicBezTo>
                <a:lnTo>
                  <a:pt x="1346" y="1386"/>
                </a:lnTo>
                <a:cubicBezTo>
                  <a:pt x="1346" y="1386"/>
                  <a:pt x="1346" y="1386"/>
                  <a:pt x="1347" y="1385"/>
                </a:cubicBezTo>
                <a:cubicBezTo>
                  <a:pt x="1399" y="1329"/>
                  <a:pt x="1454" y="1275"/>
                  <a:pt x="1511" y="1223"/>
                </a:cubicBezTo>
                <a:lnTo>
                  <a:pt x="1511" y="1223"/>
                </a:lnTo>
                <a:cubicBezTo>
                  <a:pt x="1524" y="1213"/>
                  <a:pt x="1537" y="1203"/>
                  <a:pt x="1551" y="1194"/>
                </a:cubicBezTo>
                <a:cubicBezTo>
                  <a:pt x="1589" y="1170"/>
                  <a:pt x="1627" y="1147"/>
                  <a:pt x="1667" y="1126"/>
                </a:cubicBezTo>
                <a:cubicBezTo>
                  <a:pt x="1682" y="1119"/>
                  <a:pt x="1697" y="1111"/>
                  <a:pt x="1712" y="1103"/>
                </a:cubicBezTo>
                <a:lnTo>
                  <a:pt x="1712" y="1103"/>
                </a:lnTo>
                <a:cubicBezTo>
                  <a:pt x="1755" y="1090"/>
                  <a:pt x="1797" y="1075"/>
                  <a:pt x="1840" y="1063"/>
                </a:cubicBezTo>
                <a:cubicBezTo>
                  <a:pt x="1884" y="1050"/>
                  <a:pt x="1928" y="1042"/>
                  <a:pt x="1970" y="1031"/>
                </a:cubicBezTo>
                <a:cubicBezTo>
                  <a:pt x="1976" y="1030"/>
                  <a:pt x="1983" y="1028"/>
                  <a:pt x="1990" y="1026"/>
                </a:cubicBezTo>
                <a:lnTo>
                  <a:pt x="1990" y="1026"/>
                </a:lnTo>
                <a:cubicBezTo>
                  <a:pt x="2008" y="1025"/>
                  <a:pt x="2026" y="1024"/>
                  <a:pt x="2042" y="1023"/>
                </a:cubicBezTo>
                <a:cubicBezTo>
                  <a:pt x="2063" y="1021"/>
                  <a:pt x="2083" y="1018"/>
                  <a:pt x="2104" y="1015"/>
                </a:cubicBezTo>
                <a:lnTo>
                  <a:pt x="2104" y="1015"/>
                </a:lnTo>
                <a:cubicBezTo>
                  <a:pt x="2127" y="1013"/>
                  <a:pt x="2151" y="1010"/>
                  <a:pt x="2175" y="1006"/>
                </a:cubicBezTo>
                <a:cubicBezTo>
                  <a:pt x="2200" y="1002"/>
                  <a:pt x="2223" y="998"/>
                  <a:pt x="2248" y="996"/>
                </a:cubicBezTo>
                <a:lnTo>
                  <a:pt x="2248" y="996"/>
                </a:lnTo>
                <a:cubicBezTo>
                  <a:pt x="2202" y="1002"/>
                  <a:pt x="2186" y="1004"/>
                  <a:pt x="2186" y="1004"/>
                </a:cubicBezTo>
                <a:cubicBezTo>
                  <a:pt x="2187" y="1004"/>
                  <a:pt x="2227" y="999"/>
                  <a:pt x="2246" y="998"/>
                </a:cubicBezTo>
                <a:cubicBezTo>
                  <a:pt x="2293" y="996"/>
                  <a:pt x="2341" y="991"/>
                  <a:pt x="2387" y="989"/>
                </a:cubicBezTo>
                <a:close/>
                <a:moveTo>
                  <a:pt x="2431" y="0"/>
                </a:moveTo>
                <a:cubicBezTo>
                  <a:pt x="2283" y="0"/>
                  <a:pt x="2134" y="12"/>
                  <a:pt x="1987" y="33"/>
                </a:cubicBezTo>
                <a:lnTo>
                  <a:pt x="1987" y="33"/>
                </a:lnTo>
                <a:cubicBezTo>
                  <a:pt x="1519" y="79"/>
                  <a:pt x="1082" y="246"/>
                  <a:pt x="738" y="578"/>
                </a:cubicBezTo>
                <a:cubicBezTo>
                  <a:pt x="443" y="863"/>
                  <a:pt x="236" y="1259"/>
                  <a:pt x="158" y="1661"/>
                </a:cubicBezTo>
                <a:cubicBezTo>
                  <a:pt x="0" y="2477"/>
                  <a:pt x="228" y="3403"/>
                  <a:pt x="896" y="3941"/>
                </a:cubicBezTo>
                <a:cubicBezTo>
                  <a:pt x="1283" y="4251"/>
                  <a:pt x="1777" y="4404"/>
                  <a:pt x="2272" y="4404"/>
                </a:cubicBezTo>
                <a:cubicBezTo>
                  <a:pt x="2762" y="4404"/>
                  <a:pt x="3253" y="4255"/>
                  <a:pt x="3645" y="3962"/>
                </a:cubicBezTo>
                <a:cubicBezTo>
                  <a:pt x="4395" y="3401"/>
                  <a:pt x="4700" y="2409"/>
                  <a:pt x="4443" y="1512"/>
                </a:cubicBezTo>
                <a:cubicBezTo>
                  <a:pt x="4302" y="1025"/>
                  <a:pt x="4003" y="604"/>
                  <a:pt x="3582" y="321"/>
                </a:cubicBezTo>
                <a:cubicBezTo>
                  <a:pt x="3236" y="89"/>
                  <a:pt x="2836" y="0"/>
                  <a:pt x="2431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87" name="Google Shape;9887;p32"/>
          <p:cNvSpPr/>
          <p:nvPr/>
        </p:nvSpPr>
        <p:spPr>
          <a:xfrm>
            <a:off x="6972450" y="1587425"/>
            <a:ext cx="176025" cy="165050"/>
          </a:xfrm>
          <a:custGeom>
            <a:rect b="b" l="l" r="r" t="t"/>
            <a:pathLst>
              <a:path extrusionOk="0" h="6602" w="7041">
                <a:moveTo>
                  <a:pt x="4935" y="1378"/>
                </a:moveTo>
                <a:cubicBezTo>
                  <a:pt x="4939" y="1380"/>
                  <a:pt x="4948" y="1387"/>
                  <a:pt x="4965" y="1400"/>
                </a:cubicBezTo>
                <a:cubicBezTo>
                  <a:pt x="4955" y="1392"/>
                  <a:pt x="4945" y="1385"/>
                  <a:pt x="4935" y="1378"/>
                </a:cubicBezTo>
                <a:close/>
                <a:moveTo>
                  <a:pt x="1630" y="1762"/>
                </a:moveTo>
                <a:lnTo>
                  <a:pt x="1630" y="1762"/>
                </a:lnTo>
                <a:cubicBezTo>
                  <a:pt x="1621" y="1773"/>
                  <a:pt x="1618" y="1778"/>
                  <a:pt x="1618" y="1778"/>
                </a:cubicBezTo>
                <a:cubicBezTo>
                  <a:pt x="1618" y="1778"/>
                  <a:pt x="1623" y="1771"/>
                  <a:pt x="1630" y="1762"/>
                </a:cubicBezTo>
                <a:close/>
                <a:moveTo>
                  <a:pt x="3639" y="986"/>
                </a:moveTo>
                <a:cubicBezTo>
                  <a:pt x="4036" y="986"/>
                  <a:pt x="4418" y="1072"/>
                  <a:pt x="4734" y="1250"/>
                </a:cubicBezTo>
                <a:cubicBezTo>
                  <a:pt x="4786" y="1280"/>
                  <a:pt x="4839" y="1313"/>
                  <a:pt x="4890" y="1347"/>
                </a:cubicBezTo>
                <a:cubicBezTo>
                  <a:pt x="4906" y="1357"/>
                  <a:pt x="4921" y="1367"/>
                  <a:pt x="4935" y="1378"/>
                </a:cubicBezTo>
                <a:lnTo>
                  <a:pt x="4935" y="1378"/>
                </a:lnTo>
                <a:cubicBezTo>
                  <a:pt x="4934" y="1377"/>
                  <a:pt x="4933" y="1376"/>
                  <a:pt x="4933" y="1376"/>
                </a:cubicBezTo>
                <a:lnTo>
                  <a:pt x="4933" y="1376"/>
                </a:lnTo>
                <a:cubicBezTo>
                  <a:pt x="4934" y="1376"/>
                  <a:pt x="4964" y="1397"/>
                  <a:pt x="4972" y="1404"/>
                </a:cubicBezTo>
                <a:cubicBezTo>
                  <a:pt x="5081" y="1495"/>
                  <a:pt x="5182" y="1594"/>
                  <a:pt x="5275" y="1701"/>
                </a:cubicBezTo>
                <a:cubicBezTo>
                  <a:pt x="5296" y="1724"/>
                  <a:pt x="5315" y="1747"/>
                  <a:pt x="5332" y="1771"/>
                </a:cubicBezTo>
                <a:cubicBezTo>
                  <a:pt x="5336" y="1776"/>
                  <a:pt x="5339" y="1780"/>
                  <a:pt x="5342" y="1782"/>
                </a:cubicBezTo>
                <a:lnTo>
                  <a:pt x="5342" y="1782"/>
                </a:lnTo>
                <a:cubicBezTo>
                  <a:pt x="5378" y="1835"/>
                  <a:pt x="5414" y="1889"/>
                  <a:pt x="5446" y="1943"/>
                </a:cubicBezTo>
                <a:cubicBezTo>
                  <a:pt x="5477" y="1994"/>
                  <a:pt x="5507" y="2045"/>
                  <a:pt x="5534" y="2097"/>
                </a:cubicBezTo>
                <a:cubicBezTo>
                  <a:pt x="5548" y="2126"/>
                  <a:pt x="5603" y="2244"/>
                  <a:pt x="5604" y="2244"/>
                </a:cubicBezTo>
                <a:cubicBezTo>
                  <a:pt x="5605" y="2244"/>
                  <a:pt x="5604" y="2244"/>
                  <a:pt x="5604" y="2242"/>
                </a:cubicBezTo>
                <a:lnTo>
                  <a:pt x="5604" y="2242"/>
                </a:lnTo>
                <a:cubicBezTo>
                  <a:pt x="5646" y="2347"/>
                  <a:pt x="5682" y="2454"/>
                  <a:pt x="5711" y="2561"/>
                </a:cubicBezTo>
                <a:cubicBezTo>
                  <a:pt x="5726" y="2620"/>
                  <a:pt x="5741" y="2679"/>
                  <a:pt x="5751" y="2738"/>
                </a:cubicBezTo>
                <a:cubicBezTo>
                  <a:pt x="5756" y="2758"/>
                  <a:pt x="5778" y="2901"/>
                  <a:pt x="5781" y="2901"/>
                </a:cubicBezTo>
                <a:cubicBezTo>
                  <a:pt x="5781" y="2901"/>
                  <a:pt x="5781" y="2892"/>
                  <a:pt x="5779" y="2872"/>
                </a:cubicBezTo>
                <a:lnTo>
                  <a:pt x="5779" y="2872"/>
                </a:lnTo>
                <a:cubicBezTo>
                  <a:pt x="5793" y="2999"/>
                  <a:pt x="5800" y="3127"/>
                  <a:pt x="5800" y="3256"/>
                </a:cubicBezTo>
                <a:cubicBezTo>
                  <a:pt x="5798" y="3323"/>
                  <a:pt x="5796" y="3393"/>
                  <a:pt x="5791" y="3460"/>
                </a:cubicBezTo>
                <a:cubicBezTo>
                  <a:pt x="5787" y="3518"/>
                  <a:pt x="5781" y="3572"/>
                  <a:pt x="5780" y="3582"/>
                </a:cubicBezTo>
                <a:lnTo>
                  <a:pt x="5780" y="3582"/>
                </a:lnTo>
                <a:cubicBezTo>
                  <a:pt x="5759" y="3706"/>
                  <a:pt x="5734" y="3831"/>
                  <a:pt x="5699" y="3953"/>
                </a:cubicBezTo>
                <a:cubicBezTo>
                  <a:pt x="5682" y="4012"/>
                  <a:pt x="5663" y="4069"/>
                  <a:pt x="5642" y="4126"/>
                </a:cubicBezTo>
                <a:cubicBezTo>
                  <a:pt x="5631" y="4155"/>
                  <a:pt x="5621" y="4183"/>
                  <a:pt x="5610" y="4212"/>
                </a:cubicBezTo>
                <a:cubicBezTo>
                  <a:pt x="5606" y="4223"/>
                  <a:pt x="5602" y="4232"/>
                  <a:pt x="5600" y="4238"/>
                </a:cubicBezTo>
                <a:lnTo>
                  <a:pt x="5600" y="4238"/>
                </a:lnTo>
                <a:cubicBezTo>
                  <a:pt x="5597" y="4244"/>
                  <a:pt x="5593" y="4252"/>
                  <a:pt x="5589" y="4261"/>
                </a:cubicBezTo>
                <a:cubicBezTo>
                  <a:pt x="5534" y="4370"/>
                  <a:pt x="5477" y="4478"/>
                  <a:pt x="5412" y="4581"/>
                </a:cubicBezTo>
                <a:cubicBezTo>
                  <a:pt x="5311" y="4737"/>
                  <a:pt x="5324" y="4720"/>
                  <a:pt x="5189" y="4863"/>
                </a:cubicBezTo>
                <a:cubicBezTo>
                  <a:pt x="4814" y="5261"/>
                  <a:pt x="4355" y="5476"/>
                  <a:pt x="3756" y="5573"/>
                </a:cubicBezTo>
                <a:cubicBezTo>
                  <a:pt x="3620" y="5595"/>
                  <a:pt x="3482" y="5605"/>
                  <a:pt x="3344" y="5605"/>
                </a:cubicBezTo>
                <a:cubicBezTo>
                  <a:pt x="2954" y="5605"/>
                  <a:pt x="2572" y="5519"/>
                  <a:pt x="2265" y="5346"/>
                </a:cubicBezTo>
                <a:cubicBezTo>
                  <a:pt x="2214" y="5316"/>
                  <a:pt x="2164" y="5285"/>
                  <a:pt x="2113" y="5253"/>
                </a:cubicBezTo>
                <a:cubicBezTo>
                  <a:pt x="2098" y="5243"/>
                  <a:pt x="2015" y="5180"/>
                  <a:pt x="2013" y="5180"/>
                </a:cubicBezTo>
                <a:lnTo>
                  <a:pt x="2013" y="5180"/>
                </a:lnTo>
                <a:cubicBezTo>
                  <a:pt x="2013" y="5180"/>
                  <a:pt x="2019" y="5186"/>
                  <a:pt x="2037" y="5200"/>
                </a:cubicBezTo>
                <a:cubicBezTo>
                  <a:pt x="1930" y="5114"/>
                  <a:pt x="1831" y="5019"/>
                  <a:pt x="1740" y="4916"/>
                </a:cubicBezTo>
                <a:cubicBezTo>
                  <a:pt x="1728" y="4902"/>
                  <a:pt x="1675" y="4837"/>
                  <a:pt x="1657" y="4816"/>
                </a:cubicBezTo>
                <a:lnTo>
                  <a:pt x="1657" y="4816"/>
                </a:lnTo>
                <a:cubicBezTo>
                  <a:pt x="1647" y="4801"/>
                  <a:pt x="1584" y="4711"/>
                  <a:pt x="1570" y="4688"/>
                </a:cubicBezTo>
                <a:cubicBezTo>
                  <a:pt x="1500" y="4579"/>
                  <a:pt x="1439" y="4465"/>
                  <a:pt x="1382" y="4347"/>
                </a:cubicBezTo>
                <a:cubicBezTo>
                  <a:pt x="1372" y="4327"/>
                  <a:pt x="1369" y="4322"/>
                  <a:pt x="1368" y="4322"/>
                </a:cubicBezTo>
                <a:lnTo>
                  <a:pt x="1368" y="4322"/>
                </a:lnTo>
                <a:cubicBezTo>
                  <a:pt x="1368" y="4322"/>
                  <a:pt x="1368" y="4322"/>
                  <a:pt x="1368" y="4322"/>
                </a:cubicBezTo>
                <a:lnTo>
                  <a:pt x="1368" y="4322"/>
                </a:lnTo>
                <a:cubicBezTo>
                  <a:pt x="1366" y="4315"/>
                  <a:pt x="1360" y="4299"/>
                  <a:pt x="1348" y="4265"/>
                </a:cubicBezTo>
                <a:cubicBezTo>
                  <a:pt x="1329" y="4210"/>
                  <a:pt x="1308" y="4155"/>
                  <a:pt x="1291" y="4101"/>
                </a:cubicBezTo>
                <a:cubicBezTo>
                  <a:pt x="1251" y="3974"/>
                  <a:pt x="1220" y="3848"/>
                  <a:pt x="1197" y="3717"/>
                </a:cubicBezTo>
                <a:cubicBezTo>
                  <a:pt x="1192" y="3696"/>
                  <a:pt x="1179" y="3596"/>
                  <a:pt x="1178" y="3596"/>
                </a:cubicBezTo>
                <a:lnTo>
                  <a:pt x="1178" y="3596"/>
                </a:lnTo>
                <a:cubicBezTo>
                  <a:pt x="1178" y="3596"/>
                  <a:pt x="1179" y="3606"/>
                  <a:pt x="1182" y="3633"/>
                </a:cubicBezTo>
                <a:cubicBezTo>
                  <a:pt x="1173" y="3568"/>
                  <a:pt x="1167" y="3502"/>
                  <a:pt x="1165" y="3437"/>
                </a:cubicBezTo>
                <a:cubicBezTo>
                  <a:pt x="1157" y="3304"/>
                  <a:pt x="1157" y="3174"/>
                  <a:pt x="1165" y="3041"/>
                </a:cubicBezTo>
                <a:cubicBezTo>
                  <a:pt x="1167" y="3011"/>
                  <a:pt x="1179" y="2898"/>
                  <a:pt x="1181" y="2870"/>
                </a:cubicBezTo>
                <a:lnTo>
                  <a:pt x="1181" y="2870"/>
                </a:lnTo>
                <a:cubicBezTo>
                  <a:pt x="1186" y="2847"/>
                  <a:pt x="1203" y="2750"/>
                  <a:pt x="1209" y="2721"/>
                </a:cubicBezTo>
                <a:cubicBezTo>
                  <a:pt x="1239" y="2580"/>
                  <a:pt x="1281" y="2443"/>
                  <a:pt x="1327" y="2306"/>
                </a:cubicBezTo>
                <a:cubicBezTo>
                  <a:pt x="1342" y="2262"/>
                  <a:pt x="1345" y="2248"/>
                  <a:pt x="1346" y="2244"/>
                </a:cubicBezTo>
                <a:lnTo>
                  <a:pt x="1346" y="2244"/>
                </a:lnTo>
                <a:cubicBezTo>
                  <a:pt x="1348" y="2241"/>
                  <a:pt x="1355" y="2229"/>
                  <a:pt x="1376" y="2188"/>
                </a:cubicBezTo>
                <a:cubicBezTo>
                  <a:pt x="1407" y="2125"/>
                  <a:pt x="1439" y="2059"/>
                  <a:pt x="1475" y="1998"/>
                </a:cubicBezTo>
                <a:cubicBezTo>
                  <a:pt x="1511" y="1937"/>
                  <a:pt x="1551" y="1878"/>
                  <a:pt x="1588" y="1819"/>
                </a:cubicBezTo>
                <a:cubicBezTo>
                  <a:pt x="1603" y="1799"/>
                  <a:pt x="1618" y="1779"/>
                  <a:pt x="1632" y="1759"/>
                </a:cubicBezTo>
                <a:lnTo>
                  <a:pt x="1632" y="1759"/>
                </a:lnTo>
                <a:cubicBezTo>
                  <a:pt x="1639" y="1751"/>
                  <a:pt x="1646" y="1741"/>
                  <a:pt x="1654" y="1733"/>
                </a:cubicBezTo>
                <a:cubicBezTo>
                  <a:pt x="1744" y="1632"/>
                  <a:pt x="1839" y="1535"/>
                  <a:pt x="1945" y="1446"/>
                </a:cubicBezTo>
                <a:cubicBezTo>
                  <a:pt x="1949" y="1443"/>
                  <a:pt x="1952" y="1440"/>
                  <a:pt x="1955" y="1437"/>
                </a:cubicBezTo>
                <a:lnTo>
                  <a:pt x="1955" y="1437"/>
                </a:lnTo>
                <a:cubicBezTo>
                  <a:pt x="1958" y="1435"/>
                  <a:pt x="1960" y="1434"/>
                  <a:pt x="1963" y="1431"/>
                </a:cubicBezTo>
                <a:cubicBezTo>
                  <a:pt x="1993" y="1410"/>
                  <a:pt x="2022" y="1389"/>
                  <a:pt x="2054" y="1370"/>
                </a:cubicBezTo>
                <a:cubicBezTo>
                  <a:pt x="2115" y="1328"/>
                  <a:pt x="2180" y="1292"/>
                  <a:pt x="2246" y="1257"/>
                </a:cubicBezTo>
                <a:cubicBezTo>
                  <a:pt x="2372" y="1191"/>
                  <a:pt x="2412" y="1174"/>
                  <a:pt x="2604" y="1120"/>
                </a:cubicBezTo>
                <a:cubicBezTo>
                  <a:pt x="2802" y="1065"/>
                  <a:pt x="2859" y="1059"/>
                  <a:pt x="3023" y="1044"/>
                </a:cubicBezTo>
                <a:cubicBezTo>
                  <a:pt x="3046" y="1042"/>
                  <a:pt x="3069" y="1039"/>
                  <a:pt x="3092" y="1035"/>
                </a:cubicBezTo>
                <a:lnTo>
                  <a:pt x="3092" y="1035"/>
                </a:lnTo>
                <a:cubicBezTo>
                  <a:pt x="3113" y="1033"/>
                  <a:pt x="3134" y="1031"/>
                  <a:pt x="3156" y="1027"/>
                </a:cubicBezTo>
                <a:cubicBezTo>
                  <a:pt x="3317" y="1000"/>
                  <a:pt x="3479" y="986"/>
                  <a:pt x="3639" y="986"/>
                </a:cubicBezTo>
                <a:close/>
                <a:moveTo>
                  <a:pt x="3656" y="0"/>
                </a:moveTo>
                <a:cubicBezTo>
                  <a:pt x="3424" y="0"/>
                  <a:pt x="3191" y="20"/>
                  <a:pt x="2962" y="55"/>
                </a:cubicBezTo>
                <a:lnTo>
                  <a:pt x="2962" y="55"/>
                </a:lnTo>
                <a:cubicBezTo>
                  <a:pt x="1592" y="189"/>
                  <a:pt x="506" y="1128"/>
                  <a:pt x="238" y="2500"/>
                </a:cubicBezTo>
                <a:cubicBezTo>
                  <a:pt x="0" y="3730"/>
                  <a:pt x="360" y="5131"/>
                  <a:pt x="1367" y="5933"/>
                </a:cubicBezTo>
                <a:cubicBezTo>
                  <a:pt x="1934" y="6385"/>
                  <a:pt x="2656" y="6602"/>
                  <a:pt x="3382" y="6602"/>
                </a:cubicBezTo>
                <a:cubicBezTo>
                  <a:pt x="4138" y="6602"/>
                  <a:pt x="4898" y="6367"/>
                  <a:pt x="5494" y="5917"/>
                </a:cubicBezTo>
                <a:cubicBezTo>
                  <a:pt x="6607" y="5078"/>
                  <a:pt x="7041" y="3580"/>
                  <a:pt x="6659" y="2253"/>
                </a:cubicBezTo>
                <a:cubicBezTo>
                  <a:pt x="6453" y="1537"/>
                  <a:pt x="6015" y="905"/>
                  <a:pt x="5393" y="488"/>
                </a:cubicBezTo>
                <a:cubicBezTo>
                  <a:pt x="4872" y="137"/>
                  <a:pt x="4267" y="0"/>
                  <a:pt x="3656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88" name="Google Shape;9888;p32"/>
          <p:cNvSpPr/>
          <p:nvPr/>
        </p:nvSpPr>
        <p:spPr>
          <a:xfrm rot="-4499992">
            <a:off x="689234" y="4250561"/>
            <a:ext cx="585793" cy="623413"/>
          </a:xfrm>
          <a:custGeom>
            <a:rect b="b" l="l" r="r" t="t"/>
            <a:pathLst>
              <a:path extrusionOk="0" h="29017" w="27269">
                <a:moveTo>
                  <a:pt x="22507" y="0"/>
                </a:moveTo>
                <a:cubicBezTo>
                  <a:pt x="21719" y="0"/>
                  <a:pt x="20932" y="201"/>
                  <a:pt x="20248" y="603"/>
                </a:cubicBezTo>
                <a:cubicBezTo>
                  <a:pt x="20101" y="684"/>
                  <a:pt x="19960" y="774"/>
                  <a:pt x="19827" y="877"/>
                </a:cubicBezTo>
                <a:cubicBezTo>
                  <a:pt x="19689" y="973"/>
                  <a:pt x="19562" y="1080"/>
                  <a:pt x="19439" y="1195"/>
                </a:cubicBezTo>
                <a:cubicBezTo>
                  <a:pt x="19306" y="1313"/>
                  <a:pt x="19214" y="1408"/>
                  <a:pt x="19117" y="1505"/>
                </a:cubicBezTo>
                <a:lnTo>
                  <a:pt x="18821" y="1800"/>
                </a:lnTo>
                <a:lnTo>
                  <a:pt x="17642" y="2975"/>
                </a:lnTo>
                <a:lnTo>
                  <a:pt x="8210" y="12373"/>
                </a:lnTo>
                <a:lnTo>
                  <a:pt x="3494" y="17071"/>
                </a:lnTo>
                <a:lnTo>
                  <a:pt x="2315" y="18246"/>
                </a:lnTo>
                <a:lnTo>
                  <a:pt x="1721" y="18842"/>
                </a:lnTo>
                <a:cubicBezTo>
                  <a:pt x="1504" y="19073"/>
                  <a:pt x="1291" y="19311"/>
                  <a:pt x="1110" y="19576"/>
                </a:cubicBezTo>
                <a:cubicBezTo>
                  <a:pt x="744" y="20099"/>
                  <a:pt x="454" y="20675"/>
                  <a:pt x="267" y="21287"/>
                </a:cubicBezTo>
                <a:cubicBezTo>
                  <a:pt x="86" y="21900"/>
                  <a:pt x="1" y="22538"/>
                  <a:pt x="13" y="23174"/>
                </a:cubicBezTo>
                <a:cubicBezTo>
                  <a:pt x="35" y="24451"/>
                  <a:pt x="496" y="25713"/>
                  <a:pt x="1281" y="26719"/>
                </a:cubicBezTo>
                <a:cubicBezTo>
                  <a:pt x="1679" y="27216"/>
                  <a:pt x="2146" y="27657"/>
                  <a:pt x="2675" y="28015"/>
                </a:cubicBezTo>
                <a:cubicBezTo>
                  <a:pt x="3210" y="28365"/>
                  <a:pt x="3798" y="28634"/>
                  <a:pt x="4413" y="28805"/>
                </a:cubicBezTo>
                <a:cubicBezTo>
                  <a:pt x="4924" y="28947"/>
                  <a:pt x="5453" y="29016"/>
                  <a:pt x="5983" y="29016"/>
                </a:cubicBezTo>
                <a:cubicBezTo>
                  <a:pt x="6728" y="29016"/>
                  <a:pt x="7474" y="28878"/>
                  <a:pt x="8170" y="28610"/>
                </a:cubicBezTo>
                <a:cubicBezTo>
                  <a:pt x="8765" y="28375"/>
                  <a:pt x="9319" y="28045"/>
                  <a:pt x="9814" y="27642"/>
                </a:cubicBezTo>
                <a:lnTo>
                  <a:pt x="10170" y="27323"/>
                </a:lnTo>
                <a:cubicBezTo>
                  <a:pt x="10285" y="27216"/>
                  <a:pt x="10371" y="27125"/>
                  <a:pt x="10472" y="27025"/>
                </a:cubicBezTo>
                <a:lnTo>
                  <a:pt x="11063" y="26437"/>
                </a:lnTo>
                <a:lnTo>
                  <a:pt x="20495" y="17039"/>
                </a:lnTo>
                <a:cubicBezTo>
                  <a:pt x="21385" y="16152"/>
                  <a:pt x="21860" y="15184"/>
                  <a:pt x="21554" y="14878"/>
                </a:cubicBezTo>
                <a:cubicBezTo>
                  <a:pt x="21491" y="14814"/>
                  <a:pt x="21400" y="14784"/>
                  <a:pt x="21287" y="14784"/>
                </a:cubicBezTo>
                <a:cubicBezTo>
                  <a:pt x="20852" y="14784"/>
                  <a:pt x="20096" y="15227"/>
                  <a:pt x="19389" y="15931"/>
                </a:cubicBezTo>
                <a:lnTo>
                  <a:pt x="9957" y="25329"/>
                </a:lnTo>
                <a:lnTo>
                  <a:pt x="9369" y="25916"/>
                </a:lnTo>
                <a:cubicBezTo>
                  <a:pt x="9272" y="26009"/>
                  <a:pt x="9166" y="26121"/>
                  <a:pt x="9079" y="26200"/>
                </a:cubicBezTo>
                <a:lnTo>
                  <a:pt x="8814" y="26439"/>
                </a:lnTo>
                <a:cubicBezTo>
                  <a:pt x="8448" y="26735"/>
                  <a:pt x="8041" y="26978"/>
                  <a:pt x="7603" y="27152"/>
                </a:cubicBezTo>
                <a:cubicBezTo>
                  <a:pt x="7090" y="27349"/>
                  <a:pt x="6538" y="27451"/>
                  <a:pt x="5987" y="27451"/>
                </a:cubicBezTo>
                <a:cubicBezTo>
                  <a:pt x="5595" y="27451"/>
                  <a:pt x="5204" y="27399"/>
                  <a:pt x="4826" y="27294"/>
                </a:cubicBezTo>
                <a:cubicBezTo>
                  <a:pt x="4373" y="27166"/>
                  <a:pt x="3939" y="26970"/>
                  <a:pt x="3544" y="26715"/>
                </a:cubicBezTo>
                <a:cubicBezTo>
                  <a:pt x="3154" y="26449"/>
                  <a:pt x="2808" y="26121"/>
                  <a:pt x="2512" y="25753"/>
                </a:cubicBezTo>
                <a:cubicBezTo>
                  <a:pt x="1935" y="25011"/>
                  <a:pt x="1591" y="24083"/>
                  <a:pt x="1577" y="23138"/>
                </a:cubicBezTo>
                <a:cubicBezTo>
                  <a:pt x="1570" y="22667"/>
                  <a:pt x="1633" y="22194"/>
                  <a:pt x="1764" y="21743"/>
                </a:cubicBezTo>
                <a:cubicBezTo>
                  <a:pt x="1902" y="21291"/>
                  <a:pt x="2118" y="20866"/>
                  <a:pt x="2387" y="20480"/>
                </a:cubicBezTo>
                <a:cubicBezTo>
                  <a:pt x="2520" y="20285"/>
                  <a:pt x="2677" y="20110"/>
                  <a:pt x="2838" y="19937"/>
                </a:cubicBezTo>
                <a:lnTo>
                  <a:pt x="3418" y="19355"/>
                </a:lnTo>
                <a:lnTo>
                  <a:pt x="4597" y="18180"/>
                </a:lnTo>
                <a:lnTo>
                  <a:pt x="9313" y="13480"/>
                </a:lnTo>
                <a:lnTo>
                  <a:pt x="18747" y="4082"/>
                </a:lnTo>
                <a:lnTo>
                  <a:pt x="19926" y="2907"/>
                </a:lnTo>
                <a:lnTo>
                  <a:pt x="20220" y="2615"/>
                </a:lnTo>
                <a:cubicBezTo>
                  <a:pt x="20318" y="2515"/>
                  <a:pt x="20421" y="2412"/>
                  <a:pt x="20497" y="2348"/>
                </a:cubicBezTo>
                <a:cubicBezTo>
                  <a:pt x="20576" y="2273"/>
                  <a:pt x="20660" y="2201"/>
                  <a:pt x="20751" y="2140"/>
                </a:cubicBezTo>
                <a:cubicBezTo>
                  <a:pt x="20836" y="2070"/>
                  <a:pt x="20930" y="2014"/>
                  <a:pt x="21027" y="1961"/>
                </a:cubicBezTo>
                <a:cubicBezTo>
                  <a:pt x="21473" y="1696"/>
                  <a:pt x="21990" y="1565"/>
                  <a:pt x="22507" y="1565"/>
                </a:cubicBezTo>
                <a:cubicBezTo>
                  <a:pt x="22870" y="1565"/>
                  <a:pt x="23232" y="1629"/>
                  <a:pt x="23570" y="1758"/>
                </a:cubicBezTo>
                <a:cubicBezTo>
                  <a:pt x="24397" y="2056"/>
                  <a:pt x="25065" y="2764"/>
                  <a:pt x="25342" y="3593"/>
                </a:cubicBezTo>
                <a:cubicBezTo>
                  <a:pt x="25634" y="4424"/>
                  <a:pt x="25517" y="5384"/>
                  <a:pt x="25051" y="6128"/>
                </a:cubicBezTo>
                <a:cubicBezTo>
                  <a:pt x="24938" y="6315"/>
                  <a:pt x="24797" y="6486"/>
                  <a:pt x="24646" y="6647"/>
                </a:cubicBezTo>
                <a:lnTo>
                  <a:pt x="24063" y="7229"/>
                </a:lnTo>
                <a:lnTo>
                  <a:pt x="22884" y="8404"/>
                </a:lnTo>
                <a:lnTo>
                  <a:pt x="20526" y="10752"/>
                </a:lnTo>
                <a:lnTo>
                  <a:pt x="15811" y="15452"/>
                </a:lnTo>
                <a:lnTo>
                  <a:pt x="11095" y="20150"/>
                </a:lnTo>
                <a:lnTo>
                  <a:pt x="10506" y="20739"/>
                </a:lnTo>
                <a:cubicBezTo>
                  <a:pt x="10283" y="20961"/>
                  <a:pt x="10170" y="21073"/>
                  <a:pt x="10011" y="21174"/>
                </a:cubicBezTo>
                <a:cubicBezTo>
                  <a:pt x="9754" y="21340"/>
                  <a:pt x="9447" y="21423"/>
                  <a:pt x="9141" y="21423"/>
                </a:cubicBezTo>
                <a:cubicBezTo>
                  <a:pt x="9072" y="21423"/>
                  <a:pt x="9004" y="21419"/>
                  <a:pt x="8936" y="21411"/>
                </a:cubicBezTo>
                <a:cubicBezTo>
                  <a:pt x="8184" y="21331"/>
                  <a:pt x="7552" y="20653"/>
                  <a:pt x="7524" y="19898"/>
                </a:cubicBezTo>
                <a:cubicBezTo>
                  <a:pt x="7500" y="19524"/>
                  <a:pt x="7607" y="19142"/>
                  <a:pt x="7834" y="18846"/>
                </a:cubicBezTo>
                <a:cubicBezTo>
                  <a:pt x="7858" y="18806"/>
                  <a:pt x="7890" y="18770"/>
                  <a:pt x="7922" y="18737"/>
                </a:cubicBezTo>
                <a:cubicBezTo>
                  <a:pt x="7951" y="18701"/>
                  <a:pt x="7979" y="18667"/>
                  <a:pt x="8035" y="18611"/>
                </a:cubicBezTo>
                <a:lnTo>
                  <a:pt x="8325" y="18313"/>
                </a:lnTo>
                <a:lnTo>
                  <a:pt x="8906" y="17717"/>
                </a:lnTo>
                <a:lnTo>
                  <a:pt x="11224" y="15333"/>
                </a:lnTo>
                <a:lnTo>
                  <a:pt x="15864" y="10561"/>
                </a:lnTo>
                <a:cubicBezTo>
                  <a:pt x="16739" y="9661"/>
                  <a:pt x="17200" y="8685"/>
                  <a:pt x="16894" y="8380"/>
                </a:cubicBezTo>
                <a:cubicBezTo>
                  <a:pt x="16832" y="8319"/>
                  <a:pt x="16743" y="8290"/>
                  <a:pt x="16633" y="8290"/>
                </a:cubicBezTo>
                <a:cubicBezTo>
                  <a:pt x="16201" y="8290"/>
                  <a:pt x="15448" y="8744"/>
                  <a:pt x="14749" y="9464"/>
                </a:cubicBezTo>
                <a:lnTo>
                  <a:pt x="10105" y="14239"/>
                </a:lnTo>
                <a:lnTo>
                  <a:pt x="7784" y="16627"/>
                </a:lnTo>
                <a:lnTo>
                  <a:pt x="7204" y="17224"/>
                </a:lnTo>
                <a:lnTo>
                  <a:pt x="6914" y="17522"/>
                </a:lnTo>
                <a:cubicBezTo>
                  <a:pt x="6870" y="17566"/>
                  <a:pt x="6806" y="17635"/>
                  <a:pt x="6745" y="17705"/>
                </a:cubicBezTo>
                <a:cubicBezTo>
                  <a:pt x="6685" y="17774"/>
                  <a:pt x="6625" y="17844"/>
                  <a:pt x="6574" y="17920"/>
                </a:cubicBezTo>
                <a:cubicBezTo>
                  <a:pt x="6130" y="18510"/>
                  <a:pt x="5916" y="19262"/>
                  <a:pt x="5963" y="19993"/>
                </a:cubicBezTo>
                <a:cubicBezTo>
                  <a:pt x="6005" y="20725"/>
                  <a:pt x="6307" y="21448"/>
                  <a:pt x="6816" y="21979"/>
                </a:cubicBezTo>
                <a:cubicBezTo>
                  <a:pt x="7313" y="22514"/>
                  <a:pt x="8009" y="22878"/>
                  <a:pt x="8739" y="22963"/>
                </a:cubicBezTo>
                <a:cubicBezTo>
                  <a:pt x="8873" y="22981"/>
                  <a:pt x="9009" y="22989"/>
                  <a:pt x="9144" y="22989"/>
                </a:cubicBezTo>
                <a:cubicBezTo>
                  <a:pt x="9743" y="22989"/>
                  <a:pt x="10342" y="22822"/>
                  <a:pt x="10848" y="22496"/>
                </a:cubicBezTo>
                <a:cubicBezTo>
                  <a:pt x="11003" y="22395"/>
                  <a:pt x="11152" y="22287"/>
                  <a:pt x="11286" y="22162"/>
                </a:cubicBezTo>
                <a:cubicBezTo>
                  <a:pt x="11439" y="22025"/>
                  <a:pt x="11502" y="21951"/>
                  <a:pt x="11612" y="21848"/>
                </a:cubicBezTo>
                <a:lnTo>
                  <a:pt x="12200" y="21260"/>
                </a:lnTo>
                <a:lnTo>
                  <a:pt x="16916" y="16562"/>
                </a:lnTo>
                <a:lnTo>
                  <a:pt x="21632" y="11862"/>
                </a:lnTo>
                <a:lnTo>
                  <a:pt x="23990" y="9514"/>
                </a:lnTo>
                <a:lnTo>
                  <a:pt x="25169" y="8339"/>
                </a:lnTo>
                <a:lnTo>
                  <a:pt x="25763" y="7742"/>
                </a:lnTo>
                <a:cubicBezTo>
                  <a:pt x="25994" y="7502"/>
                  <a:pt x="26206" y="7241"/>
                  <a:pt x="26381" y="6955"/>
                </a:cubicBezTo>
                <a:cubicBezTo>
                  <a:pt x="27093" y="5816"/>
                  <a:pt x="27268" y="4360"/>
                  <a:pt x="26825" y="3092"/>
                </a:cubicBezTo>
                <a:cubicBezTo>
                  <a:pt x="26397" y="1820"/>
                  <a:pt x="25389" y="758"/>
                  <a:pt x="24125" y="295"/>
                </a:cubicBezTo>
                <a:cubicBezTo>
                  <a:pt x="23609" y="98"/>
                  <a:pt x="23058" y="0"/>
                  <a:pt x="22507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889" name="Google Shape;9889;p32"/>
          <p:cNvGrpSpPr/>
          <p:nvPr/>
        </p:nvGrpSpPr>
        <p:grpSpPr>
          <a:xfrm rot="540000">
            <a:off x="7907552" y="2732700"/>
            <a:ext cx="398007" cy="1705725"/>
            <a:chOff x="5686500" y="2272225"/>
            <a:chExt cx="481300" cy="2589250"/>
          </a:xfrm>
        </p:grpSpPr>
        <p:sp>
          <p:nvSpPr>
            <p:cNvPr id="9890" name="Google Shape;9890;p32"/>
            <p:cNvSpPr/>
            <p:nvPr/>
          </p:nvSpPr>
          <p:spPr>
            <a:xfrm>
              <a:off x="5686500" y="3674725"/>
              <a:ext cx="260950" cy="1082650"/>
            </a:xfrm>
            <a:custGeom>
              <a:rect b="b" l="l" r="r" t="t"/>
              <a:pathLst>
                <a:path extrusionOk="0" h="43306" w="10438">
                  <a:moveTo>
                    <a:pt x="7833" y="1"/>
                  </a:moveTo>
                  <a:cubicBezTo>
                    <a:pt x="7371" y="1"/>
                    <a:pt x="6972" y="354"/>
                    <a:pt x="6919" y="826"/>
                  </a:cubicBezTo>
                  <a:lnTo>
                    <a:pt x="6917" y="856"/>
                  </a:lnTo>
                  <a:cubicBezTo>
                    <a:pt x="6721" y="2624"/>
                    <a:pt x="6364" y="4312"/>
                    <a:pt x="5698" y="5866"/>
                  </a:cubicBezTo>
                  <a:cubicBezTo>
                    <a:pt x="5050" y="7434"/>
                    <a:pt x="4084" y="8863"/>
                    <a:pt x="3088" y="10468"/>
                  </a:cubicBezTo>
                  <a:cubicBezTo>
                    <a:pt x="2589" y="11280"/>
                    <a:pt x="2092" y="12124"/>
                    <a:pt x="1654" y="13039"/>
                  </a:cubicBezTo>
                  <a:cubicBezTo>
                    <a:pt x="1226" y="13954"/>
                    <a:pt x="864" y="14928"/>
                    <a:pt x="605" y="15926"/>
                  </a:cubicBezTo>
                  <a:cubicBezTo>
                    <a:pt x="331" y="16927"/>
                    <a:pt x="189" y="17942"/>
                    <a:pt x="83" y="18960"/>
                  </a:cubicBezTo>
                  <a:cubicBezTo>
                    <a:pt x="49" y="19968"/>
                    <a:pt x="0" y="20983"/>
                    <a:pt x="91" y="21967"/>
                  </a:cubicBezTo>
                  <a:cubicBezTo>
                    <a:pt x="306" y="25901"/>
                    <a:pt x="1297" y="29668"/>
                    <a:pt x="2718" y="33243"/>
                  </a:cubicBezTo>
                  <a:cubicBezTo>
                    <a:pt x="3455" y="35019"/>
                    <a:pt x="4316" y="36736"/>
                    <a:pt x="5302" y="38373"/>
                  </a:cubicBezTo>
                  <a:cubicBezTo>
                    <a:pt x="6303" y="40015"/>
                    <a:pt x="7369" y="41561"/>
                    <a:pt x="8712" y="43012"/>
                  </a:cubicBezTo>
                  <a:lnTo>
                    <a:pt x="8710" y="43012"/>
                  </a:lnTo>
                  <a:cubicBezTo>
                    <a:pt x="8886" y="43202"/>
                    <a:pt x="9133" y="43306"/>
                    <a:pt x="9386" y="43306"/>
                  </a:cubicBezTo>
                  <a:cubicBezTo>
                    <a:pt x="9540" y="43306"/>
                    <a:pt x="9697" y="43267"/>
                    <a:pt x="9840" y="43185"/>
                  </a:cubicBezTo>
                  <a:cubicBezTo>
                    <a:pt x="10281" y="42933"/>
                    <a:pt x="10437" y="42368"/>
                    <a:pt x="10185" y="41923"/>
                  </a:cubicBezTo>
                  <a:lnTo>
                    <a:pt x="10158" y="41872"/>
                  </a:lnTo>
                  <a:cubicBezTo>
                    <a:pt x="8416" y="38782"/>
                    <a:pt x="6936" y="35440"/>
                    <a:pt x="5813" y="32078"/>
                  </a:cubicBezTo>
                  <a:cubicBezTo>
                    <a:pt x="4693" y="28709"/>
                    <a:pt x="3905" y="25206"/>
                    <a:pt x="3643" y="21742"/>
                  </a:cubicBezTo>
                  <a:cubicBezTo>
                    <a:pt x="3499" y="20024"/>
                    <a:pt x="3580" y="18346"/>
                    <a:pt x="3929" y="16751"/>
                  </a:cubicBezTo>
                  <a:cubicBezTo>
                    <a:pt x="4282" y="15151"/>
                    <a:pt x="4942" y="13636"/>
                    <a:pt x="5789" y="12041"/>
                  </a:cubicBezTo>
                  <a:cubicBezTo>
                    <a:pt x="6645" y="10453"/>
                    <a:pt x="7602" y="8689"/>
                    <a:pt x="8169" y="6752"/>
                  </a:cubicBezTo>
                  <a:cubicBezTo>
                    <a:pt x="8749" y="4816"/>
                    <a:pt x="8903" y="2791"/>
                    <a:pt x="8752" y="856"/>
                  </a:cubicBezTo>
                  <a:cubicBezTo>
                    <a:pt x="8720" y="420"/>
                    <a:pt x="8382" y="58"/>
                    <a:pt x="7934" y="7"/>
                  </a:cubicBezTo>
                  <a:cubicBezTo>
                    <a:pt x="7900" y="3"/>
                    <a:pt x="7866" y="1"/>
                    <a:pt x="783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91" name="Google Shape;9891;p32"/>
            <p:cNvSpPr/>
            <p:nvPr/>
          </p:nvSpPr>
          <p:spPr>
            <a:xfrm>
              <a:off x="5922350" y="2272225"/>
              <a:ext cx="208275" cy="167975"/>
            </a:xfrm>
            <a:custGeom>
              <a:rect b="b" l="l" r="r" t="t"/>
              <a:pathLst>
                <a:path extrusionOk="0" h="6719" w="8331">
                  <a:moveTo>
                    <a:pt x="4165" y="0"/>
                  </a:moveTo>
                  <a:cubicBezTo>
                    <a:pt x="3993" y="0"/>
                    <a:pt x="3820" y="86"/>
                    <a:pt x="3721" y="257"/>
                  </a:cubicBezTo>
                  <a:lnTo>
                    <a:pt x="0" y="6719"/>
                  </a:lnTo>
                  <a:lnTo>
                    <a:pt x="8331" y="6719"/>
                  </a:lnTo>
                  <a:lnTo>
                    <a:pt x="4607" y="257"/>
                  </a:lnTo>
                  <a:cubicBezTo>
                    <a:pt x="4509" y="86"/>
                    <a:pt x="4337" y="0"/>
                    <a:pt x="416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92" name="Google Shape;9892;p32"/>
            <p:cNvSpPr/>
            <p:nvPr/>
          </p:nvSpPr>
          <p:spPr>
            <a:xfrm>
              <a:off x="5880875" y="3567725"/>
              <a:ext cx="286925" cy="1293750"/>
            </a:xfrm>
            <a:custGeom>
              <a:rect b="b" l="l" r="r" t="t"/>
              <a:pathLst>
                <a:path extrusionOk="0" h="51750" w="11477">
                  <a:moveTo>
                    <a:pt x="66" y="0"/>
                  </a:moveTo>
                  <a:lnTo>
                    <a:pt x="66" y="0"/>
                  </a:lnTo>
                  <a:cubicBezTo>
                    <a:pt x="0" y="16111"/>
                    <a:pt x="514" y="31974"/>
                    <a:pt x="1659" y="47561"/>
                  </a:cubicBezTo>
                  <a:cubicBezTo>
                    <a:pt x="1659" y="48718"/>
                    <a:pt x="2124" y="49768"/>
                    <a:pt x="2877" y="50524"/>
                  </a:cubicBezTo>
                  <a:cubicBezTo>
                    <a:pt x="3631" y="51282"/>
                    <a:pt x="4673" y="51749"/>
                    <a:pt x="5823" y="51749"/>
                  </a:cubicBezTo>
                  <a:cubicBezTo>
                    <a:pt x="8128" y="51749"/>
                    <a:pt x="9990" y="49870"/>
                    <a:pt x="9990" y="47561"/>
                  </a:cubicBezTo>
                  <a:cubicBezTo>
                    <a:pt x="10968" y="31913"/>
                    <a:pt x="11470" y="16370"/>
                    <a:pt x="11477" y="905"/>
                  </a:cubicBezTo>
                  <a:lnTo>
                    <a:pt x="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93" name="Google Shape;9893;p32"/>
            <p:cNvSpPr/>
            <p:nvPr/>
          </p:nvSpPr>
          <p:spPr>
            <a:xfrm>
              <a:off x="5954500" y="3306675"/>
              <a:ext cx="150975" cy="825125"/>
            </a:xfrm>
            <a:custGeom>
              <a:rect b="b" l="l" r="r" t="t"/>
              <a:pathLst>
                <a:path extrusionOk="0" h="33005" w="6039">
                  <a:moveTo>
                    <a:pt x="3020" y="0"/>
                  </a:moveTo>
                  <a:cubicBezTo>
                    <a:pt x="2220" y="0"/>
                    <a:pt x="1452" y="1740"/>
                    <a:pt x="887" y="4835"/>
                  </a:cubicBezTo>
                  <a:cubicBezTo>
                    <a:pt x="319" y="7930"/>
                    <a:pt x="1" y="12125"/>
                    <a:pt x="1" y="16502"/>
                  </a:cubicBezTo>
                  <a:cubicBezTo>
                    <a:pt x="1" y="20879"/>
                    <a:pt x="319" y="25077"/>
                    <a:pt x="887" y="28172"/>
                  </a:cubicBezTo>
                  <a:cubicBezTo>
                    <a:pt x="1452" y="31267"/>
                    <a:pt x="2220" y="33004"/>
                    <a:pt x="3020" y="33004"/>
                  </a:cubicBezTo>
                  <a:cubicBezTo>
                    <a:pt x="3820" y="33004"/>
                    <a:pt x="4588" y="31267"/>
                    <a:pt x="5153" y="28172"/>
                  </a:cubicBezTo>
                  <a:cubicBezTo>
                    <a:pt x="5721" y="25077"/>
                    <a:pt x="6039" y="20879"/>
                    <a:pt x="6039" y="16502"/>
                  </a:cubicBezTo>
                  <a:cubicBezTo>
                    <a:pt x="6039" y="12125"/>
                    <a:pt x="5721" y="7930"/>
                    <a:pt x="5153" y="4835"/>
                  </a:cubicBezTo>
                  <a:cubicBezTo>
                    <a:pt x="4588" y="1740"/>
                    <a:pt x="3820" y="0"/>
                    <a:pt x="302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descr="A screenshot of a mobile application&#10;&#10;Description automatically generated" id="9894" name="Google Shape;9894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33928" y="1305481"/>
            <a:ext cx="7157359" cy="3158465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98" name="Shape 98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899" name="Google Shape;9899;p33"/>
          <p:cNvGrpSpPr/>
          <p:nvPr/>
        </p:nvGrpSpPr>
        <p:grpSpPr>
          <a:xfrm rot="-1320000">
            <a:off x="1312346" y="696431"/>
            <a:ext cx="2270043" cy="183536"/>
            <a:chOff x="5419725" y="2413000"/>
            <a:chExt cx="2169725" cy="175425"/>
          </a:xfrm>
        </p:grpSpPr>
        <p:sp>
          <p:nvSpPr>
            <p:cNvPr id="9900" name="Google Shape;9900;p33"/>
            <p:cNvSpPr/>
            <p:nvPr/>
          </p:nvSpPr>
          <p:spPr>
            <a:xfrm>
              <a:off x="5419725" y="2413000"/>
              <a:ext cx="2027325" cy="175425"/>
            </a:xfrm>
            <a:custGeom>
              <a:rect b="b" l="l" r="r" t="t"/>
              <a:pathLst>
                <a:path extrusionOk="0" h="7017" w="81093">
                  <a:moveTo>
                    <a:pt x="3509" y="0"/>
                  </a:moveTo>
                  <a:cubicBezTo>
                    <a:pt x="1571" y="0"/>
                    <a:pt x="0" y="1571"/>
                    <a:pt x="0" y="3508"/>
                  </a:cubicBezTo>
                  <a:cubicBezTo>
                    <a:pt x="0" y="5446"/>
                    <a:pt x="1571" y="7017"/>
                    <a:pt x="3509" y="7017"/>
                  </a:cubicBezTo>
                  <a:lnTo>
                    <a:pt x="81093" y="7017"/>
                  </a:lnTo>
                  <a:lnTo>
                    <a:pt x="81093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01" name="Google Shape;9901;p33"/>
            <p:cNvSpPr/>
            <p:nvPr/>
          </p:nvSpPr>
          <p:spPr>
            <a:xfrm>
              <a:off x="7447025" y="2413000"/>
              <a:ext cx="142425" cy="175425"/>
            </a:xfrm>
            <a:custGeom>
              <a:rect b="b" l="l" r="r" t="t"/>
              <a:pathLst>
                <a:path extrusionOk="0" h="7017" w="5697">
                  <a:moveTo>
                    <a:pt x="1" y="0"/>
                  </a:moveTo>
                  <a:lnTo>
                    <a:pt x="1" y="7017"/>
                  </a:lnTo>
                  <a:lnTo>
                    <a:pt x="5410" y="3880"/>
                  </a:lnTo>
                  <a:cubicBezTo>
                    <a:pt x="5696" y="3714"/>
                    <a:pt x="5696" y="3300"/>
                    <a:pt x="5410" y="3134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02" name="Google Shape;9902;p33"/>
            <p:cNvSpPr/>
            <p:nvPr/>
          </p:nvSpPr>
          <p:spPr>
            <a:xfrm>
              <a:off x="6846100" y="2459400"/>
              <a:ext cx="492625" cy="82550"/>
            </a:xfrm>
            <a:custGeom>
              <a:rect b="b" l="l" r="r" t="t"/>
              <a:pathLst>
                <a:path extrusionOk="0" h="3302" w="19705">
                  <a:moveTo>
                    <a:pt x="1650" y="1"/>
                  </a:moveTo>
                  <a:cubicBezTo>
                    <a:pt x="740" y="1"/>
                    <a:pt x="1" y="740"/>
                    <a:pt x="1" y="1652"/>
                  </a:cubicBezTo>
                  <a:cubicBezTo>
                    <a:pt x="1" y="2562"/>
                    <a:pt x="740" y="3301"/>
                    <a:pt x="1650" y="3301"/>
                  </a:cubicBezTo>
                  <a:lnTo>
                    <a:pt x="18054" y="3301"/>
                  </a:lnTo>
                  <a:cubicBezTo>
                    <a:pt x="18966" y="3301"/>
                    <a:pt x="19705" y="2562"/>
                    <a:pt x="19705" y="1652"/>
                  </a:cubicBezTo>
                  <a:cubicBezTo>
                    <a:pt x="19705" y="740"/>
                    <a:pt x="18966" y="1"/>
                    <a:pt x="1805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903" name="Google Shape;9903;p33"/>
          <p:cNvSpPr txBox="1"/>
          <p:nvPr>
            <p:ph type="title"/>
          </p:nvPr>
        </p:nvSpPr>
        <p:spPr>
          <a:xfrm>
            <a:off x="1061994" y="712912"/>
            <a:ext cx="7020000" cy="9345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2000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300"/>
              <a:buFont typeface="Gantari ExtraBold"/>
              <a:buNone/>
            </a:pPr>
            <a:r>
              <a:rPr b="1" lang="en-US" sz="3000">
                <a:latin typeface="Sorts Mill Goudy"/>
                <a:ea typeface="Sorts Mill Goudy"/>
                <a:cs typeface="Sorts Mill Goudy"/>
                <a:sym typeface="Sorts Mill Goudy"/>
              </a:rPr>
              <a:t>Explanation</a:t>
            </a:r>
            <a:r>
              <a:rPr b="1" lang="en-US" sz="3000">
                <a:solidFill>
                  <a:schemeClr val="lt2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 O</a:t>
            </a:r>
            <a:r>
              <a:rPr b="1" lang="en-US" sz="3000">
                <a:latin typeface="Sorts Mill Goudy"/>
                <a:ea typeface="Sorts Mill Goudy"/>
                <a:cs typeface="Sorts Mill Goudy"/>
                <a:sym typeface="Sorts Mill Goudy"/>
              </a:rPr>
              <a:t>f</a:t>
            </a:r>
            <a:r>
              <a:rPr b="1" lang="en-US" sz="3000">
                <a:solidFill>
                  <a:schemeClr val="lt2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 </a:t>
            </a:r>
            <a:r>
              <a:rPr b="1" lang="en-US" sz="3000">
                <a:latin typeface="Sorts Mill Goudy"/>
                <a:ea typeface="Sorts Mill Goudy"/>
                <a:cs typeface="Sorts Mill Goudy"/>
                <a:sym typeface="Sorts Mill Goudy"/>
              </a:rPr>
              <a:t>The</a:t>
            </a:r>
            <a:r>
              <a:rPr b="1" lang="en-US" sz="3000">
                <a:solidFill>
                  <a:schemeClr val="lt2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 W</a:t>
            </a:r>
            <a:r>
              <a:rPr b="1" lang="en-US" sz="3000">
                <a:latin typeface="Sorts Mill Goudy"/>
                <a:ea typeface="Sorts Mill Goudy"/>
                <a:cs typeface="Sorts Mill Goudy"/>
                <a:sym typeface="Sorts Mill Goudy"/>
              </a:rPr>
              <a:t>ireframe</a:t>
            </a:r>
            <a:endParaRPr b="1" sz="3000">
              <a:latin typeface="Sorts Mill Goudy"/>
              <a:ea typeface="Sorts Mill Goudy"/>
              <a:cs typeface="Sorts Mill Goudy"/>
              <a:sym typeface="Sorts Mill Goudy"/>
            </a:endParaRPr>
          </a:p>
        </p:txBody>
      </p:sp>
      <p:sp>
        <p:nvSpPr>
          <p:cNvPr id="9904" name="Google Shape;9904;p33"/>
          <p:cNvSpPr/>
          <p:nvPr/>
        </p:nvSpPr>
        <p:spPr>
          <a:xfrm>
            <a:off x="7897930" y="1168641"/>
            <a:ext cx="388400" cy="411925"/>
          </a:xfrm>
          <a:custGeom>
            <a:rect b="b" l="l" r="r" t="t"/>
            <a:pathLst>
              <a:path extrusionOk="0" h="16477" w="15536">
                <a:moveTo>
                  <a:pt x="6847" y="1663"/>
                </a:moveTo>
                <a:cubicBezTo>
                  <a:pt x="7694" y="2699"/>
                  <a:pt x="8474" y="3796"/>
                  <a:pt x="9217" y="4915"/>
                </a:cubicBezTo>
                <a:lnTo>
                  <a:pt x="9217" y="4915"/>
                </a:lnTo>
                <a:cubicBezTo>
                  <a:pt x="8312" y="5132"/>
                  <a:pt x="7406" y="5345"/>
                  <a:pt x="6499" y="5555"/>
                </a:cubicBezTo>
                <a:lnTo>
                  <a:pt x="6499" y="5555"/>
                </a:lnTo>
                <a:cubicBezTo>
                  <a:pt x="6577" y="4254"/>
                  <a:pt x="6686" y="2956"/>
                  <a:pt x="6847" y="1663"/>
                </a:cubicBezTo>
                <a:close/>
                <a:moveTo>
                  <a:pt x="13631" y="4832"/>
                </a:moveTo>
                <a:cubicBezTo>
                  <a:pt x="13054" y="5635"/>
                  <a:pt x="12464" y="6428"/>
                  <a:pt x="11865" y="7213"/>
                </a:cubicBezTo>
                <a:lnTo>
                  <a:pt x="11865" y="7213"/>
                </a:lnTo>
                <a:cubicBezTo>
                  <a:pt x="11783" y="7081"/>
                  <a:pt x="11700" y="6949"/>
                  <a:pt x="11617" y="6817"/>
                </a:cubicBezTo>
                <a:cubicBezTo>
                  <a:pt x="11353" y="6396"/>
                  <a:pt x="11086" y="5973"/>
                  <a:pt x="10816" y="5552"/>
                </a:cubicBezTo>
                <a:lnTo>
                  <a:pt x="10816" y="5552"/>
                </a:lnTo>
                <a:cubicBezTo>
                  <a:pt x="11756" y="5320"/>
                  <a:pt x="12695" y="5082"/>
                  <a:pt x="13631" y="4832"/>
                </a:cubicBezTo>
                <a:close/>
                <a:moveTo>
                  <a:pt x="5447" y="6821"/>
                </a:moveTo>
                <a:lnTo>
                  <a:pt x="5447" y="6821"/>
                </a:lnTo>
                <a:cubicBezTo>
                  <a:pt x="5412" y="7578"/>
                  <a:pt x="5383" y="8337"/>
                  <a:pt x="5358" y="9095"/>
                </a:cubicBezTo>
                <a:lnTo>
                  <a:pt x="5358" y="9095"/>
                </a:lnTo>
                <a:cubicBezTo>
                  <a:pt x="4278" y="8603"/>
                  <a:pt x="3200" y="8103"/>
                  <a:pt x="2127" y="7595"/>
                </a:cubicBezTo>
                <a:lnTo>
                  <a:pt x="2127" y="7595"/>
                </a:lnTo>
                <a:cubicBezTo>
                  <a:pt x="3233" y="7333"/>
                  <a:pt x="4340" y="7077"/>
                  <a:pt x="5447" y="6821"/>
                </a:cubicBezTo>
                <a:close/>
                <a:moveTo>
                  <a:pt x="9795" y="5801"/>
                </a:moveTo>
                <a:cubicBezTo>
                  <a:pt x="10147" y="6347"/>
                  <a:pt x="10492" y="6896"/>
                  <a:pt x="10833" y="7443"/>
                </a:cubicBezTo>
                <a:cubicBezTo>
                  <a:pt x="10961" y="7647"/>
                  <a:pt x="11089" y="7852"/>
                  <a:pt x="11216" y="8057"/>
                </a:cubicBezTo>
                <a:lnTo>
                  <a:pt x="11216" y="8057"/>
                </a:lnTo>
                <a:cubicBezTo>
                  <a:pt x="10515" y="8963"/>
                  <a:pt x="9804" y="9861"/>
                  <a:pt x="9090" y="10757"/>
                </a:cubicBezTo>
                <a:lnTo>
                  <a:pt x="9090" y="10757"/>
                </a:lnTo>
                <a:cubicBezTo>
                  <a:pt x="8168" y="10356"/>
                  <a:pt x="7249" y="9949"/>
                  <a:pt x="6332" y="9536"/>
                </a:cubicBezTo>
                <a:lnTo>
                  <a:pt x="6332" y="9536"/>
                </a:lnTo>
                <a:cubicBezTo>
                  <a:pt x="6362" y="8553"/>
                  <a:pt x="6396" y="7571"/>
                  <a:pt x="6443" y="6590"/>
                </a:cubicBezTo>
                <a:lnTo>
                  <a:pt x="6443" y="6590"/>
                </a:lnTo>
                <a:cubicBezTo>
                  <a:pt x="7562" y="6331"/>
                  <a:pt x="8679" y="6070"/>
                  <a:pt x="9795" y="5801"/>
                </a:cubicBezTo>
                <a:close/>
                <a:moveTo>
                  <a:pt x="11771" y="8958"/>
                </a:moveTo>
                <a:cubicBezTo>
                  <a:pt x="12536" y="10214"/>
                  <a:pt x="13278" y="11491"/>
                  <a:pt x="13947" y="12799"/>
                </a:cubicBezTo>
                <a:lnTo>
                  <a:pt x="13947" y="12799"/>
                </a:lnTo>
                <a:cubicBezTo>
                  <a:pt x="12637" y="12267"/>
                  <a:pt x="11332" y="11721"/>
                  <a:pt x="10032" y="11163"/>
                </a:cubicBezTo>
                <a:lnTo>
                  <a:pt x="10032" y="11163"/>
                </a:lnTo>
                <a:cubicBezTo>
                  <a:pt x="10616" y="10431"/>
                  <a:pt x="11196" y="9697"/>
                  <a:pt x="11771" y="8958"/>
                </a:cubicBezTo>
                <a:close/>
                <a:moveTo>
                  <a:pt x="6300" y="10607"/>
                </a:moveTo>
                <a:cubicBezTo>
                  <a:pt x="7016" y="10927"/>
                  <a:pt x="7732" y="11244"/>
                  <a:pt x="8451" y="11557"/>
                </a:cubicBezTo>
                <a:lnTo>
                  <a:pt x="8451" y="11557"/>
                </a:lnTo>
                <a:cubicBezTo>
                  <a:pt x="7691" y="12508"/>
                  <a:pt x="6929" y="13457"/>
                  <a:pt x="6174" y="14413"/>
                </a:cubicBezTo>
                <a:lnTo>
                  <a:pt x="6174" y="14413"/>
                </a:lnTo>
                <a:cubicBezTo>
                  <a:pt x="6229" y="13146"/>
                  <a:pt x="6264" y="11877"/>
                  <a:pt x="6300" y="10607"/>
                </a:cubicBezTo>
                <a:close/>
                <a:moveTo>
                  <a:pt x="6513" y="1"/>
                </a:moveTo>
                <a:cubicBezTo>
                  <a:pt x="6290" y="1"/>
                  <a:pt x="6060" y="131"/>
                  <a:pt x="6026" y="362"/>
                </a:cubicBezTo>
                <a:cubicBezTo>
                  <a:pt x="5760" y="2163"/>
                  <a:pt x="5604" y="3972"/>
                  <a:pt x="5501" y="5786"/>
                </a:cubicBezTo>
                <a:lnTo>
                  <a:pt x="5501" y="5786"/>
                </a:lnTo>
                <a:cubicBezTo>
                  <a:pt x="3837" y="6171"/>
                  <a:pt x="2172" y="6555"/>
                  <a:pt x="511" y="6958"/>
                </a:cubicBezTo>
                <a:cubicBezTo>
                  <a:pt x="115" y="7055"/>
                  <a:pt x="1" y="7681"/>
                  <a:pt x="393" y="7868"/>
                </a:cubicBezTo>
                <a:cubicBezTo>
                  <a:pt x="2028" y="8652"/>
                  <a:pt x="3672" y="9419"/>
                  <a:pt x="5324" y="10167"/>
                </a:cubicBezTo>
                <a:lnTo>
                  <a:pt x="5324" y="10167"/>
                </a:lnTo>
                <a:cubicBezTo>
                  <a:pt x="5265" y="12097"/>
                  <a:pt x="5213" y="14027"/>
                  <a:pt x="5099" y="15951"/>
                </a:cubicBezTo>
                <a:cubicBezTo>
                  <a:pt x="5085" y="16196"/>
                  <a:pt x="5221" y="16347"/>
                  <a:pt x="5397" y="16404"/>
                </a:cubicBezTo>
                <a:lnTo>
                  <a:pt x="5397" y="16404"/>
                </a:lnTo>
                <a:cubicBezTo>
                  <a:pt x="5468" y="16450"/>
                  <a:pt x="5548" y="16477"/>
                  <a:pt x="5628" y="16477"/>
                </a:cubicBezTo>
                <a:cubicBezTo>
                  <a:pt x="5740" y="16477"/>
                  <a:pt x="5853" y="16426"/>
                  <a:pt x="5948" y="16303"/>
                </a:cubicBezTo>
                <a:cubicBezTo>
                  <a:pt x="7084" y="14845"/>
                  <a:pt x="8241" y="13406"/>
                  <a:pt x="9393" y="11965"/>
                </a:cubicBezTo>
                <a:lnTo>
                  <a:pt x="9393" y="11965"/>
                </a:lnTo>
                <a:cubicBezTo>
                  <a:pt x="11196" y="12741"/>
                  <a:pt x="13009" y="13494"/>
                  <a:pt x="14832" y="14222"/>
                </a:cubicBezTo>
                <a:cubicBezTo>
                  <a:pt x="14891" y="14245"/>
                  <a:pt x="14947" y="14256"/>
                  <a:pt x="14999" y="14256"/>
                </a:cubicBezTo>
                <a:cubicBezTo>
                  <a:pt x="15344" y="14256"/>
                  <a:pt x="15535" y="13791"/>
                  <a:pt x="15394" y="13491"/>
                </a:cubicBezTo>
                <a:cubicBezTo>
                  <a:pt x="14529" y="11640"/>
                  <a:pt x="13496" y="9859"/>
                  <a:pt x="12424" y="8114"/>
                </a:cubicBezTo>
                <a:lnTo>
                  <a:pt x="12424" y="8114"/>
                </a:lnTo>
                <a:cubicBezTo>
                  <a:pt x="13397" y="6844"/>
                  <a:pt x="14350" y="5557"/>
                  <a:pt x="15264" y="4238"/>
                </a:cubicBezTo>
                <a:cubicBezTo>
                  <a:pt x="15493" y="3909"/>
                  <a:pt x="15177" y="3491"/>
                  <a:pt x="14822" y="3491"/>
                </a:cubicBezTo>
                <a:cubicBezTo>
                  <a:pt x="14782" y="3491"/>
                  <a:pt x="14741" y="3496"/>
                  <a:pt x="14701" y="3507"/>
                </a:cubicBezTo>
                <a:cubicBezTo>
                  <a:pt x="13221" y="3921"/>
                  <a:pt x="11733" y="4302"/>
                  <a:pt x="10242" y="4667"/>
                </a:cubicBezTo>
                <a:lnTo>
                  <a:pt x="10242" y="4667"/>
                </a:lnTo>
                <a:cubicBezTo>
                  <a:pt x="9206" y="3091"/>
                  <a:pt x="8105" y="1549"/>
                  <a:pt x="6860" y="143"/>
                </a:cubicBezTo>
                <a:cubicBezTo>
                  <a:pt x="6774" y="46"/>
                  <a:pt x="6645" y="1"/>
                  <a:pt x="6513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05" name="Google Shape;9905;p33"/>
          <p:cNvSpPr/>
          <p:nvPr/>
        </p:nvSpPr>
        <p:spPr>
          <a:xfrm>
            <a:off x="7759050" y="1833575"/>
            <a:ext cx="117525" cy="110100"/>
          </a:xfrm>
          <a:custGeom>
            <a:rect b="b" l="l" r="r" t="t"/>
            <a:pathLst>
              <a:path extrusionOk="0" h="4404" w="4701">
                <a:moveTo>
                  <a:pt x="1951" y="1032"/>
                </a:moveTo>
                <a:cubicBezTo>
                  <a:pt x="1950" y="1033"/>
                  <a:pt x="1949" y="1033"/>
                  <a:pt x="1947" y="1033"/>
                </a:cubicBezTo>
                <a:cubicBezTo>
                  <a:pt x="1948" y="1033"/>
                  <a:pt x="1950" y="1033"/>
                  <a:pt x="1951" y="1032"/>
                </a:cubicBezTo>
                <a:close/>
                <a:moveTo>
                  <a:pt x="2857" y="1059"/>
                </a:moveTo>
                <a:cubicBezTo>
                  <a:pt x="2871" y="1059"/>
                  <a:pt x="2889" y="1066"/>
                  <a:pt x="2907" y="1075"/>
                </a:cubicBezTo>
                <a:lnTo>
                  <a:pt x="2907" y="1075"/>
                </a:lnTo>
                <a:cubicBezTo>
                  <a:pt x="2887" y="1068"/>
                  <a:pt x="2858" y="1059"/>
                  <a:pt x="2857" y="1059"/>
                </a:cubicBezTo>
                <a:close/>
                <a:moveTo>
                  <a:pt x="3091" y="1185"/>
                </a:moveTo>
                <a:cubicBezTo>
                  <a:pt x="3091" y="1185"/>
                  <a:pt x="3091" y="1185"/>
                  <a:pt x="3091" y="1185"/>
                </a:cubicBezTo>
                <a:lnTo>
                  <a:pt x="3091" y="1185"/>
                </a:lnTo>
                <a:cubicBezTo>
                  <a:pt x="3091" y="1185"/>
                  <a:pt x="3091" y="1185"/>
                  <a:pt x="3091" y="1185"/>
                </a:cubicBezTo>
                <a:close/>
                <a:moveTo>
                  <a:pt x="3104" y="1198"/>
                </a:moveTo>
                <a:cubicBezTo>
                  <a:pt x="3111" y="1203"/>
                  <a:pt x="3118" y="1208"/>
                  <a:pt x="3125" y="1213"/>
                </a:cubicBezTo>
                <a:cubicBezTo>
                  <a:pt x="3142" y="1224"/>
                  <a:pt x="3149" y="1229"/>
                  <a:pt x="3148" y="1229"/>
                </a:cubicBezTo>
                <a:cubicBezTo>
                  <a:pt x="3148" y="1229"/>
                  <a:pt x="3121" y="1211"/>
                  <a:pt x="3104" y="1198"/>
                </a:cubicBezTo>
                <a:close/>
                <a:moveTo>
                  <a:pt x="1747" y="3319"/>
                </a:moveTo>
                <a:cubicBezTo>
                  <a:pt x="1767" y="3326"/>
                  <a:pt x="1803" y="3338"/>
                  <a:pt x="1802" y="3338"/>
                </a:cubicBezTo>
                <a:cubicBezTo>
                  <a:pt x="1800" y="3339"/>
                  <a:pt x="1799" y="3339"/>
                  <a:pt x="1797" y="3339"/>
                </a:cubicBezTo>
                <a:cubicBezTo>
                  <a:pt x="1785" y="3339"/>
                  <a:pt x="1766" y="3330"/>
                  <a:pt x="1747" y="3319"/>
                </a:cubicBezTo>
                <a:close/>
                <a:moveTo>
                  <a:pt x="2463" y="3393"/>
                </a:moveTo>
                <a:cubicBezTo>
                  <a:pt x="2461" y="3393"/>
                  <a:pt x="2459" y="3393"/>
                  <a:pt x="2456" y="3393"/>
                </a:cubicBezTo>
                <a:lnTo>
                  <a:pt x="2456" y="3393"/>
                </a:lnTo>
                <a:cubicBezTo>
                  <a:pt x="2459" y="3393"/>
                  <a:pt x="2462" y="3393"/>
                  <a:pt x="2463" y="3393"/>
                </a:cubicBezTo>
                <a:close/>
                <a:moveTo>
                  <a:pt x="2387" y="989"/>
                </a:moveTo>
                <a:cubicBezTo>
                  <a:pt x="2440" y="989"/>
                  <a:pt x="2491" y="989"/>
                  <a:pt x="2541" y="993"/>
                </a:cubicBezTo>
                <a:cubicBezTo>
                  <a:pt x="2560" y="993"/>
                  <a:pt x="2582" y="997"/>
                  <a:pt x="2601" y="998"/>
                </a:cubicBezTo>
                <a:lnTo>
                  <a:pt x="2601" y="998"/>
                </a:lnTo>
                <a:cubicBezTo>
                  <a:pt x="2682" y="1018"/>
                  <a:pt x="2761" y="1029"/>
                  <a:pt x="2840" y="1057"/>
                </a:cubicBezTo>
                <a:cubicBezTo>
                  <a:pt x="2857" y="1061"/>
                  <a:pt x="2876" y="1069"/>
                  <a:pt x="2895" y="1076"/>
                </a:cubicBezTo>
                <a:cubicBezTo>
                  <a:pt x="2906" y="1079"/>
                  <a:pt x="2914" y="1081"/>
                  <a:pt x="2919" y="1082"/>
                </a:cubicBezTo>
                <a:lnTo>
                  <a:pt x="2919" y="1082"/>
                </a:lnTo>
                <a:cubicBezTo>
                  <a:pt x="2944" y="1096"/>
                  <a:pt x="2968" y="1113"/>
                  <a:pt x="2984" y="1122"/>
                </a:cubicBezTo>
                <a:cubicBezTo>
                  <a:pt x="3015" y="1139"/>
                  <a:pt x="3049" y="1160"/>
                  <a:pt x="3080" y="1181"/>
                </a:cubicBezTo>
                <a:cubicBezTo>
                  <a:pt x="3084" y="1184"/>
                  <a:pt x="3088" y="1186"/>
                  <a:pt x="3092" y="1189"/>
                </a:cubicBezTo>
                <a:lnTo>
                  <a:pt x="3092" y="1189"/>
                </a:lnTo>
                <a:cubicBezTo>
                  <a:pt x="3107" y="1217"/>
                  <a:pt x="3258" y="1347"/>
                  <a:pt x="3274" y="1366"/>
                </a:cubicBezTo>
                <a:cubicBezTo>
                  <a:pt x="3278" y="1370"/>
                  <a:pt x="3281" y="1374"/>
                  <a:pt x="3284" y="1378"/>
                </a:cubicBezTo>
                <a:lnTo>
                  <a:pt x="3284" y="1378"/>
                </a:lnTo>
                <a:cubicBezTo>
                  <a:pt x="3304" y="1410"/>
                  <a:pt x="3328" y="1440"/>
                  <a:pt x="3348" y="1474"/>
                </a:cubicBezTo>
                <a:cubicBezTo>
                  <a:pt x="3367" y="1503"/>
                  <a:pt x="3386" y="1535"/>
                  <a:pt x="3403" y="1569"/>
                </a:cubicBezTo>
                <a:cubicBezTo>
                  <a:pt x="3409" y="1579"/>
                  <a:pt x="3414" y="1591"/>
                  <a:pt x="3420" y="1604"/>
                </a:cubicBezTo>
                <a:lnTo>
                  <a:pt x="3420" y="1604"/>
                </a:lnTo>
                <a:cubicBezTo>
                  <a:pt x="3420" y="1602"/>
                  <a:pt x="3420" y="1600"/>
                  <a:pt x="3420" y="1598"/>
                </a:cubicBezTo>
                <a:lnTo>
                  <a:pt x="3420" y="1598"/>
                </a:lnTo>
                <a:cubicBezTo>
                  <a:pt x="3420" y="1600"/>
                  <a:pt x="3420" y="1602"/>
                  <a:pt x="3420" y="1604"/>
                </a:cubicBezTo>
                <a:lnTo>
                  <a:pt x="3420" y="1604"/>
                </a:lnTo>
                <a:cubicBezTo>
                  <a:pt x="3420" y="1604"/>
                  <a:pt x="3420" y="1604"/>
                  <a:pt x="3420" y="1604"/>
                </a:cubicBezTo>
                <a:lnTo>
                  <a:pt x="3420" y="1604"/>
                </a:lnTo>
                <a:cubicBezTo>
                  <a:pt x="3420" y="1621"/>
                  <a:pt x="3423" y="1634"/>
                  <a:pt x="3427" y="1644"/>
                </a:cubicBezTo>
                <a:lnTo>
                  <a:pt x="3427" y="1644"/>
                </a:lnTo>
                <a:cubicBezTo>
                  <a:pt x="3423" y="1630"/>
                  <a:pt x="3420" y="1616"/>
                  <a:pt x="3420" y="1604"/>
                </a:cubicBezTo>
                <a:lnTo>
                  <a:pt x="3420" y="1604"/>
                </a:lnTo>
                <a:cubicBezTo>
                  <a:pt x="3422" y="1608"/>
                  <a:pt x="3424" y="1613"/>
                  <a:pt x="3426" y="1617"/>
                </a:cubicBezTo>
                <a:cubicBezTo>
                  <a:pt x="3442" y="1646"/>
                  <a:pt x="3443" y="1659"/>
                  <a:pt x="3439" y="1659"/>
                </a:cubicBezTo>
                <a:cubicBezTo>
                  <a:pt x="3436" y="1659"/>
                  <a:pt x="3432" y="1654"/>
                  <a:pt x="3427" y="1644"/>
                </a:cubicBezTo>
                <a:lnTo>
                  <a:pt x="3427" y="1644"/>
                </a:lnTo>
                <a:cubicBezTo>
                  <a:pt x="3443" y="1697"/>
                  <a:pt x="3479" y="1760"/>
                  <a:pt x="3491" y="1802"/>
                </a:cubicBezTo>
                <a:cubicBezTo>
                  <a:pt x="3500" y="1838"/>
                  <a:pt x="3508" y="1874"/>
                  <a:pt x="3517" y="1910"/>
                </a:cubicBezTo>
                <a:cubicBezTo>
                  <a:pt x="3521" y="1933"/>
                  <a:pt x="3525" y="1954"/>
                  <a:pt x="3529" y="1977"/>
                </a:cubicBezTo>
                <a:cubicBezTo>
                  <a:pt x="3534" y="2005"/>
                  <a:pt x="3537" y="2015"/>
                  <a:pt x="3538" y="2015"/>
                </a:cubicBezTo>
                <a:cubicBezTo>
                  <a:pt x="3540" y="2015"/>
                  <a:pt x="3530" y="1942"/>
                  <a:pt x="3525" y="1939"/>
                </a:cubicBezTo>
                <a:lnTo>
                  <a:pt x="3525" y="1939"/>
                </a:lnTo>
                <a:cubicBezTo>
                  <a:pt x="3550" y="1954"/>
                  <a:pt x="3538" y="2142"/>
                  <a:pt x="3538" y="2173"/>
                </a:cubicBezTo>
                <a:cubicBezTo>
                  <a:pt x="3538" y="2215"/>
                  <a:pt x="3535" y="2257"/>
                  <a:pt x="3533" y="2297"/>
                </a:cubicBezTo>
                <a:cubicBezTo>
                  <a:pt x="3532" y="2312"/>
                  <a:pt x="3530" y="2326"/>
                  <a:pt x="3529" y="2339"/>
                </a:cubicBezTo>
                <a:lnTo>
                  <a:pt x="3529" y="2339"/>
                </a:lnTo>
                <a:cubicBezTo>
                  <a:pt x="3514" y="2409"/>
                  <a:pt x="3504" y="2477"/>
                  <a:pt x="3483" y="2546"/>
                </a:cubicBezTo>
                <a:cubicBezTo>
                  <a:pt x="3472" y="2582"/>
                  <a:pt x="3462" y="2618"/>
                  <a:pt x="3449" y="2651"/>
                </a:cubicBezTo>
                <a:cubicBezTo>
                  <a:pt x="3445" y="2663"/>
                  <a:pt x="3440" y="2676"/>
                  <a:pt x="3436" y="2688"/>
                </a:cubicBezTo>
                <a:lnTo>
                  <a:pt x="3436" y="2688"/>
                </a:lnTo>
                <a:cubicBezTo>
                  <a:pt x="3398" y="2751"/>
                  <a:pt x="3369" y="2818"/>
                  <a:pt x="3329" y="2881"/>
                </a:cubicBezTo>
                <a:cubicBezTo>
                  <a:pt x="3324" y="2889"/>
                  <a:pt x="3300" y="2922"/>
                  <a:pt x="3284" y="2945"/>
                </a:cubicBezTo>
                <a:lnTo>
                  <a:pt x="3284" y="2945"/>
                </a:lnTo>
                <a:cubicBezTo>
                  <a:pt x="3263" y="2968"/>
                  <a:pt x="3232" y="3005"/>
                  <a:pt x="3224" y="3014"/>
                </a:cubicBezTo>
                <a:cubicBezTo>
                  <a:pt x="3198" y="3041"/>
                  <a:pt x="3171" y="3069"/>
                  <a:pt x="3142" y="3094"/>
                </a:cubicBezTo>
                <a:cubicBezTo>
                  <a:pt x="3127" y="3106"/>
                  <a:pt x="3112" y="3119"/>
                  <a:pt x="3099" y="3132"/>
                </a:cubicBezTo>
                <a:cubicBezTo>
                  <a:pt x="3075" y="3154"/>
                  <a:pt x="3071" y="3163"/>
                  <a:pt x="3076" y="3163"/>
                </a:cubicBezTo>
                <a:cubicBezTo>
                  <a:pt x="3076" y="3163"/>
                  <a:pt x="3077" y="3163"/>
                  <a:pt x="3078" y="3162"/>
                </a:cubicBezTo>
                <a:lnTo>
                  <a:pt x="3078" y="3162"/>
                </a:lnTo>
                <a:cubicBezTo>
                  <a:pt x="3021" y="3203"/>
                  <a:pt x="2923" y="3245"/>
                  <a:pt x="2889" y="3262"/>
                </a:cubicBezTo>
                <a:cubicBezTo>
                  <a:pt x="2863" y="3275"/>
                  <a:pt x="2803" y="3296"/>
                  <a:pt x="2805" y="3296"/>
                </a:cubicBezTo>
                <a:cubicBezTo>
                  <a:pt x="2806" y="3296"/>
                  <a:pt x="2822" y="3291"/>
                  <a:pt x="2866" y="3277"/>
                </a:cubicBezTo>
                <a:lnTo>
                  <a:pt x="2866" y="3277"/>
                </a:lnTo>
                <a:cubicBezTo>
                  <a:pt x="2823" y="3292"/>
                  <a:pt x="2783" y="3309"/>
                  <a:pt x="2741" y="3323"/>
                </a:cubicBezTo>
                <a:cubicBezTo>
                  <a:pt x="2642" y="3355"/>
                  <a:pt x="2541" y="3376"/>
                  <a:pt x="2438" y="3395"/>
                </a:cubicBezTo>
                <a:cubicBezTo>
                  <a:pt x="2437" y="3395"/>
                  <a:pt x="2437" y="3395"/>
                  <a:pt x="2437" y="3395"/>
                </a:cubicBezTo>
                <a:lnTo>
                  <a:pt x="2437" y="3395"/>
                </a:lnTo>
                <a:cubicBezTo>
                  <a:pt x="2416" y="3397"/>
                  <a:pt x="2395" y="3400"/>
                  <a:pt x="2375" y="3401"/>
                </a:cubicBezTo>
                <a:cubicBezTo>
                  <a:pt x="2330" y="3403"/>
                  <a:pt x="2284" y="3406"/>
                  <a:pt x="2240" y="3406"/>
                </a:cubicBezTo>
                <a:cubicBezTo>
                  <a:pt x="2226" y="3406"/>
                  <a:pt x="2211" y="3406"/>
                  <a:pt x="2197" y="3406"/>
                </a:cubicBezTo>
                <a:cubicBezTo>
                  <a:pt x="2163" y="3406"/>
                  <a:pt x="2129" y="3405"/>
                  <a:pt x="2094" y="3403"/>
                </a:cubicBezTo>
                <a:cubicBezTo>
                  <a:pt x="2081" y="3402"/>
                  <a:pt x="2067" y="3400"/>
                  <a:pt x="2054" y="3398"/>
                </a:cubicBezTo>
                <a:lnTo>
                  <a:pt x="2054" y="3398"/>
                </a:lnTo>
                <a:cubicBezTo>
                  <a:pt x="1975" y="3376"/>
                  <a:pt x="1893" y="3365"/>
                  <a:pt x="1814" y="3340"/>
                </a:cubicBezTo>
                <a:cubicBezTo>
                  <a:pt x="1797" y="3334"/>
                  <a:pt x="1778" y="3326"/>
                  <a:pt x="1762" y="3321"/>
                </a:cubicBezTo>
                <a:cubicBezTo>
                  <a:pt x="1752" y="3318"/>
                  <a:pt x="1745" y="3316"/>
                  <a:pt x="1740" y="3315"/>
                </a:cubicBezTo>
                <a:lnTo>
                  <a:pt x="1740" y="3315"/>
                </a:lnTo>
                <a:cubicBezTo>
                  <a:pt x="1716" y="3301"/>
                  <a:pt x="1691" y="3283"/>
                  <a:pt x="1679" y="3277"/>
                </a:cubicBezTo>
                <a:cubicBezTo>
                  <a:pt x="1648" y="3258"/>
                  <a:pt x="1616" y="3241"/>
                  <a:pt x="1587" y="3220"/>
                </a:cubicBezTo>
                <a:cubicBezTo>
                  <a:pt x="1572" y="3210"/>
                  <a:pt x="1557" y="3199"/>
                  <a:pt x="1543" y="3191"/>
                </a:cubicBezTo>
                <a:cubicBezTo>
                  <a:pt x="1525" y="3180"/>
                  <a:pt x="1519" y="3175"/>
                  <a:pt x="1519" y="3175"/>
                </a:cubicBezTo>
                <a:lnTo>
                  <a:pt x="1519" y="3175"/>
                </a:lnTo>
                <a:cubicBezTo>
                  <a:pt x="1518" y="3175"/>
                  <a:pt x="1582" y="3218"/>
                  <a:pt x="1580" y="3218"/>
                </a:cubicBezTo>
                <a:cubicBezTo>
                  <a:pt x="1580" y="3218"/>
                  <a:pt x="1579" y="3218"/>
                  <a:pt x="1578" y="3218"/>
                </a:cubicBezTo>
                <a:cubicBezTo>
                  <a:pt x="1542" y="3218"/>
                  <a:pt x="1420" y="3070"/>
                  <a:pt x="1399" y="3045"/>
                </a:cubicBezTo>
                <a:cubicBezTo>
                  <a:pt x="1384" y="3030"/>
                  <a:pt x="1353" y="2977"/>
                  <a:pt x="1351" y="2977"/>
                </a:cubicBezTo>
                <a:lnTo>
                  <a:pt x="1351" y="2977"/>
                </a:lnTo>
                <a:cubicBezTo>
                  <a:pt x="1350" y="2977"/>
                  <a:pt x="1354" y="2985"/>
                  <a:pt x="1363" y="3005"/>
                </a:cubicBezTo>
                <a:cubicBezTo>
                  <a:pt x="1372" y="3025"/>
                  <a:pt x="1375" y="3032"/>
                  <a:pt x="1374" y="3032"/>
                </a:cubicBezTo>
                <a:cubicBezTo>
                  <a:pt x="1372" y="3032"/>
                  <a:pt x="1335" y="2962"/>
                  <a:pt x="1326" y="2946"/>
                </a:cubicBezTo>
                <a:cubicBezTo>
                  <a:pt x="1285" y="2881"/>
                  <a:pt x="1252" y="2814"/>
                  <a:pt x="1215" y="2746"/>
                </a:cubicBezTo>
                <a:lnTo>
                  <a:pt x="1215" y="2746"/>
                </a:lnTo>
                <a:cubicBezTo>
                  <a:pt x="1214" y="2743"/>
                  <a:pt x="1213" y="2740"/>
                  <a:pt x="1212" y="2736"/>
                </a:cubicBezTo>
                <a:cubicBezTo>
                  <a:pt x="1199" y="2702"/>
                  <a:pt x="1187" y="2668"/>
                  <a:pt x="1176" y="2635"/>
                </a:cubicBezTo>
                <a:cubicBezTo>
                  <a:pt x="1153" y="2559"/>
                  <a:pt x="1132" y="2481"/>
                  <a:pt x="1119" y="2403"/>
                </a:cubicBezTo>
                <a:cubicBezTo>
                  <a:pt x="1119" y="2401"/>
                  <a:pt x="1118" y="2399"/>
                  <a:pt x="1118" y="2397"/>
                </a:cubicBezTo>
                <a:lnTo>
                  <a:pt x="1118" y="2397"/>
                </a:lnTo>
                <a:cubicBezTo>
                  <a:pt x="1122" y="2365"/>
                  <a:pt x="1108" y="2315"/>
                  <a:pt x="1106" y="2283"/>
                </a:cubicBezTo>
                <a:cubicBezTo>
                  <a:pt x="1102" y="2203"/>
                  <a:pt x="1102" y="2123"/>
                  <a:pt x="1106" y="2043"/>
                </a:cubicBezTo>
                <a:cubicBezTo>
                  <a:pt x="1107" y="2033"/>
                  <a:pt x="1110" y="2004"/>
                  <a:pt x="1113" y="1978"/>
                </a:cubicBezTo>
                <a:lnTo>
                  <a:pt x="1113" y="1978"/>
                </a:lnTo>
                <a:cubicBezTo>
                  <a:pt x="1117" y="1953"/>
                  <a:pt x="1123" y="1911"/>
                  <a:pt x="1125" y="1899"/>
                </a:cubicBezTo>
                <a:cubicBezTo>
                  <a:pt x="1144" y="1813"/>
                  <a:pt x="1170" y="1731"/>
                  <a:pt x="1197" y="1647"/>
                </a:cubicBezTo>
                <a:cubicBezTo>
                  <a:pt x="1199" y="1642"/>
                  <a:pt x="1200" y="1637"/>
                  <a:pt x="1201" y="1634"/>
                </a:cubicBezTo>
                <a:lnTo>
                  <a:pt x="1201" y="1634"/>
                </a:lnTo>
                <a:cubicBezTo>
                  <a:pt x="1203" y="1630"/>
                  <a:pt x="1205" y="1626"/>
                  <a:pt x="1208" y="1621"/>
                </a:cubicBezTo>
                <a:cubicBezTo>
                  <a:pt x="1227" y="1583"/>
                  <a:pt x="1246" y="1543"/>
                  <a:pt x="1269" y="1507"/>
                </a:cubicBezTo>
                <a:cubicBezTo>
                  <a:pt x="1290" y="1470"/>
                  <a:pt x="1313" y="1434"/>
                  <a:pt x="1338" y="1398"/>
                </a:cubicBezTo>
                <a:cubicBezTo>
                  <a:pt x="1341" y="1394"/>
                  <a:pt x="1344" y="1390"/>
                  <a:pt x="1346" y="1386"/>
                </a:cubicBezTo>
                <a:lnTo>
                  <a:pt x="1346" y="1386"/>
                </a:lnTo>
                <a:cubicBezTo>
                  <a:pt x="1346" y="1386"/>
                  <a:pt x="1346" y="1386"/>
                  <a:pt x="1347" y="1385"/>
                </a:cubicBezTo>
                <a:cubicBezTo>
                  <a:pt x="1399" y="1329"/>
                  <a:pt x="1454" y="1275"/>
                  <a:pt x="1511" y="1223"/>
                </a:cubicBezTo>
                <a:lnTo>
                  <a:pt x="1511" y="1223"/>
                </a:lnTo>
                <a:cubicBezTo>
                  <a:pt x="1524" y="1213"/>
                  <a:pt x="1537" y="1203"/>
                  <a:pt x="1551" y="1194"/>
                </a:cubicBezTo>
                <a:cubicBezTo>
                  <a:pt x="1589" y="1170"/>
                  <a:pt x="1627" y="1147"/>
                  <a:pt x="1667" y="1126"/>
                </a:cubicBezTo>
                <a:cubicBezTo>
                  <a:pt x="1682" y="1119"/>
                  <a:pt x="1697" y="1111"/>
                  <a:pt x="1712" y="1103"/>
                </a:cubicBezTo>
                <a:lnTo>
                  <a:pt x="1712" y="1103"/>
                </a:lnTo>
                <a:cubicBezTo>
                  <a:pt x="1755" y="1090"/>
                  <a:pt x="1797" y="1075"/>
                  <a:pt x="1840" y="1063"/>
                </a:cubicBezTo>
                <a:cubicBezTo>
                  <a:pt x="1884" y="1050"/>
                  <a:pt x="1928" y="1042"/>
                  <a:pt x="1970" y="1031"/>
                </a:cubicBezTo>
                <a:cubicBezTo>
                  <a:pt x="1976" y="1030"/>
                  <a:pt x="1983" y="1028"/>
                  <a:pt x="1990" y="1026"/>
                </a:cubicBezTo>
                <a:lnTo>
                  <a:pt x="1990" y="1026"/>
                </a:lnTo>
                <a:cubicBezTo>
                  <a:pt x="2008" y="1025"/>
                  <a:pt x="2026" y="1024"/>
                  <a:pt x="2042" y="1023"/>
                </a:cubicBezTo>
                <a:cubicBezTo>
                  <a:pt x="2063" y="1021"/>
                  <a:pt x="2083" y="1018"/>
                  <a:pt x="2104" y="1015"/>
                </a:cubicBezTo>
                <a:lnTo>
                  <a:pt x="2104" y="1015"/>
                </a:lnTo>
                <a:cubicBezTo>
                  <a:pt x="2127" y="1013"/>
                  <a:pt x="2151" y="1010"/>
                  <a:pt x="2175" y="1006"/>
                </a:cubicBezTo>
                <a:cubicBezTo>
                  <a:pt x="2200" y="1002"/>
                  <a:pt x="2223" y="998"/>
                  <a:pt x="2248" y="996"/>
                </a:cubicBezTo>
                <a:lnTo>
                  <a:pt x="2248" y="996"/>
                </a:lnTo>
                <a:cubicBezTo>
                  <a:pt x="2202" y="1002"/>
                  <a:pt x="2186" y="1004"/>
                  <a:pt x="2186" y="1004"/>
                </a:cubicBezTo>
                <a:cubicBezTo>
                  <a:pt x="2187" y="1004"/>
                  <a:pt x="2227" y="999"/>
                  <a:pt x="2246" y="998"/>
                </a:cubicBezTo>
                <a:cubicBezTo>
                  <a:pt x="2293" y="996"/>
                  <a:pt x="2341" y="991"/>
                  <a:pt x="2387" y="989"/>
                </a:cubicBezTo>
                <a:close/>
                <a:moveTo>
                  <a:pt x="2431" y="0"/>
                </a:moveTo>
                <a:cubicBezTo>
                  <a:pt x="2283" y="0"/>
                  <a:pt x="2134" y="12"/>
                  <a:pt x="1987" y="33"/>
                </a:cubicBezTo>
                <a:lnTo>
                  <a:pt x="1987" y="33"/>
                </a:lnTo>
                <a:cubicBezTo>
                  <a:pt x="1519" y="79"/>
                  <a:pt x="1082" y="246"/>
                  <a:pt x="738" y="578"/>
                </a:cubicBezTo>
                <a:cubicBezTo>
                  <a:pt x="443" y="863"/>
                  <a:pt x="236" y="1259"/>
                  <a:pt x="158" y="1661"/>
                </a:cubicBezTo>
                <a:cubicBezTo>
                  <a:pt x="0" y="2477"/>
                  <a:pt x="228" y="3403"/>
                  <a:pt x="896" y="3941"/>
                </a:cubicBezTo>
                <a:cubicBezTo>
                  <a:pt x="1283" y="4251"/>
                  <a:pt x="1777" y="4404"/>
                  <a:pt x="2272" y="4404"/>
                </a:cubicBezTo>
                <a:cubicBezTo>
                  <a:pt x="2762" y="4404"/>
                  <a:pt x="3253" y="4255"/>
                  <a:pt x="3645" y="3962"/>
                </a:cubicBezTo>
                <a:cubicBezTo>
                  <a:pt x="4395" y="3401"/>
                  <a:pt x="4700" y="2409"/>
                  <a:pt x="4443" y="1512"/>
                </a:cubicBezTo>
                <a:cubicBezTo>
                  <a:pt x="4302" y="1025"/>
                  <a:pt x="4003" y="604"/>
                  <a:pt x="3582" y="321"/>
                </a:cubicBezTo>
                <a:cubicBezTo>
                  <a:pt x="3236" y="89"/>
                  <a:pt x="2836" y="0"/>
                  <a:pt x="2431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06" name="Google Shape;9906;p33"/>
          <p:cNvSpPr/>
          <p:nvPr/>
        </p:nvSpPr>
        <p:spPr>
          <a:xfrm>
            <a:off x="6972450" y="1587425"/>
            <a:ext cx="176025" cy="165050"/>
          </a:xfrm>
          <a:custGeom>
            <a:rect b="b" l="l" r="r" t="t"/>
            <a:pathLst>
              <a:path extrusionOk="0" h="6602" w="7041">
                <a:moveTo>
                  <a:pt x="4935" y="1378"/>
                </a:moveTo>
                <a:cubicBezTo>
                  <a:pt x="4939" y="1380"/>
                  <a:pt x="4948" y="1387"/>
                  <a:pt x="4965" y="1400"/>
                </a:cubicBezTo>
                <a:cubicBezTo>
                  <a:pt x="4955" y="1392"/>
                  <a:pt x="4945" y="1385"/>
                  <a:pt x="4935" y="1378"/>
                </a:cubicBezTo>
                <a:close/>
                <a:moveTo>
                  <a:pt x="1630" y="1762"/>
                </a:moveTo>
                <a:lnTo>
                  <a:pt x="1630" y="1762"/>
                </a:lnTo>
                <a:cubicBezTo>
                  <a:pt x="1621" y="1773"/>
                  <a:pt x="1618" y="1778"/>
                  <a:pt x="1618" y="1778"/>
                </a:cubicBezTo>
                <a:cubicBezTo>
                  <a:pt x="1618" y="1778"/>
                  <a:pt x="1623" y="1771"/>
                  <a:pt x="1630" y="1762"/>
                </a:cubicBezTo>
                <a:close/>
                <a:moveTo>
                  <a:pt x="3639" y="986"/>
                </a:moveTo>
                <a:cubicBezTo>
                  <a:pt x="4036" y="986"/>
                  <a:pt x="4418" y="1072"/>
                  <a:pt x="4734" y="1250"/>
                </a:cubicBezTo>
                <a:cubicBezTo>
                  <a:pt x="4786" y="1280"/>
                  <a:pt x="4839" y="1313"/>
                  <a:pt x="4890" y="1347"/>
                </a:cubicBezTo>
                <a:cubicBezTo>
                  <a:pt x="4906" y="1357"/>
                  <a:pt x="4921" y="1367"/>
                  <a:pt x="4935" y="1378"/>
                </a:cubicBezTo>
                <a:lnTo>
                  <a:pt x="4935" y="1378"/>
                </a:lnTo>
                <a:cubicBezTo>
                  <a:pt x="4934" y="1377"/>
                  <a:pt x="4933" y="1376"/>
                  <a:pt x="4933" y="1376"/>
                </a:cubicBezTo>
                <a:lnTo>
                  <a:pt x="4933" y="1376"/>
                </a:lnTo>
                <a:cubicBezTo>
                  <a:pt x="4934" y="1376"/>
                  <a:pt x="4964" y="1397"/>
                  <a:pt x="4972" y="1404"/>
                </a:cubicBezTo>
                <a:cubicBezTo>
                  <a:pt x="5081" y="1495"/>
                  <a:pt x="5182" y="1594"/>
                  <a:pt x="5275" y="1701"/>
                </a:cubicBezTo>
                <a:cubicBezTo>
                  <a:pt x="5296" y="1724"/>
                  <a:pt x="5315" y="1747"/>
                  <a:pt x="5332" y="1771"/>
                </a:cubicBezTo>
                <a:cubicBezTo>
                  <a:pt x="5336" y="1776"/>
                  <a:pt x="5339" y="1780"/>
                  <a:pt x="5342" y="1782"/>
                </a:cubicBezTo>
                <a:lnTo>
                  <a:pt x="5342" y="1782"/>
                </a:lnTo>
                <a:cubicBezTo>
                  <a:pt x="5378" y="1835"/>
                  <a:pt x="5414" y="1889"/>
                  <a:pt x="5446" y="1943"/>
                </a:cubicBezTo>
                <a:cubicBezTo>
                  <a:pt x="5477" y="1994"/>
                  <a:pt x="5507" y="2045"/>
                  <a:pt x="5534" y="2097"/>
                </a:cubicBezTo>
                <a:cubicBezTo>
                  <a:pt x="5548" y="2126"/>
                  <a:pt x="5603" y="2244"/>
                  <a:pt x="5604" y="2244"/>
                </a:cubicBezTo>
                <a:cubicBezTo>
                  <a:pt x="5605" y="2244"/>
                  <a:pt x="5604" y="2244"/>
                  <a:pt x="5604" y="2242"/>
                </a:cubicBezTo>
                <a:lnTo>
                  <a:pt x="5604" y="2242"/>
                </a:lnTo>
                <a:cubicBezTo>
                  <a:pt x="5646" y="2347"/>
                  <a:pt x="5682" y="2454"/>
                  <a:pt x="5711" y="2561"/>
                </a:cubicBezTo>
                <a:cubicBezTo>
                  <a:pt x="5726" y="2620"/>
                  <a:pt x="5741" y="2679"/>
                  <a:pt x="5751" y="2738"/>
                </a:cubicBezTo>
                <a:cubicBezTo>
                  <a:pt x="5756" y="2758"/>
                  <a:pt x="5778" y="2901"/>
                  <a:pt x="5781" y="2901"/>
                </a:cubicBezTo>
                <a:cubicBezTo>
                  <a:pt x="5781" y="2901"/>
                  <a:pt x="5781" y="2892"/>
                  <a:pt x="5779" y="2872"/>
                </a:cubicBezTo>
                <a:lnTo>
                  <a:pt x="5779" y="2872"/>
                </a:lnTo>
                <a:cubicBezTo>
                  <a:pt x="5793" y="2999"/>
                  <a:pt x="5800" y="3127"/>
                  <a:pt x="5800" y="3256"/>
                </a:cubicBezTo>
                <a:cubicBezTo>
                  <a:pt x="5798" y="3323"/>
                  <a:pt x="5796" y="3393"/>
                  <a:pt x="5791" y="3460"/>
                </a:cubicBezTo>
                <a:cubicBezTo>
                  <a:pt x="5787" y="3518"/>
                  <a:pt x="5781" y="3572"/>
                  <a:pt x="5780" y="3582"/>
                </a:cubicBezTo>
                <a:lnTo>
                  <a:pt x="5780" y="3582"/>
                </a:lnTo>
                <a:cubicBezTo>
                  <a:pt x="5759" y="3706"/>
                  <a:pt x="5734" y="3831"/>
                  <a:pt x="5699" y="3953"/>
                </a:cubicBezTo>
                <a:cubicBezTo>
                  <a:pt x="5682" y="4012"/>
                  <a:pt x="5663" y="4069"/>
                  <a:pt x="5642" y="4126"/>
                </a:cubicBezTo>
                <a:cubicBezTo>
                  <a:pt x="5631" y="4155"/>
                  <a:pt x="5621" y="4183"/>
                  <a:pt x="5610" y="4212"/>
                </a:cubicBezTo>
                <a:cubicBezTo>
                  <a:pt x="5606" y="4223"/>
                  <a:pt x="5602" y="4232"/>
                  <a:pt x="5600" y="4238"/>
                </a:cubicBezTo>
                <a:lnTo>
                  <a:pt x="5600" y="4238"/>
                </a:lnTo>
                <a:cubicBezTo>
                  <a:pt x="5597" y="4244"/>
                  <a:pt x="5593" y="4252"/>
                  <a:pt x="5589" y="4261"/>
                </a:cubicBezTo>
                <a:cubicBezTo>
                  <a:pt x="5534" y="4370"/>
                  <a:pt x="5477" y="4478"/>
                  <a:pt x="5412" y="4581"/>
                </a:cubicBezTo>
                <a:cubicBezTo>
                  <a:pt x="5311" y="4737"/>
                  <a:pt x="5324" y="4720"/>
                  <a:pt x="5189" y="4863"/>
                </a:cubicBezTo>
                <a:cubicBezTo>
                  <a:pt x="4814" y="5261"/>
                  <a:pt x="4355" y="5476"/>
                  <a:pt x="3756" y="5573"/>
                </a:cubicBezTo>
                <a:cubicBezTo>
                  <a:pt x="3620" y="5595"/>
                  <a:pt x="3482" y="5605"/>
                  <a:pt x="3344" y="5605"/>
                </a:cubicBezTo>
                <a:cubicBezTo>
                  <a:pt x="2954" y="5605"/>
                  <a:pt x="2572" y="5519"/>
                  <a:pt x="2265" y="5346"/>
                </a:cubicBezTo>
                <a:cubicBezTo>
                  <a:pt x="2214" y="5316"/>
                  <a:pt x="2164" y="5285"/>
                  <a:pt x="2113" y="5253"/>
                </a:cubicBezTo>
                <a:cubicBezTo>
                  <a:pt x="2098" y="5243"/>
                  <a:pt x="2015" y="5180"/>
                  <a:pt x="2013" y="5180"/>
                </a:cubicBezTo>
                <a:lnTo>
                  <a:pt x="2013" y="5180"/>
                </a:lnTo>
                <a:cubicBezTo>
                  <a:pt x="2013" y="5180"/>
                  <a:pt x="2019" y="5186"/>
                  <a:pt x="2037" y="5200"/>
                </a:cubicBezTo>
                <a:cubicBezTo>
                  <a:pt x="1930" y="5114"/>
                  <a:pt x="1831" y="5019"/>
                  <a:pt x="1740" y="4916"/>
                </a:cubicBezTo>
                <a:cubicBezTo>
                  <a:pt x="1728" y="4902"/>
                  <a:pt x="1675" y="4837"/>
                  <a:pt x="1657" y="4816"/>
                </a:cubicBezTo>
                <a:lnTo>
                  <a:pt x="1657" y="4816"/>
                </a:lnTo>
                <a:cubicBezTo>
                  <a:pt x="1647" y="4801"/>
                  <a:pt x="1584" y="4711"/>
                  <a:pt x="1570" y="4688"/>
                </a:cubicBezTo>
                <a:cubicBezTo>
                  <a:pt x="1500" y="4579"/>
                  <a:pt x="1439" y="4465"/>
                  <a:pt x="1382" y="4347"/>
                </a:cubicBezTo>
                <a:cubicBezTo>
                  <a:pt x="1372" y="4327"/>
                  <a:pt x="1369" y="4322"/>
                  <a:pt x="1368" y="4322"/>
                </a:cubicBezTo>
                <a:lnTo>
                  <a:pt x="1368" y="4322"/>
                </a:lnTo>
                <a:cubicBezTo>
                  <a:pt x="1368" y="4322"/>
                  <a:pt x="1368" y="4322"/>
                  <a:pt x="1368" y="4322"/>
                </a:cubicBezTo>
                <a:lnTo>
                  <a:pt x="1368" y="4322"/>
                </a:lnTo>
                <a:cubicBezTo>
                  <a:pt x="1366" y="4315"/>
                  <a:pt x="1360" y="4299"/>
                  <a:pt x="1348" y="4265"/>
                </a:cubicBezTo>
                <a:cubicBezTo>
                  <a:pt x="1329" y="4210"/>
                  <a:pt x="1308" y="4155"/>
                  <a:pt x="1291" y="4101"/>
                </a:cubicBezTo>
                <a:cubicBezTo>
                  <a:pt x="1251" y="3974"/>
                  <a:pt x="1220" y="3848"/>
                  <a:pt x="1197" y="3717"/>
                </a:cubicBezTo>
                <a:cubicBezTo>
                  <a:pt x="1192" y="3696"/>
                  <a:pt x="1179" y="3596"/>
                  <a:pt x="1178" y="3596"/>
                </a:cubicBezTo>
                <a:lnTo>
                  <a:pt x="1178" y="3596"/>
                </a:lnTo>
                <a:cubicBezTo>
                  <a:pt x="1178" y="3596"/>
                  <a:pt x="1179" y="3606"/>
                  <a:pt x="1182" y="3633"/>
                </a:cubicBezTo>
                <a:cubicBezTo>
                  <a:pt x="1173" y="3568"/>
                  <a:pt x="1167" y="3502"/>
                  <a:pt x="1165" y="3437"/>
                </a:cubicBezTo>
                <a:cubicBezTo>
                  <a:pt x="1157" y="3304"/>
                  <a:pt x="1157" y="3174"/>
                  <a:pt x="1165" y="3041"/>
                </a:cubicBezTo>
                <a:cubicBezTo>
                  <a:pt x="1167" y="3011"/>
                  <a:pt x="1179" y="2898"/>
                  <a:pt x="1181" y="2870"/>
                </a:cubicBezTo>
                <a:lnTo>
                  <a:pt x="1181" y="2870"/>
                </a:lnTo>
                <a:cubicBezTo>
                  <a:pt x="1186" y="2847"/>
                  <a:pt x="1203" y="2750"/>
                  <a:pt x="1209" y="2721"/>
                </a:cubicBezTo>
                <a:cubicBezTo>
                  <a:pt x="1239" y="2580"/>
                  <a:pt x="1281" y="2443"/>
                  <a:pt x="1327" y="2306"/>
                </a:cubicBezTo>
                <a:cubicBezTo>
                  <a:pt x="1342" y="2262"/>
                  <a:pt x="1345" y="2248"/>
                  <a:pt x="1346" y="2244"/>
                </a:cubicBezTo>
                <a:lnTo>
                  <a:pt x="1346" y="2244"/>
                </a:lnTo>
                <a:cubicBezTo>
                  <a:pt x="1348" y="2241"/>
                  <a:pt x="1355" y="2229"/>
                  <a:pt x="1376" y="2188"/>
                </a:cubicBezTo>
                <a:cubicBezTo>
                  <a:pt x="1407" y="2125"/>
                  <a:pt x="1439" y="2059"/>
                  <a:pt x="1475" y="1998"/>
                </a:cubicBezTo>
                <a:cubicBezTo>
                  <a:pt x="1511" y="1937"/>
                  <a:pt x="1551" y="1878"/>
                  <a:pt x="1588" y="1819"/>
                </a:cubicBezTo>
                <a:cubicBezTo>
                  <a:pt x="1603" y="1799"/>
                  <a:pt x="1618" y="1779"/>
                  <a:pt x="1632" y="1759"/>
                </a:cubicBezTo>
                <a:lnTo>
                  <a:pt x="1632" y="1759"/>
                </a:lnTo>
                <a:cubicBezTo>
                  <a:pt x="1639" y="1751"/>
                  <a:pt x="1646" y="1741"/>
                  <a:pt x="1654" y="1733"/>
                </a:cubicBezTo>
                <a:cubicBezTo>
                  <a:pt x="1744" y="1632"/>
                  <a:pt x="1839" y="1535"/>
                  <a:pt x="1945" y="1446"/>
                </a:cubicBezTo>
                <a:cubicBezTo>
                  <a:pt x="1949" y="1443"/>
                  <a:pt x="1952" y="1440"/>
                  <a:pt x="1955" y="1437"/>
                </a:cubicBezTo>
                <a:lnTo>
                  <a:pt x="1955" y="1437"/>
                </a:lnTo>
                <a:cubicBezTo>
                  <a:pt x="1958" y="1435"/>
                  <a:pt x="1960" y="1434"/>
                  <a:pt x="1963" y="1431"/>
                </a:cubicBezTo>
                <a:cubicBezTo>
                  <a:pt x="1993" y="1410"/>
                  <a:pt x="2022" y="1389"/>
                  <a:pt x="2054" y="1370"/>
                </a:cubicBezTo>
                <a:cubicBezTo>
                  <a:pt x="2115" y="1328"/>
                  <a:pt x="2180" y="1292"/>
                  <a:pt x="2246" y="1257"/>
                </a:cubicBezTo>
                <a:cubicBezTo>
                  <a:pt x="2372" y="1191"/>
                  <a:pt x="2412" y="1174"/>
                  <a:pt x="2604" y="1120"/>
                </a:cubicBezTo>
                <a:cubicBezTo>
                  <a:pt x="2802" y="1065"/>
                  <a:pt x="2859" y="1059"/>
                  <a:pt x="3023" y="1044"/>
                </a:cubicBezTo>
                <a:cubicBezTo>
                  <a:pt x="3046" y="1042"/>
                  <a:pt x="3069" y="1039"/>
                  <a:pt x="3092" y="1035"/>
                </a:cubicBezTo>
                <a:lnTo>
                  <a:pt x="3092" y="1035"/>
                </a:lnTo>
                <a:cubicBezTo>
                  <a:pt x="3113" y="1033"/>
                  <a:pt x="3134" y="1031"/>
                  <a:pt x="3156" y="1027"/>
                </a:cubicBezTo>
                <a:cubicBezTo>
                  <a:pt x="3317" y="1000"/>
                  <a:pt x="3479" y="986"/>
                  <a:pt x="3639" y="986"/>
                </a:cubicBezTo>
                <a:close/>
                <a:moveTo>
                  <a:pt x="3656" y="0"/>
                </a:moveTo>
                <a:cubicBezTo>
                  <a:pt x="3424" y="0"/>
                  <a:pt x="3191" y="20"/>
                  <a:pt x="2962" y="55"/>
                </a:cubicBezTo>
                <a:lnTo>
                  <a:pt x="2962" y="55"/>
                </a:lnTo>
                <a:cubicBezTo>
                  <a:pt x="1592" y="189"/>
                  <a:pt x="506" y="1128"/>
                  <a:pt x="238" y="2500"/>
                </a:cubicBezTo>
                <a:cubicBezTo>
                  <a:pt x="0" y="3730"/>
                  <a:pt x="360" y="5131"/>
                  <a:pt x="1367" y="5933"/>
                </a:cubicBezTo>
                <a:cubicBezTo>
                  <a:pt x="1934" y="6385"/>
                  <a:pt x="2656" y="6602"/>
                  <a:pt x="3382" y="6602"/>
                </a:cubicBezTo>
                <a:cubicBezTo>
                  <a:pt x="4138" y="6602"/>
                  <a:pt x="4898" y="6367"/>
                  <a:pt x="5494" y="5917"/>
                </a:cubicBezTo>
                <a:cubicBezTo>
                  <a:pt x="6607" y="5078"/>
                  <a:pt x="7041" y="3580"/>
                  <a:pt x="6659" y="2253"/>
                </a:cubicBezTo>
                <a:cubicBezTo>
                  <a:pt x="6453" y="1537"/>
                  <a:pt x="6015" y="905"/>
                  <a:pt x="5393" y="488"/>
                </a:cubicBezTo>
                <a:cubicBezTo>
                  <a:pt x="4872" y="137"/>
                  <a:pt x="4267" y="0"/>
                  <a:pt x="3656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07" name="Google Shape;9907;p33"/>
          <p:cNvSpPr txBox="1"/>
          <p:nvPr/>
        </p:nvSpPr>
        <p:spPr>
          <a:xfrm>
            <a:off x="1262250" y="1406765"/>
            <a:ext cx="6619500" cy="28629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2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730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Char char="•"/>
            </a:pPr>
            <a:r>
              <a:rPr i="0" lang="en-US" sz="1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app opens to a Welcome Screen, offering options to Sign Up for new users or </a:t>
            </a:r>
            <a:r>
              <a:rPr lang="en-US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Login</a:t>
            </a:r>
            <a:r>
              <a:rPr i="0" lang="en-US" sz="1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for existing users.</a:t>
            </a:r>
            <a:endParaRPr i="0" sz="12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730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Char char="•"/>
            </a:pPr>
            <a:r>
              <a:rPr i="0" lang="en-US" sz="1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After logging in, the user is directed to the Homepage, which acts as a </a:t>
            </a:r>
            <a:endParaRPr i="0" sz="12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 central hub for accessing key features.</a:t>
            </a:r>
            <a:endParaRPr i="0" sz="12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730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Char char="•"/>
            </a:pPr>
            <a:r>
              <a:rPr i="0" lang="en-US" sz="1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On the Homepage, students can view a list of their saved lectures or start a Live Lecture Session, enabling real-time transcription and summary creation.</a:t>
            </a:r>
            <a:endParaRPr i="0" sz="12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730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Char char="•"/>
            </a:pPr>
            <a:r>
              <a:rPr i="0" lang="en-US" sz="1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Teachers and independent educators can navigate to the Content Creation Page, where they can upload lecture recordings or notes to generate quizzes, assignments, and transcripts automatically.</a:t>
            </a:r>
            <a:endParaRPr i="0" sz="12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730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Char char="•"/>
            </a:pPr>
            <a:r>
              <a:rPr i="0" lang="en-US" sz="1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Notes and Summaries Section allows users to review, search, and organize generated lecture notes.</a:t>
            </a:r>
            <a:endParaRPr i="0" sz="12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730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Char char="•"/>
            </a:pPr>
            <a:r>
              <a:rPr i="0" lang="en-US" sz="1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 Quiz and Assignment Section lets users manage quizzes and assignments created from lecture content.</a:t>
            </a:r>
            <a:endParaRPr i="0" sz="12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730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Char char="•"/>
            </a:pPr>
            <a:r>
              <a:rPr i="0" lang="en-US" sz="1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 Profile Page provides options to view usage statistics, manage preferences, and access personalized recommendations.</a:t>
            </a:r>
            <a:endParaRPr i="0" sz="12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08" name="Google Shape;9908;p33"/>
          <p:cNvSpPr/>
          <p:nvPr/>
        </p:nvSpPr>
        <p:spPr>
          <a:xfrm rot="-4499992">
            <a:off x="7647020" y="2254847"/>
            <a:ext cx="585793" cy="623413"/>
          </a:xfrm>
          <a:custGeom>
            <a:rect b="b" l="l" r="r" t="t"/>
            <a:pathLst>
              <a:path extrusionOk="0" h="29017" w="27269">
                <a:moveTo>
                  <a:pt x="22507" y="0"/>
                </a:moveTo>
                <a:cubicBezTo>
                  <a:pt x="21719" y="0"/>
                  <a:pt x="20932" y="201"/>
                  <a:pt x="20248" y="603"/>
                </a:cubicBezTo>
                <a:cubicBezTo>
                  <a:pt x="20101" y="684"/>
                  <a:pt x="19960" y="774"/>
                  <a:pt x="19827" y="877"/>
                </a:cubicBezTo>
                <a:cubicBezTo>
                  <a:pt x="19689" y="973"/>
                  <a:pt x="19562" y="1080"/>
                  <a:pt x="19439" y="1195"/>
                </a:cubicBezTo>
                <a:cubicBezTo>
                  <a:pt x="19306" y="1313"/>
                  <a:pt x="19214" y="1408"/>
                  <a:pt x="19117" y="1505"/>
                </a:cubicBezTo>
                <a:lnTo>
                  <a:pt x="18821" y="1800"/>
                </a:lnTo>
                <a:lnTo>
                  <a:pt x="17642" y="2975"/>
                </a:lnTo>
                <a:lnTo>
                  <a:pt x="8210" y="12373"/>
                </a:lnTo>
                <a:lnTo>
                  <a:pt x="3494" y="17071"/>
                </a:lnTo>
                <a:lnTo>
                  <a:pt x="2315" y="18246"/>
                </a:lnTo>
                <a:lnTo>
                  <a:pt x="1721" y="18842"/>
                </a:lnTo>
                <a:cubicBezTo>
                  <a:pt x="1504" y="19073"/>
                  <a:pt x="1291" y="19311"/>
                  <a:pt x="1110" y="19576"/>
                </a:cubicBezTo>
                <a:cubicBezTo>
                  <a:pt x="744" y="20099"/>
                  <a:pt x="454" y="20675"/>
                  <a:pt x="267" y="21287"/>
                </a:cubicBezTo>
                <a:cubicBezTo>
                  <a:pt x="86" y="21900"/>
                  <a:pt x="1" y="22538"/>
                  <a:pt x="13" y="23174"/>
                </a:cubicBezTo>
                <a:cubicBezTo>
                  <a:pt x="35" y="24451"/>
                  <a:pt x="496" y="25713"/>
                  <a:pt x="1281" y="26719"/>
                </a:cubicBezTo>
                <a:cubicBezTo>
                  <a:pt x="1679" y="27216"/>
                  <a:pt x="2146" y="27657"/>
                  <a:pt x="2675" y="28015"/>
                </a:cubicBezTo>
                <a:cubicBezTo>
                  <a:pt x="3210" y="28365"/>
                  <a:pt x="3798" y="28634"/>
                  <a:pt x="4413" y="28805"/>
                </a:cubicBezTo>
                <a:cubicBezTo>
                  <a:pt x="4924" y="28947"/>
                  <a:pt x="5453" y="29016"/>
                  <a:pt x="5983" y="29016"/>
                </a:cubicBezTo>
                <a:cubicBezTo>
                  <a:pt x="6728" y="29016"/>
                  <a:pt x="7474" y="28878"/>
                  <a:pt x="8170" y="28610"/>
                </a:cubicBezTo>
                <a:cubicBezTo>
                  <a:pt x="8765" y="28375"/>
                  <a:pt x="9319" y="28045"/>
                  <a:pt x="9814" y="27642"/>
                </a:cubicBezTo>
                <a:lnTo>
                  <a:pt x="10170" y="27323"/>
                </a:lnTo>
                <a:cubicBezTo>
                  <a:pt x="10285" y="27216"/>
                  <a:pt x="10371" y="27125"/>
                  <a:pt x="10472" y="27025"/>
                </a:cubicBezTo>
                <a:lnTo>
                  <a:pt x="11063" y="26437"/>
                </a:lnTo>
                <a:lnTo>
                  <a:pt x="20495" y="17039"/>
                </a:lnTo>
                <a:cubicBezTo>
                  <a:pt x="21385" y="16152"/>
                  <a:pt x="21860" y="15184"/>
                  <a:pt x="21554" y="14878"/>
                </a:cubicBezTo>
                <a:cubicBezTo>
                  <a:pt x="21491" y="14814"/>
                  <a:pt x="21400" y="14784"/>
                  <a:pt x="21287" y="14784"/>
                </a:cubicBezTo>
                <a:cubicBezTo>
                  <a:pt x="20852" y="14784"/>
                  <a:pt x="20096" y="15227"/>
                  <a:pt x="19389" y="15931"/>
                </a:cubicBezTo>
                <a:lnTo>
                  <a:pt x="9957" y="25329"/>
                </a:lnTo>
                <a:lnTo>
                  <a:pt x="9369" y="25916"/>
                </a:lnTo>
                <a:cubicBezTo>
                  <a:pt x="9272" y="26009"/>
                  <a:pt x="9166" y="26121"/>
                  <a:pt x="9079" y="26200"/>
                </a:cubicBezTo>
                <a:lnTo>
                  <a:pt x="8814" y="26439"/>
                </a:lnTo>
                <a:cubicBezTo>
                  <a:pt x="8448" y="26735"/>
                  <a:pt x="8041" y="26978"/>
                  <a:pt x="7603" y="27152"/>
                </a:cubicBezTo>
                <a:cubicBezTo>
                  <a:pt x="7090" y="27349"/>
                  <a:pt x="6538" y="27451"/>
                  <a:pt x="5987" y="27451"/>
                </a:cubicBezTo>
                <a:cubicBezTo>
                  <a:pt x="5595" y="27451"/>
                  <a:pt x="5204" y="27399"/>
                  <a:pt x="4826" y="27294"/>
                </a:cubicBezTo>
                <a:cubicBezTo>
                  <a:pt x="4373" y="27166"/>
                  <a:pt x="3939" y="26970"/>
                  <a:pt x="3544" y="26715"/>
                </a:cubicBezTo>
                <a:cubicBezTo>
                  <a:pt x="3154" y="26449"/>
                  <a:pt x="2808" y="26121"/>
                  <a:pt x="2512" y="25753"/>
                </a:cubicBezTo>
                <a:cubicBezTo>
                  <a:pt x="1935" y="25011"/>
                  <a:pt x="1591" y="24083"/>
                  <a:pt x="1577" y="23138"/>
                </a:cubicBezTo>
                <a:cubicBezTo>
                  <a:pt x="1570" y="22667"/>
                  <a:pt x="1633" y="22194"/>
                  <a:pt x="1764" y="21743"/>
                </a:cubicBezTo>
                <a:cubicBezTo>
                  <a:pt x="1902" y="21291"/>
                  <a:pt x="2118" y="20866"/>
                  <a:pt x="2387" y="20480"/>
                </a:cubicBezTo>
                <a:cubicBezTo>
                  <a:pt x="2520" y="20285"/>
                  <a:pt x="2677" y="20110"/>
                  <a:pt x="2838" y="19937"/>
                </a:cubicBezTo>
                <a:lnTo>
                  <a:pt x="3418" y="19355"/>
                </a:lnTo>
                <a:lnTo>
                  <a:pt x="4597" y="18180"/>
                </a:lnTo>
                <a:lnTo>
                  <a:pt x="9313" y="13480"/>
                </a:lnTo>
                <a:lnTo>
                  <a:pt x="18747" y="4082"/>
                </a:lnTo>
                <a:lnTo>
                  <a:pt x="19926" y="2907"/>
                </a:lnTo>
                <a:lnTo>
                  <a:pt x="20220" y="2615"/>
                </a:lnTo>
                <a:cubicBezTo>
                  <a:pt x="20318" y="2515"/>
                  <a:pt x="20421" y="2412"/>
                  <a:pt x="20497" y="2348"/>
                </a:cubicBezTo>
                <a:cubicBezTo>
                  <a:pt x="20576" y="2273"/>
                  <a:pt x="20660" y="2201"/>
                  <a:pt x="20751" y="2140"/>
                </a:cubicBezTo>
                <a:cubicBezTo>
                  <a:pt x="20836" y="2070"/>
                  <a:pt x="20930" y="2014"/>
                  <a:pt x="21027" y="1961"/>
                </a:cubicBezTo>
                <a:cubicBezTo>
                  <a:pt x="21473" y="1696"/>
                  <a:pt x="21990" y="1565"/>
                  <a:pt x="22507" y="1565"/>
                </a:cubicBezTo>
                <a:cubicBezTo>
                  <a:pt x="22870" y="1565"/>
                  <a:pt x="23232" y="1629"/>
                  <a:pt x="23570" y="1758"/>
                </a:cubicBezTo>
                <a:cubicBezTo>
                  <a:pt x="24397" y="2056"/>
                  <a:pt x="25065" y="2764"/>
                  <a:pt x="25342" y="3593"/>
                </a:cubicBezTo>
                <a:cubicBezTo>
                  <a:pt x="25634" y="4424"/>
                  <a:pt x="25517" y="5384"/>
                  <a:pt x="25051" y="6128"/>
                </a:cubicBezTo>
                <a:cubicBezTo>
                  <a:pt x="24938" y="6315"/>
                  <a:pt x="24797" y="6486"/>
                  <a:pt x="24646" y="6647"/>
                </a:cubicBezTo>
                <a:lnTo>
                  <a:pt x="24063" y="7229"/>
                </a:lnTo>
                <a:lnTo>
                  <a:pt x="22884" y="8404"/>
                </a:lnTo>
                <a:lnTo>
                  <a:pt x="20526" y="10752"/>
                </a:lnTo>
                <a:lnTo>
                  <a:pt x="15811" y="15452"/>
                </a:lnTo>
                <a:lnTo>
                  <a:pt x="11095" y="20150"/>
                </a:lnTo>
                <a:lnTo>
                  <a:pt x="10506" y="20739"/>
                </a:lnTo>
                <a:cubicBezTo>
                  <a:pt x="10283" y="20961"/>
                  <a:pt x="10170" y="21073"/>
                  <a:pt x="10011" y="21174"/>
                </a:cubicBezTo>
                <a:cubicBezTo>
                  <a:pt x="9754" y="21340"/>
                  <a:pt x="9447" y="21423"/>
                  <a:pt x="9141" y="21423"/>
                </a:cubicBezTo>
                <a:cubicBezTo>
                  <a:pt x="9072" y="21423"/>
                  <a:pt x="9004" y="21419"/>
                  <a:pt x="8936" y="21411"/>
                </a:cubicBezTo>
                <a:cubicBezTo>
                  <a:pt x="8184" y="21331"/>
                  <a:pt x="7552" y="20653"/>
                  <a:pt x="7524" y="19898"/>
                </a:cubicBezTo>
                <a:cubicBezTo>
                  <a:pt x="7500" y="19524"/>
                  <a:pt x="7607" y="19142"/>
                  <a:pt x="7834" y="18846"/>
                </a:cubicBezTo>
                <a:cubicBezTo>
                  <a:pt x="7858" y="18806"/>
                  <a:pt x="7890" y="18770"/>
                  <a:pt x="7922" y="18737"/>
                </a:cubicBezTo>
                <a:cubicBezTo>
                  <a:pt x="7951" y="18701"/>
                  <a:pt x="7979" y="18667"/>
                  <a:pt x="8035" y="18611"/>
                </a:cubicBezTo>
                <a:lnTo>
                  <a:pt x="8325" y="18313"/>
                </a:lnTo>
                <a:lnTo>
                  <a:pt x="8906" y="17717"/>
                </a:lnTo>
                <a:lnTo>
                  <a:pt x="11224" y="15333"/>
                </a:lnTo>
                <a:lnTo>
                  <a:pt x="15864" y="10561"/>
                </a:lnTo>
                <a:cubicBezTo>
                  <a:pt x="16739" y="9661"/>
                  <a:pt x="17200" y="8685"/>
                  <a:pt x="16894" y="8380"/>
                </a:cubicBezTo>
                <a:cubicBezTo>
                  <a:pt x="16832" y="8319"/>
                  <a:pt x="16743" y="8290"/>
                  <a:pt x="16633" y="8290"/>
                </a:cubicBezTo>
                <a:cubicBezTo>
                  <a:pt x="16201" y="8290"/>
                  <a:pt x="15448" y="8744"/>
                  <a:pt x="14749" y="9464"/>
                </a:cubicBezTo>
                <a:lnTo>
                  <a:pt x="10105" y="14239"/>
                </a:lnTo>
                <a:lnTo>
                  <a:pt x="7784" y="16627"/>
                </a:lnTo>
                <a:lnTo>
                  <a:pt x="7204" y="17224"/>
                </a:lnTo>
                <a:lnTo>
                  <a:pt x="6914" y="17522"/>
                </a:lnTo>
                <a:cubicBezTo>
                  <a:pt x="6870" y="17566"/>
                  <a:pt x="6806" y="17635"/>
                  <a:pt x="6745" y="17705"/>
                </a:cubicBezTo>
                <a:cubicBezTo>
                  <a:pt x="6685" y="17774"/>
                  <a:pt x="6625" y="17844"/>
                  <a:pt x="6574" y="17920"/>
                </a:cubicBezTo>
                <a:cubicBezTo>
                  <a:pt x="6130" y="18510"/>
                  <a:pt x="5916" y="19262"/>
                  <a:pt x="5963" y="19993"/>
                </a:cubicBezTo>
                <a:cubicBezTo>
                  <a:pt x="6005" y="20725"/>
                  <a:pt x="6307" y="21448"/>
                  <a:pt x="6816" y="21979"/>
                </a:cubicBezTo>
                <a:cubicBezTo>
                  <a:pt x="7313" y="22514"/>
                  <a:pt x="8009" y="22878"/>
                  <a:pt x="8739" y="22963"/>
                </a:cubicBezTo>
                <a:cubicBezTo>
                  <a:pt x="8873" y="22981"/>
                  <a:pt x="9009" y="22989"/>
                  <a:pt x="9144" y="22989"/>
                </a:cubicBezTo>
                <a:cubicBezTo>
                  <a:pt x="9743" y="22989"/>
                  <a:pt x="10342" y="22822"/>
                  <a:pt x="10848" y="22496"/>
                </a:cubicBezTo>
                <a:cubicBezTo>
                  <a:pt x="11003" y="22395"/>
                  <a:pt x="11152" y="22287"/>
                  <a:pt x="11286" y="22162"/>
                </a:cubicBezTo>
                <a:cubicBezTo>
                  <a:pt x="11439" y="22025"/>
                  <a:pt x="11502" y="21951"/>
                  <a:pt x="11612" y="21848"/>
                </a:cubicBezTo>
                <a:lnTo>
                  <a:pt x="12200" y="21260"/>
                </a:lnTo>
                <a:lnTo>
                  <a:pt x="16916" y="16562"/>
                </a:lnTo>
                <a:lnTo>
                  <a:pt x="21632" y="11862"/>
                </a:lnTo>
                <a:lnTo>
                  <a:pt x="23990" y="9514"/>
                </a:lnTo>
                <a:lnTo>
                  <a:pt x="25169" y="8339"/>
                </a:lnTo>
                <a:lnTo>
                  <a:pt x="25763" y="7742"/>
                </a:lnTo>
                <a:cubicBezTo>
                  <a:pt x="25994" y="7502"/>
                  <a:pt x="26206" y="7241"/>
                  <a:pt x="26381" y="6955"/>
                </a:cubicBezTo>
                <a:cubicBezTo>
                  <a:pt x="27093" y="5816"/>
                  <a:pt x="27268" y="4360"/>
                  <a:pt x="26825" y="3092"/>
                </a:cubicBezTo>
                <a:cubicBezTo>
                  <a:pt x="26397" y="1820"/>
                  <a:pt x="25389" y="758"/>
                  <a:pt x="24125" y="295"/>
                </a:cubicBezTo>
                <a:cubicBezTo>
                  <a:pt x="23609" y="98"/>
                  <a:pt x="23058" y="0"/>
                  <a:pt x="22507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909" name="Google Shape;9909;p33"/>
          <p:cNvGrpSpPr/>
          <p:nvPr/>
        </p:nvGrpSpPr>
        <p:grpSpPr>
          <a:xfrm rot="540000">
            <a:off x="7907552" y="2732700"/>
            <a:ext cx="398007" cy="1705725"/>
            <a:chOff x="5686500" y="2272225"/>
            <a:chExt cx="481300" cy="2589250"/>
          </a:xfrm>
        </p:grpSpPr>
        <p:sp>
          <p:nvSpPr>
            <p:cNvPr id="9910" name="Google Shape;9910;p33"/>
            <p:cNvSpPr/>
            <p:nvPr/>
          </p:nvSpPr>
          <p:spPr>
            <a:xfrm>
              <a:off x="5686500" y="3674725"/>
              <a:ext cx="260950" cy="1082650"/>
            </a:xfrm>
            <a:custGeom>
              <a:rect b="b" l="l" r="r" t="t"/>
              <a:pathLst>
                <a:path extrusionOk="0" h="43306" w="10438">
                  <a:moveTo>
                    <a:pt x="7833" y="1"/>
                  </a:moveTo>
                  <a:cubicBezTo>
                    <a:pt x="7371" y="1"/>
                    <a:pt x="6972" y="354"/>
                    <a:pt x="6919" y="826"/>
                  </a:cubicBezTo>
                  <a:lnTo>
                    <a:pt x="6917" y="856"/>
                  </a:lnTo>
                  <a:cubicBezTo>
                    <a:pt x="6721" y="2624"/>
                    <a:pt x="6364" y="4312"/>
                    <a:pt x="5698" y="5866"/>
                  </a:cubicBezTo>
                  <a:cubicBezTo>
                    <a:pt x="5050" y="7434"/>
                    <a:pt x="4084" y="8863"/>
                    <a:pt x="3088" y="10468"/>
                  </a:cubicBezTo>
                  <a:cubicBezTo>
                    <a:pt x="2589" y="11280"/>
                    <a:pt x="2092" y="12124"/>
                    <a:pt x="1654" y="13039"/>
                  </a:cubicBezTo>
                  <a:cubicBezTo>
                    <a:pt x="1226" y="13954"/>
                    <a:pt x="864" y="14928"/>
                    <a:pt x="605" y="15926"/>
                  </a:cubicBezTo>
                  <a:cubicBezTo>
                    <a:pt x="331" y="16927"/>
                    <a:pt x="189" y="17942"/>
                    <a:pt x="83" y="18960"/>
                  </a:cubicBezTo>
                  <a:cubicBezTo>
                    <a:pt x="49" y="19968"/>
                    <a:pt x="0" y="20983"/>
                    <a:pt x="91" y="21967"/>
                  </a:cubicBezTo>
                  <a:cubicBezTo>
                    <a:pt x="306" y="25901"/>
                    <a:pt x="1297" y="29668"/>
                    <a:pt x="2718" y="33243"/>
                  </a:cubicBezTo>
                  <a:cubicBezTo>
                    <a:pt x="3455" y="35019"/>
                    <a:pt x="4316" y="36736"/>
                    <a:pt x="5302" y="38373"/>
                  </a:cubicBezTo>
                  <a:cubicBezTo>
                    <a:pt x="6303" y="40015"/>
                    <a:pt x="7369" y="41561"/>
                    <a:pt x="8712" y="43012"/>
                  </a:cubicBezTo>
                  <a:lnTo>
                    <a:pt x="8710" y="43012"/>
                  </a:lnTo>
                  <a:cubicBezTo>
                    <a:pt x="8886" y="43202"/>
                    <a:pt x="9133" y="43306"/>
                    <a:pt x="9386" y="43306"/>
                  </a:cubicBezTo>
                  <a:cubicBezTo>
                    <a:pt x="9540" y="43306"/>
                    <a:pt x="9697" y="43267"/>
                    <a:pt x="9840" y="43185"/>
                  </a:cubicBezTo>
                  <a:cubicBezTo>
                    <a:pt x="10281" y="42933"/>
                    <a:pt x="10437" y="42368"/>
                    <a:pt x="10185" y="41923"/>
                  </a:cubicBezTo>
                  <a:lnTo>
                    <a:pt x="10158" y="41872"/>
                  </a:lnTo>
                  <a:cubicBezTo>
                    <a:pt x="8416" y="38782"/>
                    <a:pt x="6936" y="35440"/>
                    <a:pt x="5813" y="32078"/>
                  </a:cubicBezTo>
                  <a:cubicBezTo>
                    <a:pt x="4693" y="28709"/>
                    <a:pt x="3905" y="25206"/>
                    <a:pt x="3643" y="21742"/>
                  </a:cubicBezTo>
                  <a:cubicBezTo>
                    <a:pt x="3499" y="20024"/>
                    <a:pt x="3580" y="18346"/>
                    <a:pt x="3929" y="16751"/>
                  </a:cubicBezTo>
                  <a:cubicBezTo>
                    <a:pt x="4282" y="15151"/>
                    <a:pt x="4942" y="13636"/>
                    <a:pt x="5789" y="12041"/>
                  </a:cubicBezTo>
                  <a:cubicBezTo>
                    <a:pt x="6645" y="10453"/>
                    <a:pt x="7602" y="8689"/>
                    <a:pt x="8169" y="6752"/>
                  </a:cubicBezTo>
                  <a:cubicBezTo>
                    <a:pt x="8749" y="4816"/>
                    <a:pt x="8903" y="2791"/>
                    <a:pt x="8752" y="856"/>
                  </a:cubicBezTo>
                  <a:cubicBezTo>
                    <a:pt x="8720" y="420"/>
                    <a:pt x="8382" y="58"/>
                    <a:pt x="7934" y="7"/>
                  </a:cubicBezTo>
                  <a:cubicBezTo>
                    <a:pt x="7900" y="3"/>
                    <a:pt x="7866" y="1"/>
                    <a:pt x="783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11" name="Google Shape;9911;p33"/>
            <p:cNvSpPr/>
            <p:nvPr/>
          </p:nvSpPr>
          <p:spPr>
            <a:xfrm>
              <a:off x="5922350" y="2272225"/>
              <a:ext cx="208275" cy="167975"/>
            </a:xfrm>
            <a:custGeom>
              <a:rect b="b" l="l" r="r" t="t"/>
              <a:pathLst>
                <a:path extrusionOk="0" h="6719" w="8331">
                  <a:moveTo>
                    <a:pt x="4165" y="0"/>
                  </a:moveTo>
                  <a:cubicBezTo>
                    <a:pt x="3993" y="0"/>
                    <a:pt x="3820" y="86"/>
                    <a:pt x="3721" y="257"/>
                  </a:cubicBezTo>
                  <a:lnTo>
                    <a:pt x="0" y="6719"/>
                  </a:lnTo>
                  <a:lnTo>
                    <a:pt x="8331" y="6719"/>
                  </a:lnTo>
                  <a:lnTo>
                    <a:pt x="4607" y="257"/>
                  </a:lnTo>
                  <a:cubicBezTo>
                    <a:pt x="4509" y="86"/>
                    <a:pt x="4337" y="0"/>
                    <a:pt x="416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12" name="Google Shape;9912;p33"/>
            <p:cNvSpPr/>
            <p:nvPr/>
          </p:nvSpPr>
          <p:spPr>
            <a:xfrm>
              <a:off x="5880875" y="3567725"/>
              <a:ext cx="286925" cy="1293750"/>
            </a:xfrm>
            <a:custGeom>
              <a:rect b="b" l="l" r="r" t="t"/>
              <a:pathLst>
                <a:path extrusionOk="0" h="51750" w="11477">
                  <a:moveTo>
                    <a:pt x="66" y="0"/>
                  </a:moveTo>
                  <a:lnTo>
                    <a:pt x="66" y="0"/>
                  </a:lnTo>
                  <a:cubicBezTo>
                    <a:pt x="0" y="16111"/>
                    <a:pt x="514" y="31974"/>
                    <a:pt x="1659" y="47561"/>
                  </a:cubicBezTo>
                  <a:cubicBezTo>
                    <a:pt x="1659" y="48718"/>
                    <a:pt x="2124" y="49768"/>
                    <a:pt x="2877" y="50524"/>
                  </a:cubicBezTo>
                  <a:cubicBezTo>
                    <a:pt x="3631" y="51282"/>
                    <a:pt x="4673" y="51749"/>
                    <a:pt x="5823" y="51749"/>
                  </a:cubicBezTo>
                  <a:cubicBezTo>
                    <a:pt x="8128" y="51749"/>
                    <a:pt x="9990" y="49870"/>
                    <a:pt x="9990" y="47561"/>
                  </a:cubicBezTo>
                  <a:cubicBezTo>
                    <a:pt x="10968" y="31913"/>
                    <a:pt x="11470" y="16370"/>
                    <a:pt x="11477" y="905"/>
                  </a:cubicBezTo>
                  <a:lnTo>
                    <a:pt x="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13" name="Google Shape;9913;p33"/>
            <p:cNvSpPr/>
            <p:nvPr/>
          </p:nvSpPr>
          <p:spPr>
            <a:xfrm>
              <a:off x="5954500" y="3306675"/>
              <a:ext cx="150975" cy="825125"/>
            </a:xfrm>
            <a:custGeom>
              <a:rect b="b" l="l" r="r" t="t"/>
              <a:pathLst>
                <a:path extrusionOk="0" h="33005" w="6039">
                  <a:moveTo>
                    <a:pt x="3020" y="0"/>
                  </a:moveTo>
                  <a:cubicBezTo>
                    <a:pt x="2220" y="0"/>
                    <a:pt x="1452" y="1740"/>
                    <a:pt x="887" y="4835"/>
                  </a:cubicBezTo>
                  <a:cubicBezTo>
                    <a:pt x="319" y="7930"/>
                    <a:pt x="1" y="12125"/>
                    <a:pt x="1" y="16502"/>
                  </a:cubicBezTo>
                  <a:cubicBezTo>
                    <a:pt x="1" y="20879"/>
                    <a:pt x="319" y="25077"/>
                    <a:pt x="887" y="28172"/>
                  </a:cubicBezTo>
                  <a:cubicBezTo>
                    <a:pt x="1452" y="31267"/>
                    <a:pt x="2220" y="33004"/>
                    <a:pt x="3020" y="33004"/>
                  </a:cubicBezTo>
                  <a:cubicBezTo>
                    <a:pt x="3820" y="33004"/>
                    <a:pt x="4588" y="31267"/>
                    <a:pt x="5153" y="28172"/>
                  </a:cubicBezTo>
                  <a:cubicBezTo>
                    <a:pt x="5721" y="25077"/>
                    <a:pt x="6039" y="20879"/>
                    <a:pt x="6039" y="16502"/>
                  </a:cubicBezTo>
                  <a:cubicBezTo>
                    <a:pt x="6039" y="12125"/>
                    <a:pt x="5721" y="7930"/>
                    <a:pt x="5153" y="4835"/>
                  </a:cubicBezTo>
                  <a:cubicBezTo>
                    <a:pt x="4588" y="1740"/>
                    <a:pt x="3820" y="0"/>
                    <a:pt x="302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17" name="Shape 99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18" name="Google Shape;9918;p34"/>
          <p:cNvSpPr txBox="1"/>
          <p:nvPr>
            <p:ph type="title"/>
          </p:nvPr>
        </p:nvSpPr>
        <p:spPr>
          <a:xfrm>
            <a:off x="1080863" y="639675"/>
            <a:ext cx="7020000" cy="9345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2000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300"/>
              <a:buFont typeface="Gantari ExtraBold"/>
              <a:buNone/>
            </a:pPr>
            <a:r>
              <a:rPr b="1" lang="en-US" sz="3400">
                <a:solidFill>
                  <a:schemeClr val="lt2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HI- FI PROTOTYPE</a:t>
            </a:r>
            <a:endParaRPr b="1" sz="3400">
              <a:latin typeface="Sorts Mill Goudy"/>
              <a:ea typeface="Sorts Mill Goudy"/>
              <a:cs typeface="Sorts Mill Goudy"/>
              <a:sym typeface="Sorts Mill Goudy"/>
            </a:endParaRPr>
          </a:p>
        </p:txBody>
      </p:sp>
      <p:sp>
        <p:nvSpPr>
          <p:cNvPr id="9919" name="Google Shape;9919;p34"/>
          <p:cNvSpPr/>
          <p:nvPr/>
        </p:nvSpPr>
        <p:spPr>
          <a:xfrm>
            <a:off x="7897930" y="1168641"/>
            <a:ext cx="388400" cy="411925"/>
          </a:xfrm>
          <a:custGeom>
            <a:rect b="b" l="l" r="r" t="t"/>
            <a:pathLst>
              <a:path extrusionOk="0" h="16477" w="15536">
                <a:moveTo>
                  <a:pt x="6847" y="1663"/>
                </a:moveTo>
                <a:cubicBezTo>
                  <a:pt x="7694" y="2699"/>
                  <a:pt x="8474" y="3796"/>
                  <a:pt x="9217" y="4915"/>
                </a:cubicBezTo>
                <a:lnTo>
                  <a:pt x="9217" y="4915"/>
                </a:lnTo>
                <a:cubicBezTo>
                  <a:pt x="8312" y="5132"/>
                  <a:pt x="7406" y="5345"/>
                  <a:pt x="6499" y="5555"/>
                </a:cubicBezTo>
                <a:lnTo>
                  <a:pt x="6499" y="5555"/>
                </a:lnTo>
                <a:cubicBezTo>
                  <a:pt x="6577" y="4254"/>
                  <a:pt x="6686" y="2956"/>
                  <a:pt x="6847" y="1663"/>
                </a:cubicBezTo>
                <a:close/>
                <a:moveTo>
                  <a:pt x="13631" y="4832"/>
                </a:moveTo>
                <a:cubicBezTo>
                  <a:pt x="13054" y="5635"/>
                  <a:pt x="12464" y="6428"/>
                  <a:pt x="11865" y="7213"/>
                </a:cubicBezTo>
                <a:lnTo>
                  <a:pt x="11865" y="7213"/>
                </a:lnTo>
                <a:cubicBezTo>
                  <a:pt x="11783" y="7081"/>
                  <a:pt x="11700" y="6949"/>
                  <a:pt x="11617" y="6817"/>
                </a:cubicBezTo>
                <a:cubicBezTo>
                  <a:pt x="11353" y="6396"/>
                  <a:pt x="11086" y="5973"/>
                  <a:pt x="10816" y="5552"/>
                </a:cubicBezTo>
                <a:lnTo>
                  <a:pt x="10816" y="5552"/>
                </a:lnTo>
                <a:cubicBezTo>
                  <a:pt x="11756" y="5320"/>
                  <a:pt x="12695" y="5082"/>
                  <a:pt x="13631" y="4832"/>
                </a:cubicBezTo>
                <a:close/>
                <a:moveTo>
                  <a:pt x="5447" y="6821"/>
                </a:moveTo>
                <a:lnTo>
                  <a:pt x="5447" y="6821"/>
                </a:lnTo>
                <a:cubicBezTo>
                  <a:pt x="5412" y="7578"/>
                  <a:pt x="5383" y="8337"/>
                  <a:pt x="5358" y="9095"/>
                </a:cubicBezTo>
                <a:lnTo>
                  <a:pt x="5358" y="9095"/>
                </a:lnTo>
                <a:cubicBezTo>
                  <a:pt x="4278" y="8603"/>
                  <a:pt x="3200" y="8103"/>
                  <a:pt x="2127" y="7595"/>
                </a:cubicBezTo>
                <a:lnTo>
                  <a:pt x="2127" y="7595"/>
                </a:lnTo>
                <a:cubicBezTo>
                  <a:pt x="3233" y="7333"/>
                  <a:pt x="4340" y="7077"/>
                  <a:pt x="5447" y="6821"/>
                </a:cubicBezTo>
                <a:close/>
                <a:moveTo>
                  <a:pt x="9795" y="5801"/>
                </a:moveTo>
                <a:cubicBezTo>
                  <a:pt x="10147" y="6347"/>
                  <a:pt x="10492" y="6896"/>
                  <a:pt x="10833" y="7443"/>
                </a:cubicBezTo>
                <a:cubicBezTo>
                  <a:pt x="10961" y="7647"/>
                  <a:pt x="11089" y="7852"/>
                  <a:pt x="11216" y="8057"/>
                </a:cubicBezTo>
                <a:lnTo>
                  <a:pt x="11216" y="8057"/>
                </a:lnTo>
                <a:cubicBezTo>
                  <a:pt x="10515" y="8963"/>
                  <a:pt x="9804" y="9861"/>
                  <a:pt x="9090" y="10757"/>
                </a:cubicBezTo>
                <a:lnTo>
                  <a:pt x="9090" y="10757"/>
                </a:lnTo>
                <a:cubicBezTo>
                  <a:pt x="8168" y="10356"/>
                  <a:pt x="7249" y="9949"/>
                  <a:pt x="6332" y="9536"/>
                </a:cubicBezTo>
                <a:lnTo>
                  <a:pt x="6332" y="9536"/>
                </a:lnTo>
                <a:cubicBezTo>
                  <a:pt x="6362" y="8553"/>
                  <a:pt x="6396" y="7571"/>
                  <a:pt x="6443" y="6590"/>
                </a:cubicBezTo>
                <a:lnTo>
                  <a:pt x="6443" y="6590"/>
                </a:lnTo>
                <a:cubicBezTo>
                  <a:pt x="7562" y="6331"/>
                  <a:pt x="8679" y="6070"/>
                  <a:pt x="9795" y="5801"/>
                </a:cubicBezTo>
                <a:close/>
                <a:moveTo>
                  <a:pt x="11771" y="8958"/>
                </a:moveTo>
                <a:cubicBezTo>
                  <a:pt x="12536" y="10214"/>
                  <a:pt x="13278" y="11491"/>
                  <a:pt x="13947" y="12799"/>
                </a:cubicBezTo>
                <a:lnTo>
                  <a:pt x="13947" y="12799"/>
                </a:lnTo>
                <a:cubicBezTo>
                  <a:pt x="12637" y="12267"/>
                  <a:pt x="11332" y="11721"/>
                  <a:pt x="10032" y="11163"/>
                </a:cubicBezTo>
                <a:lnTo>
                  <a:pt x="10032" y="11163"/>
                </a:lnTo>
                <a:cubicBezTo>
                  <a:pt x="10616" y="10431"/>
                  <a:pt x="11196" y="9697"/>
                  <a:pt x="11771" y="8958"/>
                </a:cubicBezTo>
                <a:close/>
                <a:moveTo>
                  <a:pt x="6300" y="10607"/>
                </a:moveTo>
                <a:cubicBezTo>
                  <a:pt x="7016" y="10927"/>
                  <a:pt x="7732" y="11244"/>
                  <a:pt x="8451" y="11557"/>
                </a:cubicBezTo>
                <a:lnTo>
                  <a:pt x="8451" y="11557"/>
                </a:lnTo>
                <a:cubicBezTo>
                  <a:pt x="7691" y="12508"/>
                  <a:pt x="6929" y="13457"/>
                  <a:pt x="6174" y="14413"/>
                </a:cubicBezTo>
                <a:lnTo>
                  <a:pt x="6174" y="14413"/>
                </a:lnTo>
                <a:cubicBezTo>
                  <a:pt x="6229" y="13146"/>
                  <a:pt x="6264" y="11877"/>
                  <a:pt x="6300" y="10607"/>
                </a:cubicBezTo>
                <a:close/>
                <a:moveTo>
                  <a:pt x="6513" y="1"/>
                </a:moveTo>
                <a:cubicBezTo>
                  <a:pt x="6290" y="1"/>
                  <a:pt x="6060" y="131"/>
                  <a:pt x="6026" y="362"/>
                </a:cubicBezTo>
                <a:cubicBezTo>
                  <a:pt x="5760" y="2163"/>
                  <a:pt x="5604" y="3972"/>
                  <a:pt x="5501" y="5786"/>
                </a:cubicBezTo>
                <a:lnTo>
                  <a:pt x="5501" y="5786"/>
                </a:lnTo>
                <a:cubicBezTo>
                  <a:pt x="3837" y="6171"/>
                  <a:pt x="2172" y="6555"/>
                  <a:pt x="511" y="6958"/>
                </a:cubicBezTo>
                <a:cubicBezTo>
                  <a:pt x="115" y="7055"/>
                  <a:pt x="1" y="7681"/>
                  <a:pt x="393" y="7868"/>
                </a:cubicBezTo>
                <a:cubicBezTo>
                  <a:pt x="2028" y="8652"/>
                  <a:pt x="3672" y="9419"/>
                  <a:pt x="5324" y="10167"/>
                </a:cubicBezTo>
                <a:lnTo>
                  <a:pt x="5324" y="10167"/>
                </a:lnTo>
                <a:cubicBezTo>
                  <a:pt x="5265" y="12097"/>
                  <a:pt x="5213" y="14027"/>
                  <a:pt x="5099" y="15951"/>
                </a:cubicBezTo>
                <a:cubicBezTo>
                  <a:pt x="5085" y="16196"/>
                  <a:pt x="5221" y="16347"/>
                  <a:pt x="5397" y="16404"/>
                </a:cubicBezTo>
                <a:lnTo>
                  <a:pt x="5397" y="16404"/>
                </a:lnTo>
                <a:cubicBezTo>
                  <a:pt x="5468" y="16450"/>
                  <a:pt x="5548" y="16477"/>
                  <a:pt x="5628" y="16477"/>
                </a:cubicBezTo>
                <a:cubicBezTo>
                  <a:pt x="5740" y="16477"/>
                  <a:pt x="5853" y="16426"/>
                  <a:pt x="5948" y="16303"/>
                </a:cubicBezTo>
                <a:cubicBezTo>
                  <a:pt x="7084" y="14845"/>
                  <a:pt x="8241" y="13406"/>
                  <a:pt x="9393" y="11965"/>
                </a:cubicBezTo>
                <a:lnTo>
                  <a:pt x="9393" y="11965"/>
                </a:lnTo>
                <a:cubicBezTo>
                  <a:pt x="11196" y="12741"/>
                  <a:pt x="13009" y="13494"/>
                  <a:pt x="14832" y="14222"/>
                </a:cubicBezTo>
                <a:cubicBezTo>
                  <a:pt x="14891" y="14245"/>
                  <a:pt x="14947" y="14256"/>
                  <a:pt x="14999" y="14256"/>
                </a:cubicBezTo>
                <a:cubicBezTo>
                  <a:pt x="15344" y="14256"/>
                  <a:pt x="15535" y="13791"/>
                  <a:pt x="15394" y="13491"/>
                </a:cubicBezTo>
                <a:cubicBezTo>
                  <a:pt x="14529" y="11640"/>
                  <a:pt x="13496" y="9859"/>
                  <a:pt x="12424" y="8114"/>
                </a:cubicBezTo>
                <a:lnTo>
                  <a:pt x="12424" y="8114"/>
                </a:lnTo>
                <a:cubicBezTo>
                  <a:pt x="13397" y="6844"/>
                  <a:pt x="14350" y="5557"/>
                  <a:pt x="15264" y="4238"/>
                </a:cubicBezTo>
                <a:cubicBezTo>
                  <a:pt x="15493" y="3909"/>
                  <a:pt x="15177" y="3491"/>
                  <a:pt x="14822" y="3491"/>
                </a:cubicBezTo>
                <a:cubicBezTo>
                  <a:pt x="14782" y="3491"/>
                  <a:pt x="14741" y="3496"/>
                  <a:pt x="14701" y="3507"/>
                </a:cubicBezTo>
                <a:cubicBezTo>
                  <a:pt x="13221" y="3921"/>
                  <a:pt x="11733" y="4302"/>
                  <a:pt x="10242" y="4667"/>
                </a:cubicBezTo>
                <a:lnTo>
                  <a:pt x="10242" y="4667"/>
                </a:lnTo>
                <a:cubicBezTo>
                  <a:pt x="9206" y="3091"/>
                  <a:pt x="8105" y="1549"/>
                  <a:pt x="6860" y="143"/>
                </a:cubicBezTo>
                <a:cubicBezTo>
                  <a:pt x="6774" y="46"/>
                  <a:pt x="6645" y="1"/>
                  <a:pt x="6513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20" name="Google Shape;9920;p34"/>
          <p:cNvSpPr/>
          <p:nvPr/>
        </p:nvSpPr>
        <p:spPr>
          <a:xfrm>
            <a:off x="7759050" y="1833575"/>
            <a:ext cx="117525" cy="110100"/>
          </a:xfrm>
          <a:custGeom>
            <a:rect b="b" l="l" r="r" t="t"/>
            <a:pathLst>
              <a:path extrusionOk="0" h="4404" w="4701">
                <a:moveTo>
                  <a:pt x="1951" y="1032"/>
                </a:moveTo>
                <a:cubicBezTo>
                  <a:pt x="1950" y="1033"/>
                  <a:pt x="1949" y="1033"/>
                  <a:pt x="1947" y="1033"/>
                </a:cubicBezTo>
                <a:cubicBezTo>
                  <a:pt x="1948" y="1033"/>
                  <a:pt x="1950" y="1033"/>
                  <a:pt x="1951" y="1032"/>
                </a:cubicBezTo>
                <a:close/>
                <a:moveTo>
                  <a:pt x="2857" y="1059"/>
                </a:moveTo>
                <a:cubicBezTo>
                  <a:pt x="2871" y="1059"/>
                  <a:pt x="2889" y="1066"/>
                  <a:pt x="2907" y="1075"/>
                </a:cubicBezTo>
                <a:lnTo>
                  <a:pt x="2907" y="1075"/>
                </a:lnTo>
                <a:cubicBezTo>
                  <a:pt x="2887" y="1068"/>
                  <a:pt x="2858" y="1059"/>
                  <a:pt x="2857" y="1059"/>
                </a:cubicBezTo>
                <a:close/>
                <a:moveTo>
                  <a:pt x="3091" y="1185"/>
                </a:moveTo>
                <a:cubicBezTo>
                  <a:pt x="3091" y="1185"/>
                  <a:pt x="3091" y="1185"/>
                  <a:pt x="3091" y="1185"/>
                </a:cubicBezTo>
                <a:lnTo>
                  <a:pt x="3091" y="1185"/>
                </a:lnTo>
                <a:cubicBezTo>
                  <a:pt x="3091" y="1185"/>
                  <a:pt x="3091" y="1185"/>
                  <a:pt x="3091" y="1185"/>
                </a:cubicBezTo>
                <a:close/>
                <a:moveTo>
                  <a:pt x="3104" y="1198"/>
                </a:moveTo>
                <a:cubicBezTo>
                  <a:pt x="3111" y="1203"/>
                  <a:pt x="3118" y="1208"/>
                  <a:pt x="3125" y="1213"/>
                </a:cubicBezTo>
                <a:cubicBezTo>
                  <a:pt x="3142" y="1224"/>
                  <a:pt x="3149" y="1229"/>
                  <a:pt x="3148" y="1229"/>
                </a:cubicBezTo>
                <a:cubicBezTo>
                  <a:pt x="3148" y="1229"/>
                  <a:pt x="3121" y="1211"/>
                  <a:pt x="3104" y="1198"/>
                </a:cubicBezTo>
                <a:close/>
                <a:moveTo>
                  <a:pt x="1747" y="3319"/>
                </a:moveTo>
                <a:cubicBezTo>
                  <a:pt x="1767" y="3326"/>
                  <a:pt x="1803" y="3338"/>
                  <a:pt x="1802" y="3338"/>
                </a:cubicBezTo>
                <a:cubicBezTo>
                  <a:pt x="1800" y="3339"/>
                  <a:pt x="1799" y="3339"/>
                  <a:pt x="1797" y="3339"/>
                </a:cubicBezTo>
                <a:cubicBezTo>
                  <a:pt x="1785" y="3339"/>
                  <a:pt x="1766" y="3330"/>
                  <a:pt x="1747" y="3319"/>
                </a:cubicBezTo>
                <a:close/>
                <a:moveTo>
                  <a:pt x="2463" y="3393"/>
                </a:moveTo>
                <a:cubicBezTo>
                  <a:pt x="2461" y="3393"/>
                  <a:pt x="2459" y="3393"/>
                  <a:pt x="2456" y="3393"/>
                </a:cubicBezTo>
                <a:lnTo>
                  <a:pt x="2456" y="3393"/>
                </a:lnTo>
                <a:cubicBezTo>
                  <a:pt x="2459" y="3393"/>
                  <a:pt x="2462" y="3393"/>
                  <a:pt x="2463" y="3393"/>
                </a:cubicBezTo>
                <a:close/>
                <a:moveTo>
                  <a:pt x="2387" y="989"/>
                </a:moveTo>
                <a:cubicBezTo>
                  <a:pt x="2440" y="989"/>
                  <a:pt x="2491" y="989"/>
                  <a:pt x="2541" y="993"/>
                </a:cubicBezTo>
                <a:cubicBezTo>
                  <a:pt x="2560" y="993"/>
                  <a:pt x="2582" y="997"/>
                  <a:pt x="2601" y="998"/>
                </a:cubicBezTo>
                <a:lnTo>
                  <a:pt x="2601" y="998"/>
                </a:lnTo>
                <a:cubicBezTo>
                  <a:pt x="2682" y="1018"/>
                  <a:pt x="2761" y="1029"/>
                  <a:pt x="2840" y="1057"/>
                </a:cubicBezTo>
                <a:cubicBezTo>
                  <a:pt x="2857" y="1061"/>
                  <a:pt x="2876" y="1069"/>
                  <a:pt x="2895" y="1076"/>
                </a:cubicBezTo>
                <a:cubicBezTo>
                  <a:pt x="2906" y="1079"/>
                  <a:pt x="2914" y="1081"/>
                  <a:pt x="2919" y="1082"/>
                </a:cubicBezTo>
                <a:lnTo>
                  <a:pt x="2919" y="1082"/>
                </a:lnTo>
                <a:cubicBezTo>
                  <a:pt x="2944" y="1096"/>
                  <a:pt x="2968" y="1113"/>
                  <a:pt x="2984" y="1122"/>
                </a:cubicBezTo>
                <a:cubicBezTo>
                  <a:pt x="3015" y="1139"/>
                  <a:pt x="3049" y="1160"/>
                  <a:pt x="3080" y="1181"/>
                </a:cubicBezTo>
                <a:cubicBezTo>
                  <a:pt x="3084" y="1184"/>
                  <a:pt x="3088" y="1186"/>
                  <a:pt x="3092" y="1189"/>
                </a:cubicBezTo>
                <a:lnTo>
                  <a:pt x="3092" y="1189"/>
                </a:lnTo>
                <a:cubicBezTo>
                  <a:pt x="3107" y="1217"/>
                  <a:pt x="3258" y="1347"/>
                  <a:pt x="3274" y="1366"/>
                </a:cubicBezTo>
                <a:cubicBezTo>
                  <a:pt x="3278" y="1370"/>
                  <a:pt x="3281" y="1374"/>
                  <a:pt x="3284" y="1378"/>
                </a:cubicBezTo>
                <a:lnTo>
                  <a:pt x="3284" y="1378"/>
                </a:lnTo>
                <a:cubicBezTo>
                  <a:pt x="3304" y="1410"/>
                  <a:pt x="3328" y="1440"/>
                  <a:pt x="3348" y="1474"/>
                </a:cubicBezTo>
                <a:cubicBezTo>
                  <a:pt x="3367" y="1503"/>
                  <a:pt x="3386" y="1535"/>
                  <a:pt x="3403" y="1569"/>
                </a:cubicBezTo>
                <a:cubicBezTo>
                  <a:pt x="3409" y="1579"/>
                  <a:pt x="3414" y="1591"/>
                  <a:pt x="3420" y="1604"/>
                </a:cubicBezTo>
                <a:lnTo>
                  <a:pt x="3420" y="1604"/>
                </a:lnTo>
                <a:cubicBezTo>
                  <a:pt x="3420" y="1602"/>
                  <a:pt x="3420" y="1600"/>
                  <a:pt x="3420" y="1598"/>
                </a:cubicBezTo>
                <a:lnTo>
                  <a:pt x="3420" y="1598"/>
                </a:lnTo>
                <a:cubicBezTo>
                  <a:pt x="3420" y="1600"/>
                  <a:pt x="3420" y="1602"/>
                  <a:pt x="3420" y="1604"/>
                </a:cubicBezTo>
                <a:lnTo>
                  <a:pt x="3420" y="1604"/>
                </a:lnTo>
                <a:cubicBezTo>
                  <a:pt x="3420" y="1604"/>
                  <a:pt x="3420" y="1604"/>
                  <a:pt x="3420" y="1604"/>
                </a:cubicBezTo>
                <a:lnTo>
                  <a:pt x="3420" y="1604"/>
                </a:lnTo>
                <a:cubicBezTo>
                  <a:pt x="3420" y="1621"/>
                  <a:pt x="3423" y="1634"/>
                  <a:pt x="3427" y="1644"/>
                </a:cubicBezTo>
                <a:lnTo>
                  <a:pt x="3427" y="1644"/>
                </a:lnTo>
                <a:cubicBezTo>
                  <a:pt x="3423" y="1630"/>
                  <a:pt x="3420" y="1616"/>
                  <a:pt x="3420" y="1604"/>
                </a:cubicBezTo>
                <a:lnTo>
                  <a:pt x="3420" y="1604"/>
                </a:lnTo>
                <a:cubicBezTo>
                  <a:pt x="3422" y="1608"/>
                  <a:pt x="3424" y="1613"/>
                  <a:pt x="3426" y="1617"/>
                </a:cubicBezTo>
                <a:cubicBezTo>
                  <a:pt x="3442" y="1646"/>
                  <a:pt x="3443" y="1659"/>
                  <a:pt x="3439" y="1659"/>
                </a:cubicBezTo>
                <a:cubicBezTo>
                  <a:pt x="3436" y="1659"/>
                  <a:pt x="3432" y="1654"/>
                  <a:pt x="3427" y="1644"/>
                </a:cubicBezTo>
                <a:lnTo>
                  <a:pt x="3427" y="1644"/>
                </a:lnTo>
                <a:cubicBezTo>
                  <a:pt x="3443" y="1697"/>
                  <a:pt x="3479" y="1760"/>
                  <a:pt x="3491" y="1802"/>
                </a:cubicBezTo>
                <a:cubicBezTo>
                  <a:pt x="3500" y="1838"/>
                  <a:pt x="3508" y="1874"/>
                  <a:pt x="3517" y="1910"/>
                </a:cubicBezTo>
                <a:cubicBezTo>
                  <a:pt x="3521" y="1933"/>
                  <a:pt x="3525" y="1954"/>
                  <a:pt x="3529" y="1977"/>
                </a:cubicBezTo>
                <a:cubicBezTo>
                  <a:pt x="3534" y="2005"/>
                  <a:pt x="3537" y="2015"/>
                  <a:pt x="3538" y="2015"/>
                </a:cubicBezTo>
                <a:cubicBezTo>
                  <a:pt x="3540" y="2015"/>
                  <a:pt x="3530" y="1942"/>
                  <a:pt x="3525" y="1939"/>
                </a:cubicBezTo>
                <a:lnTo>
                  <a:pt x="3525" y="1939"/>
                </a:lnTo>
                <a:cubicBezTo>
                  <a:pt x="3550" y="1954"/>
                  <a:pt x="3538" y="2142"/>
                  <a:pt x="3538" y="2173"/>
                </a:cubicBezTo>
                <a:cubicBezTo>
                  <a:pt x="3538" y="2215"/>
                  <a:pt x="3535" y="2257"/>
                  <a:pt x="3533" y="2297"/>
                </a:cubicBezTo>
                <a:cubicBezTo>
                  <a:pt x="3532" y="2312"/>
                  <a:pt x="3530" y="2326"/>
                  <a:pt x="3529" y="2339"/>
                </a:cubicBezTo>
                <a:lnTo>
                  <a:pt x="3529" y="2339"/>
                </a:lnTo>
                <a:cubicBezTo>
                  <a:pt x="3514" y="2409"/>
                  <a:pt x="3504" y="2477"/>
                  <a:pt x="3483" y="2546"/>
                </a:cubicBezTo>
                <a:cubicBezTo>
                  <a:pt x="3472" y="2582"/>
                  <a:pt x="3462" y="2618"/>
                  <a:pt x="3449" y="2651"/>
                </a:cubicBezTo>
                <a:cubicBezTo>
                  <a:pt x="3445" y="2663"/>
                  <a:pt x="3440" y="2676"/>
                  <a:pt x="3436" y="2688"/>
                </a:cubicBezTo>
                <a:lnTo>
                  <a:pt x="3436" y="2688"/>
                </a:lnTo>
                <a:cubicBezTo>
                  <a:pt x="3398" y="2751"/>
                  <a:pt x="3369" y="2818"/>
                  <a:pt x="3329" y="2881"/>
                </a:cubicBezTo>
                <a:cubicBezTo>
                  <a:pt x="3324" y="2889"/>
                  <a:pt x="3300" y="2922"/>
                  <a:pt x="3284" y="2945"/>
                </a:cubicBezTo>
                <a:lnTo>
                  <a:pt x="3284" y="2945"/>
                </a:lnTo>
                <a:cubicBezTo>
                  <a:pt x="3263" y="2968"/>
                  <a:pt x="3232" y="3005"/>
                  <a:pt x="3224" y="3014"/>
                </a:cubicBezTo>
                <a:cubicBezTo>
                  <a:pt x="3198" y="3041"/>
                  <a:pt x="3171" y="3069"/>
                  <a:pt x="3142" y="3094"/>
                </a:cubicBezTo>
                <a:cubicBezTo>
                  <a:pt x="3127" y="3106"/>
                  <a:pt x="3112" y="3119"/>
                  <a:pt x="3099" y="3132"/>
                </a:cubicBezTo>
                <a:cubicBezTo>
                  <a:pt x="3075" y="3154"/>
                  <a:pt x="3071" y="3163"/>
                  <a:pt x="3076" y="3163"/>
                </a:cubicBezTo>
                <a:cubicBezTo>
                  <a:pt x="3076" y="3163"/>
                  <a:pt x="3077" y="3163"/>
                  <a:pt x="3078" y="3162"/>
                </a:cubicBezTo>
                <a:lnTo>
                  <a:pt x="3078" y="3162"/>
                </a:lnTo>
                <a:cubicBezTo>
                  <a:pt x="3021" y="3203"/>
                  <a:pt x="2923" y="3245"/>
                  <a:pt x="2889" y="3262"/>
                </a:cubicBezTo>
                <a:cubicBezTo>
                  <a:pt x="2863" y="3275"/>
                  <a:pt x="2803" y="3296"/>
                  <a:pt x="2805" y="3296"/>
                </a:cubicBezTo>
                <a:cubicBezTo>
                  <a:pt x="2806" y="3296"/>
                  <a:pt x="2822" y="3291"/>
                  <a:pt x="2866" y="3277"/>
                </a:cubicBezTo>
                <a:lnTo>
                  <a:pt x="2866" y="3277"/>
                </a:lnTo>
                <a:cubicBezTo>
                  <a:pt x="2823" y="3292"/>
                  <a:pt x="2783" y="3309"/>
                  <a:pt x="2741" y="3323"/>
                </a:cubicBezTo>
                <a:cubicBezTo>
                  <a:pt x="2642" y="3355"/>
                  <a:pt x="2541" y="3376"/>
                  <a:pt x="2438" y="3395"/>
                </a:cubicBezTo>
                <a:cubicBezTo>
                  <a:pt x="2437" y="3395"/>
                  <a:pt x="2437" y="3395"/>
                  <a:pt x="2437" y="3395"/>
                </a:cubicBezTo>
                <a:lnTo>
                  <a:pt x="2437" y="3395"/>
                </a:lnTo>
                <a:cubicBezTo>
                  <a:pt x="2416" y="3397"/>
                  <a:pt x="2395" y="3400"/>
                  <a:pt x="2375" y="3401"/>
                </a:cubicBezTo>
                <a:cubicBezTo>
                  <a:pt x="2330" y="3403"/>
                  <a:pt x="2284" y="3406"/>
                  <a:pt x="2240" y="3406"/>
                </a:cubicBezTo>
                <a:cubicBezTo>
                  <a:pt x="2226" y="3406"/>
                  <a:pt x="2211" y="3406"/>
                  <a:pt x="2197" y="3406"/>
                </a:cubicBezTo>
                <a:cubicBezTo>
                  <a:pt x="2163" y="3406"/>
                  <a:pt x="2129" y="3405"/>
                  <a:pt x="2094" y="3403"/>
                </a:cubicBezTo>
                <a:cubicBezTo>
                  <a:pt x="2081" y="3402"/>
                  <a:pt x="2067" y="3400"/>
                  <a:pt x="2054" y="3398"/>
                </a:cubicBezTo>
                <a:lnTo>
                  <a:pt x="2054" y="3398"/>
                </a:lnTo>
                <a:cubicBezTo>
                  <a:pt x="1975" y="3376"/>
                  <a:pt x="1893" y="3365"/>
                  <a:pt x="1814" y="3340"/>
                </a:cubicBezTo>
                <a:cubicBezTo>
                  <a:pt x="1797" y="3334"/>
                  <a:pt x="1778" y="3326"/>
                  <a:pt x="1762" y="3321"/>
                </a:cubicBezTo>
                <a:cubicBezTo>
                  <a:pt x="1752" y="3318"/>
                  <a:pt x="1745" y="3316"/>
                  <a:pt x="1740" y="3315"/>
                </a:cubicBezTo>
                <a:lnTo>
                  <a:pt x="1740" y="3315"/>
                </a:lnTo>
                <a:cubicBezTo>
                  <a:pt x="1716" y="3301"/>
                  <a:pt x="1691" y="3283"/>
                  <a:pt x="1679" y="3277"/>
                </a:cubicBezTo>
                <a:cubicBezTo>
                  <a:pt x="1648" y="3258"/>
                  <a:pt x="1616" y="3241"/>
                  <a:pt x="1587" y="3220"/>
                </a:cubicBezTo>
                <a:cubicBezTo>
                  <a:pt x="1572" y="3210"/>
                  <a:pt x="1557" y="3199"/>
                  <a:pt x="1543" y="3191"/>
                </a:cubicBezTo>
                <a:cubicBezTo>
                  <a:pt x="1525" y="3180"/>
                  <a:pt x="1519" y="3175"/>
                  <a:pt x="1519" y="3175"/>
                </a:cubicBezTo>
                <a:lnTo>
                  <a:pt x="1519" y="3175"/>
                </a:lnTo>
                <a:cubicBezTo>
                  <a:pt x="1518" y="3175"/>
                  <a:pt x="1582" y="3218"/>
                  <a:pt x="1580" y="3218"/>
                </a:cubicBezTo>
                <a:cubicBezTo>
                  <a:pt x="1580" y="3218"/>
                  <a:pt x="1579" y="3218"/>
                  <a:pt x="1578" y="3218"/>
                </a:cubicBezTo>
                <a:cubicBezTo>
                  <a:pt x="1542" y="3218"/>
                  <a:pt x="1420" y="3070"/>
                  <a:pt x="1399" y="3045"/>
                </a:cubicBezTo>
                <a:cubicBezTo>
                  <a:pt x="1384" y="3030"/>
                  <a:pt x="1353" y="2977"/>
                  <a:pt x="1351" y="2977"/>
                </a:cubicBezTo>
                <a:lnTo>
                  <a:pt x="1351" y="2977"/>
                </a:lnTo>
                <a:cubicBezTo>
                  <a:pt x="1350" y="2977"/>
                  <a:pt x="1354" y="2985"/>
                  <a:pt x="1363" y="3005"/>
                </a:cubicBezTo>
                <a:cubicBezTo>
                  <a:pt x="1372" y="3025"/>
                  <a:pt x="1375" y="3032"/>
                  <a:pt x="1374" y="3032"/>
                </a:cubicBezTo>
                <a:cubicBezTo>
                  <a:pt x="1372" y="3032"/>
                  <a:pt x="1335" y="2962"/>
                  <a:pt x="1326" y="2946"/>
                </a:cubicBezTo>
                <a:cubicBezTo>
                  <a:pt x="1285" y="2881"/>
                  <a:pt x="1252" y="2814"/>
                  <a:pt x="1215" y="2746"/>
                </a:cubicBezTo>
                <a:lnTo>
                  <a:pt x="1215" y="2746"/>
                </a:lnTo>
                <a:cubicBezTo>
                  <a:pt x="1214" y="2743"/>
                  <a:pt x="1213" y="2740"/>
                  <a:pt x="1212" y="2736"/>
                </a:cubicBezTo>
                <a:cubicBezTo>
                  <a:pt x="1199" y="2702"/>
                  <a:pt x="1187" y="2668"/>
                  <a:pt x="1176" y="2635"/>
                </a:cubicBezTo>
                <a:cubicBezTo>
                  <a:pt x="1153" y="2559"/>
                  <a:pt x="1132" y="2481"/>
                  <a:pt x="1119" y="2403"/>
                </a:cubicBezTo>
                <a:cubicBezTo>
                  <a:pt x="1119" y="2401"/>
                  <a:pt x="1118" y="2399"/>
                  <a:pt x="1118" y="2397"/>
                </a:cubicBezTo>
                <a:lnTo>
                  <a:pt x="1118" y="2397"/>
                </a:lnTo>
                <a:cubicBezTo>
                  <a:pt x="1122" y="2365"/>
                  <a:pt x="1108" y="2315"/>
                  <a:pt x="1106" y="2283"/>
                </a:cubicBezTo>
                <a:cubicBezTo>
                  <a:pt x="1102" y="2203"/>
                  <a:pt x="1102" y="2123"/>
                  <a:pt x="1106" y="2043"/>
                </a:cubicBezTo>
                <a:cubicBezTo>
                  <a:pt x="1107" y="2033"/>
                  <a:pt x="1110" y="2004"/>
                  <a:pt x="1113" y="1978"/>
                </a:cubicBezTo>
                <a:lnTo>
                  <a:pt x="1113" y="1978"/>
                </a:lnTo>
                <a:cubicBezTo>
                  <a:pt x="1117" y="1953"/>
                  <a:pt x="1123" y="1911"/>
                  <a:pt x="1125" y="1899"/>
                </a:cubicBezTo>
                <a:cubicBezTo>
                  <a:pt x="1144" y="1813"/>
                  <a:pt x="1170" y="1731"/>
                  <a:pt x="1197" y="1647"/>
                </a:cubicBezTo>
                <a:cubicBezTo>
                  <a:pt x="1199" y="1642"/>
                  <a:pt x="1200" y="1637"/>
                  <a:pt x="1201" y="1634"/>
                </a:cubicBezTo>
                <a:lnTo>
                  <a:pt x="1201" y="1634"/>
                </a:lnTo>
                <a:cubicBezTo>
                  <a:pt x="1203" y="1630"/>
                  <a:pt x="1205" y="1626"/>
                  <a:pt x="1208" y="1621"/>
                </a:cubicBezTo>
                <a:cubicBezTo>
                  <a:pt x="1227" y="1583"/>
                  <a:pt x="1246" y="1543"/>
                  <a:pt x="1269" y="1507"/>
                </a:cubicBezTo>
                <a:cubicBezTo>
                  <a:pt x="1290" y="1470"/>
                  <a:pt x="1313" y="1434"/>
                  <a:pt x="1338" y="1398"/>
                </a:cubicBezTo>
                <a:cubicBezTo>
                  <a:pt x="1341" y="1394"/>
                  <a:pt x="1344" y="1390"/>
                  <a:pt x="1346" y="1386"/>
                </a:cubicBezTo>
                <a:lnTo>
                  <a:pt x="1346" y="1386"/>
                </a:lnTo>
                <a:cubicBezTo>
                  <a:pt x="1346" y="1386"/>
                  <a:pt x="1346" y="1386"/>
                  <a:pt x="1347" y="1385"/>
                </a:cubicBezTo>
                <a:cubicBezTo>
                  <a:pt x="1399" y="1329"/>
                  <a:pt x="1454" y="1275"/>
                  <a:pt x="1511" y="1223"/>
                </a:cubicBezTo>
                <a:lnTo>
                  <a:pt x="1511" y="1223"/>
                </a:lnTo>
                <a:cubicBezTo>
                  <a:pt x="1524" y="1213"/>
                  <a:pt x="1537" y="1203"/>
                  <a:pt x="1551" y="1194"/>
                </a:cubicBezTo>
                <a:cubicBezTo>
                  <a:pt x="1589" y="1170"/>
                  <a:pt x="1627" y="1147"/>
                  <a:pt x="1667" y="1126"/>
                </a:cubicBezTo>
                <a:cubicBezTo>
                  <a:pt x="1682" y="1119"/>
                  <a:pt x="1697" y="1111"/>
                  <a:pt x="1712" y="1103"/>
                </a:cubicBezTo>
                <a:lnTo>
                  <a:pt x="1712" y="1103"/>
                </a:lnTo>
                <a:cubicBezTo>
                  <a:pt x="1755" y="1090"/>
                  <a:pt x="1797" y="1075"/>
                  <a:pt x="1840" y="1063"/>
                </a:cubicBezTo>
                <a:cubicBezTo>
                  <a:pt x="1884" y="1050"/>
                  <a:pt x="1928" y="1042"/>
                  <a:pt x="1970" y="1031"/>
                </a:cubicBezTo>
                <a:cubicBezTo>
                  <a:pt x="1976" y="1030"/>
                  <a:pt x="1983" y="1028"/>
                  <a:pt x="1990" y="1026"/>
                </a:cubicBezTo>
                <a:lnTo>
                  <a:pt x="1990" y="1026"/>
                </a:lnTo>
                <a:cubicBezTo>
                  <a:pt x="2008" y="1025"/>
                  <a:pt x="2026" y="1024"/>
                  <a:pt x="2042" y="1023"/>
                </a:cubicBezTo>
                <a:cubicBezTo>
                  <a:pt x="2063" y="1021"/>
                  <a:pt x="2083" y="1018"/>
                  <a:pt x="2104" y="1015"/>
                </a:cubicBezTo>
                <a:lnTo>
                  <a:pt x="2104" y="1015"/>
                </a:lnTo>
                <a:cubicBezTo>
                  <a:pt x="2127" y="1013"/>
                  <a:pt x="2151" y="1010"/>
                  <a:pt x="2175" y="1006"/>
                </a:cubicBezTo>
                <a:cubicBezTo>
                  <a:pt x="2200" y="1002"/>
                  <a:pt x="2223" y="998"/>
                  <a:pt x="2248" y="996"/>
                </a:cubicBezTo>
                <a:lnTo>
                  <a:pt x="2248" y="996"/>
                </a:lnTo>
                <a:cubicBezTo>
                  <a:pt x="2202" y="1002"/>
                  <a:pt x="2186" y="1004"/>
                  <a:pt x="2186" y="1004"/>
                </a:cubicBezTo>
                <a:cubicBezTo>
                  <a:pt x="2187" y="1004"/>
                  <a:pt x="2227" y="999"/>
                  <a:pt x="2246" y="998"/>
                </a:cubicBezTo>
                <a:cubicBezTo>
                  <a:pt x="2293" y="996"/>
                  <a:pt x="2341" y="991"/>
                  <a:pt x="2387" y="989"/>
                </a:cubicBezTo>
                <a:close/>
                <a:moveTo>
                  <a:pt x="2431" y="0"/>
                </a:moveTo>
                <a:cubicBezTo>
                  <a:pt x="2283" y="0"/>
                  <a:pt x="2134" y="12"/>
                  <a:pt x="1987" y="33"/>
                </a:cubicBezTo>
                <a:lnTo>
                  <a:pt x="1987" y="33"/>
                </a:lnTo>
                <a:cubicBezTo>
                  <a:pt x="1519" y="79"/>
                  <a:pt x="1082" y="246"/>
                  <a:pt x="738" y="578"/>
                </a:cubicBezTo>
                <a:cubicBezTo>
                  <a:pt x="443" y="863"/>
                  <a:pt x="236" y="1259"/>
                  <a:pt x="158" y="1661"/>
                </a:cubicBezTo>
                <a:cubicBezTo>
                  <a:pt x="0" y="2477"/>
                  <a:pt x="228" y="3403"/>
                  <a:pt x="896" y="3941"/>
                </a:cubicBezTo>
                <a:cubicBezTo>
                  <a:pt x="1283" y="4251"/>
                  <a:pt x="1777" y="4404"/>
                  <a:pt x="2272" y="4404"/>
                </a:cubicBezTo>
                <a:cubicBezTo>
                  <a:pt x="2762" y="4404"/>
                  <a:pt x="3253" y="4255"/>
                  <a:pt x="3645" y="3962"/>
                </a:cubicBezTo>
                <a:cubicBezTo>
                  <a:pt x="4395" y="3401"/>
                  <a:pt x="4700" y="2409"/>
                  <a:pt x="4443" y="1512"/>
                </a:cubicBezTo>
                <a:cubicBezTo>
                  <a:pt x="4302" y="1025"/>
                  <a:pt x="4003" y="604"/>
                  <a:pt x="3582" y="321"/>
                </a:cubicBezTo>
                <a:cubicBezTo>
                  <a:pt x="3236" y="89"/>
                  <a:pt x="2836" y="0"/>
                  <a:pt x="2431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21" name="Google Shape;9921;p34"/>
          <p:cNvSpPr/>
          <p:nvPr/>
        </p:nvSpPr>
        <p:spPr>
          <a:xfrm>
            <a:off x="6972450" y="1587425"/>
            <a:ext cx="176025" cy="165050"/>
          </a:xfrm>
          <a:custGeom>
            <a:rect b="b" l="l" r="r" t="t"/>
            <a:pathLst>
              <a:path extrusionOk="0" h="6602" w="7041">
                <a:moveTo>
                  <a:pt x="4935" y="1378"/>
                </a:moveTo>
                <a:cubicBezTo>
                  <a:pt x="4939" y="1380"/>
                  <a:pt x="4948" y="1387"/>
                  <a:pt x="4965" y="1400"/>
                </a:cubicBezTo>
                <a:cubicBezTo>
                  <a:pt x="4955" y="1392"/>
                  <a:pt x="4945" y="1385"/>
                  <a:pt x="4935" y="1378"/>
                </a:cubicBezTo>
                <a:close/>
                <a:moveTo>
                  <a:pt x="1630" y="1762"/>
                </a:moveTo>
                <a:lnTo>
                  <a:pt x="1630" y="1762"/>
                </a:lnTo>
                <a:cubicBezTo>
                  <a:pt x="1621" y="1773"/>
                  <a:pt x="1618" y="1778"/>
                  <a:pt x="1618" y="1778"/>
                </a:cubicBezTo>
                <a:cubicBezTo>
                  <a:pt x="1618" y="1778"/>
                  <a:pt x="1623" y="1771"/>
                  <a:pt x="1630" y="1762"/>
                </a:cubicBezTo>
                <a:close/>
                <a:moveTo>
                  <a:pt x="3639" y="986"/>
                </a:moveTo>
                <a:cubicBezTo>
                  <a:pt x="4036" y="986"/>
                  <a:pt x="4418" y="1072"/>
                  <a:pt x="4734" y="1250"/>
                </a:cubicBezTo>
                <a:cubicBezTo>
                  <a:pt x="4786" y="1280"/>
                  <a:pt x="4839" y="1313"/>
                  <a:pt x="4890" y="1347"/>
                </a:cubicBezTo>
                <a:cubicBezTo>
                  <a:pt x="4906" y="1357"/>
                  <a:pt x="4921" y="1367"/>
                  <a:pt x="4935" y="1378"/>
                </a:cubicBezTo>
                <a:lnTo>
                  <a:pt x="4935" y="1378"/>
                </a:lnTo>
                <a:cubicBezTo>
                  <a:pt x="4934" y="1377"/>
                  <a:pt x="4933" y="1376"/>
                  <a:pt x="4933" y="1376"/>
                </a:cubicBezTo>
                <a:lnTo>
                  <a:pt x="4933" y="1376"/>
                </a:lnTo>
                <a:cubicBezTo>
                  <a:pt x="4934" y="1376"/>
                  <a:pt x="4964" y="1397"/>
                  <a:pt x="4972" y="1404"/>
                </a:cubicBezTo>
                <a:cubicBezTo>
                  <a:pt x="5081" y="1495"/>
                  <a:pt x="5182" y="1594"/>
                  <a:pt x="5275" y="1701"/>
                </a:cubicBezTo>
                <a:cubicBezTo>
                  <a:pt x="5296" y="1724"/>
                  <a:pt x="5315" y="1747"/>
                  <a:pt x="5332" y="1771"/>
                </a:cubicBezTo>
                <a:cubicBezTo>
                  <a:pt x="5336" y="1776"/>
                  <a:pt x="5339" y="1780"/>
                  <a:pt x="5342" y="1782"/>
                </a:cubicBezTo>
                <a:lnTo>
                  <a:pt x="5342" y="1782"/>
                </a:lnTo>
                <a:cubicBezTo>
                  <a:pt x="5378" y="1835"/>
                  <a:pt x="5414" y="1889"/>
                  <a:pt x="5446" y="1943"/>
                </a:cubicBezTo>
                <a:cubicBezTo>
                  <a:pt x="5477" y="1994"/>
                  <a:pt x="5507" y="2045"/>
                  <a:pt x="5534" y="2097"/>
                </a:cubicBezTo>
                <a:cubicBezTo>
                  <a:pt x="5548" y="2126"/>
                  <a:pt x="5603" y="2244"/>
                  <a:pt x="5604" y="2244"/>
                </a:cubicBezTo>
                <a:cubicBezTo>
                  <a:pt x="5605" y="2244"/>
                  <a:pt x="5604" y="2244"/>
                  <a:pt x="5604" y="2242"/>
                </a:cubicBezTo>
                <a:lnTo>
                  <a:pt x="5604" y="2242"/>
                </a:lnTo>
                <a:cubicBezTo>
                  <a:pt x="5646" y="2347"/>
                  <a:pt x="5682" y="2454"/>
                  <a:pt x="5711" y="2561"/>
                </a:cubicBezTo>
                <a:cubicBezTo>
                  <a:pt x="5726" y="2620"/>
                  <a:pt x="5741" y="2679"/>
                  <a:pt x="5751" y="2738"/>
                </a:cubicBezTo>
                <a:cubicBezTo>
                  <a:pt x="5756" y="2758"/>
                  <a:pt x="5778" y="2901"/>
                  <a:pt x="5781" y="2901"/>
                </a:cubicBezTo>
                <a:cubicBezTo>
                  <a:pt x="5781" y="2901"/>
                  <a:pt x="5781" y="2892"/>
                  <a:pt x="5779" y="2872"/>
                </a:cubicBezTo>
                <a:lnTo>
                  <a:pt x="5779" y="2872"/>
                </a:lnTo>
                <a:cubicBezTo>
                  <a:pt x="5793" y="2999"/>
                  <a:pt x="5800" y="3127"/>
                  <a:pt x="5800" y="3256"/>
                </a:cubicBezTo>
                <a:cubicBezTo>
                  <a:pt x="5798" y="3323"/>
                  <a:pt x="5796" y="3393"/>
                  <a:pt x="5791" y="3460"/>
                </a:cubicBezTo>
                <a:cubicBezTo>
                  <a:pt x="5787" y="3518"/>
                  <a:pt x="5781" y="3572"/>
                  <a:pt x="5780" y="3582"/>
                </a:cubicBezTo>
                <a:lnTo>
                  <a:pt x="5780" y="3582"/>
                </a:lnTo>
                <a:cubicBezTo>
                  <a:pt x="5759" y="3706"/>
                  <a:pt x="5734" y="3831"/>
                  <a:pt x="5699" y="3953"/>
                </a:cubicBezTo>
                <a:cubicBezTo>
                  <a:pt x="5682" y="4012"/>
                  <a:pt x="5663" y="4069"/>
                  <a:pt x="5642" y="4126"/>
                </a:cubicBezTo>
                <a:cubicBezTo>
                  <a:pt x="5631" y="4155"/>
                  <a:pt x="5621" y="4183"/>
                  <a:pt x="5610" y="4212"/>
                </a:cubicBezTo>
                <a:cubicBezTo>
                  <a:pt x="5606" y="4223"/>
                  <a:pt x="5602" y="4232"/>
                  <a:pt x="5600" y="4238"/>
                </a:cubicBezTo>
                <a:lnTo>
                  <a:pt x="5600" y="4238"/>
                </a:lnTo>
                <a:cubicBezTo>
                  <a:pt x="5597" y="4244"/>
                  <a:pt x="5593" y="4252"/>
                  <a:pt x="5589" y="4261"/>
                </a:cubicBezTo>
                <a:cubicBezTo>
                  <a:pt x="5534" y="4370"/>
                  <a:pt x="5477" y="4478"/>
                  <a:pt x="5412" y="4581"/>
                </a:cubicBezTo>
                <a:cubicBezTo>
                  <a:pt x="5311" y="4737"/>
                  <a:pt x="5324" y="4720"/>
                  <a:pt x="5189" y="4863"/>
                </a:cubicBezTo>
                <a:cubicBezTo>
                  <a:pt x="4814" y="5261"/>
                  <a:pt x="4355" y="5476"/>
                  <a:pt x="3756" y="5573"/>
                </a:cubicBezTo>
                <a:cubicBezTo>
                  <a:pt x="3620" y="5595"/>
                  <a:pt x="3482" y="5605"/>
                  <a:pt x="3344" y="5605"/>
                </a:cubicBezTo>
                <a:cubicBezTo>
                  <a:pt x="2954" y="5605"/>
                  <a:pt x="2572" y="5519"/>
                  <a:pt x="2265" y="5346"/>
                </a:cubicBezTo>
                <a:cubicBezTo>
                  <a:pt x="2214" y="5316"/>
                  <a:pt x="2164" y="5285"/>
                  <a:pt x="2113" y="5253"/>
                </a:cubicBezTo>
                <a:cubicBezTo>
                  <a:pt x="2098" y="5243"/>
                  <a:pt x="2015" y="5180"/>
                  <a:pt x="2013" y="5180"/>
                </a:cubicBezTo>
                <a:lnTo>
                  <a:pt x="2013" y="5180"/>
                </a:lnTo>
                <a:cubicBezTo>
                  <a:pt x="2013" y="5180"/>
                  <a:pt x="2019" y="5186"/>
                  <a:pt x="2037" y="5200"/>
                </a:cubicBezTo>
                <a:cubicBezTo>
                  <a:pt x="1930" y="5114"/>
                  <a:pt x="1831" y="5019"/>
                  <a:pt x="1740" y="4916"/>
                </a:cubicBezTo>
                <a:cubicBezTo>
                  <a:pt x="1728" y="4902"/>
                  <a:pt x="1675" y="4837"/>
                  <a:pt x="1657" y="4816"/>
                </a:cubicBezTo>
                <a:lnTo>
                  <a:pt x="1657" y="4816"/>
                </a:lnTo>
                <a:cubicBezTo>
                  <a:pt x="1647" y="4801"/>
                  <a:pt x="1584" y="4711"/>
                  <a:pt x="1570" y="4688"/>
                </a:cubicBezTo>
                <a:cubicBezTo>
                  <a:pt x="1500" y="4579"/>
                  <a:pt x="1439" y="4465"/>
                  <a:pt x="1382" y="4347"/>
                </a:cubicBezTo>
                <a:cubicBezTo>
                  <a:pt x="1372" y="4327"/>
                  <a:pt x="1369" y="4322"/>
                  <a:pt x="1368" y="4322"/>
                </a:cubicBezTo>
                <a:lnTo>
                  <a:pt x="1368" y="4322"/>
                </a:lnTo>
                <a:cubicBezTo>
                  <a:pt x="1368" y="4322"/>
                  <a:pt x="1368" y="4322"/>
                  <a:pt x="1368" y="4322"/>
                </a:cubicBezTo>
                <a:lnTo>
                  <a:pt x="1368" y="4322"/>
                </a:lnTo>
                <a:cubicBezTo>
                  <a:pt x="1366" y="4315"/>
                  <a:pt x="1360" y="4299"/>
                  <a:pt x="1348" y="4265"/>
                </a:cubicBezTo>
                <a:cubicBezTo>
                  <a:pt x="1329" y="4210"/>
                  <a:pt x="1308" y="4155"/>
                  <a:pt x="1291" y="4101"/>
                </a:cubicBezTo>
                <a:cubicBezTo>
                  <a:pt x="1251" y="3974"/>
                  <a:pt x="1220" y="3848"/>
                  <a:pt x="1197" y="3717"/>
                </a:cubicBezTo>
                <a:cubicBezTo>
                  <a:pt x="1192" y="3696"/>
                  <a:pt x="1179" y="3596"/>
                  <a:pt x="1178" y="3596"/>
                </a:cubicBezTo>
                <a:lnTo>
                  <a:pt x="1178" y="3596"/>
                </a:lnTo>
                <a:cubicBezTo>
                  <a:pt x="1178" y="3596"/>
                  <a:pt x="1179" y="3606"/>
                  <a:pt x="1182" y="3633"/>
                </a:cubicBezTo>
                <a:cubicBezTo>
                  <a:pt x="1173" y="3568"/>
                  <a:pt x="1167" y="3502"/>
                  <a:pt x="1165" y="3437"/>
                </a:cubicBezTo>
                <a:cubicBezTo>
                  <a:pt x="1157" y="3304"/>
                  <a:pt x="1157" y="3174"/>
                  <a:pt x="1165" y="3041"/>
                </a:cubicBezTo>
                <a:cubicBezTo>
                  <a:pt x="1167" y="3011"/>
                  <a:pt x="1179" y="2898"/>
                  <a:pt x="1181" y="2870"/>
                </a:cubicBezTo>
                <a:lnTo>
                  <a:pt x="1181" y="2870"/>
                </a:lnTo>
                <a:cubicBezTo>
                  <a:pt x="1186" y="2847"/>
                  <a:pt x="1203" y="2750"/>
                  <a:pt x="1209" y="2721"/>
                </a:cubicBezTo>
                <a:cubicBezTo>
                  <a:pt x="1239" y="2580"/>
                  <a:pt x="1281" y="2443"/>
                  <a:pt x="1327" y="2306"/>
                </a:cubicBezTo>
                <a:cubicBezTo>
                  <a:pt x="1342" y="2262"/>
                  <a:pt x="1345" y="2248"/>
                  <a:pt x="1346" y="2244"/>
                </a:cubicBezTo>
                <a:lnTo>
                  <a:pt x="1346" y="2244"/>
                </a:lnTo>
                <a:cubicBezTo>
                  <a:pt x="1348" y="2241"/>
                  <a:pt x="1355" y="2229"/>
                  <a:pt x="1376" y="2188"/>
                </a:cubicBezTo>
                <a:cubicBezTo>
                  <a:pt x="1407" y="2125"/>
                  <a:pt x="1439" y="2059"/>
                  <a:pt x="1475" y="1998"/>
                </a:cubicBezTo>
                <a:cubicBezTo>
                  <a:pt x="1511" y="1937"/>
                  <a:pt x="1551" y="1878"/>
                  <a:pt x="1588" y="1819"/>
                </a:cubicBezTo>
                <a:cubicBezTo>
                  <a:pt x="1603" y="1799"/>
                  <a:pt x="1618" y="1779"/>
                  <a:pt x="1632" y="1759"/>
                </a:cubicBezTo>
                <a:lnTo>
                  <a:pt x="1632" y="1759"/>
                </a:lnTo>
                <a:cubicBezTo>
                  <a:pt x="1639" y="1751"/>
                  <a:pt x="1646" y="1741"/>
                  <a:pt x="1654" y="1733"/>
                </a:cubicBezTo>
                <a:cubicBezTo>
                  <a:pt x="1744" y="1632"/>
                  <a:pt x="1839" y="1535"/>
                  <a:pt x="1945" y="1446"/>
                </a:cubicBezTo>
                <a:cubicBezTo>
                  <a:pt x="1949" y="1443"/>
                  <a:pt x="1952" y="1440"/>
                  <a:pt x="1955" y="1437"/>
                </a:cubicBezTo>
                <a:lnTo>
                  <a:pt x="1955" y="1437"/>
                </a:lnTo>
                <a:cubicBezTo>
                  <a:pt x="1958" y="1435"/>
                  <a:pt x="1960" y="1434"/>
                  <a:pt x="1963" y="1431"/>
                </a:cubicBezTo>
                <a:cubicBezTo>
                  <a:pt x="1993" y="1410"/>
                  <a:pt x="2022" y="1389"/>
                  <a:pt x="2054" y="1370"/>
                </a:cubicBezTo>
                <a:cubicBezTo>
                  <a:pt x="2115" y="1328"/>
                  <a:pt x="2180" y="1292"/>
                  <a:pt x="2246" y="1257"/>
                </a:cubicBezTo>
                <a:cubicBezTo>
                  <a:pt x="2372" y="1191"/>
                  <a:pt x="2412" y="1174"/>
                  <a:pt x="2604" y="1120"/>
                </a:cubicBezTo>
                <a:cubicBezTo>
                  <a:pt x="2802" y="1065"/>
                  <a:pt x="2859" y="1059"/>
                  <a:pt x="3023" y="1044"/>
                </a:cubicBezTo>
                <a:cubicBezTo>
                  <a:pt x="3046" y="1042"/>
                  <a:pt x="3069" y="1039"/>
                  <a:pt x="3092" y="1035"/>
                </a:cubicBezTo>
                <a:lnTo>
                  <a:pt x="3092" y="1035"/>
                </a:lnTo>
                <a:cubicBezTo>
                  <a:pt x="3113" y="1033"/>
                  <a:pt x="3134" y="1031"/>
                  <a:pt x="3156" y="1027"/>
                </a:cubicBezTo>
                <a:cubicBezTo>
                  <a:pt x="3317" y="1000"/>
                  <a:pt x="3479" y="986"/>
                  <a:pt x="3639" y="986"/>
                </a:cubicBezTo>
                <a:close/>
                <a:moveTo>
                  <a:pt x="3656" y="0"/>
                </a:moveTo>
                <a:cubicBezTo>
                  <a:pt x="3424" y="0"/>
                  <a:pt x="3191" y="20"/>
                  <a:pt x="2962" y="55"/>
                </a:cubicBezTo>
                <a:lnTo>
                  <a:pt x="2962" y="55"/>
                </a:lnTo>
                <a:cubicBezTo>
                  <a:pt x="1592" y="189"/>
                  <a:pt x="506" y="1128"/>
                  <a:pt x="238" y="2500"/>
                </a:cubicBezTo>
                <a:cubicBezTo>
                  <a:pt x="0" y="3730"/>
                  <a:pt x="360" y="5131"/>
                  <a:pt x="1367" y="5933"/>
                </a:cubicBezTo>
                <a:cubicBezTo>
                  <a:pt x="1934" y="6385"/>
                  <a:pt x="2656" y="6602"/>
                  <a:pt x="3382" y="6602"/>
                </a:cubicBezTo>
                <a:cubicBezTo>
                  <a:pt x="4138" y="6602"/>
                  <a:pt x="4898" y="6367"/>
                  <a:pt x="5494" y="5917"/>
                </a:cubicBezTo>
                <a:cubicBezTo>
                  <a:pt x="6607" y="5078"/>
                  <a:pt x="7041" y="3580"/>
                  <a:pt x="6659" y="2253"/>
                </a:cubicBezTo>
                <a:cubicBezTo>
                  <a:pt x="6453" y="1537"/>
                  <a:pt x="6015" y="905"/>
                  <a:pt x="5393" y="488"/>
                </a:cubicBezTo>
                <a:cubicBezTo>
                  <a:pt x="4872" y="137"/>
                  <a:pt x="4267" y="0"/>
                  <a:pt x="3656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22" name="Google Shape;9922;p34"/>
          <p:cNvSpPr txBox="1"/>
          <p:nvPr/>
        </p:nvSpPr>
        <p:spPr>
          <a:xfrm>
            <a:off x="1253825" y="1346568"/>
            <a:ext cx="6674100" cy="27090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2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7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 high-fidelity prototype is a polished and interactive representation of the Intelligent Lecture Assistant app, closely resembling the final product. It begins with a visually engaging Welcome Screen for signing up or logging in, leading to a dynamic Homepage where users can access lectures, start live sessions, or create content. Features like real-time transcription with highlighted key points, organized notes and summaries, customizable quizzes, and assignments are seamlessly integrated. The design includes a Profile Page for analytics and recommendations.</a:t>
            </a:r>
            <a:endParaRPr i="0" sz="17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23" name="Google Shape;9923;p34"/>
          <p:cNvSpPr/>
          <p:nvPr/>
        </p:nvSpPr>
        <p:spPr>
          <a:xfrm rot="-4499992">
            <a:off x="7647020" y="2254847"/>
            <a:ext cx="585793" cy="623413"/>
          </a:xfrm>
          <a:custGeom>
            <a:rect b="b" l="l" r="r" t="t"/>
            <a:pathLst>
              <a:path extrusionOk="0" h="29017" w="27269">
                <a:moveTo>
                  <a:pt x="22507" y="0"/>
                </a:moveTo>
                <a:cubicBezTo>
                  <a:pt x="21719" y="0"/>
                  <a:pt x="20932" y="201"/>
                  <a:pt x="20248" y="603"/>
                </a:cubicBezTo>
                <a:cubicBezTo>
                  <a:pt x="20101" y="684"/>
                  <a:pt x="19960" y="774"/>
                  <a:pt x="19827" y="877"/>
                </a:cubicBezTo>
                <a:cubicBezTo>
                  <a:pt x="19689" y="973"/>
                  <a:pt x="19562" y="1080"/>
                  <a:pt x="19439" y="1195"/>
                </a:cubicBezTo>
                <a:cubicBezTo>
                  <a:pt x="19306" y="1313"/>
                  <a:pt x="19214" y="1408"/>
                  <a:pt x="19117" y="1505"/>
                </a:cubicBezTo>
                <a:lnTo>
                  <a:pt x="18821" y="1800"/>
                </a:lnTo>
                <a:lnTo>
                  <a:pt x="17642" y="2975"/>
                </a:lnTo>
                <a:lnTo>
                  <a:pt x="8210" y="12373"/>
                </a:lnTo>
                <a:lnTo>
                  <a:pt x="3494" y="17071"/>
                </a:lnTo>
                <a:lnTo>
                  <a:pt x="2315" y="18246"/>
                </a:lnTo>
                <a:lnTo>
                  <a:pt x="1721" y="18842"/>
                </a:lnTo>
                <a:cubicBezTo>
                  <a:pt x="1504" y="19073"/>
                  <a:pt x="1291" y="19311"/>
                  <a:pt x="1110" y="19576"/>
                </a:cubicBezTo>
                <a:cubicBezTo>
                  <a:pt x="744" y="20099"/>
                  <a:pt x="454" y="20675"/>
                  <a:pt x="267" y="21287"/>
                </a:cubicBezTo>
                <a:cubicBezTo>
                  <a:pt x="86" y="21900"/>
                  <a:pt x="1" y="22538"/>
                  <a:pt x="13" y="23174"/>
                </a:cubicBezTo>
                <a:cubicBezTo>
                  <a:pt x="35" y="24451"/>
                  <a:pt x="496" y="25713"/>
                  <a:pt x="1281" y="26719"/>
                </a:cubicBezTo>
                <a:cubicBezTo>
                  <a:pt x="1679" y="27216"/>
                  <a:pt x="2146" y="27657"/>
                  <a:pt x="2675" y="28015"/>
                </a:cubicBezTo>
                <a:cubicBezTo>
                  <a:pt x="3210" y="28365"/>
                  <a:pt x="3798" y="28634"/>
                  <a:pt x="4413" y="28805"/>
                </a:cubicBezTo>
                <a:cubicBezTo>
                  <a:pt x="4924" y="28947"/>
                  <a:pt x="5453" y="29016"/>
                  <a:pt x="5983" y="29016"/>
                </a:cubicBezTo>
                <a:cubicBezTo>
                  <a:pt x="6728" y="29016"/>
                  <a:pt x="7474" y="28878"/>
                  <a:pt x="8170" y="28610"/>
                </a:cubicBezTo>
                <a:cubicBezTo>
                  <a:pt x="8765" y="28375"/>
                  <a:pt x="9319" y="28045"/>
                  <a:pt x="9814" y="27642"/>
                </a:cubicBezTo>
                <a:lnTo>
                  <a:pt x="10170" y="27323"/>
                </a:lnTo>
                <a:cubicBezTo>
                  <a:pt x="10285" y="27216"/>
                  <a:pt x="10371" y="27125"/>
                  <a:pt x="10472" y="27025"/>
                </a:cubicBezTo>
                <a:lnTo>
                  <a:pt x="11063" y="26437"/>
                </a:lnTo>
                <a:lnTo>
                  <a:pt x="20495" y="17039"/>
                </a:lnTo>
                <a:cubicBezTo>
                  <a:pt x="21385" y="16152"/>
                  <a:pt x="21860" y="15184"/>
                  <a:pt x="21554" y="14878"/>
                </a:cubicBezTo>
                <a:cubicBezTo>
                  <a:pt x="21491" y="14814"/>
                  <a:pt x="21400" y="14784"/>
                  <a:pt x="21287" y="14784"/>
                </a:cubicBezTo>
                <a:cubicBezTo>
                  <a:pt x="20852" y="14784"/>
                  <a:pt x="20096" y="15227"/>
                  <a:pt x="19389" y="15931"/>
                </a:cubicBezTo>
                <a:lnTo>
                  <a:pt x="9957" y="25329"/>
                </a:lnTo>
                <a:lnTo>
                  <a:pt x="9369" y="25916"/>
                </a:lnTo>
                <a:cubicBezTo>
                  <a:pt x="9272" y="26009"/>
                  <a:pt x="9166" y="26121"/>
                  <a:pt x="9079" y="26200"/>
                </a:cubicBezTo>
                <a:lnTo>
                  <a:pt x="8814" y="26439"/>
                </a:lnTo>
                <a:cubicBezTo>
                  <a:pt x="8448" y="26735"/>
                  <a:pt x="8041" y="26978"/>
                  <a:pt x="7603" y="27152"/>
                </a:cubicBezTo>
                <a:cubicBezTo>
                  <a:pt x="7090" y="27349"/>
                  <a:pt x="6538" y="27451"/>
                  <a:pt x="5987" y="27451"/>
                </a:cubicBezTo>
                <a:cubicBezTo>
                  <a:pt x="5595" y="27451"/>
                  <a:pt x="5204" y="27399"/>
                  <a:pt x="4826" y="27294"/>
                </a:cubicBezTo>
                <a:cubicBezTo>
                  <a:pt x="4373" y="27166"/>
                  <a:pt x="3939" y="26970"/>
                  <a:pt x="3544" y="26715"/>
                </a:cubicBezTo>
                <a:cubicBezTo>
                  <a:pt x="3154" y="26449"/>
                  <a:pt x="2808" y="26121"/>
                  <a:pt x="2512" y="25753"/>
                </a:cubicBezTo>
                <a:cubicBezTo>
                  <a:pt x="1935" y="25011"/>
                  <a:pt x="1591" y="24083"/>
                  <a:pt x="1577" y="23138"/>
                </a:cubicBezTo>
                <a:cubicBezTo>
                  <a:pt x="1570" y="22667"/>
                  <a:pt x="1633" y="22194"/>
                  <a:pt x="1764" y="21743"/>
                </a:cubicBezTo>
                <a:cubicBezTo>
                  <a:pt x="1902" y="21291"/>
                  <a:pt x="2118" y="20866"/>
                  <a:pt x="2387" y="20480"/>
                </a:cubicBezTo>
                <a:cubicBezTo>
                  <a:pt x="2520" y="20285"/>
                  <a:pt x="2677" y="20110"/>
                  <a:pt x="2838" y="19937"/>
                </a:cubicBezTo>
                <a:lnTo>
                  <a:pt x="3418" y="19355"/>
                </a:lnTo>
                <a:lnTo>
                  <a:pt x="4597" y="18180"/>
                </a:lnTo>
                <a:lnTo>
                  <a:pt x="9313" y="13480"/>
                </a:lnTo>
                <a:lnTo>
                  <a:pt x="18747" y="4082"/>
                </a:lnTo>
                <a:lnTo>
                  <a:pt x="19926" y="2907"/>
                </a:lnTo>
                <a:lnTo>
                  <a:pt x="20220" y="2615"/>
                </a:lnTo>
                <a:cubicBezTo>
                  <a:pt x="20318" y="2515"/>
                  <a:pt x="20421" y="2412"/>
                  <a:pt x="20497" y="2348"/>
                </a:cubicBezTo>
                <a:cubicBezTo>
                  <a:pt x="20576" y="2273"/>
                  <a:pt x="20660" y="2201"/>
                  <a:pt x="20751" y="2140"/>
                </a:cubicBezTo>
                <a:cubicBezTo>
                  <a:pt x="20836" y="2070"/>
                  <a:pt x="20930" y="2014"/>
                  <a:pt x="21027" y="1961"/>
                </a:cubicBezTo>
                <a:cubicBezTo>
                  <a:pt x="21473" y="1696"/>
                  <a:pt x="21990" y="1565"/>
                  <a:pt x="22507" y="1565"/>
                </a:cubicBezTo>
                <a:cubicBezTo>
                  <a:pt x="22870" y="1565"/>
                  <a:pt x="23232" y="1629"/>
                  <a:pt x="23570" y="1758"/>
                </a:cubicBezTo>
                <a:cubicBezTo>
                  <a:pt x="24397" y="2056"/>
                  <a:pt x="25065" y="2764"/>
                  <a:pt x="25342" y="3593"/>
                </a:cubicBezTo>
                <a:cubicBezTo>
                  <a:pt x="25634" y="4424"/>
                  <a:pt x="25517" y="5384"/>
                  <a:pt x="25051" y="6128"/>
                </a:cubicBezTo>
                <a:cubicBezTo>
                  <a:pt x="24938" y="6315"/>
                  <a:pt x="24797" y="6486"/>
                  <a:pt x="24646" y="6647"/>
                </a:cubicBezTo>
                <a:lnTo>
                  <a:pt x="24063" y="7229"/>
                </a:lnTo>
                <a:lnTo>
                  <a:pt x="22884" y="8404"/>
                </a:lnTo>
                <a:lnTo>
                  <a:pt x="20526" y="10752"/>
                </a:lnTo>
                <a:lnTo>
                  <a:pt x="15811" y="15452"/>
                </a:lnTo>
                <a:lnTo>
                  <a:pt x="11095" y="20150"/>
                </a:lnTo>
                <a:lnTo>
                  <a:pt x="10506" y="20739"/>
                </a:lnTo>
                <a:cubicBezTo>
                  <a:pt x="10283" y="20961"/>
                  <a:pt x="10170" y="21073"/>
                  <a:pt x="10011" y="21174"/>
                </a:cubicBezTo>
                <a:cubicBezTo>
                  <a:pt x="9754" y="21340"/>
                  <a:pt x="9447" y="21423"/>
                  <a:pt x="9141" y="21423"/>
                </a:cubicBezTo>
                <a:cubicBezTo>
                  <a:pt x="9072" y="21423"/>
                  <a:pt x="9004" y="21419"/>
                  <a:pt x="8936" y="21411"/>
                </a:cubicBezTo>
                <a:cubicBezTo>
                  <a:pt x="8184" y="21331"/>
                  <a:pt x="7552" y="20653"/>
                  <a:pt x="7524" y="19898"/>
                </a:cubicBezTo>
                <a:cubicBezTo>
                  <a:pt x="7500" y="19524"/>
                  <a:pt x="7607" y="19142"/>
                  <a:pt x="7834" y="18846"/>
                </a:cubicBezTo>
                <a:cubicBezTo>
                  <a:pt x="7858" y="18806"/>
                  <a:pt x="7890" y="18770"/>
                  <a:pt x="7922" y="18737"/>
                </a:cubicBezTo>
                <a:cubicBezTo>
                  <a:pt x="7951" y="18701"/>
                  <a:pt x="7979" y="18667"/>
                  <a:pt x="8035" y="18611"/>
                </a:cubicBezTo>
                <a:lnTo>
                  <a:pt x="8325" y="18313"/>
                </a:lnTo>
                <a:lnTo>
                  <a:pt x="8906" y="17717"/>
                </a:lnTo>
                <a:lnTo>
                  <a:pt x="11224" y="15333"/>
                </a:lnTo>
                <a:lnTo>
                  <a:pt x="15864" y="10561"/>
                </a:lnTo>
                <a:cubicBezTo>
                  <a:pt x="16739" y="9661"/>
                  <a:pt x="17200" y="8685"/>
                  <a:pt x="16894" y="8380"/>
                </a:cubicBezTo>
                <a:cubicBezTo>
                  <a:pt x="16832" y="8319"/>
                  <a:pt x="16743" y="8290"/>
                  <a:pt x="16633" y="8290"/>
                </a:cubicBezTo>
                <a:cubicBezTo>
                  <a:pt x="16201" y="8290"/>
                  <a:pt x="15448" y="8744"/>
                  <a:pt x="14749" y="9464"/>
                </a:cubicBezTo>
                <a:lnTo>
                  <a:pt x="10105" y="14239"/>
                </a:lnTo>
                <a:lnTo>
                  <a:pt x="7784" y="16627"/>
                </a:lnTo>
                <a:lnTo>
                  <a:pt x="7204" y="17224"/>
                </a:lnTo>
                <a:lnTo>
                  <a:pt x="6914" y="17522"/>
                </a:lnTo>
                <a:cubicBezTo>
                  <a:pt x="6870" y="17566"/>
                  <a:pt x="6806" y="17635"/>
                  <a:pt x="6745" y="17705"/>
                </a:cubicBezTo>
                <a:cubicBezTo>
                  <a:pt x="6685" y="17774"/>
                  <a:pt x="6625" y="17844"/>
                  <a:pt x="6574" y="17920"/>
                </a:cubicBezTo>
                <a:cubicBezTo>
                  <a:pt x="6130" y="18510"/>
                  <a:pt x="5916" y="19262"/>
                  <a:pt x="5963" y="19993"/>
                </a:cubicBezTo>
                <a:cubicBezTo>
                  <a:pt x="6005" y="20725"/>
                  <a:pt x="6307" y="21448"/>
                  <a:pt x="6816" y="21979"/>
                </a:cubicBezTo>
                <a:cubicBezTo>
                  <a:pt x="7313" y="22514"/>
                  <a:pt x="8009" y="22878"/>
                  <a:pt x="8739" y="22963"/>
                </a:cubicBezTo>
                <a:cubicBezTo>
                  <a:pt x="8873" y="22981"/>
                  <a:pt x="9009" y="22989"/>
                  <a:pt x="9144" y="22989"/>
                </a:cubicBezTo>
                <a:cubicBezTo>
                  <a:pt x="9743" y="22989"/>
                  <a:pt x="10342" y="22822"/>
                  <a:pt x="10848" y="22496"/>
                </a:cubicBezTo>
                <a:cubicBezTo>
                  <a:pt x="11003" y="22395"/>
                  <a:pt x="11152" y="22287"/>
                  <a:pt x="11286" y="22162"/>
                </a:cubicBezTo>
                <a:cubicBezTo>
                  <a:pt x="11439" y="22025"/>
                  <a:pt x="11502" y="21951"/>
                  <a:pt x="11612" y="21848"/>
                </a:cubicBezTo>
                <a:lnTo>
                  <a:pt x="12200" y="21260"/>
                </a:lnTo>
                <a:lnTo>
                  <a:pt x="16916" y="16562"/>
                </a:lnTo>
                <a:lnTo>
                  <a:pt x="21632" y="11862"/>
                </a:lnTo>
                <a:lnTo>
                  <a:pt x="23990" y="9514"/>
                </a:lnTo>
                <a:lnTo>
                  <a:pt x="25169" y="8339"/>
                </a:lnTo>
                <a:lnTo>
                  <a:pt x="25763" y="7742"/>
                </a:lnTo>
                <a:cubicBezTo>
                  <a:pt x="25994" y="7502"/>
                  <a:pt x="26206" y="7241"/>
                  <a:pt x="26381" y="6955"/>
                </a:cubicBezTo>
                <a:cubicBezTo>
                  <a:pt x="27093" y="5816"/>
                  <a:pt x="27268" y="4360"/>
                  <a:pt x="26825" y="3092"/>
                </a:cubicBezTo>
                <a:cubicBezTo>
                  <a:pt x="26397" y="1820"/>
                  <a:pt x="25389" y="758"/>
                  <a:pt x="24125" y="295"/>
                </a:cubicBezTo>
                <a:cubicBezTo>
                  <a:pt x="23609" y="98"/>
                  <a:pt x="23058" y="0"/>
                  <a:pt x="22507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924" name="Google Shape;9924;p34"/>
          <p:cNvGrpSpPr/>
          <p:nvPr/>
        </p:nvGrpSpPr>
        <p:grpSpPr>
          <a:xfrm rot="4980000">
            <a:off x="1793409" y="74772"/>
            <a:ext cx="398007" cy="1705725"/>
            <a:chOff x="5686500" y="2272225"/>
            <a:chExt cx="481300" cy="2589250"/>
          </a:xfrm>
        </p:grpSpPr>
        <p:sp>
          <p:nvSpPr>
            <p:cNvPr id="9925" name="Google Shape;9925;p34"/>
            <p:cNvSpPr/>
            <p:nvPr/>
          </p:nvSpPr>
          <p:spPr>
            <a:xfrm>
              <a:off x="5686500" y="3674725"/>
              <a:ext cx="260950" cy="1082650"/>
            </a:xfrm>
            <a:custGeom>
              <a:rect b="b" l="l" r="r" t="t"/>
              <a:pathLst>
                <a:path extrusionOk="0" h="43306" w="10438">
                  <a:moveTo>
                    <a:pt x="7833" y="1"/>
                  </a:moveTo>
                  <a:cubicBezTo>
                    <a:pt x="7371" y="1"/>
                    <a:pt x="6972" y="354"/>
                    <a:pt x="6919" y="826"/>
                  </a:cubicBezTo>
                  <a:lnTo>
                    <a:pt x="6917" y="856"/>
                  </a:lnTo>
                  <a:cubicBezTo>
                    <a:pt x="6721" y="2624"/>
                    <a:pt x="6364" y="4312"/>
                    <a:pt x="5698" y="5866"/>
                  </a:cubicBezTo>
                  <a:cubicBezTo>
                    <a:pt x="5050" y="7434"/>
                    <a:pt x="4084" y="8863"/>
                    <a:pt x="3088" y="10468"/>
                  </a:cubicBezTo>
                  <a:cubicBezTo>
                    <a:pt x="2589" y="11280"/>
                    <a:pt x="2092" y="12124"/>
                    <a:pt x="1654" y="13039"/>
                  </a:cubicBezTo>
                  <a:cubicBezTo>
                    <a:pt x="1226" y="13954"/>
                    <a:pt x="864" y="14928"/>
                    <a:pt x="605" y="15926"/>
                  </a:cubicBezTo>
                  <a:cubicBezTo>
                    <a:pt x="331" y="16927"/>
                    <a:pt x="189" y="17942"/>
                    <a:pt x="83" y="18960"/>
                  </a:cubicBezTo>
                  <a:cubicBezTo>
                    <a:pt x="49" y="19968"/>
                    <a:pt x="0" y="20983"/>
                    <a:pt x="91" y="21967"/>
                  </a:cubicBezTo>
                  <a:cubicBezTo>
                    <a:pt x="306" y="25901"/>
                    <a:pt x="1297" y="29668"/>
                    <a:pt x="2718" y="33243"/>
                  </a:cubicBezTo>
                  <a:cubicBezTo>
                    <a:pt x="3455" y="35019"/>
                    <a:pt x="4316" y="36736"/>
                    <a:pt x="5302" y="38373"/>
                  </a:cubicBezTo>
                  <a:cubicBezTo>
                    <a:pt x="6303" y="40015"/>
                    <a:pt x="7369" y="41561"/>
                    <a:pt x="8712" y="43012"/>
                  </a:cubicBezTo>
                  <a:lnTo>
                    <a:pt x="8710" y="43012"/>
                  </a:lnTo>
                  <a:cubicBezTo>
                    <a:pt x="8886" y="43202"/>
                    <a:pt x="9133" y="43306"/>
                    <a:pt x="9386" y="43306"/>
                  </a:cubicBezTo>
                  <a:cubicBezTo>
                    <a:pt x="9540" y="43306"/>
                    <a:pt x="9697" y="43267"/>
                    <a:pt x="9840" y="43185"/>
                  </a:cubicBezTo>
                  <a:cubicBezTo>
                    <a:pt x="10281" y="42933"/>
                    <a:pt x="10437" y="42368"/>
                    <a:pt x="10185" y="41923"/>
                  </a:cubicBezTo>
                  <a:lnTo>
                    <a:pt x="10158" y="41872"/>
                  </a:lnTo>
                  <a:cubicBezTo>
                    <a:pt x="8416" y="38782"/>
                    <a:pt x="6936" y="35440"/>
                    <a:pt x="5813" y="32078"/>
                  </a:cubicBezTo>
                  <a:cubicBezTo>
                    <a:pt x="4693" y="28709"/>
                    <a:pt x="3905" y="25206"/>
                    <a:pt x="3643" y="21742"/>
                  </a:cubicBezTo>
                  <a:cubicBezTo>
                    <a:pt x="3499" y="20024"/>
                    <a:pt x="3580" y="18346"/>
                    <a:pt x="3929" y="16751"/>
                  </a:cubicBezTo>
                  <a:cubicBezTo>
                    <a:pt x="4282" y="15151"/>
                    <a:pt x="4942" y="13636"/>
                    <a:pt x="5789" y="12041"/>
                  </a:cubicBezTo>
                  <a:cubicBezTo>
                    <a:pt x="6645" y="10453"/>
                    <a:pt x="7602" y="8689"/>
                    <a:pt x="8169" y="6752"/>
                  </a:cubicBezTo>
                  <a:cubicBezTo>
                    <a:pt x="8749" y="4816"/>
                    <a:pt x="8903" y="2791"/>
                    <a:pt x="8752" y="856"/>
                  </a:cubicBezTo>
                  <a:cubicBezTo>
                    <a:pt x="8720" y="420"/>
                    <a:pt x="8382" y="58"/>
                    <a:pt x="7934" y="7"/>
                  </a:cubicBezTo>
                  <a:cubicBezTo>
                    <a:pt x="7900" y="3"/>
                    <a:pt x="7866" y="1"/>
                    <a:pt x="783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26" name="Google Shape;9926;p34"/>
            <p:cNvSpPr/>
            <p:nvPr/>
          </p:nvSpPr>
          <p:spPr>
            <a:xfrm>
              <a:off x="5922350" y="2272225"/>
              <a:ext cx="208275" cy="167975"/>
            </a:xfrm>
            <a:custGeom>
              <a:rect b="b" l="l" r="r" t="t"/>
              <a:pathLst>
                <a:path extrusionOk="0" h="6719" w="8331">
                  <a:moveTo>
                    <a:pt x="4165" y="0"/>
                  </a:moveTo>
                  <a:cubicBezTo>
                    <a:pt x="3993" y="0"/>
                    <a:pt x="3820" y="86"/>
                    <a:pt x="3721" y="257"/>
                  </a:cubicBezTo>
                  <a:lnTo>
                    <a:pt x="0" y="6719"/>
                  </a:lnTo>
                  <a:lnTo>
                    <a:pt x="8331" y="6719"/>
                  </a:lnTo>
                  <a:lnTo>
                    <a:pt x="4607" y="257"/>
                  </a:lnTo>
                  <a:cubicBezTo>
                    <a:pt x="4509" y="86"/>
                    <a:pt x="4337" y="0"/>
                    <a:pt x="416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27" name="Google Shape;9927;p34"/>
            <p:cNvSpPr/>
            <p:nvPr/>
          </p:nvSpPr>
          <p:spPr>
            <a:xfrm>
              <a:off x="5880875" y="3567725"/>
              <a:ext cx="286925" cy="1293750"/>
            </a:xfrm>
            <a:custGeom>
              <a:rect b="b" l="l" r="r" t="t"/>
              <a:pathLst>
                <a:path extrusionOk="0" h="51750" w="11477">
                  <a:moveTo>
                    <a:pt x="66" y="0"/>
                  </a:moveTo>
                  <a:lnTo>
                    <a:pt x="66" y="0"/>
                  </a:lnTo>
                  <a:cubicBezTo>
                    <a:pt x="0" y="16111"/>
                    <a:pt x="514" y="31974"/>
                    <a:pt x="1659" y="47561"/>
                  </a:cubicBezTo>
                  <a:cubicBezTo>
                    <a:pt x="1659" y="48718"/>
                    <a:pt x="2124" y="49768"/>
                    <a:pt x="2877" y="50524"/>
                  </a:cubicBezTo>
                  <a:cubicBezTo>
                    <a:pt x="3631" y="51282"/>
                    <a:pt x="4673" y="51749"/>
                    <a:pt x="5823" y="51749"/>
                  </a:cubicBezTo>
                  <a:cubicBezTo>
                    <a:pt x="8128" y="51749"/>
                    <a:pt x="9990" y="49870"/>
                    <a:pt x="9990" y="47561"/>
                  </a:cubicBezTo>
                  <a:cubicBezTo>
                    <a:pt x="10968" y="31913"/>
                    <a:pt x="11470" y="16370"/>
                    <a:pt x="11477" y="905"/>
                  </a:cubicBezTo>
                  <a:lnTo>
                    <a:pt x="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28" name="Google Shape;9928;p34"/>
            <p:cNvSpPr/>
            <p:nvPr/>
          </p:nvSpPr>
          <p:spPr>
            <a:xfrm>
              <a:off x="5954500" y="3306675"/>
              <a:ext cx="150975" cy="825125"/>
            </a:xfrm>
            <a:custGeom>
              <a:rect b="b" l="l" r="r" t="t"/>
              <a:pathLst>
                <a:path extrusionOk="0" h="33005" w="6039">
                  <a:moveTo>
                    <a:pt x="3020" y="0"/>
                  </a:moveTo>
                  <a:cubicBezTo>
                    <a:pt x="2220" y="0"/>
                    <a:pt x="1452" y="1740"/>
                    <a:pt x="887" y="4835"/>
                  </a:cubicBezTo>
                  <a:cubicBezTo>
                    <a:pt x="319" y="7930"/>
                    <a:pt x="1" y="12125"/>
                    <a:pt x="1" y="16502"/>
                  </a:cubicBezTo>
                  <a:cubicBezTo>
                    <a:pt x="1" y="20879"/>
                    <a:pt x="319" y="25077"/>
                    <a:pt x="887" y="28172"/>
                  </a:cubicBezTo>
                  <a:cubicBezTo>
                    <a:pt x="1452" y="31267"/>
                    <a:pt x="2220" y="33004"/>
                    <a:pt x="3020" y="33004"/>
                  </a:cubicBezTo>
                  <a:cubicBezTo>
                    <a:pt x="3820" y="33004"/>
                    <a:pt x="4588" y="31267"/>
                    <a:pt x="5153" y="28172"/>
                  </a:cubicBezTo>
                  <a:cubicBezTo>
                    <a:pt x="5721" y="25077"/>
                    <a:pt x="6039" y="20879"/>
                    <a:pt x="6039" y="16502"/>
                  </a:cubicBezTo>
                  <a:cubicBezTo>
                    <a:pt x="6039" y="12125"/>
                    <a:pt x="5721" y="7930"/>
                    <a:pt x="5153" y="4835"/>
                  </a:cubicBezTo>
                  <a:cubicBezTo>
                    <a:pt x="4588" y="1740"/>
                    <a:pt x="3820" y="0"/>
                    <a:pt x="302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929" name="Google Shape;9929;p34"/>
          <p:cNvGrpSpPr/>
          <p:nvPr/>
        </p:nvGrpSpPr>
        <p:grpSpPr>
          <a:xfrm rot="-1319860">
            <a:off x="6211121" y="4005975"/>
            <a:ext cx="2270117" cy="183542"/>
            <a:chOff x="5419725" y="2413000"/>
            <a:chExt cx="2169725" cy="175425"/>
          </a:xfrm>
        </p:grpSpPr>
        <p:sp>
          <p:nvSpPr>
            <p:cNvPr id="9930" name="Google Shape;9930;p34"/>
            <p:cNvSpPr/>
            <p:nvPr/>
          </p:nvSpPr>
          <p:spPr>
            <a:xfrm>
              <a:off x="5419725" y="2413000"/>
              <a:ext cx="2027325" cy="175425"/>
            </a:xfrm>
            <a:custGeom>
              <a:rect b="b" l="l" r="r" t="t"/>
              <a:pathLst>
                <a:path extrusionOk="0" h="7017" w="81093">
                  <a:moveTo>
                    <a:pt x="3509" y="0"/>
                  </a:moveTo>
                  <a:cubicBezTo>
                    <a:pt x="1571" y="0"/>
                    <a:pt x="0" y="1571"/>
                    <a:pt x="0" y="3508"/>
                  </a:cubicBezTo>
                  <a:cubicBezTo>
                    <a:pt x="0" y="5446"/>
                    <a:pt x="1571" y="7017"/>
                    <a:pt x="3509" y="7017"/>
                  </a:cubicBezTo>
                  <a:lnTo>
                    <a:pt x="81093" y="7017"/>
                  </a:lnTo>
                  <a:lnTo>
                    <a:pt x="81093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31" name="Google Shape;9931;p34"/>
            <p:cNvSpPr/>
            <p:nvPr/>
          </p:nvSpPr>
          <p:spPr>
            <a:xfrm>
              <a:off x="7447025" y="2413000"/>
              <a:ext cx="142425" cy="175425"/>
            </a:xfrm>
            <a:custGeom>
              <a:rect b="b" l="l" r="r" t="t"/>
              <a:pathLst>
                <a:path extrusionOk="0" h="7017" w="5697">
                  <a:moveTo>
                    <a:pt x="1" y="0"/>
                  </a:moveTo>
                  <a:lnTo>
                    <a:pt x="1" y="7017"/>
                  </a:lnTo>
                  <a:lnTo>
                    <a:pt x="5410" y="3880"/>
                  </a:lnTo>
                  <a:cubicBezTo>
                    <a:pt x="5696" y="3714"/>
                    <a:pt x="5696" y="3300"/>
                    <a:pt x="5410" y="3134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32" name="Google Shape;9932;p34"/>
            <p:cNvSpPr/>
            <p:nvPr/>
          </p:nvSpPr>
          <p:spPr>
            <a:xfrm>
              <a:off x="6846100" y="2459400"/>
              <a:ext cx="492625" cy="82550"/>
            </a:xfrm>
            <a:custGeom>
              <a:rect b="b" l="l" r="r" t="t"/>
              <a:pathLst>
                <a:path extrusionOk="0" h="3302" w="19705">
                  <a:moveTo>
                    <a:pt x="1650" y="1"/>
                  </a:moveTo>
                  <a:cubicBezTo>
                    <a:pt x="740" y="1"/>
                    <a:pt x="1" y="740"/>
                    <a:pt x="1" y="1652"/>
                  </a:cubicBezTo>
                  <a:cubicBezTo>
                    <a:pt x="1" y="2562"/>
                    <a:pt x="740" y="3301"/>
                    <a:pt x="1650" y="3301"/>
                  </a:cubicBezTo>
                  <a:lnTo>
                    <a:pt x="18054" y="3301"/>
                  </a:lnTo>
                  <a:cubicBezTo>
                    <a:pt x="18966" y="3301"/>
                    <a:pt x="19705" y="2562"/>
                    <a:pt x="19705" y="1652"/>
                  </a:cubicBezTo>
                  <a:cubicBezTo>
                    <a:pt x="19705" y="740"/>
                    <a:pt x="18966" y="1"/>
                    <a:pt x="1805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36" name="Shape 99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7" name="Google Shape;9937;p35"/>
          <p:cNvSpPr txBox="1"/>
          <p:nvPr>
            <p:ph type="title"/>
          </p:nvPr>
        </p:nvSpPr>
        <p:spPr>
          <a:xfrm>
            <a:off x="1270650" y="629375"/>
            <a:ext cx="7020000" cy="934625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2000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300"/>
              <a:buFont typeface="Gantari ExtraBold"/>
              <a:buNone/>
            </a:pPr>
            <a:r>
              <a:rPr b="1" lang="en-US" sz="2500">
                <a:solidFill>
                  <a:schemeClr val="lt2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                       </a:t>
            </a:r>
            <a:r>
              <a:rPr b="1" lang="en-US">
                <a:solidFill>
                  <a:schemeClr val="lt2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HI</a:t>
            </a:r>
            <a:r>
              <a:rPr b="1" lang="en-US" sz="2500">
                <a:solidFill>
                  <a:schemeClr val="lt2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-</a:t>
            </a:r>
            <a:r>
              <a:rPr b="1" lang="en-US">
                <a:solidFill>
                  <a:schemeClr val="lt2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 FI PROTOTYPE</a:t>
            </a:r>
            <a:endParaRPr b="1">
              <a:solidFill>
                <a:schemeClr val="lt2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300"/>
              <a:buFont typeface="Gantari ExtraBold"/>
              <a:buNone/>
            </a:pPr>
            <a:r>
              <a:t/>
            </a:r>
            <a:endParaRPr b="1" sz="3400">
              <a:latin typeface="Sorts Mill Goudy"/>
              <a:ea typeface="Sorts Mill Goudy"/>
              <a:cs typeface="Sorts Mill Goudy"/>
              <a:sym typeface="Sorts Mill Goudy"/>
            </a:endParaRPr>
          </a:p>
        </p:txBody>
      </p:sp>
      <p:sp>
        <p:nvSpPr>
          <p:cNvPr id="9938" name="Google Shape;9938;p35"/>
          <p:cNvSpPr/>
          <p:nvPr/>
        </p:nvSpPr>
        <p:spPr>
          <a:xfrm>
            <a:off x="7897930" y="1168641"/>
            <a:ext cx="388400" cy="411925"/>
          </a:xfrm>
          <a:custGeom>
            <a:rect b="b" l="l" r="r" t="t"/>
            <a:pathLst>
              <a:path extrusionOk="0" h="16477" w="15536">
                <a:moveTo>
                  <a:pt x="6847" y="1663"/>
                </a:moveTo>
                <a:cubicBezTo>
                  <a:pt x="7694" y="2699"/>
                  <a:pt x="8474" y="3796"/>
                  <a:pt x="9217" y="4915"/>
                </a:cubicBezTo>
                <a:lnTo>
                  <a:pt x="9217" y="4915"/>
                </a:lnTo>
                <a:cubicBezTo>
                  <a:pt x="8312" y="5132"/>
                  <a:pt x="7406" y="5345"/>
                  <a:pt x="6499" y="5555"/>
                </a:cubicBezTo>
                <a:lnTo>
                  <a:pt x="6499" y="5555"/>
                </a:lnTo>
                <a:cubicBezTo>
                  <a:pt x="6577" y="4254"/>
                  <a:pt x="6686" y="2956"/>
                  <a:pt x="6847" y="1663"/>
                </a:cubicBezTo>
                <a:close/>
                <a:moveTo>
                  <a:pt x="13631" y="4832"/>
                </a:moveTo>
                <a:cubicBezTo>
                  <a:pt x="13054" y="5635"/>
                  <a:pt x="12464" y="6428"/>
                  <a:pt x="11865" y="7213"/>
                </a:cubicBezTo>
                <a:lnTo>
                  <a:pt x="11865" y="7213"/>
                </a:lnTo>
                <a:cubicBezTo>
                  <a:pt x="11783" y="7081"/>
                  <a:pt x="11700" y="6949"/>
                  <a:pt x="11617" y="6817"/>
                </a:cubicBezTo>
                <a:cubicBezTo>
                  <a:pt x="11353" y="6396"/>
                  <a:pt x="11086" y="5973"/>
                  <a:pt x="10816" y="5552"/>
                </a:cubicBezTo>
                <a:lnTo>
                  <a:pt x="10816" y="5552"/>
                </a:lnTo>
                <a:cubicBezTo>
                  <a:pt x="11756" y="5320"/>
                  <a:pt x="12695" y="5082"/>
                  <a:pt x="13631" y="4832"/>
                </a:cubicBezTo>
                <a:close/>
                <a:moveTo>
                  <a:pt x="5447" y="6821"/>
                </a:moveTo>
                <a:lnTo>
                  <a:pt x="5447" y="6821"/>
                </a:lnTo>
                <a:cubicBezTo>
                  <a:pt x="5412" y="7578"/>
                  <a:pt x="5383" y="8337"/>
                  <a:pt x="5358" y="9095"/>
                </a:cubicBezTo>
                <a:lnTo>
                  <a:pt x="5358" y="9095"/>
                </a:lnTo>
                <a:cubicBezTo>
                  <a:pt x="4278" y="8603"/>
                  <a:pt x="3200" y="8103"/>
                  <a:pt x="2127" y="7595"/>
                </a:cubicBezTo>
                <a:lnTo>
                  <a:pt x="2127" y="7595"/>
                </a:lnTo>
                <a:cubicBezTo>
                  <a:pt x="3233" y="7333"/>
                  <a:pt x="4340" y="7077"/>
                  <a:pt x="5447" y="6821"/>
                </a:cubicBezTo>
                <a:close/>
                <a:moveTo>
                  <a:pt x="9795" y="5801"/>
                </a:moveTo>
                <a:cubicBezTo>
                  <a:pt x="10147" y="6347"/>
                  <a:pt x="10492" y="6896"/>
                  <a:pt x="10833" y="7443"/>
                </a:cubicBezTo>
                <a:cubicBezTo>
                  <a:pt x="10961" y="7647"/>
                  <a:pt x="11089" y="7852"/>
                  <a:pt x="11216" y="8057"/>
                </a:cubicBezTo>
                <a:lnTo>
                  <a:pt x="11216" y="8057"/>
                </a:lnTo>
                <a:cubicBezTo>
                  <a:pt x="10515" y="8963"/>
                  <a:pt x="9804" y="9861"/>
                  <a:pt x="9090" y="10757"/>
                </a:cubicBezTo>
                <a:lnTo>
                  <a:pt x="9090" y="10757"/>
                </a:lnTo>
                <a:cubicBezTo>
                  <a:pt x="8168" y="10356"/>
                  <a:pt x="7249" y="9949"/>
                  <a:pt x="6332" y="9536"/>
                </a:cubicBezTo>
                <a:lnTo>
                  <a:pt x="6332" y="9536"/>
                </a:lnTo>
                <a:cubicBezTo>
                  <a:pt x="6362" y="8553"/>
                  <a:pt x="6396" y="7571"/>
                  <a:pt x="6443" y="6590"/>
                </a:cubicBezTo>
                <a:lnTo>
                  <a:pt x="6443" y="6590"/>
                </a:lnTo>
                <a:cubicBezTo>
                  <a:pt x="7562" y="6331"/>
                  <a:pt x="8679" y="6070"/>
                  <a:pt x="9795" y="5801"/>
                </a:cubicBezTo>
                <a:close/>
                <a:moveTo>
                  <a:pt x="11771" y="8958"/>
                </a:moveTo>
                <a:cubicBezTo>
                  <a:pt x="12536" y="10214"/>
                  <a:pt x="13278" y="11491"/>
                  <a:pt x="13947" y="12799"/>
                </a:cubicBezTo>
                <a:lnTo>
                  <a:pt x="13947" y="12799"/>
                </a:lnTo>
                <a:cubicBezTo>
                  <a:pt x="12637" y="12267"/>
                  <a:pt x="11332" y="11721"/>
                  <a:pt x="10032" y="11163"/>
                </a:cubicBezTo>
                <a:lnTo>
                  <a:pt x="10032" y="11163"/>
                </a:lnTo>
                <a:cubicBezTo>
                  <a:pt x="10616" y="10431"/>
                  <a:pt x="11196" y="9697"/>
                  <a:pt x="11771" y="8958"/>
                </a:cubicBezTo>
                <a:close/>
                <a:moveTo>
                  <a:pt x="6300" y="10607"/>
                </a:moveTo>
                <a:cubicBezTo>
                  <a:pt x="7016" y="10927"/>
                  <a:pt x="7732" y="11244"/>
                  <a:pt x="8451" y="11557"/>
                </a:cubicBezTo>
                <a:lnTo>
                  <a:pt x="8451" y="11557"/>
                </a:lnTo>
                <a:cubicBezTo>
                  <a:pt x="7691" y="12508"/>
                  <a:pt x="6929" y="13457"/>
                  <a:pt x="6174" y="14413"/>
                </a:cubicBezTo>
                <a:lnTo>
                  <a:pt x="6174" y="14413"/>
                </a:lnTo>
                <a:cubicBezTo>
                  <a:pt x="6229" y="13146"/>
                  <a:pt x="6264" y="11877"/>
                  <a:pt x="6300" y="10607"/>
                </a:cubicBezTo>
                <a:close/>
                <a:moveTo>
                  <a:pt x="6513" y="1"/>
                </a:moveTo>
                <a:cubicBezTo>
                  <a:pt x="6290" y="1"/>
                  <a:pt x="6060" y="131"/>
                  <a:pt x="6026" y="362"/>
                </a:cubicBezTo>
                <a:cubicBezTo>
                  <a:pt x="5760" y="2163"/>
                  <a:pt x="5604" y="3972"/>
                  <a:pt x="5501" y="5786"/>
                </a:cubicBezTo>
                <a:lnTo>
                  <a:pt x="5501" y="5786"/>
                </a:lnTo>
                <a:cubicBezTo>
                  <a:pt x="3837" y="6171"/>
                  <a:pt x="2172" y="6555"/>
                  <a:pt x="511" y="6958"/>
                </a:cubicBezTo>
                <a:cubicBezTo>
                  <a:pt x="115" y="7055"/>
                  <a:pt x="1" y="7681"/>
                  <a:pt x="393" y="7868"/>
                </a:cubicBezTo>
                <a:cubicBezTo>
                  <a:pt x="2028" y="8652"/>
                  <a:pt x="3672" y="9419"/>
                  <a:pt x="5324" y="10167"/>
                </a:cubicBezTo>
                <a:lnTo>
                  <a:pt x="5324" y="10167"/>
                </a:lnTo>
                <a:cubicBezTo>
                  <a:pt x="5265" y="12097"/>
                  <a:pt x="5213" y="14027"/>
                  <a:pt x="5099" y="15951"/>
                </a:cubicBezTo>
                <a:cubicBezTo>
                  <a:pt x="5085" y="16196"/>
                  <a:pt x="5221" y="16347"/>
                  <a:pt x="5397" y="16404"/>
                </a:cubicBezTo>
                <a:lnTo>
                  <a:pt x="5397" y="16404"/>
                </a:lnTo>
                <a:cubicBezTo>
                  <a:pt x="5468" y="16450"/>
                  <a:pt x="5548" y="16477"/>
                  <a:pt x="5628" y="16477"/>
                </a:cubicBezTo>
                <a:cubicBezTo>
                  <a:pt x="5740" y="16477"/>
                  <a:pt x="5853" y="16426"/>
                  <a:pt x="5948" y="16303"/>
                </a:cubicBezTo>
                <a:cubicBezTo>
                  <a:pt x="7084" y="14845"/>
                  <a:pt x="8241" y="13406"/>
                  <a:pt x="9393" y="11965"/>
                </a:cubicBezTo>
                <a:lnTo>
                  <a:pt x="9393" y="11965"/>
                </a:lnTo>
                <a:cubicBezTo>
                  <a:pt x="11196" y="12741"/>
                  <a:pt x="13009" y="13494"/>
                  <a:pt x="14832" y="14222"/>
                </a:cubicBezTo>
                <a:cubicBezTo>
                  <a:pt x="14891" y="14245"/>
                  <a:pt x="14947" y="14256"/>
                  <a:pt x="14999" y="14256"/>
                </a:cubicBezTo>
                <a:cubicBezTo>
                  <a:pt x="15344" y="14256"/>
                  <a:pt x="15535" y="13791"/>
                  <a:pt x="15394" y="13491"/>
                </a:cubicBezTo>
                <a:cubicBezTo>
                  <a:pt x="14529" y="11640"/>
                  <a:pt x="13496" y="9859"/>
                  <a:pt x="12424" y="8114"/>
                </a:cubicBezTo>
                <a:lnTo>
                  <a:pt x="12424" y="8114"/>
                </a:lnTo>
                <a:cubicBezTo>
                  <a:pt x="13397" y="6844"/>
                  <a:pt x="14350" y="5557"/>
                  <a:pt x="15264" y="4238"/>
                </a:cubicBezTo>
                <a:cubicBezTo>
                  <a:pt x="15493" y="3909"/>
                  <a:pt x="15177" y="3491"/>
                  <a:pt x="14822" y="3491"/>
                </a:cubicBezTo>
                <a:cubicBezTo>
                  <a:pt x="14782" y="3491"/>
                  <a:pt x="14741" y="3496"/>
                  <a:pt x="14701" y="3507"/>
                </a:cubicBezTo>
                <a:cubicBezTo>
                  <a:pt x="13221" y="3921"/>
                  <a:pt x="11733" y="4302"/>
                  <a:pt x="10242" y="4667"/>
                </a:cubicBezTo>
                <a:lnTo>
                  <a:pt x="10242" y="4667"/>
                </a:lnTo>
                <a:cubicBezTo>
                  <a:pt x="9206" y="3091"/>
                  <a:pt x="8105" y="1549"/>
                  <a:pt x="6860" y="143"/>
                </a:cubicBezTo>
                <a:cubicBezTo>
                  <a:pt x="6774" y="46"/>
                  <a:pt x="6645" y="1"/>
                  <a:pt x="6513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39" name="Google Shape;9939;p35"/>
          <p:cNvSpPr/>
          <p:nvPr/>
        </p:nvSpPr>
        <p:spPr>
          <a:xfrm>
            <a:off x="7759050" y="1833575"/>
            <a:ext cx="117525" cy="110100"/>
          </a:xfrm>
          <a:custGeom>
            <a:rect b="b" l="l" r="r" t="t"/>
            <a:pathLst>
              <a:path extrusionOk="0" h="4404" w="4701">
                <a:moveTo>
                  <a:pt x="1951" y="1032"/>
                </a:moveTo>
                <a:cubicBezTo>
                  <a:pt x="1950" y="1033"/>
                  <a:pt x="1949" y="1033"/>
                  <a:pt x="1947" y="1033"/>
                </a:cubicBezTo>
                <a:cubicBezTo>
                  <a:pt x="1948" y="1033"/>
                  <a:pt x="1950" y="1033"/>
                  <a:pt x="1951" y="1032"/>
                </a:cubicBezTo>
                <a:close/>
                <a:moveTo>
                  <a:pt x="2857" y="1059"/>
                </a:moveTo>
                <a:cubicBezTo>
                  <a:pt x="2871" y="1059"/>
                  <a:pt x="2889" y="1066"/>
                  <a:pt x="2907" y="1075"/>
                </a:cubicBezTo>
                <a:lnTo>
                  <a:pt x="2907" y="1075"/>
                </a:lnTo>
                <a:cubicBezTo>
                  <a:pt x="2887" y="1068"/>
                  <a:pt x="2858" y="1059"/>
                  <a:pt x="2857" y="1059"/>
                </a:cubicBezTo>
                <a:close/>
                <a:moveTo>
                  <a:pt x="3091" y="1185"/>
                </a:moveTo>
                <a:cubicBezTo>
                  <a:pt x="3091" y="1185"/>
                  <a:pt x="3091" y="1185"/>
                  <a:pt x="3091" y="1185"/>
                </a:cubicBezTo>
                <a:lnTo>
                  <a:pt x="3091" y="1185"/>
                </a:lnTo>
                <a:cubicBezTo>
                  <a:pt x="3091" y="1185"/>
                  <a:pt x="3091" y="1185"/>
                  <a:pt x="3091" y="1185"/>
                </a:cubicBezTo>
                <a:close/>
                <a:moveTo>
                  <a:pt x="3104" y="1198"/>
                </a:moveTo>
                <a:cubicBezTo>
                  <a:pt x="3111" y="1203"/>
                  <a:pt x="3118" y="1208"/>
                  <a:pt x="3125" y="1213"/>
                </a:cubicBezTo>
                <a:cubicBezTo>
                  <a:pt x="3142" y="1224"/>
                  <a:pt x="3149" y="1229"/>
                  <a:pt x="3148" y="1229"/>
                </a:cubicBezTo>
                <a:cubicBezTo>
                  <a:pt x="3148" y="1229"/>
                  <a:pt x="3121" y="1211"/>
                  <a:pt x="3104" y="1198"/>
                </a:cubicBezTo>
                <a:close/>
                <a:moveTo>
                  <a:pt x="1747" y="3319"/>
                </a:moveTo>
                <a:cubicBezTo>
                  <a:pt x="1767" y="3326"/>
                  <a:pt x="1803" y="3338"/>
                  <a:pt x="1802" y="3338"/>
                </a:cubicBezTo>
                <a:cubicBezTo>
                  <a:pt x="1800" y="3339"/>
                  <a:pt x="1799" y="3339"/>
                  <a:pt x="1797" y="3339"/>
                </a:cubicBezTo>
                <a:cubicBezTo>
                  <a:pt x="1785" y="3339"/>
                  <a:pt x="1766" y="3330"/>
                  <a:pt x="1747" y="3319"/>
                </a:cubicBezTo>
                <a:close/>
                <a:moveTo>
                  <a:pt x="2463" y="3393"/>
                </a:moveTo>
                <a:cubicBezTo>
                  <a:pt x="2461" y="3393"/>
                  <a:pt x="2459" y="3393"/>
                  <a:pt x="2456" y="3393"/>
                </a:cubicBezTo>
                <a:lnTo>
                  <a:pt x="2456" y="3393"/>
                </a:lnTo>
                <a:cubicBezTo>
                  <a:pt x="2459" y="3393"/>
                  <a:pt x="2462" y="3393"/>
                  <a:pt x="2463" y="3393"/>
                </a:cubicBezTo>
                <a:close/>
                <a:moveTo>
                  <a:pt x="2387" y="989"/>
                </a:moveTo>
                <a:cubicBezTo>
                  <a:pt x="2440" y="989"/>
                  <a:pt x="2491" y="989"/>
                  <a:pt x="2541" y="993"/>
                </a:cubicBezTo>
                <a:cubicBezTo>
                  <a:pt x="2560" y="993"/>
                  <a:pt x="2582" y="997"/>
                  <a:pt x="2601" y="998"/>
                </a:cubicBezTo>
                <a:lnTo>
                  <a:pt x="2601" y="998"/>
                </a:lnTo>
                <a:cubicBezTo>
                  <a:pt x="2682" y="1018"/>
                  <a:pt x="2761" y="1029"/>
                  <a:pt x="2840" y="1057"/>
                </a:cubicBezTo>
                <a:cubicBezTo>
                  <a:pt x="2857" y="1061"/>
                  <a:pt x="2876" y="1069"/>
                  <a:pt x="2895" y="1076"/>
                </a:cubicBezTo>
                <a:cubicBezTo>
                  <a:pt x="2906" y="1079"/>
                  <a:pt x="2914" y="1081"/>
                  <a:pt x="2919" y="1082"/>
                </a:cubicBezTo>
                <a:lnTo>
                  <a:pt x="2919" y="1082"/>
                </a:lnTo>
                <a:cubicBezTo>
                  <a:pt x="2944" y="1096"/>
                  <a:pt x="2968" y="1113"/>
                  <a:pt x="2984" y="1122"/>
                </a:cubicBezTo>
                <a:cubicBezTo>
                  <a:pt x="3015" y="1139"/>
                  <a:pt x="3049" y="1160"/>
                  <a:pt x="3080" y="1181"/>
                </a:cubicBezTo>
                <a:cubicBezTo>
                  <a:pt x="3084" y="1184"/>
                  <a:pt x="3088" y="1186"/>
                  <a:pt x="3092" y="1189"/>
                </a:cubicBezTo>
                <a:lnTo>
                  <a:pt x="3092" y="1189"/>
                </a:lnTo>
                <a:cubicBezTo>
                  <a:pt x="3107" y="1217"/>
                  <a:pt x="3258" y="1347"/>
                  <a:pt x="3274" y="1366"/>
                </a:cubicBezTo>
                <a:cubicBezTo>
                  <a:pt x="3278" y="1370"/>
                  <a:pt x="3281" y="1374"/>
                  <a:pt x="3284" y="1378"/>
                </a:cubicBezTo>
                <a:lnTo>
                  <a:pt x="3284" y="1378"/>
                </a:lnTo>
                <a:cubicBezTo>
                  <a:pt x="3304" y="1410"/>
                  <a:pt x="3328" y="1440"/>
                  <a:pt x="3348" y="1474"/>
                </a:cubicBezTo>
                <a:cubicBezTo>
                  <a:pt x="3367" y="1503"/>
                  <a:pt x="3386" y="1535"/>
                  <a:pt x="3403" y="1569"/>
                </a:cubicBezTo>
                <a:cubicBezTo>
                  <a:pt x="3409" y="1579"/>
                  <a:pt x="3414" y="1591"/>
                  <a:pt x="3420" y="1604"/>
                </a:cubicBezTo>
                <a:lnTo>
                  <a:pt x="3420" y="1604"/>
                </a:lnTo>
                <a:cubicBezTo>
                  <a:pt x="3420" y="1602"/>
                  <a:pt x="3420" y="1600"/>
                  <a:pt x="3420" y="1598"/>
                </a:cubicBezTo>
                <a:lnTo>
                  <a:pt x="3420" y="1598"/>
                </a:lnTo>
                <a:cubicBezTo>
                  <a:pt x="3420" y="1600"/>
                  <a:pt x="3420" y="1602"/>
                  <a:pt x="3420" y="1604"/>
                </a:cubicBezTo>
                <a:lnTo>
                  <a:pt x="3420" y="1604"/>
                </a:lnTo>
                <a:cubicBezTo>
                  <a:pt x="3420" y="1604"/>
                  <a:pt x="3420" y="1604"/>
                  <a:pt x="3420" y="1604"/>
                </a:cubicBezTo>
                <a:lnTo>
                  <a:pt x="3420" y="1604"/>
                </a:lnTo>
                <a:cubicBezTo>
                  <a:pt x="3420" y="1621"/>
                  <a:pt x="3423" y="1634"/>
                  <a:pt x="3427" y="1644"/>
                </a:cubicBezTo>
                <a:lnTo>
                  <a:pt x="3427" y="1644"/>
                </a:lnTo>
                <a:cubicBezTo>
                  <a:pt x="3423" y="1630"/>
                  <a:pt x="3420" y="1616"/>
                  <a:pt x="3420" y="1604"/>
                </a:cubicBezTo>
                <a:lnTo>
                  <a:pt x="3420" y="1604"/>
                </a:lnTo>
                <a:cubicBezTo>
                  <a:pt x="3422" y="1608"/>
                  <a:pt x="3424" y="1613"/>
                  <a:pt x="3426" y="1617"/>
                </a:cubicBezTo>
                <a:cubicBezTo>
                  <a:pt x="3442" y="1646"/>
                  <a:pt x="3443" y="1659"/>
                  <a:pt x="3439" y="1659"/>
                </a:cubicBezTo>
                <a:cubicBezTo>
                  <a:pt x="3436" y="1659"/>
                  <a:pt x="3432" y="1654"/>
                  <a:pt x="3427" y="1644"/>
                </a:cubicBezTo>
                <a:lnTo>
                  <a:pt x="3427" y="1644"/>
                </a:lnTo>
                <a:cubicBezTo>
                  <a:pt x="3443" y="1697"/>
                  <a:pt x="3479" y="1760"/>
                  <a:pt x="3491" y="1802"/>
                </a:cubicBezTo>
                <a:cubicBezTo>
                  <a:pt x="3500" y="1838"/>
                  <a:pt x="3508" y="1874"/>
                  <a:pt x="3517" y="1910"/>
                </a:cubicBezTo>
                <a:cubicBezTo>
                  <a:pt x="3521" y="1933"/>
                  <a:pt x="3525" y="1954"/>
                  <a:pt x="3529" y="1977"/>
                </a:cubicBezTo>
                <a:cubicBezTo>
                  <a:pt x="3534" y="2005"/>
                  <a:pt x="3537" y="2015"/>
                  <a:pt x="3538" y="2015"/>
                </a:cubicBezTo>
                <a:cubicBezTo>
                  <a:pt x="3540" y="2015"/>
                  <a:pt x="3530" y="1942"/>
                  <a:pt x="3525" y="1939"/>
                </a:cubicBezTo>
                <a:lnTo>
                  <a:pt x="3525" y="1939"/>
                </a:lnTo>
                <a:cubicBezTo>
                  <a:pt x="3550" y="1954"/>
                  <a:pt x="3538" y="2142"/>
                  <a:pt x="3538" y="2173"/>
                </a:cubicBezTo>
                <a:cubicBezTo>
                  <a:pt x="3538" y="2215"/>
                  <a:pt x="3535" y="2257"/>
                  <a:pt x="3533" y="2297"/>
                </a:cubicBezTo>
                <a:cubicBezTo>
                  <a:pt x="3532" y="2312"/>
                  <a:pt x="3530" y="2326"/>
                  <a:pt x="3529" y="2339"/>
                </a:cubicBezTo>
                <a:lnTo>
                  <a:pt x="3529" y="2339"/>
                </a:lnTo>
                <a:cubicBezTo>
                  <a:pt x="3514" y="2409"/>
                  <a:pt x="3504" y="2477"/>
                  <a:pt x="3483" y="2546"/>
                </a:cubicBezTo>
                <a:cubicBezTo>
                  <a:pt x="3472" y="2582"/>
                  <a:pt x="3462" y="2618"/>
                  <a:pt x="3449" y="2651"/>
                </a:cubicBezTo>
                <a:cubicBezTo>
                  <a:pt x="3445" y="2663"/>
                  <a:pt x="3440" y="2676"/>
                  <a:pt x="3436" y="2688"/>
                </a:cubicBezTo>
                <a:lnTo>
                  <a:pt x="3436" y="2688"/>
                </a:lnTo>
                <a:cubicBezTo>
                  <a:pt x="3398" y="2751"/>
                  <a:pt x="3369" y="2818"/>
                  <a:pt x="3329" y="2881"/>
                </a:cubicBezTo>
                <a:cubicBezTo>
                  <a:pt x="3324" y="2889"/>
                  <a:pt x="3300" y="2922"/>
                  <a:pt x="3284" y="2945"/>
                </a:cubicBezTo>
                <a:lnTo>
                  <a:pt x="3284" y="2945"/>
                </a:lnTo>
                <a:cubicBezTo>
                  <a:pt x="3263" y="2968"/>
                  <a:pt x="3232" y="3005"/>
                  <a:pt x="3224" y="3014"/>
                </a:cubicBezTo>
                <a:cubicBezTo>
                  <a:pt x="3198" y="3041"/>
                  <a:pt x="3171" y="3069"/>
                  <a:pt x="3142" y="3094"/>
                </a:cubicBezTo>
                <a:cubicBezTo>
                  <a:pt x="3127" y="3106"/>
                  <a:pt x="3112" y="3119"/>
                  <a:pt x="3099" y="3132"/>
                </a:cubicBezTo>
                <a:cubicBezTo>
                  <a:pt x="3075" y="3154"/>
                  <a:pt x="3071" y="3163"/>
                  <a:pt x="3076" y="3163"/>
                </a:cubicBezTo>
                <a:cubicBezTo>
                  <a:pt x="3076" y="3163"/>
                  <a:pt x="3077" y="3163"/>
                  <a:pt x="3078" y="3162"/>
                </a:cubicBezTo>
                <a:lnTo>
                  <a:pt x="3078" y="3162"/>
                </a:lnTo>
                <a:cubicBezTo>
                  <a:pt x="3021" y="3203"/>
                  <a:pt x="2923" y="3245"/>
                  <a:pt x="2889" y="3262"/>
                </a:cubicBezTo>
                <a:cubicBezTo>
                  <a:pt x="2863" y="3275"/>
                  <a:pt x="2803" y="3296"/>
                  <a:pt x="2805" y="3296"/>
                </a:cubicBezTo>
                <a:cubicBezTo>
                  <a:pt x="2806" y="3296"/>
                  <a:pt x="2822" y="3291"/>
                  <a:pt x="2866" y="3277"/>
                </a:cubicBezTo>
                <a:lnTo>
                  <a:pt x="2866" y="3277"/>
                </a:lnTo>
                <a:cubicBezTo>
                  <a:pt x="2823" y="3292"/>
                  <a:pt x="2783" y="3309"/>
                  <a:pt x="2741" y="3323"/>
                </a:cubicBezTo>
                <a:cubicBezTo>
                  <a:pt x="2642" y="3355"/>
                  <a:pt x="2541" y="3376"/>
                  <a:pt x="2438" y="3395"/>
                </a:cubicBezTo>
                <a:cubicBezTo>
                  <a:pt x="2437" y="3395"/>
                  <a:pt x="2437" y="3395"/>
                  <a:pt x="2437" y="3395"/>
                </a:cubicBezTo>
                <a:lnTo>
                  <a:pt x="2437" y="3395"/>
                </a:lnTo>
                <a:cubicBezTo>
                  <a:pt x="2416" y="3397"/>
                  <a:pt x="2395" y="3400"/>
                  <a:pt x="2375" y="3401"/>
                </a:cubicBezTo>
                <a:cubicBezTo>
                  <a:pt x="2330" y="3403"/>
                  <a:pt x="2284" y="3406"/>
                  <a:pt x="2240" y="3406"/>
                </a:cubicBezTo>
                <a:cubicBezTo>
                  <a:pt x="2226" y="3406"/>
                  <a:pt x="2211" y="3406"/>
                  <a:pt x="2197" y="3406"/>
                </a:cubicBezTo>
                <a:cubicBezTo>
                  <a:pt x="2163" y="3406"/>
                  <a:pt x="2129" y="3405"/>
                  <a:pt x="2094" y="3403"/>
                </a:cubicBezTo>
                <a:cubicBezTo>
                  <a:pt x="2081" y="3402"/>
                  <a:pt x="2067" y="3400"/>
                  <a:pt x="2054" y="3398"/>
                </a:cubicBezTo>
                <a:lnTo>
                  <a:pt x="2054" y="3398"/>
                </a:lnTo>
                <a:cubicBezTo>
                  <a:pt x="1975" y="3376"/>
                  <a:pt x="1893" y="3365"/>
                  <a:pt x="1814" y="3340"/>
                </a:cubicBezTo>
                <a:cubicBezTo>
                  <a:pt x="1797" y="3334"/>
                  <a:pt x="1778" y="3326"/>
                  <a:pt x="1762" y="3321"/>
                </a:cubicBezTo>
                <a:cubicBezTo>
                  <a:pt x="1752" y="3318"/>
                  <a:pt x="1745" y="3316"/>
                  <a:pt x="1740" y="3315"/>
                </a:cubicBezTo>
                <a:lnTo>
                  <a:pt x="1740" y="3315"/>
                </a:lnTo>
                <a:cubicBezTo>
                  <a:pt x="1716" y="3301"/>
                  <a:pt x="1691" y="3283"/>
                  <a:pt x="1679" y="3277"/>
                </a:cubicBezTo>
                <a:cubicBezTo>
                  <a:pt x="1648" y="3258"/>
                  <a:pt x="1616" y="3241"/>
                  <a:pt x="1587" y="3220"/>
                </a:cubicBezTo>
                <a:cubicBezTo>
                  <a:pt x="1572" y="3210"/>
                  <a:pt x="1557" y="3199"/>
                  <a:pt x="1543" y="3191"/>
                </a:cubicBezTo>
                <a:cubicBezTo>
                  <a:pt x="1525" y="3180"/>
                  <a:pt x="1519" y="3175"/>
                  <a:pt x="1519" y="3175"/>
                </a:cubicBezTo>
                <a:lnTo>
                  <a:pt x="1519" y="3175"/>
                </a:lnTo>
                <a:cubicBezTo>
                  <a:pt x="1518" y="3175"/>
                  <a:pt x="1582" y="3218"/>
                  <a:pt x="1580" y="3218"/>
                </a:cubicBezTo>
                <a:cubicBezTo>
                  <a:pt x="1580" y="3218"/>
                  <a:pt x="1579" y="3218"/>
                  <a:pt x="1578" y="3218"/>
                </a:cubicBezTo>
                <a:cubicBezTo>
                  <a:pt x="1542" y="3218"/>
                  <a:pt x="1420" y="3070"/>
                  <a:pt x="1399" y="3045"/>
                </a:cubicBezTo>
                <a:cubicBezTo>
                  <a:pt x="1384" y="3030"/>
                  <a:pt x="1353" y="2977"/>
                  <a:pt x="1351" y="2977"/>
                </a:cubicBezTo>
                <a:lnTo>
                  <a:pt x="1351" y="2977"/>
                </a:lnTo>
                <a:cubicBezTo>
                  <a:pt x="1350" y="2977"/>
                  <a:pt x="1354" y="2985"/>
                  <a:pt x="1363" y="3005"/>
                </a:cubicBezTo>
                <a:cubicBezTo>
                  <a:pt x="1372" y="3025"/>
                  <a:pt x="1375" y="3032"/>
                  <a:pt x="1374" y="3032"/>
                </a:cubicBezTo>
                <a:cubicBezTo>
                  <a:pt x="1372" y="3032"/>
                  <a:pt x="1335" y="2962"/>
                  <a:pt x="1326" y="2946"/>
                </a:cubicBezTo>
                <a:cubicBezTo>
                  <a:pt x="1285" y="2881"/>
                  <a:pt x="1252" y="2814"/>
                  <a:pt x="1215" y="2746"/>
                </a:cubicBezTo>
                <a:lnTo>
                  <a:pt x="1215" y="2746"/>
                </a:lnTo>
                <a:cubicBezTo>
                  <a:pt x="1214" y="2743"/>
                  <a:pt x="1213" y="2740"/>
                  <a:pt x="1212" y="2736"/>
                </a:cubicBezTo>
                <a:cubicBezTo>
                  <a:pt x="1199" y="2702"/>
                  <a:pt x="1187" y="2668"/>
                  <a:pt x="1176" y="2635"/>
                </a:cubicBezTo>
                <a:cubicBezTo>
                  <a:pt x="1153" y="2559"/>
                  <a:pt x="1132" y="2481"/>
                  <a:pt x="1119" y="2403"/>
                </a:cubicBezTo>
                <a:cubicBezTo>
                  <a:pt x="1119" y="2401"/>
                  <a:pt x="1118" y="2399"/>
                  <a:pt x="1118" y="2397"/>
                </a:cubicBezTo>
                <a:lnTo>
                  <a:pt x="1118" y="2397"/>
                </a:lnTo>
                <a:cubicBezTo>
                  <a:pt x="1122" y="2365"/>
                  <a:pt x="1108" y="2315"/>
                  <a:pt x="1106" y="2283"/>
                </a:cubicBezTo>
                <a:cubicBezTo>
                  <a:pt x="1102" y="2203"/>
                  <a:pt x="1102" y="2123"/>
                  <a:pt x="1106" y="2043"/>
                </a:cubicBezTo>
                <a:cubicBezTo>
                  <a:pt x="1107" y="2033"/>
                  <a:pt x="1110" y="2004"/>
                  <a:pt x="1113" y="1978"/>
                </a:cubicBezTo>
                <a:lnTo>
                  <a:pt x="1113" y="1978"/>
                </a:lnTo>
                <a:cubicBezTo>
                  <a:pt x="1117" y="1953"/>
                  <a:pt x="1123" y="1911"/>
                  <a:pt x="1125" y="1899"/>
                </a:cubicBezTo>
                <a:cubicBezTo>
                  <a:pt x="1144" y="1813"/>
                  <a:pt x="1170" y="1731"/>
                  <a:pt x="1197" y="1647"/>
                </a:cubicBezTo>
                <a:cubicBezTo>
                  <a:pt x="1199" y="1642"/>
                  <a:pt x="1200" y="1637"/>
                  <a:pt x="1201" y="1634"/>
                </a:cubicBezTo>
                <a:lnTo>
                  <a:pt x="1201" y="1634"/>
                </a:lnTo>
                <a:cubicBezTo>
                  <a:pt x="1203" y="1630"/>
                  <a:pt x="1205" y="1626"/>
                  <a:pt x="1208" y="1621"/>
                </a:cubicBezTo>
                <a:cubicBezTo>
                  <a:pt x="1227" y="1583"/>
                  <a:pt x="1246" y="1543"/>
                  <a:pt x="1269" y="1507"/>
                </a:cubicBezTo>
                <a:cubicBezTo>
                  <a:pt x="1290" y="1470"/>
                  <a:pt x="1313" y="1434"/>
                  <a:pt x="1338" y="1398"/>
                </a:cubicBezTo>
                <a:cubicBezTo>
                  <a:pt x="1341" y="1394"/>
                  <a:pt x="1344" y="1390"/>
                  <a:pt x="1346" y="1386"/>
                </a:cubicBezTo>
                <a:lnTo>
                  <a:pt x="1346" y="1386"/>
                </a:lnTo>
                <a:cubicBezTo>
                  <a:pt x="1346" y="1386"/>
                  <a:pt x="1346" y="1386"/>
                  <a:pt x="1347" y="1385"/>
                </a:cubicBezTo>
                <a:cubicBezTo>
                  <a:pt x="1399" y="1329"/>
                  <a:pt x="1454" y="1275"/>
                  <a:pt x="1511" y="1223"/>
                </a:cubicBezTo>
                <a:lnTo>
                  <a:pt x="1511" y="1223"/>
                </a:lnTo>
                <a:cubicBezTo>
                  <a:pt x="1524" y="1213"/>
                  <a:pt x="1537" y="1203"/>
                  <a:pt x="1551" y="1194"/>
                </a:cubicBezTo>
                <a:cubicBezTo>
                  <a:pt x="1589" y="1170"/>
                  <a:pt x="1627" y="1147"/>
                  <a:pt x="1667" y="1126"/>
                </a:cubicBezTo>
                <a:cubicBezTo>
                  <a:pt x="1682" y="1119"/>
                  <a:pt x="1697" y="1111"/>
                  <a:pt x="1712" y="1103"/>
                </a:cubicBezTo>
                <a:lnTo>
                  <a:pt x="1712" y="1103"/>
                </a:lnTo>
                <a:cubicBezTo>
                  <a:pt x="1755" y="1090"/>
                  <a:pt x="1797" y="1075"/>
                  <a:pt x="1840" y="1063"/>
                </a:cubicBezTo>
                <a:cubicBezTo>
                  <a:pt x="1884" y="1050"/>
                  <a:pt x="1928" y="1042"/>
                  <a:pt x="1970" y="1031"/>
                </a:cubicBezTo>
                <a:cubicBezTo>
                  <a:pt x="1976" y="1030"/>
                  <a:pt x="1983" y="1028"/>
                  <a:pt x="1990" y="1026"/>
                </a:cubicBezTo>
                <a:lnTo>
                  <a:pt x="1990" y="1026"/>
                </a:lnTo>
                <a:cubicBezTo>
                  <a:pt x="2008" y="1025"/>
                  <a:pt x="2026" y="1024"/>
                  <a:pt x="2042" y="1023"/>
                </a:cubicBezTo>
                <a:cubicBezTo>
                  <a:pt x="2063" y="1021"/>
                  <a:pt x="2083" y="1018"/>
                  <a:pt x="2104" y="1015"/>
                </a:cubicBezTo>
                <a:lnTo>
                  <a:pt x="2104" y="1015"/>
                </a:lnTo>
                <a:cubicBezTo>
                  <a:pt x="2127" y="1013"/>
                  <a:pt x="2151" y="1010"/>
                  <a:pt x="2175" y="1006"/>
                </a:cubicBezTo>
                <a:cubicBezTo>
                  <a:pt x="2200" y="1002"/>
                  <a:pt x="2223" y="998"/>
                  <a:pt x="2248" y="996"/>
                </a:cubicBezTo>
                <a:lnTo>
                  <a:pt x="2248" y="996"/>
                </a:lnTo>
                <a:cubicBezTo>
                  <a:pt x="2202" y="1002"/>
                  <a:pt x="2186" y="1004"/>
                  <a:pt x="2186" y="1004"/>
                </a:cubicBezTo>
                <a:cubicBezTo>
                  <a:pt x="2187" y="1004"/>
                  <a:pt x="2227" y="999"/>
                  <a:pt x="2246" y="998"/>
                </a:cubicBezTo>
                <a:cubicBezTo>
                  <a:pt x="2293" y="996"/>
                  <a:pt x="2341" y="991"/>
                  <a:pt x="2387" y="989"/>
                </a:cubicBezTo>
                <a:close/>
                <a:moveTo>
                  <a:pt x="2431" y="0"/>
                </a:moveTo>
                <a:cubicBezTo>
                  <a:pt x="2283" y="0"/>
                  <a:pt x="2134" y="12"/>
                  <a:pt x="1987" y="33"/>
                </a:cubicBezTo>
                <a:lnTo>
                  <a:pt x="1987" y="33"/>
                </a:lnTo>
                <a:cubicBezTo>
                  <a:pt x="1519" y="79"/>
                  <a:pt x="1082" y="246"/>
                  <a:pt x="738" y="578"/>
                </a:cubicBezTo>
                <a:cubicBezTo>
                  <a:pt x="443" y="863"/>
                  <a:pt x="236" y="1259"/>
                  <a:pt x="158" y="1661"/>
                </a:cubicBezTo>
                <a:cubicBezTo>
                  <a:pt x="0" y="2477"/>
                  <a:pt x="228" y="3403"/>
                  <a:pt x="896" y="3941"/>
                </a:cubicBezTo>
                <a:cubicBezTo>
                  <a:pt x="1283" y="4251"/>
                  <a:pt x="1777" y="4404"/>
                  <a:pt x="2272" y="4404"/>
                </a:cubicBezTo>
                <a:cubicBezTo>
                  <a:pt x="2762" y="4404"/>
                  <a:pt x="3253" y="4255"/>
                  <a:pt x="3645" y="3962"/>
                </a:cubicBezTo>
                <a:cubicBezTo>
                  <a:pt x="4395" y="3401"/>
                  <a:pt x="4700" y="2409"/>
                  <a:pt x="4443" y="1512"/>
                </a:cubicBezTo>
                <a:cubicBezTo>
                  <a:pt x="4302" y="1025"/>
                  <a:pt x="4003" y="604"/>
                  <a:pt x="3582" y="321"/>
                </a:cubicBezTo>
                <a:cubicBezTo>
                  <a:pt x="3236" y="89"/>
                  <a:pt x="2836" y="0"/>
                  <a:pt x="2431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40" name="Google Shape;9940;p35"/>
          <p:cNvSpPr/>
          <p:nvPr/>
        </p:nvSpPr>
        <p:spPr>
          <a:xfrm>
            <a:off x="6972450" y="1587425"/>
            <a:ext cx="176025" cy="165050"/>
          </a:xfrm>
          <a:custGeom>
            <a:rect b="b" l="l" r="r" t="t"/>
            <a:pathLst>
              <a:path extrusionOk="0" h="6602" w="7041">
                <a:moveTo>
                  <a:pt x="4935" y="1378"/>
                </a:moveTo>
                <a:cubicBezTo>
                  <a:pt x="4939" y="1380"/>
                  <a:pt x="4948" y="1387"/>
                  <a:pt x="4965" y="1400"/>
                </a:cubicBezTo>
                <a:cubicBezTo>
                  <a:pt x="4955" y="1392"/>
                  <a:pt x="4945" y="1385"/>
                  <a:pt x="4935" y="1378"/>
                </a:cubicBezTo>
                <a:close/>
                <a:moveTo>
                  <a:pt x="1630" y="1762"/>
                </a:moveTo>
                <a:lnTo>
                  <a:pt x="1630" y="1762"/>
                </a:lnTo>
                <a:cubicBezTo>
                  <a:pt x="1621" y="1773"/>
                  <a:pt x="1618" y="1778"/>
                  <a:pt x="1618" y="1778"/>
                </a:cubicBezTo>
                <a:cubicBezTo>
                  <a:pt x="1618" y="1778"/>
                  <a:pt x="1623" y="1771"/>
                  <a:pt x="1630" y="1762"/>
                </a:cubicBezTo>
                <a:close/>
                <a:moveTo>
                  <a:pt x="3639" y="986"/>
                </a:moveTo>
                <a:cubicBezTo>
                  <a:pt x="4036" y="986"/>
                  <a:pt x="4418" y="1072"/>
                  <a:pt x="4734" y="1250"/>
                </a:cubicBezTo>
                <a:cubicBezTo>
                  <a:pt x="4786" y="1280"/>
                  <a:pt x="4839" y="1313"/>
                  <a:pt x="4890" y="1347"/>
                </a:cubicBezTo>
                <a:cubicBezTo>
                  <a:pt x="4906" y="1357"/>
                  <a:pt x="4921" y="1367"/>
                  <a:pt x="4935" y="1378"/>
                </a:cubicBezTo>
                <a:lnTo>
                  <a:pt x="4935" y="1378"/>
                </a:lnTo>
                <a:cubicBezTo>
                  <a:pt x="4934" y="1377"/>
                  <a:pt x="4933" y="1376"/>
                  <a:pt x="4933" y="1376"/>
                </a:cubicBezTo>
                <a:lnTo>
                  <a:pt x="4933" y="1376"/>
                </a:lnTo>
                <a:cubicBezTo>
                  <a:pt x="4934" y="1376"/>
                  <a:pt x="4964" y="1397"/>
                  <a:pt x="4972" y="1404"/>
                </a:cubicBezTo>
                <a:cubicBezTo>
                  <a:pt x="5081" y="1495"/>
                  <a:pt x="5182" y="1594"/>
                  <a:pt x="5275" y="1701"/>
                </a:cubicBezTo>
                <a:cubicBezTo>
                  <a:pt x="5296" y="1724"/>
                  <a:pt x="5315" y="1747"/>
                  <a:pt x="5332" y="1771"/>
                </a:cubicBezTo>
                <a:cubicBezTo>
                  <a:pt x="5336" y="1776"/>
                  <a:pt x="5339" y="1780"/>
                  <a:pt x="5342" y="1782"/>
                </a:cubicBezTo>
                <a:lnTo>
                  <a:pt x="5342" y="1782"/>
                </a:lnTo>
                <a:cubicBezTo>
                  <a:pt x="5378" y="1835"/>
                  <a:pt x="5414" y="1889"/>
                  <a:pt x="5446" y="1943"/>
                </a:cubicBezTo>
                <a:cubicBezTo>
                  <a:pt x="5477" y="1994"/>
                  <a:pt x="5507" y="2045"/>
                  <a:pt x="5534" y="2097"/>
                </a:cubicBezTo>
                <a:cubicBezTo>
                  <a:pt x="5548" y="2126"/>
                  <a:pt x="5603" y="2244"/>
                  <a:pt x="5604" y="2244"/>
                </a:cubicBezTo>
                <a:cubicBezTo>
                  <a:pt x="5605" y="2244"/>
                  <a:pt x="5604" y="2244"/>
                  <a:pt x="5604" y="2242"/>
                </a:cubicBezTo>
                <a:lnTo>
                  <a:pt x="5604" y="2242"/>
                </a:lnTo>
                <a:cubicBezTo>
                  <a:pt x="5646" y="2347"/>
                  <a:pt x="5682" y="2454"/>
                  <a:pt x="5711" y="2561"/>
                </a:cubicBezTo>
                <a:cubicBezTo>
                  <a:pt x="5726" y="2620"/>
                  <a:pt x="5741" y="2679"/>
                  <a:pt x="5751" y="2738"/>
                </a:cubicBezTo>
                <a:cubicBezTo>
                  <a:pt x="5756" y="2758"/>
                  <a:pt x="5778" y="2901"/>
                  <a:pt x="5781" y="2901"/>
                </a:cubicBezTo>
                <a:cubicBezTo>
                  <a:pt x="5781" y="2901"/>
                  <a:pt x="5781" y="2892"/>
                  <a:pt x="5779" y="2872"/>
                </a:cubicBezTo>
                <a:lnTo>
                  <a:pt x="5779" y="2872"/>
                </a:lnTo>
                <a:cubicBezTo>
                  <a:pt x="5793" y="2999"/>
                  <a:pt x="5800" y="3127"/>
                  <a:pt x="5800" y="3256"/>
                </a:cubicBezTo>
                <a:cubicBezTo>
                  <a:pt x="5798" y="3323"/>
                  <a:pt x="5796" y="3393"/>
                  <a:pt x="5791" y="3460"/>
                </a:cubicBezTo>
                <a:cubicBezTo>
                  <a:pt x="5787" y="3518"/>
                  <a:pt x="5781" y="3572"/>
                  <a:pt x="5780" y="3582"/>
                </a:cubicBezTo>
                <a:lnTo>
                  <a:pt x="5780" y="3582"/>
                </a:lnTo>
                <a:cubicBezTo>
                  <a:pt x="5759" y="3706"/>
                  <a:pt x="5734" y="3831"/>
                  <a:pt x="5699" y="3953"/>
                </a:cubicBezTo>
                <a:cubicBezTo>
                  <a:pt x="5682" y="4012"/>
                  <a:pt x="5663" y="4069"/>
                  <a:pt x="5642" y="4126"/>
                </a:cubicBezTo>
                <a:cubicBezTo>
                  <a:pt x="5631" y="4155"/>
                  <a:pt x="5621" y="4183"/>
                  <a:pt x="5610" y="4212"/>
                </a:cubicBezTo>
                <a:cubicBezTo>
                  <a:pt x="5606" y="4223"/>
                  <a:pt x="5602" y="4232"/>
                  <a:pt x="5600" y="4238"/>
                </a:cubicBezTo>
                <a:lnTo>
                  <a:pt x="5600" y="4238"/>
                </a:lnTo>
                <a:cubicBezTo>
                  <a:pt x="5597" y="4244"/>
                  <a:pt x="5593" y="4252"/>
                  <a:pt x="5589" y="4261"/>
                </a:cubicBezTo>
                <a:cubicBezTo>
                  <a:pt x="5534" y="4370"/>
                  <a:pt x="5477" y="4478"/>
                  <a:pt x="5412" y="4581"/>
                </a:cubicBezTo>
                <a:cubicBezTo>
                  <a:pt x="5311" y="4737"/>
                  <a:pt x="5324" y="4720"/>
                  <a:pt x="5189" y="4863"/>
                </a:cubicBezTo>
                <a:cubicBezTo>
                  <a:pt x="4814" y="5261"/>
                  <a:pt x="4355" y="5476"/>
                  <a:pt x="3756" y="5573"/>
                </a:cubicBezTo>
                <a:cubicBezTo>
                  <a:pt x="3620" y="5595"/>
                  <a:pt x="3482" y="5605"/>
                  <a:pt x="3344" y="5605"/>
                </a:cubicBezTo>
                <a:cubicBezTo>
                  <a:pt x="2954" y="5605"/>
                  <a:pt x="2572" y="5519"/>
                  <a:pt x="2265" y="5346"/>
                </a:cubicBezTo>
                <a:cubicBezTo>
                  <a:pt x="2214" y="5316"/>
                  <a:pt x="2164" y="5285"/>
                  <a:pt x="2113" y="5253"/>
                </a:cubicBezTo>
                <a:cubicBezTo>
                  <a:pt x="2098" y="5243"/>
                  <a:pt x="2015" y="5180"/>
                  <a:pt x="2013" y="5180"/>
                </a:cubicBezTo>
                <a:lnTo>
                  <a:pt x="2013" y="5180"/>
                </a:lnTo>
                <a:cubicBezTo>
                  <a:pt x="2013" y="5180"/>
                  <a:pt x="2019" y="5186"/>
                  <a:pt x="2037" y="5200"/>
                </a:cubicBezTo>
                <a:cubicBezTo>
                  <a:pt x="1930" y="5114"/>
                  <a:pt x="1831" y="5019"/>
                  <a:pt x="1740" y="4916"/>
                </a:cubicBezTo>
                <a:cubicBezTo>
                  <a:pt x="1728" y="4902"/>
                  <a:pt x="1675" y="4837"/>
                  <a:pt x="1657" y="4816"/>
                </a:cubicBezTo>
                <a:lnTo>
                  <a:pt x="1657" y="4816"/>
                </a:lnTo>
                <a:cubicBezTo>
                  <a:pt x="1647" y="4801"/>
                  <a:pt x="1584" y="4711"/>
                  <a:pt x="1570" y="4688"/>
                </a:cubicBezTo>
                <a:cubicBezTo>
                  <a:pt x="1500" y="4579"/>
                  <a:pt x="1439" y="4465"/>
                  <a:pt x="1382" y="4347"/>
                </a:cubicBezTo>
                <a:cubicBezTo>
                  <a:pt x="1372" y="4327"/>
                  <a:pt x="1369" y="4322"/>
                  <a:pt x="1368" y="4322"/>
                </a:cubicBezTo>
                <a:lnTo>
                  <a:pt x="1368" y="4322"/>
                </a:lnTo>
                <a:cubicBezTo>
                  <a:pt x="1368" y="4322"/>
                  <a:pt x="1368" y="4322"/>
                  <a:pt x="1368" y="4322"/>
                </a:cubicBezTo>
                <a:lnTo>
                  <a:pt x="1368" y="4322"/>
                </a:lnTo>
                <a:cubicBezTo>
                  <a:pt x="1366" y="4315"/>
                  <a:pt x="1360" y="4299"/>
                  <a:pt x="1348" y="4265"/>
                </a:cubicBezTo>
                <a:cubicBezTo>
                  <a:pt x="1329" y="4210"/>
                  <a:pt x="1308" y="4155"/>
                  <a:pt x="1291" y="4101"/>
                </a:cubicBezTo>
                <a:cubicBezTo>
                  <a:pt x="1251" y="3974"/>
                  <a:pt x="1220" y="3848"/>
                  <a:pt x="1197" y="3717"/>
                </a:cubicBezTo>
                <a:cubicBezTo>
                  <a:pt x="1192" y="3696"/>
                  <a:pt x="1179" y="3596"/>
                  <a:pt x="1178" y="3596"/>
                </a:cubicBezTo>
                <a:lnTo>
                  <a:pt x="1178" y="3596"/>
                </a:lnTo>
                <a:cubicBezTo>
                  <a:pt x="1178" y="3596"/>
                  <a:pt x="1179" y="3606"/>
                  <a:pt x="1182" y="3633"/>
                </a:cubicBezTo>
                <a:cubicBezTo>
                  <a:pt x="1173" y="3568"/>
                  <a:pt x="1167" y="3502"/>
                  <a:pt x="1165" y="3437"/>
                </a:cubicBezTo>
                <a:cubicBezTo>
                  <a:pt x="1157" y="3304"/>
                  <a:pt x="1157" y="3174"/>
                  <a:pt x="1165" y="3041"/>
                </a:cubicBezTo>
                <a:cubicBezTo>
                  <a:pt x="1167" y="3011"/>
                  <a:pt x="1179" y="2898"/>
                  <a:pt x="1181" y="2870"/>
                </a:cubicBezTo>
                <a:lnTo>
                  <a:pt x="1181" y="2870"/>
                </a:lnTo>
                <a:cubicBezTo>
                  <a:pt x="1186" y="2847"/>
                  <a:pt x="1203" y="2750"/>
                  <a:pt x="1209" y="2721"/>
                </a:cubicBezTo>
                <a:cubicBezTo>
                  <a:pt x="1239" y="2580"/>
                  <a:pt x="1281" y="2443"/>
                  <a:pt x="1327" y="2306"/>
                </a:cubicBezTo>
                <a:cubicBezTo>
                  <a:pt x="1342" y="2262"/>
                  <a:pt x="1345" y="2248"/>
                  <a:pt x="1346" y="2244"/>
                </a:cubicBezTo>
                <a:lnTo>
                  <a:pt x="1346" y="2244"/>
                </a:lnTo>
                <a:cubicBezTo>
                  <a:pt x="1348" y="2241"/>
                  <a:pt x="1355" y="2229"/>
                  <a:pt x="1376" y="2188"/>
                </a:cubicBezTo>
                <a:cubicBezTo>
                  <a:pt x="1407" y="2125"/>
                  <a:pt x="1439" y="2059"/>
                  <a:pt x="1475" y="1998"/>
                </a:cubicBezTo>
                <a:cubicBezTo>
                  <a:pt x="1511" y="1937"/>
                  <a:pt x="1551" y="1878"/>
                  <a:pt x="1588" y="1819"/>
                </a:cubicBezTo>
                <a:cubicBezTo>
                  <a:pt x="1603" y="1799"/>
                  <a:pt x="1618" y="1779"/>
                  <a:pt x="1632" y="1759"/>
                </a:cubicBezTo>
                <a:lnTo>
                  <a:pt x="1632" y="1759"/>
                </a:lnTo>
                <a:cubicBezTo>
                  <a:pt x="1639" y="1751"/>
                  <a:pt x="1646" y="1741"/>
                  <a:pt x="1654" y="1733"/>
                </a:cubicBezTo>
                <a:cubicBezTo>
                  <a:pt x="1744" y="1632"/>
                  <a:pt x="1839" y="1535"/>
                  <a:pt x="1945" y="1446"/>
                </a:cubicBezTo>
                <a:cubicBezTo>
                  <a:pt x="1949" y="1443"/>
                  <a:pt x="1952" y="1440"/>
                  <a:pt x="1955" y="1437"/>
                </a:cubicBezTo>
                <a:lnTo>
                  <a:pt x="1955" y="1437"/>
                </a:lnTo>
                <a:cubicBezTo>
                  <a:pt x="1958" y="1435"/>
                  <a:pt x="1960" y="1434"/>
                  <a:pt x="1963" y="1431"/>
                </a:cubicBezTo>
                <a:cubicBezTo>
                  <a:pt x="1993" y="1410"/>
                  <a:pt x="2022" y="1389"/>
                  <a:pt x="2054" y="1370"/>
                </a:cubicBezTo>
                <a:cubicBezTo>
                  <a:pt x="2115" y="1328"/>
                  <a:pt x="2180" y="1292"/>
                  <a:pt x="2246" y="1257"/>
                </a:cubicBezTo>
                <a:cubicBezTo>
                  <a:pt x="2372" y="1191"/>
                  <a:pt x="2412" y="1174"/>
                  <a:pt x="2604" y="1120"/>
                </a:cubicBezTo>
                <a:cubicBezTo>
                  <a:pt x="2802" y="1065"/>
                  <a:pt x="2859" y="1059"/>
                  <a:pt x="3023" y="1044"/>
                </a:cubicBezTo>
                <a:cubicBezTo>
                  <a:pt x="3046" y="1042"/>
                  <a:pt x="3069" y="1039"/>
                  <a:pt x="3092" y="1035"/>
                </a:cubicBezTo>
                <a:lnTo>
                  <a:pt x="3092" y="1035"/>
                </a:lnTo>
                <a:cubicBezTo>
                  <a:pt x="3113" y="1033"/>
                  <a:pt x="3134" y="1031"/>
                  <a:pt x="3156" y="1027"/>
                </a:cubicBezTo>
                <a:cubicBezTo>
                  <a:pt x="3317" y="1000"/>
                  <a:pt x="3479" y="986"/>
                  <a:pt x="3639" y="986"/>
                </a:cubicBezTo>
                <a:close/>
                <a:moveTo>
                  <a:pt x="3656" y="0"/>
                </a:moveTo>
                <a:cubicBezTo>
                  <a:pt x="3424" y="0"/>
                  <a:pt x="3191" y="20"/>
                  <a:pt x="2962" y="55"/>
                </a:cubicBezTo>
                <a:lnTo>
                  <a:pt x="2962" y="55"/>
                </a:lnTo>
                <a:cubicBezTo>
                  <a:pt x="1592" y="189"/>
                  <a:pt x="506" y="1128"/>
                  <a:pt x="238" y="2500"/>
                </a:cubicBezTo>
                <a:cubicBezTo>
                  <a:pt x="0" y="3730"/>
                  <a:pt x="360" y="5131"/>
                  <a:pt x="1367" y="5933"/>
                </a:cubicBezTo>
                <a:cubicBezTo>
                  <a:pt x="1934" y="6385"/>
                  <a:pt x="2656" y="6602"/>
                  <a:pt x="3382" y="6602"/>
                </a:cubicBezTo>
                <a:cubicBezTo>
                  <a:pt x="4138" y="6602"/>
                  <a:pt x="4898" y="6367"/>
                  <a:pt x="5494" y="5917"/>
                </a:cubicBezTo>
                <a:cubicBezTo>
                  <a:pt x="6607" y="5078"/>
                  <a:pt x="7041" y="3580"/>
                  <a:pt x="6659" y="2253"/>
                </a:cubicBezTo>
                <a:cubicBezTo>
                  <a:pt x="6453" y="1537"/>
                  <a:pt x="6015" y="905"/>
                  <a:pt x="5393" y="488"/>
                </a:cubicBezTo>
                <a:cubicBezTo>
                  <a:pt x="4872" y="137"/>
                  <a:pt x="4267" y="0"/>
                  <a:pt x="3656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41" name="Google Shape;9941;p35"/>
          <p:cNvSpPr txBox="1"/>
          <p:nvPr/>
        </p:nvSpPr>
        <p:spPr>
          <a:xfrm>
            <a:off x="1606070" y="4087334"/>
            <a:ext cx="667416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Hi Fi link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42" name="Google Shape;9942;p35"/>
          <p:cNvSpPr/>
          <p:nvPr/>
        </p:nvSpPr>
        <p:spPr>
          <a:xfrm rot="-4499992">
            <a:off x="7647020" y="2254847"/>
            <a:ext cx="585793" cy="623413"/>
          </a:xfrm>
          <a:custGeom>
            <a:rect b="b" l="l" r="r" t="t"/>
            <a:pathLst>
              <a:path extrusionOk="0" h="29017" w="27269">
                <a:moveTo>
                  <a:pt x="22507" y="0"/>
                </a:moveTo>
                <a:cubicBezTo>
                  <a:pt x="21719" y="0"/>
                  <a:pt x="20932" y="201"/>
                  <a:pt x="20248" y="603"/>
                </a:cubicBezTo>
                <a:cubicBezTo>
                  <a:pt x="20101" y="684"/>
                  <a:pt x="19960" y="774"/>
                  <a:pt x="19827" y="877"/>
                </a:cubicBezTo>
                <a:cubicBezTo>
                  <a:pt x="19689" y="973"/>
                  <a:pt x="19562" y="1080"/>
                  <a:pt x="19439" y="1195"/>
                </a:cubicBezTo>
                <a:cubicBezTo>
                  <a:pt x="19306" y="1313"/>
                  <a:pt x="19214" y="1408"/>
                  <a:pt x="19117" y="1505"/>
                </a:cubicBezTo>
                <a:lnTo>
                  <a:pt x="18821" y="1800"/>
                </a:lnTo>
                <a:lnTo>
                  <a:pt x="17642" y="2975"/>
                </a:lnTo>
                <a:lnTo>
                  <a:pt x="8210" y="12373"/>
                </a:lnTo>
                <a:lnTo>
                  <a:pt x="3494" y="17071"/>
                </a:lnTo>
                <a:lnTo>
                  <a:pt x="2315" y="18246"/>
                </a:lnTo>
                <a:lnTo>
                  <a:pt x="1721" y="18842"/>
                </a:lnTo>
                <a:cubicBezTo>
                  <a:pt x="1504" y="19073"/>
                  <a:pt x="1291" y="19311"/>
                  <a:pt x="1110" y="19576"/>
                </a:cubicBezTo>
                <a:cubicBezTo>
                  <a:pt x="744" y="20099"/>
                  <a:pt x="454" y="20675"/>
                  <a:pt x="267" y="21287"/>
                </a:cubicBezTo>
                <a:cubicBezTo>
                  <a:pt x="86" y="21900"/>
                  <a:pt x="1" y="22538"/>
                  <a:pt x="13" y="23174"/>
                </a:cubicBezTo>
                <a:cubicBezTo>
                  <a:pt x="35" y="24451"/>
                  <a:pt x="496" y="25713"/>
                  <a:pt x="1281" y="26719"/>
                </a:cubicBezTo>
                <a:cubicBezTo>
                  <a:pt x="1679" y="27216"/>
                  <a:pt x="2146" y="27657"/>
                  <a:pt x="2675" y="28015"/>
                </a:cubicBezTo>
                <a:cubicBezTo>
                  <a:pt x="3210" y="28365"/>
                  <a:pt x="3798" y="28634"/>
                  <a:pt x="4413" y="28805"/>
                </a:cubicBezTo>
                <a:cubicBezTo>
                  <a:pt x="4924" y="28947"/>
                  <a:pt x="5453" y="29016"/>
                  <a:pt x="5983" y="29016"/>
                </a:cubicBezTo>
                <a:cubicBezTo>
                  <a:pt x="6728" y="29016"/>
                  <a:pt x="7474" y="28878"/>
                  <a:pt x="8170" y="28610"/>
                </a:cubicBezTo>
                <a:cubicBezTo>
                  <a:pt x="8765" y="28375"/>
                  <a:pt x="9319" y="28045"/>
                  <a:pt x="9814" y="27642"/>
                </a:cubicBezTo>
                <a:lnTo>
                  <a:pt x="10170" y="27323"/>
                </a:lnTo>
                <a:cubicBezTo>
                  <a:pt x="10285" y="27216"/>
                  <a:pt x="10371" y="27125"/>
                  <a:pt x="10472" y="27025"/>
                </a:cubicBezTo>
                <a:lnTo>
                  <a:pt x="11063" y="26437"/>
                </a:lnTo>
                <a:lnTo>
                  <a:pt x="20495" y="17039"/>
                </a:lnTo>
                <a:cubicBezTo>
                  <a:pt x="21385" y="16152"/>
                  <a:pt x="21860" y="15184"/>
                  <a:pt x="21554" y="14878"/>
                </a:cubicBezTo>
                <a:cubicBezTo>
                  <a:pt x="21491" y="14814"/>
                  <a:pt x="21400" y="14784"/>
                  <a:pt x="21287" y="14784"/>
                </a:cubicBezTo>
                <a:cubicBezTo>
                  <a:pt x="20852" y="14784"/>
                  <a:pt x="20096" y="15227"/>
                  <a:pt x="19389" y="15931"/>
                </a:cubicBezTo>
                <a:lnTo>
                  <a:pt x="9957" y="25329"/>
                </a:lnTo>
                <a:lnTo>
                  <a:pt x="9369" y="25916"/>
                </a:lnTo>
                <a:cubicBezTo>
                  <a:pt x="9272" y="26009"/>
                  <a:pt x="9166" y="26121"/>
                  <a:pt x="9079" y="26200"/>
                </a:cubicBezTo>
                <a:lnTo>
                  <a:pt x="8814" y="26439"/>
                </a:lnTo>
                <a:cubicBezTo>
                  <a:pt x="8448" y="26735"/>
                  <a:pt x="8041" y="26978"/>
                  <a:pt x="7603" y="27152"/>
                </a:cubicBezTo>
                <a:cubicBezTo>
                  <a:pt x="7090" y="27349"/>
                  <a:pt x="6538" y="27451"/>
                  <a:pt x="5987" y="27451"/>
                </a:cubicBezTo>
                <a:cubicBezTo>
                  <a:pt x="5595" y="27451"/>
                  <a:pt x="5204" y="27399"/>
                  <a:pt x="4826" y="27294"/>
                </a:cubicBezTo>
                <a:cubicBezTo>
                  <a:pt x="4373" y="27166"/>
                  <a:pt x="3939" y="26970"/>
                  <a:pt x="3544" y="26715"/>
                </a:cubicBezTo>
                <a:cubicBezTo>
                  <a:pt x="3154" y="26449"/>
                  <a:pt x="2808" y="26121"/>
                  <a:pt x="2512" y="25753"/>
                </a:cubicBezTo>
                <a:cubicBezTo>
                  <a:pt x="1935" y="25011"/>
                  <a:pt x="1591" y="24083"/>
                  <a:pt x="1577" y="23138"/>
                </a:cubicBezTo>
                <a:cubicBezTo>
                  <a:pt x="1570" y="22667"/>
                  <a:pt x="1633" y="22194"/>
                  <a:pt x="1764" y="21743"/>
                </a:cubicBezTo>
                <a:cubicBezTo>
                  <a:pt x="1902" y="21291"/>
                  <a:pt x="2118" y="20866"/>
                  <a:pt x="2387" y="20480"/>
                </a:cubicBezTo>
                <a:cubicBezTo>
                  <a:pt x="2520" y="20285"/>
                  <a:pt x="2677" y="20110"/>
                  <a:pt x="2838" y="19937"/>
                </a:cubicBezTo>
                <a:lnTo>
                  <a:pt x="3418" y="19355"/>
                </a:lnTo>
                <a:lnTo>
                  <a:pt x="4597" y="18180"/>
                </a:lnTo>
                <a:lnTo>
                  <a:pt x="9313" y="13480"/>
                </a:lnTo>
                <a:lnTo>
                  <a:pt x="18747" y="4082"/>
                </a:lnTo>
                <a:lnTo>
                  <a:pt x="19926" y="2907"/>
                </a:lnTo>
                <a:lnTo>
                  <a:pt x="20220" y="2615"/>
                </a:lnTo>
                <a:cubicBezTo>
                  <a:pt x="20318" y="2515"/>
                  <a:pt x="20421" y="2412"/>
                  <a:pt x="20497" y="2348"/>
                </a:cubicBezTo>
                <a:cubicBezTo>
                  <a:pt x="20576" y="2273"/>
                  <a:pt x="20660" y="2201"/>
                  <a:pt x="20751" y="2140"/>
                </a:cubicBezTo>
                <a:cubicBezTo>
                  <a:pt x="20836" y="2070"/>
                  <a:pt x="20930" y="2014"/>
                  <a:pt x="21027" y="1961"/>
                </a:cubicBezTo>
                <a:cubicBezTo>
                  <a:pt x="21473" y="1696"/>
                  <a:pt x="21990" y="1565"/>
                  <a:pt x="22507" y="1565"/>
                </a:cubicBezTo>
                <a:cubicBezTo>
                  <a:pt x="22870" y="1565"/>
                  <a:pt x="23232" y="1629"/>
                  <a:pt x="23570" y="1758"/>
                </a:cubicBezTo>
                <a:cubicBezTo>
                  <a:pt x="24397" y="2056"/>
                  <a:pt x="25065" y="2764"/>
                  <a:pt x="25342" y="3593"/>
                </a:cubicBezTo>
                <a:cubicBezTo>
                  <a:pt x="25634" y="4424"/>
                  <a:pt x="25517" y="5384"/>
                  <a:pt x="25051" y="6128"/>
                </a:cubicBezTo>
                <a:cubicBezTo>
                  <a:pt x="24938" y="6315"/>
                  <a:pt x="24797" y="6486"/>
                  <a:pt x="24646" y="6647"/>
                </a:cubicBezTo>
                <a:lnTo>
                  <a:pt x="24063" y="7229"/>
                </a:lnTo>
                <a:lnTo>
                  <a:pt x="22884" y="8404"/>
                </a:lnTo>
                <a:lnTo>
                  <a:pt x="20526" y="10752"/>
                </a:lnTo>
                <a:lnTo>
                  <a:pt x="15811" y="15452"/>
                </a:lnTo>
                <a:lnTo>
                  <a:pt x="11095" y="20150"/>
                </a:lnTo>
                <a:lnTo>
                  <a:pt x="10506" y="20739"/>
                </a:lnTo>
                <a:cubicBezTo>
                  <a:pt x="10283" y="20961"/>
                  <a:pt x="10170" y="21073"/>
                  <a:pt x="10011" y="21174"/>
                </a:cubicBezTo>
                <a:cubicBezTo>
                  <a:pt x="9754" y="21340"/>
                  <a:pt x="9447" y="21423"/>
                  <a:pt x="9141" y="21423"/>
                </a:cubicBezTo>
                <a:cubicBezTo>
                  <a:pt x="9072" y="21423"/>
                  <a:pt x="9004" y="21419"/>
                  <a:pt x="8936" y="21411"/>
                </a:cubicBezTo>
                <a:cubicBezTo>
                  <a:pt x="8184" y="21331"/>
                  <a:pt x="7552" y="20653"/>
                  <a:pt x="7524" y="19898"/>
                </a:cubicBezTo>
                <a:cubicBezTo>
                  <a:pt x="7500" y="19524"/>
                  <a:pt x="7607" y="19142"/>
                  <a:pt x="7834" y="18846"/>
                </a:cubicBezTo>
                <a:cubicBezTo>
                  <a:pt x="7858" y="18806"/>
                  <a:pt x="7890" y="18770"/>
                  <a:pt x="7922" y="18737"/>
                </a:cubicBezTo>
                <a:cubicBezTo>
                  <a:pt x="7951" y="18701"/>
                  <a:pt x="7979" y="18667"/>
                  <a:pt x="8035" y="18611"/>
                </a:cubicBezTo>
                <a:lnTo>
                  <a:pt x="8325" y="18313"/>
                </a:lnTo>
                <a:lnTo>
                  <a:pt x="8906" y="17717"/>
                </a:lnTo>
                <a:lnTo>
                  <a:pt x="11224" y="15333"/>
                </a:lnTo>
                <a:lnTo>
                  <a:pt x="15864" y="10561"/>
                </a:lnTo>
                <a:cubicBezTo>
                  <a:pt x="16739" y="9661"/>
                  <a:pt x="17200" y="8685"/>
                  <a:pt x="16894" y="8380"/>
                </a:cubicBezTo>
                <a:cubicBezTo>
                  <a:pt x="16832" y="8319"/>
                  <a:pt x="16743" y="8290"/>
                  <a:pt x="16633" y="8290"/>
                </a:cubicBezTo>
                <a:cubicBezTo>
                  <a:pt x="16201" y="8290"/>
                  <a:pt x="15448" y="8744"/>
                  <a:pt x="14749" y="9464"/>
                </a:cubicBezTo>
                <a:lnTo>
                  <a:pt x="10105" y="14239"/>
                </a:lnTo>
                <a:lnTo>
                  <a:pt x="7784" y="16627"/>
                </a:lnTo>
                <a:lnTo>
                  <a:pt x="7204" y="17224"/>
                </a:lnTo>
                <a:lnTo>
                  <a:pt x="6914" y="17522"/>
                </a:lnTo>
                <a:cubicBezTo>
                  <a:pt x="6870" y="17566"/>
                  <a:pt x="6806" y="17635"/>
                  <a:pt x="6745" y="17705"/>
                </a:cubicBezTo>
                <a:cubicBezTo>
                  <a:pt x="6685" y="17774"/>
                  <a:pt x="6625" y="17844"/>
                  <a:pt x="6574" y="17920"/>
                </a:cubicBezTo>
                <a:cubicBezTo>
                  <a:pt x="6130" y="18510"/>
                  <a:pt x="5916" y="19262"/>
                  <a:pt x="5963" y="19993"/>
                </a:cubicBezTo>
                <a:cubicBezTo>
                  <a:pt x="6005" y="20725"/>
                  <a:pt x="6307" y="21448"/>
                  <a:pt x="6816" y="21979"/>
                </a:cubicBezTo>
                <a:cubicBezTo>
                  <a:pt x="7313" y="22514"/>
                  <a:pt x="8009" y="22878"/>
                  <a:pt x="8739" y="22963"/>
                </a:cubicBezTo>
                <a:cubicBezTo>
                  <a:pt x="8873" y="22981"/>
                  <a:pt x="9009" y="22989"/>
                  <a:pt x="9144" y="22989"/>
                </a:cubicBezTo>
                <a:cubicBezTo>
                  <a:pt x="9743" y="22989"/>
                  <a:pt x="10342" y="22822"/>
                  <a:pt x="10848" y="22496"/>
                </a:cubicBezTo>
                <a:cubicBezTo>
                  <a:pt x="11003" y="22395"/>
                  <a:pt x="11152" y="22287"/>
                  <a:pt x="11286" y="22162"/>
                </a:cubicBezTo>
                <a:cubicBezTo>
                  <a:pt x="11439" y="22025"/>
                  <a:pt x="11502" y="21951"/>
                  <a:pt x="11612" y="21848"/>
                </a:cubicBezTo>
                <a:lnTo>
                  <a:pt x="12200" y="21260"/>
                </a:lnTo>
                <a:lnTo>
                  <a:pt x="16916" y="16562"/>
                </a:lnTo>
                <a:lnTo>
                  <a:pt x="21632" y="11862"/>
                </a:lnTo>
                <a:lnTo>
                  <a:pt x="23990" y="9514"/>
                </a:lnTo>
                <a:lnTo>
                  <a:pt x="25169" y="8339"/>
                </a:lnTo>
                <a:lnTo>
                  <a:pt x="25763" y="7742"/>
                </a:lnTo>
                <a:cubicBezTo>
                  <a:pt x="25994" y="7502"/>
                  <a:pt x="26206" y="7241"/>
                  <a:pt x="26381" y="6955"/>
                </a:cubicBezTo>
                <a:cubicBezTo>
                  <a:pt x="27093" y="5816"/>
                  <a:pt x="27268" y="4360"/>
                  <a:pt x="26825" y="3092"/>
                </a:cubicBezTo>
                <a:cubicBezTo>
                  <a:pt x="26397" y="1820"/>
                  <a:pt x="25389" y="758"/>
                  <a:pt x="24125" y="295"/>
                </a:cubicBezTo>
                <a:cubicBezTo>
                  <a:pt x="23609" y="98"/>
                  <a:pt x="23058" y="0"/>
                  <a:pt x="22507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943" name="Google Shape;9943;p35"/>
          <p:cNvGrpSpPr/>
          <p:nvPr/>
        </p:nvGrpSpPr>
        <p:grpSpPr>
          <a:xfrm rot="4980000">
            <a:off x="1793409" y="74772"/>
            <a:ext cx="398007" cy="1705725"/>
            <a:chOff x="5686500" y="2272225"/>
            <a:chExt cx="481300" cy="2589250"/>
          </a:xfrm>
        </p:grpSpPr>
        <p:sp>
          <p:nvSpPr>
            <p:cNvPr id="9944" name="Google Shape;9944;p35"/>
            <p:cNvSpPr/>
            <p:nvPr/>
          </p:nvSpPr>
          <p:spPr>
            <a:xfrm>
              <a:off x="5686500" y="3674725"/>
              <a:ext cx="260950" cy="1082650"/>
            </a:xfrm>
            <a:custGeom>
              <a:rect b="b" l="l" r="r" t="t"/>
              <a:pathLst>
                <a:path extrusionOk="0" h="43306" w="10438">
                  <a:moveTo>
                    <a:pt x="7833" y="1"/>
                  </a:moveTo>
                  <a:cubicBezTo>
                    <a:pt x="7371" y="1"/>
                    <a:pt x="6972" y="354"/>
                    <a:pt x="6919" y="826"/>
                  </a:cubicBezTo>
                  <a:lnTo>
                    <a:pt x="6917" y="856"/>
                  </a:lnTo>
                  <a:cubicBezTo>
                    <a:pt x="6721" y="2624"/>
                    <a:pt x="6364" y="4312"/>
                    <a:pt x="5698" y="5866"/>
                  </a:cubicBezTo>
                  <a:cubicBezTo>
                    <a:pt x="5050" y="7434"/>
                    <a:pt x="4084" y="8863"/>
                    <a:pt x="3088" y="10468"/>
                  </a:cubicBezTo>
                  <a:cubicBezTo>
                    <a:pt x="2589" y="11280"/>
                    <a:pt x="2092" y="12124"/>
                    <a:pt x="1654" y="13039"/>
                  </a:cubicBezTo>
                  <a:cubicBezTo>
                    <a:pt x="1226" y="13954"/>
                    <a:pt x="864" y="14928"/>
                    <a:pt x="605" y="15926"/>
                  </a:cubicBezTo>
                  <a:cubicBezTo>
                    <a:pt x="331" y="16927"/>
                    <a:pt x="189" y="17942"/>
                    <a:pt x="83" y="18960"/>
                  </a:cubicBezTo>
                  <a:cubicBezTo>
                    <a:pt x="49" y="19968"/>
                    <a:pt x="0" y="20983"/>
                    <a:pt x="91" y="21967"/>
                  </a:cubicBezTo>
                  <a:cubicBezTo>
                    <a:pt x="306" y="25901"/>
                    <a:pt x="1297" y="29668"/>
                    <a:pt x="2718" y="33243"/>
                  </a:cubicBezTo>
                  <a:cubicBezTo>
                    <a:pt x="3455" y="35019"/>
                    <a:pt x="4316" y="36736"/>
                    <a:pt x="5302" y="38373"/>
                  </a:cubicBezTo>
                  <a:cubicBezTo>
                    <a:pt x="6303" y="40015"/>
                    <a:pt x="7369" y="41561"/>
                    <a:pt x="8712" y="43012"/>
                  </a:cubicBezTo>
                  <a:lnTo>
                    <a:pt x="8710" y="43012"/>
                  </a:lnTo>
                  <a:cubicBezTo>
                    <a:pt x="8886" y="43202"/>
                    <a:pt x="9133" y="43306"/>
                    <a:pt x="9386" y="43306"/>
                  </a:cubicBezTo>
                  <a:cubicBezTo>
                    <a:pt x="9540" y="43306"/>
                    <a:pt x="9697" y="43267"/>
                    <a:pt x="9840" y="43185"/>
                  </a:cubicBezTo>
                  <a:cubicBezTo>
                    <a:pt x="10281" y="42933"/>
                    <a:pt x="10437" y="42368"/>
                    <a:pt x="10185" y="41923"/>
                  </a:cubicBezTo>
                  <a:lnTo>
                    <a:pt x="10158" y="41872"/>
                  </a:lnTo>
                  <a:cubicBezTo>
                    <a:pt x="8416" y="38782"/>
                    <a:pt x="6936" y="35440"/>
                    <a:pt x="5813" y="32078"/>
                  </a:cubicBezTo>
                  <a:cubicBezTo>
                    <a:pt x="4693" y="28709"/>
                    <a:pt x="3905" y="25206"/>
                    <a:pt x="3643" y="21742"/>
                  </a:cubicBezTo>
                  <a:cubicBezTo>
                    <a:pt x="3499" y="20024"/>
                    <a:pt x="3580" y="18346"/>
                    <a:pt x="3929" y="16751"/>
                  </a:cubicBezTo>
                  <a:cubicBezTo>
                    <a:pt x="4282" y="15151"/>
                    <a:pt x="4942" y="13636"/>
                    <a:pt x="5789" y="12041"/>
                  </a:cubicBezTo>
                  <a:cubicBezTo>
                    <a:pt x="6645" y="10453"/>
                    <a:pt x="7602" y="8689"/>
                    <a:pt x="8169" y="6752"/>
                  </a:cubicBezTo>
                  <a:cubicBezTo>
                    <a:pt x="8749" y="4816"/>
                    <a:pt x="8903" y="2791"/>
                    <a:pt x="8752" y="856"/>
                  </a:cubicBezTo>
                  <a:cubicBezTo>
                    <a:pt x="8720" y="420"/>
                    <a:pt x="8382" y="58"/>
                    <a:pt x="7934" y="7"/>
                  </a:cubicBezTo>
                  <a:cubicBezTo>
                    <a:pt x="7900" y="3"/>
                    <a:pt x="7866" y="1"/>
                    <a:pt x="783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45" name="Google Shape;9945;p35"/>
            <p:cNvSpPr/>
            <p:nvPr/>
          </p:nvSpPr>
          <p:spPr>
            <a:xfrm>
              <a:off x="5922350" y="2272225"/>
              <a:ext cx="208275" cy="167975"/>
            </a:xfrm>
            <a:custGeom>
              <a:rect b="b" l="l" r="r" t="t"/>
              <a:pathLst>
                <a:path extrusionOk="0" h="6719" w="8331">
                  <a:moveTo>
                    <a:pt x="4165" y="0"/>
                  </a:moveTo>
                  <a:cubicBezTo>
                    <a:pt x="3993" y="0"/>
                    <a:pt x="3820" y="86"/>
                    <a:pt x="3721" y="257"/>
                  </a:cubicBezTo>
                  <a:lnTo>
                    <a:pt x="0" y="6719"/>
                  </a:lnTo>
                  <a:lnTo>
                    <a:pt x="8331" y="6719"/>
                  </a:lnTo>
                  <a:lnTo>
                    <a:pt x="4607" y="257"/>
                  </a:lnTo>
                  <a:cubicBezTo>
                    <a:pt x="4509" y="86"/>
                    <a:pt x="4337" y="0"/>
                    <a:pt x="416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46" name="Google Shape;9946;p35"/>
            <p:cNvSpPr/>
            <p:nvPr/>
          </p:nvSpPr>
          <p:spPr>
            <a:xfrm>
              <a:off x="5880875" y="3567725"/>
              <a:ext cx="286925" cy="1293750"/>
            </a:xfrm>
            <a:custGeom>
              <a:rect b="b" l="l" r="r" t="t"/>
              <a:pathLst>
                <a:path extrusionOk="0" h="51750" w="11477">
                  <a:moveTo>
                    <a:pt x="66" y="0"/>
                  </a:moveTo>
                  <a:lnTo>
                    <a:pt x="66" y="0"/>
                  </a:lnTo>
                  <a:cubicBezTo>
                    <a:pt x="0" y="16111"/>
                    <a:pt x="514" y="31974"/>
                    <a:pt x="1659" y="47561"/>
                  </a:cubicBezTo>
                  <a:cubicBezTo>
                    <a:pt x="1659" y="48718"/>
                    <a:pt x="2124" y="49768"/>
                    <a:pt x="2877" y="50524"/>
                  </a:cubicBezTo>
                  <a:cubicBezTo>
                    <a:pt x="3631" y="51282"/>
                    <a:pt x="4673" y="51749"/>
                    <a:pt x="5823" y="51749"/>
                  </a:cubicBezTo>
                  <a:cubicBezTo>
                    <a:pt x="8128" y="51749"/>
                    <a:pt x="9990" y="49870"/>
                    <a:pt x="9990" y="47561"/>
                  </a:cubicBezTo>
                  <a:cubicBezTo>
                    <a:pt x="10968" y="31913"/>
                    <a:pt x="11470" y="16370"/>
                    <a:pt x="11477" y="905"/>
                  </a:cubicBezTo>
                  <a:lnTo>
                    <a:pt x="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47" name="Google Shape;9947;p35"/>
            <p:cNvSpPr/>
            <p:nvPr/>
          </p:nvSpPr>
          <p:spPr>
            <a:xfrm>
              <a:off x="5954500" y="3306675"/>
              <a:ext cx="150975" cy="825125"/>
            </a:xfrm>
            <a:custGeom>
              <a:rect b="b" l="l" r="r" t="t"/>
              <a:pathLst>
                <a:path extrusionOk="0" h="33005" w="6039">
                  <a:moveTo>
                    <a:pt x="3020" y="0"/>
                  </a:moveTo>
                  <a:cubicBezTo>
                    <a:pt x="2220" y="0"/>
                    <a:pt x="1452" y="1740"/>
                    <a:pt x="887" y="4835"/>
                  </a:cubicBezTo>
                  <a:cubicBezTo>
                    <a:pt x="319" y="7930"/>
                    <a:pt x="1" y="12125"/>
                    <a:pt x="1" y="16502"/>
                  </a:cubicBezTo>
                  <a:cubicBezTo>
                    <a:pt x="1" y="20879"/>
                    <a:pt x="319" y="25077"/>
                    <a:pt x="887" y="28172"/>
                  </a:cubicBezTo>
                  <a:cubicBezTo>
                    <a:pt x="1452" y="31267"/>
                    <a:pt x="2220" y="33004"/>
                    <a:pt x="3020" y="33004"/>
                  </a:cubicBezTo>
                  <a:cubicBezTo>
                    <a:pt x="3820" y="33004"/>
                    <a:pt x="4588" y="31267"/>
                    <a:pt x="5153" y="28172"/>
                  </a:cubicBezTo>
                  <a:cubicBezTo>
                    <a:pt x="5721" y="25077"/>
                    <a:pt x="6039" y="20879"/>
                    <a:pt x="6039" y="16502"/>
                  </a:cubicBezTo>
                  <a:cubicBezTo>
                    <a:pt x="6039" y="12125"/>
                    <a:pt x="5721" y="7930"/>
                    <a:pt x="5153" y="4835"/>
                  </a:cubicBezTo>
                  <a:cubicBezTo>
                    <a:pt x="4588" y="1740"/>
                    <a:pt x="3820" y="0"/>
                    <a:pt x="302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descr="A screenshot of a cell phone&#10;&#10;Description automatically generated" id="9948" name="Google Shape;9948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77027" y="1292461"/>
            <a:ext cx="6102443" cy="2794871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grpSp>
        <p:nvGrpSpPr>
          <p:cNvPr id="9949" name="Google Shape;9949;p35"/>
          <p:cNvGrpSpPr/>
          <p:nvPr/>
        </p:nvGrpSpPr>
        <p:grpSpPr>
          <a:xfrm rot="-1319860">
            <a:off x="6246090" y="4106183"/>
            <a:ext cx="2270117" cy="183542"/>
            <a:chOff x="5419725" y="2413000"/>
            <a:chExt cx="2169725" cy="175425"/>
          </a:xfrm>
        </p:grpSpPr>
        <p:sp>
          <p:nvSpPr>
            <p:cNvPr id="9950" name="Google Shape;9950;p35"/>
            <p:cNvSpPr/>
            <p:nvPr/>
          </p:nvSpPr>
          <p:spPr>
            <a:xfrm>
              <a:off x="5419725" y="2413000"/>
              <a:ext cx="2027325" cy="175425"/>
            </a:xfrm>
            <a:custGeom>
              <a:rect b="b" l="l" r="r" t="t"/>
              <a:pathLst>
                <a:path extrusionOk="0" h="7017" w="81093">
                  <a:moveTo>
                    <a:pt x="3509" y="0"/>
                  </a:moveTo>
                  <a:cubicBezTo>
                    <a:pt x="1571" y="0"/>
                    <a:pt x="0" y="1571"/>
                    <a:pt x="0" y="3508"/>
                  </a:cubicBezTo>
                  <a:cubicBezTo>
                    <a:pt x="0" y="5446"/>
                    <a:pt x="1571" y="7017"/>
                    <a:pt x="3509" y="7017"/>
                  </a:cubicBezTo>
                  <a:lnTo>
                    <a:pt x="81093" y="7017"/>
                  </a:lnTo>
                  <a:lnTo>
                    <a:pt x="81093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51" name="Google Shape;9951;p35"/>
            <p:cNvSpPr/>
            <p:nvPr/>
          </p:nvSpPr>
          <p:spPr>
            <a:xfrm>
              <a:off x="7447025" y="2413000"/>
              <a:ext cx="142425" cy="175425"/>
            </a:xfrm>
            <a:custGeom>
              <a:rect b="b" l="l" r="r" t="t"/>
              <a:pathLst>
                <a:path extrusionOk="0" h="7017" w="5697">
                  <a:moveTo>
                    <a:pt x="1" y="0"/>
                  </a:moveTo>
                  <a:lnTo>
                    <a:pt x="1" y="7017"/>
                  </a:lnTo>
                  <a:lnTo>
                    <a:pt x="5410" y="3880"/>
                  </a:lnTo>
                  <a:cubicBezTo>
                    <a:pt x="5696" y="3714"/>
                    <a:pt x="5696" y="3300"/>
                    <a:pt x="5410" y="3134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52" name="Google Shape;9952;p35"/>
            <p:cNvSpPr/>
            <p:nvPr/>
          </p:nvSpPr>
          <p:spPr>
            <a:xfrm>
              <a:off x="6846100" y="2459400"/>
              <a:ext cx="492625" cy="82550"/>
            </a:xfrm>
            <a:custGeom>
              <a:rect b="b" l="l" r="r" t="t"/>
              <a:pathLst>
                <a:path extrusionOk="0" h="3302" w="19705">
                  <a:moveTo>
                    <a:pt x="1650" y="1"/>
                  </a:moveTo>
                  <a:cubicBezTo>
                    <a:pt x="740" y="1"/>
                    <a:pt x="1" y="740"/>
                    <a:pt x="1" y="1652"/>
                  </a:cubicBezTo>
                  <a:cubicBezTo>
                    <a:pt x="1" y="2562"/>
                    <a:pt x="740" y="3301"/>
                    <a:pt x="1650" y="3301"/>
                  </a:cubicBezTo>
                  <a:lnTo>
                    <a:pt x="18054" y="3301"/>
                  </a:lnTo>
                  <a:cubicBezTo>
                    <a:pt x="18966" y="3301"/>
                    <a:pt x="19705" y="2562"/>
                    <a:pt x="19705" y="1652"/>
                  </a:cubicBezTo>
                  <a:cubicBezTo>
                    <a:pt x="19705" y="740"/>
                    <a:pt x="18966" y="1"/>
                    <a:pt x="1805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56" name="Shape 99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57" name="Google Shape;9957;p36"/>
          <p:cNvSpPr txBox="1"/>
          <p:nvPr>
            <p:ph type="title"/>
          </p:nvPr>
        </p:nvSpPr>
        <p:spPr>
          <a:xfrm>
            <a:off x="1270650" y="629375"/>
            <a:ext cx="7020000" cy="9345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2000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300"/>
              <a:buFont typeface="Gantari ExtraBold"/>
              <a:buNone/>
            </a:pPr>
            <a:r>
              <a:rPr b="1" lang="en-US" sz="3200">
                <a:solidFill>
                  <a:schemeClr val="lt2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HI</a:t>
            </a:r>
            <a:r>
              <a:rPr b="1" lang="en-US" sz="2400">
                <a:solidFill>
                  <a:schemeClr val="lt2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-</a:t>
            </a:r>
            <a:r>
              <a:rPr b="1" lang="en-US" sz="3200">
                <a:solidFill>
                  <a:schemeClr val="lt2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 FI PROTOTYPE</a:t>
            </a:r>
            <a:endParaRPr b="1">
              <a:latin typeface="Sorts Mill Goudy"/>
              <a:ea typeface="Sorts Mill Goudy"/>
              <a:cs typeface="Sorts Mill Goudy"/>
              <a:sym typeface="Sorts Mill Goudy"/>
            </a:endParaRPr>
          </a:p>
        </p:txBody>
      </p:sp>
      <p:sp>
        <p:nvSpPr>
          <p:cNvPr id="9958" name="Google Shape;9958;p36"/>
          <p:cNvSpPr/>
          <p:nvPr/>
        </p:nvSpPr>
        <p:spPr>
          <a:xfrm>
            <a:off x="7897930" y="1168641"/>
            <a:ext cx="388400" cy="411925"/>
          </a:xfrm>
          <a:custGeom>
            <a:rect b="b" l="l" r="r" t="t"/>
            <a:pathLst>
              <a:path extrusionOk="0" h="16477" w="15536">
                <a:moveTo>
                  <a:pt x="6847" y="1663"/>
                </a:moveTo>
                <a:cubicBezTo>
                  <a:pt x="7694" y="2699"/>
                  <a:pt x="8474" y="3796"/>
                  <a:pt x="9217" y="4915"/>
                </a:cubicBezTo>
                <a:lnTo>
                  <a:pt x="9217" y="4915"/>
                </a:lnTo>
                <a:cubicBezTo>
                  <a:pt x="8312" y="5132"/>
                  <a:pt x="7406" y="5345"/>
                  <a:pt x="6499" y="5555"/>
                </a:cubicBezTo>
                <a:lnTo>
                  <a:pt x="6499" y="5555"/>
                </a:lnTo>
                <a:cubicBezTo>
                  <a:pt x="6577" y="4254"/>
                  <a:pt x="6686" y="2956"/>
                  <a:pt x="6847" y="1663"/>
                </a:cubicBezTo>
                <a:close/>
                <a:moveTo>
                  <a:pt x="13631" y="4832"/>
                </a:moveTo>
                <a:cubicBezTo>
                  <a:pt x="13054" y="5635"/>
                  <a:pt x="12464" y="6428"/>
                  <a:pt x="11865" y="7213"/>
                </a:cubicBezTo>
                <a:lnTo>
                  <a:pt x="11865" y="7213"/>
                </a:lnTo>
                <a:cubicBezTo>
                  <a:pt x="11783" y="7081"/>
                  <a:pt x="11700" y="6949"/>
                  <a:pt x="11617" y="6817"/>
                </a:cubicBezTo>
                <a:cubicBezTo>
                  <a:pt x="11353" y="6396"/>
                  <a:pt x="11086" y="5973"/>
                  <a:pt x="10816" y="5552"/>
                </a:cubicBezTo>
                <a:lnTo>
                  <a:pt x="10816" y="5552"/>
                </a:lnTo>
                <a:cubicBezTo>
                  <a:pt x="11756" y="5320"/>
                  <a:pt x="12695" y="5082"/>
                  <a:pt x="13631" y="4832"/>
                </a:cubicBezTo>
                <a:close/>
                <a:moveTo>
                  <a:pt x="5447" y="6821"/>
                </a:moveTo>
                <a:lnTo>
                  <a:pt x="5447" y="6821"/>
                </a:lnTo>
                <a:cubicBezTo>
                  <a:pt x="5412" y="7578"/>
                  <a:pt x="5383" y="8337"/>
                  <a:pt x="5358" y="9095"/>
                </a:cubicBezTo>
                <a:lnTo>
                  <a:pt x="5358" y="9095"/>
                </a:lnTo>
                <a:cubicBezTo>
                  <a:pt x="4278" y="8603"/>
                  <a:pt x="3200" y="8103"/>
                  <a:pt x="2127" y="7595"/>
                </a:cubicBezTo>
                <a:lnTo>
                  <a:pt x="2127" y="7595"/>
                </a:lnTo>
                <a:cubicBezTo>
                  <a:pt x="3233" y="7333"/>
                  <a:pt x="4340" y="7077"/>
                  <a:pt x="5447" y="6821"/>
                </a:cubicBezTo>
                <a:close/>
                <a:moveTo>
                  <a:pt x="9795" y="5801"/>
                </a:moveTo>
                <a:cubicBezTo>
                  <a:pt x="10147" y="6347"/>
                  <a:pt x="10492" y="6896"/>
                  <a:pt x="10833" y="7443"/>
                </a:cubicBezTo>
                <a:cubicBezTo>
                  <a:pt x="10961" y="7647"/>
                  <a:pt x="11089" y="7852"/>
                  <a:pt x="11216" y="8057"/>
                </a:cubicBezTo>
                <a:lnTo>
                  <a:pt x="11216" y="8057"/>
                </a:lnTo>
                <a:cubicBezTo>
                  <a:pt x="10515" y="8963"/>
                  <a:pt x="9804" y="9861"/>
                  <a:pt x="9090" y="10757"/>
                </a:cubicBezTo>
                <a:lnTo>
                  <a:pt x="9090" y="10757"/>
                </a:lnTo>
                <a:cubicBezTo>
                  <a:pt x="8168" y="10356"/>
                  <a:pt x="7249" y="9949"/>
                  <a:pt x="6332" y="9536"/>
                </a:cubicBezTo>
                <a:lnTo>
                  <a:pt x="6332" y="9536"/>
                </a:lnTo>
                <a:cubicBezTo>
                  <a:pt x="6362" y="8553"/>
                  <a:pt x="6396" y="7571"/>
                  <a:pt x="6443" y="6590"/>
                </a:cubicBezTo>
                <a:lnTo>
                  <a:pt x="6443" y="6590"/>
                </a:lnTo>
                <a:cubicBezTo>
                  <a:pt x="7562" y="6331"/>
                  <a:pt x="8679" y="6070"/>
                  <a:pt x="9795" y="5801"/>
                </a:cubicBezTo>
                <a:close/>
                <a:moveTo>
                  <a:pt x="11771" y="8958"/>
                </a:moveTo>
                <a:cubicBezTo>
                  <a:pt x="12536" y="10214"/>
                  <a:pt x="13278" y="11491"/>
                  <a:pt x="13947" y="12799"/>
                </a:cubicBezTo>
                <a:lnTo>
                  <a:pt x="13947" y="12799"/>
                </a:lnTo>
                <a:cubicBezTo>
                  <a:pt x="12637" y="12267"/>
                  <a:pt x="11332" y="11721"/>
                  <a:pt x="10032" y="11163"/>
                </a:cubicBezTo>
                <a:lnTo>
                  <a:pt x="10032" y="11163"/>
                </a:lnTo>
                <a:cubicBezTo>
                  <a:pt x="10616" y="10431"/>
                  <a:pt x="11196" y="9697"/>
                  <a:pt x="11771" y="8958"/>
                </a:cubicBezTo>
                <a:close/>
                <a:moveTo>
                  <a:pt x="6300" y="10607"/>
                </a:moveTo>
                <a:cubicBezTo>
                  <a:pt x="7016" y="10927"/>
                  <a:pt x="7732" y="11244"/>
                  <a:pt x="8451" y="11557"/>
                </a:cubicBezTo>
                <a:lnTo>
                  <a:pt x="8451" y="11557"/>
                </a:lnTo>
                <a:cubicBezTo>
                  <a:pt x="7691" y="12508"/>
                  <a:pt x="6929" y="13457"/>
                  <a:pt x="6174" y="14413"/>
                </a:cubicBezTo>
                <a:lnTo>
                  <a:pt x="6174" y="14413"/>
                </a:lnTo>
                <a:cubicBezTo>
                  <a:pt x="6229" y="13146"/>
                  <a:pt x="6264" y="11877"/>
                  <a:pt x="6300" y="10607"/>
                </a:cubicBezTo>
                <a:close/>
                <a:moveTo>
                  <a:pt x="6513" y="1"/>
                </a:moveTo>
                <a:cubicBezTo>
                  <a:pt x="6290" y="1"/>
                  <a:pt x="6060" y="131"/>
                  <a:pt x="6026" y="362"/>
                </a:cubicBezTo>
                <a:cubicBezTo>
                  <a:pt x="5760" y="2163"/>
                  <a:pt x="5604" y="3972"/>
                  <a:pt x="5501" y="5786"/>
                </a:cubicBezTo>
                <a:lnTo>
                  <a:pt x="5501" y="5786"/>
                </a:lnTo>
                <a:cubicBezTo>
                  <a:pt x="3837" y="6171"/>
                  <a:pt x="2172" y="6555"/>
                  <a:pt x="511" y="6958"/>
                </a:cubicBezTo>
                <a:cubicBezTo>
                  <a:pt x="115" y="7055"/>
                  <a:pt x="1" y="7681"/>
                  <a:pt x="393" y="7868"/>
                </a:cubicBezTo>
                <a:cubicBezTo>
                  <a:pt x="2028" y="8652"/>
                  <a:pt x="3672" y="9419"/>
                  <a:pt x="5324" y="10167"/>
                </a:cubicBezTo>
                <a:lnTo>
                  <a:pt x="5324" y="10167"/>
                </a:lnTo>
                <a:cubicBezTo>
                  <a:pt x="5265" y="12097"/>
                  <a:pt x="5213" y="14027"/>
                  <a:pt x="5099" y="15951"/>
                </a:cubicBezTo>
                <a:cubicBezTo>
                  <a:pt x="5085" y="16196"/>
                  <a:pt x="5221" y="16347"/>
                  <a:pt x="5397" y="16404"/>
                </a:cubicBezTo>
                <a:lnTo>
                  <a:pt x="5397" y="16404"/>
                </a:lnTo>
                <a:cubicBezTo>
                  <a:pt x="5468" y="16450"/>
                  <a:pt x="5548" y="16477"/>
                  <a:pt x="5628" y="16477"/>
                </a:cubicBezTo>
                <a:cubicBezTo>
                  <a:pt x="5740" y="16477"/>
                  <a:pt x="5853" y="16426"/>
                  <a:pt x="5948" y="16303"/>
                </a:cubicBezTo>
                <a:cubicBezTo>
                  <a:pt x="7084" y="14845"/>
                  <a:pt x="8241" y="13406"/>
                  <a:pt x="9393" y="11965"/>
                </a:cubicBezTo>
                <a:lnTo>
                  <a:pt x="9393" y="11965"/>
                </a:lnTo>
                <a:cubicBezTo>
                  <a:pt x="11196" y="12741"/>
                  <a:pt x="13009" y="13494"/>
                  <a:pt x="14832" y="14222"/>
                </a:cubicBezTo>
                <a:cubicBezTo>
                  <a:pt x="14891" y="14245"/>
                  <a:pt x="14947" y="14256"/>
                  <a:pt x="14999" y="14256"/>
                </a:cubicBezTo>
                <a:cubicBezTo>
                  <a:pt x="15344" y="14256"/>
                  <a:pt x="15535" y="13791"/>
                  <a:pt x="15394" y="13491"/>
                </a:cubicBezTo>
                <a:cubicBezTo>
                  <a:pt x="14529" y="11640"/>
                  <a:pt x="13496" y="9859"/>
                  <a:pt x="12424" y="8114"/>
                </a:cubicBezTo>
                <a:lnTo>
                  <a:pt x="12424" y="8114"/>
                </a:lnTo>
                <a:cubicBezTo>
                  <a:pt x="13397" y="6844"/>
                  <a:pt x="14350" y="5557"/>
                  <a:pt x="15264" y="4238"/>
                </a:cubicBezTo>
                <a:cubicBezTo>
                  <a:pt x="15493" y="3909"/>
                  <a:pt x="15177" y="3491"/>
                  <a:pt x="14822" y="3491"/>
                </a:cubicBezTo>
                <a:cubicBezTo>
                  <a:pt x="14782" y="3491"/>
                  <a:pt x="14741" y="3496"/>
                  <a:pt x="14701" y="3507"/>
                </a:cubicBezTo>
                <a:cubicBezTo>
                  <a:pt x="13221" y="3921"/>
                  <a:pt x="11733" y="4302"/>
                  <a:pt x="10242" y="4667"/>
                </a:cubicBezTo>
                <a:lnTo>
                  <a:pt x="10242" y="4667"/>
                </a:lnTo>
                <a:cubicBezTo>
                  <a:pt x="9206" y="3091"/>
                  <a:pt x="8105" y="1549"/>
                  <a:pt x="6860" y="143"/>
                </a:cubicBezTo>
                <a:cubicBezTo>
                  <a:pt x="6774" y="46"/>
                  <a:pt x="6645" y="1"/>
                  <a:pt x="6513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59" name="Google Shape;9959;p36"/>
          <p:cNvSpPr/>
          <p:nvPr/>
        </p:nvSpPr>
        <p:spPr>
          <a:xfrm>
            <a:off x="7759050" y="1833575"/>
            <a:ext cx="117525" cy="110100"/>
          </a:xfrm>
          <a:custGeom>
            <a:rect b="b" l="l" r="r" t="t"/>
            <a:pathLst>
              <a:path extrusionOk="0" h="4404" w="4701">
                <a:moveTo>
                  <a:pt x="1951" y="1032"/>
                </a:moveTo>
                <a:cubicBezTo>
                  <a:pt x="1950" y="1033"/>
                  <a:pt x="1949" y="1033"/>
                  <a:pt x="1947" y="1033"/>
                </a:cubicBezTo>
                <a:cubicBezTo>
                  <a:pt x="1948" y="1033"/>
                  <a:pt x="1950" y="1033"/>
                  <a:pt x="1951" y="1032"/>
                </a:cubicBezTo>
                <a:close/>
                <a:moveTo>
                  <a:pt x="2857" y="1059"/>
                </a:moveTo>
                <a:cubicBezTo>
                  <a:pt x="2871" y="1059"/>
                  <a:pt x="2889" y="1066"/>
                  <a:pt x="2907" y="1075"/>
                </a:cubicBezTo>
                <a:lnTo>
                  <a:pt x="2907" y="1075"/>
                </a:lnTo>
                <a:cubicBezTo>
                  <a:pt x="2887" y="1068"/>
                  <a:pt x="2858" y="1059"/>
                  <a:pt x="2857" y="1059"/>
                </a:cubicBezTo>
                <a:close/>
                <a:moveTo>
                  <a:pt x="3091" y="1185"/>
                </a:moveTo>
                <a:cubicBezTo>
                  <a:pt x="3091" y="1185"/>
                  <a:pt x="3091" y="1185"/>
                  <a:pt x="3091" y="1185"/>
                </a:cubicBezTo>
                <a:lnTo>
                  <a:pt x="3091" y="1185"/>
                </a:lnTo>
                <a:cubicBezTo>
                  <a:pt x="3091" y="1185"/>
                  <a:pt x="3091" y="1185"/>
                  <a:pt x="3091" y="1185"/>
                </a:cubicBezTo>
                <a:close/>
                <a:moveTo>
                  <a:pt x="3104" y="1198"/>
                </a:moveTo>
                <a:cubicBezTo>
                  <a:pt x="3111" y="1203"/>
                  <a:pt x="3118" y="1208"/>
                  <a:pt x="3125" y="1213"/>
                </a:cubicBezTo>
                <a:cubicBezTo>
                  <a:pt x="3142" y="1224"/>
                  <a:pt x="3149" y="1229"/>
                  <a:pt x="3148" y="1229"/>
                </a:cubicBezTo>
                <a:cubicBezTo>
                  <a:pt x="3148" y="1229"/>
                  <a:pt x="3121" y="1211"/>
                  <a:pt x="3104" y="1198"/>
                </a:cubicBezTo>
                <a:close/>
                <a:moveTo>
                  <a:pt x="1747" y="3319"/>
                </a:moveTo>
                <a:cubicBezTo>
                  <a:pt x="1767" y="3326"/>
                  <a:pt x="1803" y="3338"/>
                  <a:pt x="1802" y="3338"/>
                </a:cubicBezTo>
                <a:cubicBezTo>
                  <a:pt x="1800" y="3339"/>
                  <a:pt x="1799" y="3339"/>
                  <a:pt x="1797" y="3339"/>
                </a:cubicBezTo>
                <a:cubicBezTo>
                  <a:pt x="1785" y="3339"/>
                  <a:pt x="1766" y="3330"/>
                  <a:pt x="1747" y="3319"/>
                </a:cubicBezTo>
                <a:close/>
                <a:moveTo>
                  <a:pt x="2463" y="3393"/>
                </a:moveTo>
                <a:cubicBezTo>
                  <a:pt x="2461" y="3393"/>
                  <a:pt x="2459" y="3393"/>
                  <a:pt x="2456" y="3393"/>
                </a:cubicBezTo>
                <a:lnTo>
                  <a:pt x="2456" y="3393"/>
                </a:lnTo>
                <a:cubicBezTo>
                  <a:pt x="2459" y="3393"/>
                  <a:pt x="2462" y="3393"/>
                  <a:pt x="2463" y="3393"/>
                </a:cubicBezTo>
                <a:close/>
                <a:moveTo>
                  <a:pt x="2387" y="989"/>
                </a:moveTo>
                <a:cubicBezTo>
                  <a:pt x="2440" y="989"/>
                  <a:pt x="2491" y="989"/>
                  <a:pt x="2541" y="993"/>
                </a:cubicBezTo>
                <a:cubicBezTo>
                  <a:pt x="2560" y="993"/>
                  <a:pt x="2582" y="997"/>
                  <a:pt x="2601" y="998"/>
                </a:cubicBezTo>
                <a:lnTo>
                  <a:pt x="2601" y="998"/>
                </a:lnTo>
                <a:cubicBezTo>
                  <a:pt x="2682" y="1018"/>
                  <a:pt x="2761" y="1029"/>
                  <a:pt x="2840" y="1057"/>
                </a:cubicBezTo>
                <a:cubicBezTo>
                  <a:pt x="2857" y="1061"/>
                  <a:pt x="2876" y="1069"/>
                  <a:pt x="2895" y="1076"/>
                </a:cubicBezTo>
                <a:cubicBezTo>
                  <a:pt x="2906" y="1079"/>
                  <a:pt x="2914" y="1081"/>
                  <a:pt x="2919" y="1082"/>
                </a:cubicBezTo>
                <a:lnTo>
                  <a:pt x="2919" y="1082"/>
                </a:lnTo>
                <a:cubicBezTo>
                  <a:pt x="2944" y="1096"/>
                  <a:pt x="2968" y="1113"/>
                  <a:pt x="2984" y="1122"/>
                </a:cubicBezTo>
                <a:cubicBezTo>
                  <a:pt x="3015" y="1139"/>
                  <a:pt x="3049" y="1160"/>
                  <a:pt x="3080" y="1181"/>
                </a:cubicBezTo>
                <a:cubicBezTo>
                  <a:pt x="3084" y="1184"/>
                  <a:pt x="3088" y="1186"/>
                  <a:pt x="3092" y="1189"/>
                </a:cubicBezTo>
                <a:lnTo>
                  <a:pt x="3092" y="1189"/>
                </a:lnTo>
                <a:cubicBezTo>
                  <a:pt x="3107" y="1217"/>
                  <a:pt x="3258" y="1347"/>
                  <a:pt x="3274" y="1366"/>
                </a:cubicBezTo>
                <a:cubicBezTo>
                  <a:pt x="3278" y="1370"/>
                  <a:pt x="3281" y="1374"/>
                  <a:pt x="3284" y="1378"/>
                </a:cubicBezTo>
                <a:lnTo>
                  <a:pt x="3284" y="1378"/>
                </a:lnTo>
                <a:cubicBezTo>
                  <a:pt x="3304" y="1410"/>
                  <a:pt x="3328" y="1440"/>
                  <a:pt x="3348" y="1474"/>
                </a:cubicBezTo>
                <a:cubicBezTo>
                  <a:pt x="3367" y="1503"/>
                  <a:pt x="3386" y="1535"/>
                  <a:pt x="3403" y="1569"/>
                </a:cubicBezTo>
                <a:cubicBezTo>
                  <a:pt x="3409" y="1579"/>
                  <a:pt x="3414" y="1591"/>
                  <a:pt x="3420" y="1604"/>
                </a:cubicBezTo>
                <a:lnTo>
                  <a:pt x="3420" y="1604"/>
                </a:lnTo>
                <a:cubicBezTo>
                  <a:pt x="3420" y="1602"/>
                  <a:pt x="3420" y="1600"/>
                  <a:pt x="3420" y="1598"/>
                </a:cubicBezTo>
                <a:lnTo>
                  <a:pt x="3420" y="1598"/>
                </a:lnTo>
                <a:cubicBezTo>
                  <a:pt x="3420" y="1600"/>
                  <a:pt x="3420" y="1602"/>
                  <a:pt x="3420" y="1604"/>
                </a:cubicBezTo>
                <a:lnTo>
                  <a:pt x="3420" y="1604"/>
                </a:lnTo>
                <a:cubicBezTo>
                  <a:pt x="3420" y="1604"/>
                  <a:pt x="3420" y="1604"/>
                  <a:pt x="3420" y="1604"/>
                </a:cubicBezTo>
                <a:lnTo>
                  <a:pt x="3420" y="1604"/>
                </a:lnTo>
                <a:cubicBezTo>
                  <a:pt x="3420" y="1621"/>
                  <a:pt x="3423" y="1634"/>
                  <a:pt x="3427" y="1644"/>
                </a:cubicBezTo>
                <a:lnTo>
                  <a:pt x="3427" y="1644"/>
                </a:lnTo>
                <a:cubicBezTo>
                  <a:pt x="3423" y="1630"/>
                  <a:pt x="3420" y="1616"/>
                  <a:pt x="3420" y="1604"/>
                </a:cubicBezTo>
                <a:lnTo>
                  <a:pt x="3420" y="1604"/>
                </a:lnTo>
                <a:cubicBezTo>
                  <a:pt x="3422" y="1608"/>
                  <a:pt x="3424" y="1613"/>
                  <a:pt x="3426" y="1617"/>
                </a:cubicBezTo>
                <a:cubicBezTo>
                  <a:pt x="3442" y="1646"/>
                  <a:pt x="3443" y="1659"/>
                  <a:pt x="3439" y="1659"/>
                </a:cubicBezTo>
                <a:cubicBezTo>
                  <a:pt x="3436" y="1659"/>
                  <a:pt x="3432" y="1654"/>
                  <a:pt x="3427" y="1644"/>
                </a:cubicBezTo>
                <a:lnTo>
                  <a:pt x="3427" y="1644"/>
                </a:lnTo>
                <a:cubicBezTo>
                  <a:pt x="3443" y="1697"/>
                  <a:pt x="3479" y="1760"/>
                  <a:pt x="3491" y="1802"/>
                </a:cubicBezTo>
                <a:cubicBezTo>
                  <a:pt x="3500" y="1838"/>
                  <a:pt x="3508" y="1874"/>
                  <a:pt x="3517" y="1910"/>
                </a:cubicBezTo>
                <a:cubicBezTo>
                  <a:pt x="3521" y="1933"/>
                  <a:pt x="3525" y="1954"/>
                  <a:pt x="3529" y="1977"/>
                </a:cubicBezTo>
                <a:cubicBezTo>
                  <a:pt x="3534" y="2005"/>
                  <a:pt x="3537" y="2015"/>
                  <a:pt x="3538" y="2015"/>
                </a:cubicBezTo>
                <a:cubicBezTo>
                  <a:pt x="3540" y="2015"/>
                  <a:pt x="3530" y="1942"/>
                  <a:pt x="3525" y="1939"/>
                </a:cubicBezTo>
                <a:lnTo>
                  <a:pt x="3525" y="1939"/>
                </a:lnTo>
                <a:cubicBezTo>
                  <a:pt x="3550" y="1954"/>
                  <a:pt x="3538" y="2142"/>
                  <a:pt x="3538" y="2173"/>
                </a:cubicBezTo>
                <a:cubicBezTo>
                  <a:pt x="3538" y="2215"/>
                  <a:pt x="3535" y="2257"/>
                  <a:pt x="3533" y="2297"/>
                </a:cubicBezTo>
                <a:cubicBezTo>
                  <a:pt x="3532" y="2312"/>
                  <a:pt x="3530" y="2326"/>
                  <a:pt x="3529" y="2339"/>
                </a:cubicBezTo>
                <a:lnTo>
                  <a:pt x="3529" y="2339"/>
                </a:lnTo>
                <a:cubicBezTo>
                  <a:pt x="3514" y="2409"/>
                  <a:pt x="3504" y="2477"/>
                  <a:pt x="3483" y="2546"/>
                </a:cubicBezTo>
                <a:cubicBezTo>
                  <a:pt x="3472" y="2582"/>
                  <a:pt x="3462" y="2618"/>
                  <a:pt x="3449" y="2651"/>
                </a:cubicBezTo>
                <a:cubicBezTo>
                  <a:pt x="3445" y="2663"/>
                  <a:pt x="3440" y="2676"/>
                  <a:pt x="3436" y="2688"/>
                </a:cubicBezTo>
                <a:lnTo>
                  <a:pt x="3436" y="2688"/>
                </a:lnTo>
                <a:cubicBezTo>
                  <a:pt x="3398" y="2751"/>
                  <a:pt x="3369" y="2818"/>
                  <a:pt x="3329" y="2881"/>
                </a:cubicBezTo>
                <a:cubicBezTo>
                  <a:pt x="3324" y="2889"/>
                  <a:pt x="3300" y="2922"/>
                  <a:pt x="3284" y="2945"/>
                </a:cubicBezTo>
                <a:lnTo>
                  <a:pt x="3284" y="2945"/>
                </a:lnTo>
                <a:cubicBezTo>
                  <a:pt x="3263" y="2968"/>
                  <a:pt x="3232" y="3005"/>
                  <a:pt x="3224" y="3014"/>
                </a:cubicBezTo>
                <a:cubicBezTo>
                  <a:pt x="3198" y="3041"/>
                  <a:pt x="3171" y="3069"/>
                  <a:pt x="3142" y="3094"/>
                </a:cubicBezTo>
                <a:cubicBezTo>
                  <a:pt x="3127" y="3106"/>
                  <a:pt x="3112" y="3119"/>
                  <a:pt x="3099" y="3132"/>
                </a:cubicBezTo>
                <a:cubicBezTo>
                  <a:pt x="3075" y="3154"/>
                  <a:pt x="3071" y="3163"/>
                  <a:pt x="3076" y="3163"/>
                </a:cubicBezTo>
                <a:cubicBezTo>
                  <a:pt x="3076" y="3163"/>
                  <a:pt x="3077" y="3163"/>
                  <a:pt x="3078" y="3162"/>
                </a:cubicBezTo>
                <a:lnTo>
                  <a:pt x="3078" y="3162"/>
                </a:lnTo>
                <a:cubicBezTo>
                  <a:pt x="3021" y="3203"/>
                  <a:pt x="2923" y="3245"/>
                  <a:pt x="2889" y="3262"/>
                </a:cubicBezTo>
                <a:cubicBezTo>
                  <a:pt x="2863" y="3275"/>
                  <a:pt x="2803" y="3296"/>
                  <a:pt x="2805" y="3296"/>
                </a:cubicBezTo>
                <a:cubicBezTo>
                  <a:pt x="2806" y="3296"/>
                  <a:pt x="2822" y="3291"/>
                  <a:pt x="2866" y="3277"/>
                </a:cubicBezTo>
                <a:lnTo>
                  <a:pt x="2866" y="3277"/>
                </a:lnTo>
                <a:cubicBezTo>
                  <a:pt x="2823" y="3292"/>
                  <a:pt x="2783" y="3309"/>
                  <a:pt x="2741" y="3323"/>
                </a:cubicBezTo>
                <a:cubicBezTo>
                  <a:pt x="2642" y="3355"/>
                  <a:pt x="2541" y="3376"/>
                  <a:pt x="2438" y="3395"/>
                </a:cubicBezTo>
                <a:cubicBezTo>
                  <a:pt x="2437" y="3395"/>
                  <a:pt x="2437" y="3395"/>
                  <a:pt x="2437" y="3395"/>
                </a:cubicBezTo>
                <a:lnTo>
                  <a:pt x="2437" y="3395"/>
                </a:lnTo>
                <a:cubicBezTo>
                  <a:pt x="2416" y="3397"/>
                  <a:pt x="2395" y="3400"/>
                  <a:pt x="2375" y="3401"/>
                </a:cubicBezTo>
                <a:cubicBezTo>
                  <a:pt x="2330" y="3403"/>
                  <a:pt x="2284" y="3406"/>
                  <a:pt x="2240" y="3406"/>
                </a:cubicBezTo>
                <a:cubicBezTo>
                  <a:pt x="2226" y="3406"/>
                  <a:pt x="2211" y="3406"/>
                  <a:pt x="2197" y="3406"/>
                </a:cubicBezTo>
                <a:cubicBezTo>
                  <a:pt x="2163" y="3406"/>
                  <a:pt x="2129" y="3405"/>
                  <a:pt x="2094" y="3403"/>
                </a:cubicBezTo>
                <a:cubicBezTo>
                  <a:pt x="2081" y="3402"/>
                  <a:pt x="2067" y="3400"/>
                  <a:pt x="2054" y="3398"/>
                </a:cubicBezTo>
                <a:lnTo>
                  <a:pt x="2054" y="3398"/>
                </a:lnTo>
                <a:cubicBezTo>
                  <a:pt x="1975" y="3376"/>
                  <a:pt x="1893" y="3365"/>
                  <a:pt x="1814" y="3340"/>
                </a:cubicBezTo>
                <a:cubicBezTo>
                  <a:pt x="1797" y="3334"/>
                  <a:pt x="1778" y="3326"/>
                  <a:pt x="1762" y="3321"/>
                </a:cubicBezTo>
                <a:cubicBezTo>
                  <a:pt x="1752" y="3318"/>
                  <a:pt x="1745" y="3316"/>
                  <a:pt x="1740" y="3315"/>
                </a:cubicBezTo>
                <a:lnTo>
                  <a:pt x="1740" y="3315"/>
                </a:lnTo>
                <a:cubicBezTo>
                  <a:pt x="1716" y="3301"/>
                  <a:pt x="1691" y="3283"/>
                  <a:pt x="1679" y="3277"/>
                </a:cubicBezTo>
                <a:cubicBezTo>
                  <a:pt x="1648" y="3258"/>
                  <a:pt x="1616" y="3241"/>
                  <a:pt x="1587" y="3220"/>
                </a:cubicBezTo>
                <a:cubicBezTo>
                  <a:pt x="1572" y="3210"/>
                  <a:pt x="1557" y="3199"/>
                  <a:pt x="1543" y="3191"/>
                </a:cubicBezTo>
                <a:cubicBezTo>
                  <a:pt x="1525" y="3180"/>
                  <a:pt x="1519" y="3175"/>
                  <a:pt x="1519" y="3175"/>
                </a:cubicBezTo>
                <a:lnTo>
                  <a:pt x="1519" y="3175"/>
                </a:lnTo>
                <a:cubicBezTo>
                  <a:pt x="1518" y="3175"/>
                  <a:pt x="1582" y="3218"/>
                  <a:pt x="1580" y="3218"/>
                </a:cubicBezTo>
                <a:cubicBezTo>
                  <a:pt x="1580" y="3218"/>
                  <a:pt x="1579" y="3218"/>
                  <a:pt x="1578" y="3218"/>
                </a:cubicBezTo>
                <a:cubicBezTo>
                  <a:pt x="1542" y="3218"/>
                  <a:pt x="1420" y="3070"/>
                  <a:pt x="1399" y="3045"/>
                </a:cubicBezTo>
                <a:cubicBezTo>
                  <a:pt x="1384" y="3030"/>
                  <a:pt x="1353" y="2977"/>
                  <a:pt x="1351" y="2977"/>
                </a:cubicBezTo>
                <a:lnTo>
                  <a:pt x="1351" y="2977"/>
                </a:lnTo>
                <a:cubicBezTo>
                  <a:pt x="1350" y="2977"/>
                  <a:pt x="1354" y="2985"/>
                  <a:pt x="1363" y="3005"/>
                </a:cubicBezTo>
                <a:cubicBezTo>
                  <a:pt x="1372" y="3025"/>
                  <a:pt x="1375" y="3032"/>
                  <a:pt x="1374" y="3032"/>
                </a:cubicBezTo>
                <a:cubicBezTo>
                  <a:pt x="1372" y="3032"/>
                  <a:pt x="1335" y="2962"/>
                  <a:pt x="1326" y="2946"/>
                </a:cubicBezTo>
                <a:cubicBezTo>
                  <a:pt x="1285" y="2881"/>
                  <a:pt x="1252" y="2814"/>
                  <a:pt x="1215" y="2746"/>
                </a:cubicBezTo>
                <a:lnTo>
                  <a:pt x="1215" y="2746"/>
                </a:lnTo>
                <a:cubicBezTo>
                  <a:pt x="1214" y="2743"/>
                  <a:pt x="1213" y="2740"/>
                  <a:pt x="1212" y="2736"/>
                </a:cubicBezTo>
                <a:cubicBezTo>
                  <a:pt x="1199" y="2702"/>
                  <a:pt x="1187" y="2668"/>
                  <a:pt x="1176" y="2635"/>
                </a:cubicBezTo>
                <a:cubicBezTo>
                  <a:pt x="1153" y="2559"/>
                  <a:pt x="1132" y="2481"/>
                  <a:pt x="1119" y="2403"/>
                </a:cubicBezTo>
                <a:cubicBezTo>
                  <a:pt x="1119" y="2401"/>
                  <a:pt x="1118" y="2399"/>
                  <a:pt x="1118" y="2397"/>
                </a:cubicBezTo>
                <a:lnTo>
                  <a:pt x="1118" y="2397"/>
                </a:lnTo>
                <a:cubicBezTo>
                  <a:pt x="1122" y="2365"/>
                  <a:pt x="1108" y="2315"/>
                  <a:pt x="1106" y="2283"/>
                </a:cubicBezTo>
                <a:cubicBezTo>
                  <a:pt x="1102" y="2203"/>
                  <a:pt x="1102" y="2123"/>
                  <a:pt x="1106" y="2043"/>
                </a:cubicBezTo>
                <a:cubicBezTo>
                  <a:pt x="1107" y="2033"/>
                  <a:pt x="1110" y="2004"/>
                  <a:pt x="1113" y="1978"/>
                </a:cubicBezTo>
                <a:lnTo>
                  <a:pt x="1113" y="1978"/>
                </a:lnTo>
                <a:cubicBezTo>
                  <a:pt x="1117" y="1953"/>
                  <a:pt x="1123" y="1911"/>
                  <a:pt x="1125" y="1899"/>
                </a:cubicBezTo>
                <a:cubicBezTo>
                  <a:pt x="1144" y="1813"/>
                  <a:pt x="1170" y="1731"/>
                  <a:pt x="1197" y="1647"/>
                </a:cubicBezTo>
                <a:cubicBezTo>
                  <a:pt x="1199" y="1642"/>
                  <a:pt x="1200" y="1637"/>
                  <a:pt x="1201" y="1634"/>
                </a:cubicBezTo>
                <a:lnTo>
                  <a:pt x="1201" y="1634"/>
                </a:lnTo>
                <a:cubicBezTo>
                  <a:pt x="1203" y="1630"/>
                  <a:pt x="1205" y="1626"/>
                  <a:pt x="1208" y="1621"/>
                </a:cubicBezTo>
                <a:cubicBezTo>
                  <a:pt x="1227" y="1583"/>
                  <a:pt x="1246" y="1543"/>
                  <a:pt x="1269" y="1507"/>
                </a:cubicBezTo>
                <a:cubicBezTo>
                  <a:pt x="1290" y="1470"/>
                  <a:pt x="1313" y="1434"/>
                  <a:pt x="1338" y="1398"/>
                </a:cubicBezTo>
                <a:cubicBezTo>
                  <a:pt x="1341" y="1394"/>
                  <a:pt x="1344" y="1390"/>
                  <a:pt x="1346" y="1386"/>
                </a:cubicBezTo>
                <a:lnTo>
                  <a:pt x="1346" y="1386"/>
                </a:lnTo>
                <a:cubicBezTo>
                  <a:pt x="1346" y="1386"/>
                  <a:pt x="1346" y="1386"/>
                  <a:pt x="1347" y="1385"/>
                </a:cubicBezTo>
                <a:cubicBezTo>
                  <a:pt x="1399" y="1329"/>
                  <a:pt x="1454" y="1275"/>
                  <a:pt x="1511" y="1223"/>
                </a:cubicBezTo>
                <a:lnTo>
                  <a:pt x="1511" y="1223"/>
                </a:lnTo>
                <a:cubicBezTo>
                  <a:pt x="1524" y="1213"/>
                  <a:pt x="1537" y="1203"/>
                  <a:pt x="1551" y="1194"/>
                </a:cubicBezTo>
                <a:cubicBezTo>
                  <a:pt x="1589" y="1170"/>
                  <a:pt x="1627" y="1147"/>
                  <a:pt x="1667" y="1126"/>
                </a:cubicBezTo>
                <a:cubicBezTo>
                  <a:pt x="1682" y="1119"/>
                  <a:pt x="1697" y="1111"/>
                  <a:pt x="1712" y="1103"/>
                </a:cubicBezTo>
                <a:lnTo>
                  <a:pt x="1712" y="1103"/>
                </a:lnTo>
                <a:cubicBezTo>
                  <a:pt x="1755" y="1090"/>
                  <a:pt x="1797" y="1075"/>
                  <a:pt x="1840" y="1063"/>
                </a:cubicBezTo>
                <a:cubicBezTo>
                  <a:pt x="1884" y="1050"/>
                  <a:pt x="1928" y="1042"/>
                  <a:pt x="1970" y="1031"/>
                </a:cubicBezTo>
                <a:cubicBezTo>
                  <a:pt x="1976" y="1030"/>
                  <a:pt x="1983" y="1028"/>
                  <a:pt x="1990" y="1026"/>
                </a:cubicBezTo>
                <a:lnTo>
                  <a:pt x="1990" y="1026"/>
                </a:lnTo>
                <a:cubicBezTo>
                  <a:pt x="2008" y="1025"/>
                  <a:pt x="2026" y="1024"/>
                  <a:pt x="2042" y="1023"/>
                </a:cubicBezTo>
                <a:cubicBezTo>
                  <a:pt x="2063" y="1021"/>
                  <a:pt x="2083" y="1018"/>
                  <a:pt x="2104" y="1015"/>
                </a:cubicBezTo>
                <a:lnTo>
                  <a:pt x="2104" y="1015"/>
                </a:lnTo>
                <a:cubicBezTo>
                  <a:pt x="2127" y="1013"/>
                  <a:pt x="2151" y="1010"/>
                  <a:pt x="2175" y="1006"/>
                </a:cubicBezTo>
                <a:cubicBezTo>
                  <a:pt x="2200" y="1002"/>
                  <a:pt x="2223" y="998"/>
                  <a:pt x="2248" y="996"/>
                </a:cubicBezTo>
                <a:lnTo>
                  <a:pt x="2248" y="996"/>
                </a:lnTo>
                <a:cubicBezTo>
                  <a:pt x="2202" y="1002"/>
                  <a:pt x="2186" y="1004"/>
                  <a:pt x="2186" y="1004"/>
                </a:cubicBezTo>
                <a:cubicBezTo>
                  <a:pt x="2187" y="1004"/>
                  <a:pt x="2227" y="999"/>
                  <a:pt x="2246" y="998"/>
                </a:cubicBezTo>
                <a:cubicBezTo>
                  <a:pt x="2293" y="996"/>
                  <a:pt x="2341" y="991"/>
                  <a:pt x="2387" y="989"/>
                </a:cubicBezTo>
                <a:close/>
                <a:moveTo>
                  <a:pt x="2431" y="0"/>
                </a:moveTo>
                <a:cubicBezTo>
                  <a:pt x="2283" y="0"/>
                  <a:pt x="2134" y="12"/>
                  <a:pt x="1987" y="33"/>
                </a:cubicBezTo>
                <a:lnTo>
                  <a:pt x="1987" y="33"/>
                </a:lnTo>
                <a:cubicBezTo>
                  <a:pt x="1519" y="79"/>
                  <a:pt x="1082" y="246"/>
                  <a:pt x="738" y="578"/>
                </a:cubicBezTo>
                <a:cubicBezTo>
                  <a:pt x="443" y="863"/>
                  <a:pt x="236" y="1259"/>
                  <a:pt x="158" y="1661"/>
                </a:cubicBezTo>
                <a:cubicBezTo>
                  <a:pt x="0" y="2477"/>
                  <a:pt x="228" y="3403"/>
                  <a:pt x="896" y="3941"/>
                </a:cubicBezTo>
                <a:cubicBezTo>
                  <a:pt x="1283" y="4251"/>
                  <a:pt x="1777" y="4404"/>
                  <a:pt x="2272" y="4404"/>
                </a:cubicBezTo>
                <a:cubicBezTo>
                  <a:pt x="2762" y="4404"/>
                  <a:pt x="3253" y="4255"/>
                  <a:pt x="3645" y="3962"/>
                </a:cubicBezTo>
                <a:cubicBezTo>
                  <a:pt x="4395" y="3401"/>
                  <a:pt x="4700" y="2409"/>
                  <a:pt x="4443" y="1512"/>
                </a:cubicBezTo>
                <a:cubicBezTo>
                  <a:pt x="4302" y="1025"/>
                  <a:pt x="4003" y="604"/>
                  <a:pt x="3582" y="321"/>
                </a:cubicBezTo>
                <a:cubicBezTo>
                  <a:pt x="3236" y="89"/>
                  <a:pt x="2836" y="0"/>
                  <a:pt x="2431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60" name="Google Shape;9960;p36"/>
          <p:cNvSpPr/>
          <p:nvPr/>
        </p:nvSpPr>
        <p:spPr>
          <a:xfrm>
            <a:off x="6972450" y="1587425"/>
            <a:ext cx="176025" cy="165050"/>
          </a:xfrm>
          <a:custGeom>
            <a:rect b="b" l="l" r="r" t="t"/>
            <a:pathLst>
              <a:path extrusionOk="0" h="6602" w="7041">
                <a:moveTo>
                  <a:pt x="4935" y="1378"/>
                </a:moveTo>
                <a:cubicBezTo>
                  <a:pt x="4939" y="1380"/>
                  <a:pt x="4948" y="1387"/>
                  <a:pt x="4965" y="1400"/>
                </a:cubicBezTo>
                <a:cubicBezTo>
                  <a:pt x="4955" y="1392"/>
                  <a:pt x="4945" y="1385"/>
                  <a:pt x="4935" y="1378"/>
                </a:cubicBezTo>
                <a:close/>
                <a:moveTo>
                  <a:pt x="1630" y="1762"/>
                </a:moveTo>
                <a:lnTo>
                  <a:pt x="1630" y="1762"/>
                </a:lnTo>
                <a:cubicBezTo>
                  <a:pt x="1621" y="1773"/>
                  <a:pt x="1618" y="1778"/>
                  <a:pt x="1618" y="1778"/>
                </a:cubicBezTo>
                <a:cubicBezTo>
                  <a:pt x="1618" y="1778"/>
                  <a:pt x="1623" y="1771"/>
                  <a:pt x="1630" y="1762"/>
                </a:cubicBezTo>
                <a:close/>
                <a:moveTo>
                  <a:pt x="3639" y="986"/>
                </a:moveTo>
                <a:cubicBezTo>
                  <a:pt x="4036" y="986"/>
                  <a:pt x="4418" y="1072"/>
                  <a:pt x="4734" y="1250"/>
                </a:cubicBezTo>
                <a:cubicBezTo>
                  <a:pt x="4786" y="1280"/>
                  <a:pt x="4839" y="1313"/>
                  <a:pt x="4890" y="1347"/>
                </a:cubicBezTo>
                <a:cubicBezTo>
                  <a:pt x="4906" y="1357"/>
                  <a:pt x="4921" y="1367"/>
                  <a:pt x="4935" y="1378"/>
                </a:cubicBezTo>
                <a:lnTo>
                  <a:pt x="4935" y="1378"/>
                </a:lnTo>
                <a:cubicBezTo>
                  <a:pt x="4934" y="1377"/>
                  <a:pt x="4933" y="1376"/>
                  <a:pt x="4933" y="1376"/>
                </a:cubicBezTo>
                <a:lnTo>
                  <a:pt x="4933" y="1376"/>
                </a:lnTo>
                <a:cubicBezTo>
                  <a:pt x="4934" y="1376"/>
                  <a:pt x="4964" y="1397"/>
                  <a:pt x="4972" y="1404"/>
                </a:cubicBezTo>
                <a:cubicBezTo>
                  <a:pt x="5081" y="1495"/>
                  <a:pt x="5182" y="1594"/>
                  <a:pt x="5275" y="1701"/>
                </a:cubicBezTo>
                <a:cubicBezTo>
                  <a:pt x="5296" y="1724"/>
                  <a:pt x="5315" y="1747"/>
                  <a:pt x="5332" y="1771"/>
                </a:cubicBezTo>
                <a:cubicBezTo>
                  <a:pt x="5336" y="1776"/>
                  <a:pt x="5339" y="1780"/>
                  <a:pt x="5342" y="1782"/>
                </a:cubicBezTo>
                <a:lnTo>
                  <a:pt x="5342" y="1782"/>
                </a:lnTo>
                <a:cubicBezTo>
                  <a:pt x="5378" y="1835"/>
                  <a:pt x="5414" y="1889"/>
                  <a:pt x="5446" y="1943"/>
                </a:cubicBezTo>
                <a:cubicBezTo>
                  <a:pt x="5477" y="1994"/>
                  <a:pt x="5507" y="2045"/>
                  <a:pt x="5534" y="2097"/>
                </a:cubicBezTo>
                <a:cubicBezTo>
                  <a:pt x="5548" y="2126"/>
                  <a:pt x="5603" y="2244"/>
                  <a:pt x="5604" y="2244"/>
                </a:cubicBezTo>
                <a:cubicBezTo>
                  <a:pt x="5605" y="2244"/>
                  <a:pt x="5604" y="2244"/>
                  <a:pt x="5604" y="2242"/>
                </a:cubicBezTo>
                <a:lnTo>
                  <a:pt x="5604" y="2242"/>
                </a:lnTo>
                <a:cubicBezTo>
                  <a:pt x="5646" y="2347"/>
                  <a:pt x="5682" y="2454"/>
                  <a:pt x="5711" y="2561"/>
                </a:cubicBezTo>
                <a:cubicBezTo>
                  <a:pt x="5726" y="2620"/>
                  <a:pt x="5741" y="2679"/>
                  <a:pt x="5751" y="2738"/>
                </a:cubicBezTo>
                <a:cubicBezTo>
                  <a:pt x="5756" y="2758"/>
                  <a:pt x="5778" y="2901"/>
                  <a:pt x="5781" y="2901"/>
                </a:cubicBezTo>
                <a:cubicBezTo>
                  <a:pt x="5781" y="2901"/>
                  <a:pt x="5781" y="2892"/>
                  <a:pt x="5779" y="2872"/>
                </a:cubicBezTo>
                <a:lnTo>
                  <a:pt x="5779" y="2872"/>
                </a:lnTo>
                <a:cubicBezTo>
                  <a:pt x="5793" y="2999"/>
                  <a:pt x="5800" y="3127"/>
                  <a:pt x="5800" y="3256"/>
                </a:cubicBezTo>
                <a:cubicBezTo>
                  <a:pt x="5798" y="3323"/>
                  <a:pt x="5796" y="3393"/>
                  <a:pt x="5791" y="3460"/>
                </a:cubicBezTo>
                <a:cubicBezTo>
                  <a:pt x="5787" y="3518"/>
                  <a:pt x="5781" y="3572"/>
                  <a:pt x="5780" y="3582"/>
                </a:cubicBezTo>
                <a:lnTo>
                  <a:pt x="5780" y="3582"/>
                </a:lnTo>
                <a:cubicBezTo>
                  <a:pt x="5759" y="3706"/>
                  <a:pt x="5734" y="3831"/>
                  <a:pt x="5699" y="3953"/>
                </a:cubicBezTo>
                <a:cubicBezTo>
                  <a:pt x="5682" y="4012"/>
                  <a:pt x="5663" y="4069"/>
                  <a:pt x="5642" y="4126"/>
                </a:cubicBezTo>
                <a:cubicBezTo>
                  <a:pt x="5631" y="4155"/>
                  <a:pt x="5621" y="4183"/>
                  <a:pt x="5610" y="4212"/>
                </a:cubicBezTo>
                <a:cubicBezTo>
                  <a:pt x="5606" y="4223"/>
                  <a:pt x="5602" y="4232"/>
                  <a:pt x="5600" y="4238"/>
                </a:cubicBezTo>
                <a:lnTo>
                  <a:pt x="5600" y="4238"/>
                </a:lnTo>
                <a:cubicBezTo>
                  <a:pt x="5597" y="4244"/>
                  <a:pt x="5593" y="4252"/>
                  <a:pt x="5589" y="4261"/>
                </a:cubicBezTo>
                <a:cubicBezTo>
                  <a:pt x="5534" y="4370"/>
                  <a:pt x="5477" y="4478"/>
                  <a:pt x="5412" y="4581"/>
                </a:cubicBezTo>
                <a:cubicBezTo>
                  <a:pt x="5311" y="4737"/>
                  <a:pt x="5324" y="4720"/>
                  <a:pt x="5189" y="4863"/>
                </a:cubicBezTo>
                <a:cubicBezTo>
                  <a:pt x="4814" y="5261"/>
                  <a:pt x="4355" y="5476"/>
                  <a:pt x="3756" y="5573"/>
                </a:cubicBezTo>
                <a:cubicBezTo>
                  <a:pt x="3620" y="5595"/>
                  <a:pt x="3482" y="5605"/>
                  <a:pt x="3344" y="5605"/>
                </a:cubicBezTo>
                <a:cubicBezTo>
                  <a:pt x="2954" y="5605"/>
                  <a:pt x="2572" y="5519"/>
                  <a:pt x="2265" y="5346"/>
                </a:cubicBezTo>
                <a:cubicBezTo>
                  <a:pt x="2214" y="5316"/>
                  <a:pt x="2164" y="5285"/>
                  <a:pt x="2113" y="5253"/>
                </a:cubicBezTo>
                <a:cubicBezTo>
                  <a:pt x="2098" y="5243"/>
                  <a:pt x="2015" y="5180"/>
                  <a:pt x="2013" y="5180"/>
                </a:cubicBezTo>
                <a:lnTo>
                  <a:pt x="2013" y="5180"/>
                </a:lnTo>
                <a:cubicBezTo>
                  <a:pt x="2013" y="5180"/>
                  <a:pt x="2019" y="5186"/>
                  <a:pt x="2037" y="5200"/>
                </a:cubicBezTo>
                <a:cubicBezTo>
                  <a:pt x="1930" y="5114"/>
                  <a:pt x="1831" y="5019"/>
                  <a:pt x="1740" y="4916"/>
                </a:cubicBezTo>
                <a:cubicBezTo>
                  <a:pt x="1728" y="4902"/>
                  <a:pt x="1675" y="4837"/>
                  <a:pt x="1657" y="4816"/>
                </a:cubicBezTo>
                <a:lnTo>
                  <a:pt x="1657" y="4816"/>
                </a:lnTo>
                <a:cubicBezTo>
                  <a:pt x="1647" y="4801"/>
                  <a:pt x="1584" y="4711"/>
                  <a:pt x="1570" y="4688"/>
                </a:cubicBezTo>
                <a:cubicBezTo>
                  <a:pt x="1500" y="4579"/>
                  <a:pt x="1439" y="4465"/>
                  <a:pt x="1382" y="4347"/>
                </a:cubicBezTo>
                <a:cubicBezTo>
                  <a:pt x="1372" y="4327"/>
                  <a:pt x="1369" y="4322"/>
                  <a:pt x="1368" y="4322"/>
                </a:cubicBezTo>
                <a:lnTo>
                  <a:pt x="1368" y="4322"/>
                </a:lnTo>
                <a:cubicBezTo>
                  <a:pt x="1368" y="4322"/>
                  <a:pt x="1368" y="4322"/>
                  <a:pt x="1368" y="4322"/>
                </a:cubicBezTo>
                <a:lnTo>
                  <a:pt x="1368" y="4322"/>
                </a:lnTo>
                <a:cubicBezTo>
                  <a:pt x="1366" y="4315"/>
                  <a:pt x="1360" y="4299"/>
                  <a:pt x="1348" y="4265"/>
                </a:cubicBezTo>
                <a:cubicBezTo>
                  <a:pt x="1329" y="4210"/>
                  <a:pt x="1308" y="4155"/>
                  <a:pt x="1291" y="4101"/>
                </a:cubicBezTo>
                <a:cubicBezTo>
                  <a:pt x="1251" y="3974"/>
                  <a:pt x="1220" y="3848"/>
                  <a:pt x="1197" y="3717"/>
                </a:cubicBezTo>
                <a:cubicBezTo>
                  <a:pt x="1192" y="3696"/>
                  <a:pt x="1179" y="3596"/>
                  <a:pt x="1178" y="3596"/>
                </a:cubicBezTo>
                <a:lnTo>
                  <a:pt x="1178" y="3596"/>
                </a:lnTo>
                <a:cubicBezTo>
                  <a:pt x="1178" y="3596"/>
                  <a:pt x="1179" y="3606"/>
                  <a:pt x="1182" y="3633"/>
                </a:cubicBezTo>
                <a:cubicBezTo>
                  <a:pt x="1173" y="3568"/>
                  <a:pt x="1167" y="3502"/>
                  <a:pt x="1165" y="3437"/>
                </a:cubicBezTo>
                <a:cubicBezTo>
                  <a:pt x="1157" y="3304"/>
                  <a:pt x="1157" y="3174"/>
                  <a:pt x="1165" y="3041"/>
                </a:cubicBezTo>
                <a:cubicBezTo>
                  <a:pt x="1167" y="3011"/>
                  <a:pt x="1179" y="2898"/>
                  <a:pt x="1181" y="2870"/>
                </a:cubicBezTo>
                <a:lnTo>
                  <a:pt x="1181" y="2870"/>
                </a:lnTo>
                <a:cubicBezTo>
                  <a:pt x="1186" y="2847"/>
                  <a:pt x="1203" y="2750"/>
                  <a:pt x="1209" y="2721"/>
                </a:cubicBezTo>
                <a:cubicBezTo>
                  <a:pt x="1239" y="2580"/>
                  <a:pt x="1281" y="2443"/>
                  <a:pt x="1327" y="2306"/>
                </a:cubicBezTo>
                <a:cubicBezTo>
                  <a:pt x="1342" y="2262"/>
                  <a:pt x="1345" y="2248"/>
                  <a:pt x="1346" y="2244"/>
                </a:cubicBezTo>
                <a:lnTo>
                  <a:pt x="1346" y="2244"/>
                </a:lnTo>
                <a:cubicBezTo>
                  <a:pt x="1348" y="2241"/>
                  <a:pt x="1355" y="2229"/>
                  <a:pt x="1376" y="2188"/>
                </a:cubicBezTo>
                <a:cubicBezTo>
                  <a:pt x="1407" y="2125"/>
                  <a:pt x="1439" y="2059"/>
                  <a:pt x="1475" y="1998"/>
                </a:cubicBezTo>
                <a:cubicBezTo>
                  <a:pt x="1511" y="1937"/>
                  <a:pt x="1551" y="1878"/>
                  <a:pt x="1588" y="1819"/>
                </a:cubicBezTo>
                <a:cubicBezTo>
                  <a:pt x="1603" y="1799"/>
                  <a:pt x="1618" y="1779"/>
                  <a:pt x="1632" y="1759"/>
                </a:cubicBezTo>
                <a:lnTo>
                  <a:pt x="1632" y="1759"/>
                </a:lnTo>
                <a:cubicBezTo>
                  <a:pt x="1639" y="1751"/>
                  <a:pt x="1646" y="1741"/>
                  <a:pt x="1654" y="1733"/>
                </a:cubicBezTo>
                <a:cubicBezTo>
                  <a:pt x="1744" y="1632"/>
                  <a:pt x="1839" y="1535"/>
                  <a:pt x="1945" y="1446"/>
                </a:cubicBezTo>
                <a:cubicBezTo>
                  <a:pt x="1949" y="1443"/>
                  <a:pt x="1952" y="1440"/>
                  <a:pt x="1955" y="1437"/>
                </a:cubicBezTo>
                <a:lnTo>
                  <a:pt x="1955" y="1437"/>
                </a:lnTo>
                <a:cubicBezTo>
                  <a:pt x="1958" y="1435"/>
                  <a:pt x="1960" y="1434"/>
                  <a:pt x="1963" y="1431"/>
                </a:cubicBezTo>
                <a:cubicBezTo>
                  <a:pt x="1993" y="1410"/>
                  <a:pt x="2022" y="1389"/>
                  <a:pt x="2054" y="1370"/>
                </a:cubicBezTo>
                <a:cubicBezTo>
                  <a:pt x="2115" y="1328"/>
                  <a:pt x="2180" y="1292"/>
                  <a:pt x="2246" y="1257"/>
                </a:cubicBezTo>
                <a:cubicBezTo>
                  <a:pt x="2372" y="1191"/>
                  <a:pt x="2412" y="1174"/>
                  <a:pt x="2604" y="1120"/>
                </a:cubicBezTo>
                <a:cubicBezTo>
                  <a:pt x="2802" y="1065"/>
                  <a:pt x="2859" y="1059"/>
                  <a:pt x="3023" y="1044"/>
                </a:cubicBezTo>
                <a:cubicBezTo>
                  <a:pt x="3046" y="1042"/>
                  <a:pt x="3069" y="1039"/>
                  <a:pt x="3092" y="1035"/>
                </a:cubicBezTo>
                <a:lnTo>
                  <a:pt x="3092" y="1035"/>
                </a:lnTo>
                <a:cubicBezTo>
                  <a:pt x="3113" y="1033"/>
                  <a:pt x="3134" y="1031"/>
                  <a:pt x="3156" y="1027"/>
                </a:cubicBezTo>
                <a:cubicBezTo>
                  <a:pt x="3317" y="1000"/>
                  <a:pt x="3479" y="986"/>
                  <a:pt x="3639" y="986"/>
                </a:cubicBezTo>
                <a:close/>
                <a:moveTo>
                  <a:pt x="3656" y="0"/>
                </a:moveTo>
                <a:cubicBezTo>
                  <a:pt x="3424" y="0"/>
                  <a:pt x="3191" y="20"/>
                  <a:pt x="2962" y="55"/>
                </a:cubicBezTo>
                <a:lnTo>
                  <a:pt x="2962" y="55"/>
                </a:lnTo>
                <a:cubicBezTo>
                  <a:pt x="1592" y="189"/>
                  <a:pt x="506" y="1128"/>
                  <a:pt x="238" y="2500"/>
                </a:cubicBezTo>
                <a:cubicBezTo>
                  <a:pt x="0" y="3730"/>
                  <a:pt x="360" y="5131"/>
                  <a:pt x="1367" y="5933"/>
                </a:cubicBezTo>
                <a:cubicBezTo>
                  <a:pt x="1934" y="6385"/>
                  <a:pt x="2656" y="6602"/>
                  <a:pt x="3382" y="6602"/>
                </a:cubicBezTo>
                <a:cubicBezTo>
                  <a:pt x="4138" y="6602"/>
                  <a:pt x="4898" y="6367"/>
                  <a:pt x="5494" y="5917"/>
                </a:cubicBezTo>
                <a:cubicBezTo>
                  <a:pt x="6607" y="5078"/>
                  <a:pt x="7041" y="3580"/>
                  <a:pt x="6659" y="2253"/>
                </a:cubicBezTo>
                <a:cubicBezTo>
                  <a:pt x="6453" y="1537"/>
                  <a:pt x="6015" y="905"/>
                  <a:pt x="5393" y="488"/>
                </a:cubicBezTo>
                <a:cubicBezTo>
                  <a:pt x="4872" y="137"/>
                  <a:pt x="4267" y="0"/>
                  <a:pt x="3656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61" name="Google Shape;9961;p36"/>
          <p:cNvSpPr txBox="1"/>
          <p:nvPr/>
        </p:nvSpPr>
        <p:spPr>
          <a:xfrm>
            <a:off x="7335479" y="4235829"/>
            <a:ext cx="120887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Hi Fi link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62" name="Google Shape;9962;p36"/>
          <p:cNvSpPr/>
          <p:nvPr/>
        </p:nvSpPr>
        <p:spPr>
          <a:xfrm rot="-4499992">
            <a:off x="7647020" y="2254847"/>
            <a:ext cx="585793" cy="623413"/>
          </a:xfrm>
          <a:custGeom>
            <a:rect b="b" l="l" r="r" t="t"/>
            <a:pathLst>
              <a:path extrusionOk="0" h="29017" w="27269">
                <a:moveTo>
                  <a:pt x="22507" y="0"/>
                </a:moveTo>
                <a:cubicBezTo>
                  <a:pt x="21719" y="0"/>
                  <a:pt x="20932" y="201"/>
                  <a:pt x="20248" y="603"/>
                </a:cubicBezTo>
                <a:cubicBezTo>
                  <a:pt x="20101" y="684"/>
                  <a:pt x="19960" y="774"/>
                  <a:pt x="19827" y="877"/>
                </a:cubicBezTo>
                <a:cubicBezTo>
                  <a:pt x="19689" y="973"/>
                  <a:pt x="19562" y="1080"/>
                  <a:pt x="19439" y="1195"/>
                </a:cubicBezTo>
                <a:cubicBezTo>
                  <a:pt x="19306" y="1313"/>
                  <a:pt x="19214" y="1408"/>
                  <a:pt x="19117" y="1505"/>
                </a:cubicBezTo>
                <a:lnTo>
                  <a:pt x="18821" y="1800"/>
                </a:lnTo>
                <a:lnTo>
                  <a:pt x="17642" y="2975"/>
                </a:lnTo>
                <a:lnTo>
                  <a:pt x="8210" y="12373"/>
                </a:lnTo>
                <a:lnTo>
                  <a:pt x="3494" y="17071"/>
                </a:lnTo>
                <a:lnTo>
                  <a:pt x="2315" y="18246"/>
                </a:lnTo>
                <a:lnTo>
                  <a:pt x="1721" y="18842"/>
                </a:lnTo>
                <a:cubicBezTo>
                  <a:pt x="1504" y="19073"/>
                  <a:pt x="1291" y="19311"/>
                  <a:pt x="1110" y="19576"/>
                </a:cubicBezTo>
                <a:cubicBezTo>
                  <a:pt x="744" y="20099"/>
                  <a:pt x="454" y="20675"/>
                  <a:pt x="267" y="21287"/>
                </a:cubicBezTo>
                <a:cubicBezTo>
                  <a:pt x="86" y="21900"/>
                  <a:pt x="1" y="22538"/>
                  <a:pt x="13" y="23174"/>
                </a:cubicBezTo>
                <a:cubicBezTo>
                  <a:pt x="35" y="24451"/>
                  <a:pt x="496" y="25713"/>
                  <a:pt x="1281" y="26719"/>
                </a:cubicBezTo>
                <a:cubicBezTo>
                  <a:pt x="1679" y="27216"/>
                  <a:pt x="2146" y="27657"/>
                  <a:pt x="2675" y="28015"/>
                </a:cubicBezTo>
                <a:cubicBezTo>
                  <a:pt x="3210" y="28365"/>
                  <a:pt x="3798" y="28634"/>
                  <a:pt x="4413" y="28805"/>
                </a:cubicBezTo>
                <a:cubicBezTo>
                  <a:pt x="4924" y="28947"/>
                  <a:pt x="5453" y="29016"/>
                  <a:pt x="5983" y="29016"/>
                </a:cubicBezTo>
                <a:cubicBezTo>
                  <a:pt x="6728" y="29016"/>
                  <a:pt x="7474" y="28878"/>
                  <a:pt x="8170" y="28610"/>
                </a:cubicBezTo>
                <a:cubicBezTo>
                  <a:pt x="8765" y="28375"/>
                  <a:pt x="9319" y="28045"/>
                  <a:pt x="9814" y="27642"/>
                </a:cubicBezTo>
                <a:lnTo>
                  <a:pt x="10170" y="27323"/>
                </a:lnTo>
                <a:cubicBezTo>
                  <a:pt x="10285" y="27216"/>
                  <a:pt x="10371" y="27125"/>
                  <a:pt x="10472" y="27025"/>
                </a:cubicBezTo>
                <a:lnTo>
                  <a:pt x="11063" y="26437"/>
                </a:lnTo>
                <a:lnTo>
                  <a:pt x="20495" y="17039"/>
                </a:lnTo>
                <a:cubicBezTo>
                  <a:pt x="21385" y="16152"/>
                  <a:pt x="21860" y="15184"/>
                  <a:pt x="21554" y="14878"/>
                </a:cubicBezTo>
                <a:cubicBezTo>
                  <a:pt x="21491" y="14814"/>
                  <a:pt x="21400" y="14784"/>
                  <a:pt x="21287" y="14784"/>
                </a:cubicBezTo>
                <a:cubicBezTo>
                  <a:pt x="20852" y="14784"/>
                  <a:pt x="20096" y="15227"/>
                  <a:pt x="19389" y="15931"/>
                </a:cubicBezTo>
                <a:lnTo>
                  <a:pt x="9957" y="25329"/>
                </a:lnTo>
                <a:lnTo>
                  <a:pt x="9369" y="25916"/>
                </a:lnTo>
                <a:cubicBezTo>
                  <a:pt x="9272" y="26009"/>
                  <a:pt x="9166" y="26121"/>
                  <a:pt x="9079" y="26200"/>
                </a:cubicBezTo>
                <a:lnTo>
                  <a:pt x="8814" y="26439"/>
                </a:lnTo>
                <a:cubicBezTo>
                  <a:pt x="8448" y="26735"/>
                  <a:pt x="8041" y="26978"/>
                  <a:pt x="7603" y="27152"/>
                </a:cubicBezTo>
                <a:cubicBezTo>
                  <a:pt x="7090" y="27349"/>
                  <a:pt x="6538" y="27451"/>
                  <a:pt x="5987" y="27451"/>
                </a:cubicBezTo>
                <a:cubicBezTo>
                  <a:pt x="5595" y="27451"/>
                  <a:pt x="5204" y="27399"/>
                  <a:pt x="4826" y="27294"/>
                </a:cubicBezTo>
                <a:cubicBezTo>
                  <a:pt x="4373" y="27166"/>
                  <a:pt x="3939" y="26970"/>
                  <a:pt x="3544" y="26715"/>
                </a:cubicBezTo>
                <a:cubicBezTo>
                  <a:pt x="3154" y="26449"/>
                  <a:pt x="2808" y="26121"/>
                  <a:pt x="2512" y="25753"/>
                </a:cubicBezTo>
                <a:cubicBezTo>
                  <a:pt x="1935" y="25011"/>
                  <a:pt x="1591" y="24083"/>
                  <a:pt x="1577" y="23138"/>
                </a:cubicBezTo>
                <a:cubicBezTo>
                  <a:pt x="1570" y="22667"/>
                  <a:pt x="1633" y="22194"/>
                  <a:pt x="1764" y="21743"/>
                </a:cubicBezTo>
                <a:cubicBezTo>
                  <a:pt x="1902" y="21291"/>
                  <a:pt x="2118" y="20866"/>
                  <a:pt x="2387" y="20480"/>
                </a:cubicBezTo>
                <a:cubicBezTo>
                  <a:pt x="2520" y="20285"/>
                  <a:pt x="2677" y="20110"/>
                  <a:pt x="2838" y="19937"/>
                </a:cubicBezTo>
                <a:lnTo>
                  <a:pt x="3418" y="19355"/>
                </a:lnTo>
                <a:lnTo>
                  <a:pt x="4597" y="18180"/>
                </a:lnTo>
                <a:lnTo>
                  <a:pt x="9313" y="13480"/>
                </a:lnTo>
                <a:lnTo>
                  <a:pt x="18747" y="4082"/>
                </a:lnTo>
                <a:lnTo>
                  <a:pt x="19926" y="2907"/>
                </a:lnTo>
                <a:lnTo>
                  <a:pt x="20220" y="2615"/>
                </a:lnTo>
                <a:cubicBezTo>
                  <a:pt x="20318" y="2515"/>
                  <a:pt x="20421" y="2412"/>
                  <a:pt x="20497" y="2348"/>
                </a:cubicBezTo>
                <a:cubicBezTo>
                  <a:pt x="20576" y="2273"/>
                  <a:pt x="20660" y="2201"/>
                  <a:pt x="20751" y="2140"/>
                </a:cubicBezTo>
                <a:cubicBezTo>
                  <a:pt x="20836" y="2070"/>
                  <a:pt x="20930" y="2014"/>
                  <a:pt x="21027" y="1961"/>
                </a:cubicBezTo>
                <a:cubicBezTo>
                  <a:pt x="21473" y="1696"/>
                  <a:pt x="21990" y="1565"/>
                  <a:pt x="22507" y="1565"/>
                </a:cubicBezTo>
                <a:cubicBezTo>
                  <a:pt x="22870" y="1565"/>
                  <a:pt x="23232" y="1629"/>
                  <a:pt x="23570" y="1758"/>
                </a:cubicBezTo>
                <a:cubicBezTo>
                  <a:pt x="24397" y="2056"/>
                  <a:pt x="25065" y="2764"/>
                  <a:pt x="25342" y="3593"/>
                </a:cubicBezTo>
                <a:cubicBezTo>
                  <a:pt x="25634" y="4424"/>
                  <a:pt x="25517" y="5384"/>
                  <a:pt x="25051" y="6128"/>
                </a:cubicBezTo>
                <a:cubicBezTo>
                  <a:pt x="24938" y="6315"/>
                  <a:pt x="24797" y="6486"/>
                  <a:pt x="24646" y="6647"/>
                </a:cubicBezTo>
                <a:lnTo>
                  <a:pt x="24063" y="7229"/>
                </a:lnTo>
                <a:lnTo>
                  <a:pt x="22884" y="8404"/>
                </a:lnTo>
                <a:lnTo>
                  <a:pt x="20526" y="10752"/>
                </a:lnTo>
                <a:lnTo>
                  <a:pt x="15811" y="15452"/>
                </a:lnTo>
                <a:lnTo>
                  <a:pt x="11095" y="20150"/>
                </a:lnTo>
                <a:lnTo>
                  <a:pt x="10506" y="20739"/>
                </a:lnTo>
                <a:cubicBezTo>
                  <a:pt x="10283" y="20961"/>
                  <a:pt x="10170" y="21073"/>
                  <a:pt x="10011" y="21174"/>
                </a:cubicBezTo>
                <a:cubicBezTo>
                  <a:pt x="9754" y="21340"/>
                  <a:pt x="9447" y="21423"/>
                  <a:pt x="9141" y="21423"/>
                </a:cubicBezTo>
                <a:cubicBezTo>
                  <a:pt x="9072" y="21423"/>
                  <a:pt x="9004" y="21419"/>
                  <a:pt x="8936" y="21411"/>
                </a:cubicBezTo>
                <a:cubicBezTo>
                  <a:pt x="8184" y="21331"/>
                  <a:pt x="7552" y="20653"/>
                  <a:pt x="7524" y="19898"/>
                </a:cubicBezTo>
                <a:cubicBezTo>
                  <a:pt x="7500" y="19524"/>
                  <a:pt x="7607" y="19142"/>
                  <a:pt x="7834" y="18846"/>
                </a:cubicBezTo>
                <a:cubicBezTo>
                  <a:pt x="7858" y="18806"/>
                  <a:pt x="7890" y="18770"/>
                  <a:pt x="7922" y="18737"/>
                </a:cubicBezTo>
                <a:cubicBezTo>
                  <a:pt x="7951" y="18701"/>
                  <a:pt x="7979" y="18667"/>
                  <a:pt x="8035" y="18611"/>
                </a:cubicBezTo>
                <a:lnTo>
                  <a:pt x="8325" y="18313"/>
                </a:lnTo>
                <a:lnTo>
                  <a:pt x="8906" y="17717"/>
                </a:lnTo>
                <a:lnTo>
                  <a:pt x="11224" y="15333"/>
                </a:lnTo>
                <a:lnTo>
                  <a:pt x="15864" y="10561"/>
                </a:lnTo>
                <a:cubicBezTo>
                  <a:pt x="16739" y="9661"/>
                  <a:pt x="17200" y="8685"/>
                  <a:pt x="16894" y="8380"/>
                </a:cubicBezTo>
                <a:cubicBezTo>
                  <a:pt x="16832" y="8319"/>
                  <a:pt x="16743" y="8290"/>
                  <a:pt x="16633" y="8290"/>
                </a:cubicBezTo>
                <a:cubicBezTo>
                  <a:pt x="16201" y="8290"/>
                  <a:pt x="15448" y="8744"/>
                  <a:pt x="14749" y="9464"/>
                </a:cubicBezTo>
                <a:lnTo>
                  <a:pt x="10105" y="14239"/>
                </a:lnTo>
                <a:lnTo>
                  <a:pt x="7784" y="16627"/>
                </a:lnTo>
                <a:lnTo>
                  <a:pt x="7204" y="17224"/>
                </a:lnTo>
                <a:lnTo>
                  <a:pt x="6914" y="17522"/>
                </a:lnTo>
                <a:cubicBezTo>
                  <a:pt x="6870" y="17566"/>
                  <a:pt x="6806" y="17635"/>
                  <a:pt x="6745" y="17705"/>
                </a:cubicBezTo>
                <a:cubicBezTo>
                  <a:pt x="6685" y="17774"/>
                  <a:pt x="6625" y="17844"/>
                  <a:pt x="6574" y="17920"/>
                </a:cubicBezTo>
                <a:cubicBezTo>
                  <a:pt x="6130" y="18510"/>
                  <a:pt x="5916" y="19262"/>
                  <a:pt x="5963" y="19993"/>
                </a:cubicBezTo>
                <a:cubicBezTo>
                  <a:pt x="6005" y="20725"/>
                  <a:pt x="6307" y="21448"/>
                  <a:pt x="6816" y="21979"/>
                </a:cubicBezTo>
                <a:cubicBezTo>
                  <a:pt x="7313" y="22514"/>
                  <a:pt x="8009" y="22878"/>
                  <a:pt x="8739" y="22963"/>
                </a:cubicBezTo>
                <a:cubicBezTo>
                  <a:pt x="8873" y="22981"/>
                  <a:pt x="9009" y="22989"/>
                  <a:pt x="9144" y="22989"/>
                </a:cubicBezTo>
                <a:cubicBezTo>
                  <a:pt x="9743" y="22989"/>
                  <a:pt x="10342" y="22822"/>
                  <a:pt x="10848" y="22496"/>
                </a:cubicBezTo>
                <a:cubicBezTo>
                  <a:pt x="11003" y="22395"/>
                  <a:pt x="11152" y="22287"/>
                  <a:pt x="11286" y="22162"/>
                </a:cubicBezTo>
                <a:cubicBezTo>
                  <a:pt x="11439" y="22025"/>
                  <a:pt x="11502" y="21951"/>
                  <a:pt x="11612" y="21848"/>
                </a:cubicBezTo>
                <a:lnTo>
                  <a:pt x="12200" y="21260"/>
                </a:lnTo>
                <a:lnTo>
                  <a:pt x="16916" y="16562"/>
                </a:lnTo>
                <a:lnTo>
                  <a:pt x="21632" y="11862"/>
                </a:lnTo>
                <a:lnTo>
                  <a:pt x="23990" y="9514"/>
                </a:lnTo>
                <a:lnTo>
                  <a:pt x="25169" y="8339"/>
                </a:lnTo>
                <a:lnTo>
                  <a:pt x="25763" y="7742"/>
                </a:lnTo>
                <a:cubicBezTo>
                  <a:pt x="25994" y="7502"/>
                  <a:pt x="26206" y="7241"/>
                  <a:pt x="26381" y="6955"/>
                </a:cubicBezTo>
                <a:cubicBezTo>
                  <a:pt x="27093" y="5816"/>
                  <a:pt x="27268" y="4360"/>
                  <a:pt x="26825" y="3092"/>
                </a:cubicBezTo>
                <a:cubicBezTo>
                  <a:pt x="26397" y="1820"/>
                  <a:pt x="25389" y="758"/>
                  <a:pt x="24125" y="295"/>
                </a:cubicBezTo>
                <a:cubicBezTo>
                  <a:pt x="23609" y="98"/>
                  <a:pt x="23058" y="0"/>
                  <a:pt x="22507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963" name="Google Shape;9963;p36"/>
          <p:cNvGrpSpPr/>
          <p:nvPr/>
        </p:nvGrpSpPr>
        <p:grpSpPr>
          <a:xfrm rot="4980000">
            <a:off x="1525105" y="-178515"/>
            <a:ext cx="398007" cy="1705725"/>
            <a:chOff x="5686500" y="2272225"/>
            <a:chExt cx="481300" cy="2589250"/>
          </a:xfrm>
        </p:grpSpPr>
        <p:sp>
          <p:nvSpPr>
            <p:cNvPr id="9964" name="Google Shape;9964;p36"/>
            <p:cNvSpPr/>
            <p:nvPr/>
          </p:nvSpPr>
          <p:spPr>
            <a:xfrm>
              <a:off x="5686500" y="3674725"/>
              <a:ext cx="260950" cy="1082650"/>
            </a:xfrm>
            <a:custGeom>
              <a:rect b="b" l="l" r="r" t="t"/>
              <a:pathLst>
                <a:path extrusionOk="0" h="43306" w="10438">
                  <a:moveTo>
                    <a:pt x="7833" y="1"/>
                  </a:moveTo>
                  <a:cubicBezTo>
                    <a:pt x="7371" y="1"/>
                    <a:pt x="6972" y="354"/>
                    <a:pt x="6919" y="826"/>
                  </a:cubicBezTo>
                  <a:lnTo>
                    <a:pt x="6917" y="856"/>
                  </a:lnTo>
                  <a:cubicBezTo>
                    <a:pt x="6721" y="2624"/>
                    <a:pt x="6364" y="4312"/>
                    <a:pt x="5698" y="5866"/>
                  </a:cubicBezTo>
                  <a:cubicBezTo>
                    <a:pt x="5050" y="7434"/>
                    <a:pt x="4084" y="8863"/>
                    <a:pt x="3088" y="10468"/>
                  </a:cubicBezTo>
                  <a:cubicBezTo>
                    <a:pt x="2589" y="11280"/>
                    <a:pt x="2092" y="12124"/>
                    <a:pt x="1654" y="13039"/>
                  </a:cubicBezTo>
                  <a:cubicBezTo>
                    <a:pt x="1226" y="13954"/>
                    <a:pt x="864" y="14928"/>
                    <a:pt x="605" y="15926"/>
                  </a:cubicBezTo>
                  <a:cubicBezTo>
                    <a:pt x="331" y="16927"/>
                    <a:pt x="189" y="17942"/>
                    <a:pt x="83" y="18960"/>
                  </a:cubicBezTo>
                  <a:cubicBezTo>
                    <a:pt x="49" y="19968"/>
                    <a:pt x="0" y="20983"/>
                    <a:pt x="91" y="21967"/>
                  </a:cubicBezTo>
                  <a:cubicBezTo>
                    <a:pt x="306" y="25901"/>
                    <a:pt x="1297" y="29668"/>
                    <a:pt x="2718" y="33243"/>
                  </a:cubicBezTo>
                  <a:cubicBezTo>
                    <a:pt x="3455" y="35019"/>
                    <a:pt x="4316" y="36736"/>
                    <a:pt x="5302" y="38373"/>
                  </a:cubicBezTo>
                  <a:cubicBezTo>
                    <a:pt x="6303" y="40015"/>
                    <a:pt x="7369" y="41561"/>
                    <a:pt x="8712" y="43012"/>
                  </a:cubicBezTo>
                  <a:lnTo>
                    <a:pt x="8710" y="43012"/>
                  </a:lnTo>
                  <a:cubicBezTo>
                    <a:pt x="8886" y="43202"/>
                    <a:pt x="9133" y="43306"/>
                    <a:pt x="9386" y="43306"/>
                  </a:cubicBezTo>
                  <a:cubicBezTo>
                    <a:pt x="9540" y="43306"/>
                    <a:pt x="9697" y="43267"/>
                    <a:pt x="9840" y="43185"/>
                  </a:cubicBezTo>
                  <a:cubicBezTo>
                    <a:pt x="10281" y="42933"/>
                    <a:pt x="10437" y="42368"/>
                    <a:pt x="10185" y="41923"/>
                  </a:cubicBezTo>
                  <a:lnTo>
                    <a:pt x="10158" y="41872"/>
                  </a:lnTo>
                  <a:cubicBezTo>
                    <a:pt x="8416" y="38782"/>
                    <a:pt x="6936" y="35440"/>
                    <a:pt x="5813" y="32078"/>
                  </a:cubicBezTo>
                  <a:cubicBezTo>
                    <a:pt x="4693" y="28709"/>
                    <a:pt x="3905" y="25206"/>
                    <a:pt x="3643" y="21742"/>
                  </a:cubicBezTo>
                  <a:cubicBezTo>
                    <a:pt x="3499" y="20024"/>
                    <a:pt x="3580" y="18346"/>
                    <a:pt x="3929" y="16751"/>
                  </a:cubicBezTo>
                  <a:cubicBezTo>
                    <a:pt x="4282" y="15151"/>
                    <a:pt x="4942" y="13636"/>
                    <a:pt x="5789" y="12041"/>
                  </a:cubicBezTo>
                  <a:cubicBezTo>
                    <a:pt x="6645" y="10453"/>
                    <a:pt x="7602" y="8689"/>
                    <a:pt x="8169" y="6752"/>
                  </a:cubicBezTo>
                  <a:cubicBezTo>
                    <a:pt x="8749" y="4816"/>
                    <a:pt x="8903" y="2791"/>
                    <a:pt x="8752" y="856"/>
                  </a:cubicBezTo>
                  <a:cubicBezTo>
                    <a:pt x="8720" y="420"/>
                    <a:pt x="8382" y="58"/>
                    <a:pt x="7934" y="7"/>
                  </a:cubicBezTo>
                  <a:cubicBezTo>
                    <a:pt x="7900" y="3"/>
                    <a:pt x="7866" y="1"/>
                    <a:pt x="783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65" name="Google Shape;9965;p36"/>
            <p:cNvSpPr/>
            <p:nvPr/>
          </p:nvSpPr>
          <p:spPr>
            <a:xfrm>
              <a:off x="5922350" y="2272225"/>
              <a:ext cx="208275" cy="167975"/>
            </a:xfrm>
            <a:custGeom>
              <a:rect b="b" l="l" r="r" t="t"/>
              <a:pathLst>
                <a:path extrusionOk="0" h="6719" w="8331">
                  <a:moveTo>
                    <a:pt x="4165" y="0"/>
                  </a:moveTo>
                  <a:cubicBezTo>
                    <a:pt x="3993" y="0"/>
                    <a:pt x="3820" y="86"/>
                    <a:pt x="3721" y="257"/>
                  </a:cubicBezTo>
                  <a:lnTo>
                    <a:pt x="0" y="6719"/>
                  </a:lnTo>
                  <a:lnTo>
                    <a:pt x="8331" y="6719"/>
                  </a:lnTo>
                  <a:lnTo>
                    <a:pt x="4607" y="257"/>
                  </a:lnTo>
                  <a:cubicBezTo>
                    <a:pt x="4509" y="86"/>
                    <a:pt x="4337" y="0"/>
                    <a:pt x="416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66" name="Google Shape;9966;p36"/>
            <p:cNvSpPr/>
            <p:nvPr/>
          </p:nvSpPr>
          <p:spPr>
            <a:xfrm>
              <a:off x="5880875" y="3567725"/>
              <a:ext cx="286925" cy="1293750"/>
            </a:xfrm>
            <a:custGeom>
              <a:rect b="b" l="l" r="r" t="t"/>
              <a:pathLst>
                <a:path extrusionOk="0" h="51750" w="11477">
                  <a:moveTo>
                    <a:pt x="66" y="0"/>
                  </a:moveTo>
                  <a:lnTo>
                    <a:pt x="66" y="0"/>
                  </a:lnTo>
                  <a:cubicBezTo>
                    <a:pt x="0" y="16111"/>
                    <a:pt x="514" y="31974"/>
                    <a:pt x="1659" y="47561"/>
                  </a:cubicBezTo>
                  <a:cubicBezTo>
                    <a:pt x="1659" y="48718"/>
                    <a:pt x="2124" y="49768"/>
                    <a:pt x="2877" y="50524"/>
                  </a:cubicBezTo>
                  <a:cubicBezTo>
                    <a:pt x="3631" y="51282"/>
                    <a:pt x="4673" y="51749"/>
                    <a:pt x="5823" y="51749"/>
                  </a:cubicBezTo>
                  <a:cubicBezTo>
                    <a:pt x="8128" y="51749"/>
                    <a:pt x="9990" y="49870"/>
                    <a:pt x="9990" y="47561"/>
                  </a:cubicBezTo>
                  <a:cubicBezTo>
                    <a:pt x="10968" y="31913"/>
                    <a:pt x="11470" y="16370"/>
                    <a:pt x="11477" y="905"/>
                  </a:cubicBezTo>
                  <a:lnTo>
                    <a:pt x="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67" name="Google Shape;9967;p36"/>
            <p:cNvSpPr/>
            <p:nvPr/>
          </p:nvSpPr>
          <p:spPr>
            <a:xfrm>
              <a:off x="5954500" y="3306675"/>
              <a:ext cx="150975" cy="825125"/>
            </a:xfrm>
            <a:custGeom>
              <a:rect b="b" l="l" r="r" t="t"/>
              <a:pathLst>
                <a:path extrusionOk="0" h="33005" w="6039">
                  <a:moveTo>
                    <a:pt x="3020" y="0"/>
                  </a:moveTo>
                  <a:cubicBezTo>
                    <a:pt x="2220" y="0"/>
                    <a:pt x="1452" y="1740"/>
                    <a:pt x="887" y="4835"/>
                  </a:cubicBezTo>
                  <a:cubicBezTo>
                    <a:pt x="319" y="7930"/>
                    <a:pt x="1" y="12125"/>
                    <a:pt x="1" y="16502"/>
                  </a:cubicBezTo>
                  <a:cubicBezTo>
                    <a:pt x="1" y="20879"/>
                    <a:pt x="319" y="25077"/>
                    <a:pt x="887" y="28172"/>
                  </a:cubicBezTo>
                  <a:cubicBezTo>
                    <a:pt x="1452" y="31267"/>
                    <a:pt x="2220" y="33004"/>
                    <a:pt x="3020" y="33004"/>
                  </a:cubicBezTo>
                  <a:cubicBezTo>
                    <a:pt x="3820" y="33004"/>
                    <a:pt x="4588" y="31267"/>
                    <a:pt x="5153" y="28172"/>
                  </a:cubicBezTo>
                  <a:cubicBezTo>
                    <a:pt x="5721" y="25077"/>
                    <a:pt x="6039" y="20879"/>
                    <a:pt x="6039" y="16502"/>
                  </a:cubicBezTo>
                  <a:cubicBezTo>
                    <a:pt x="6039" y="12125"/>
                    <a:pt x="5721" y="7930"/>
                    <a:pt x="5153" y="4835"/>
                  </a:cubicBezTo>
                  <a:cubicBezTo>
                    <a:pt x="4588" y="1740"/>
                    <a:pt x="3820" y="0"/>
                    <a:pt x="302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968" name="Google Shape;9968;p36"/>
          <p:cNvGrpSpPr/>
          <p:nvPr/>
        </p:nvGrpSpPr>
        <p:grpSpPr>
          <a:xfrm rot="-1320000">
            <a:off x="6093486" y="4182096"/>
            <a:ext cx="2270043" cy="183536"/>
            <a:chOff x="5419725" y="2413000"/>
            <a:chExt cx="2169725" cy="175425"/>
          </a:xfrm>
        </p:grpSpPr>
        <p:sp>
          <p:nvSpPr>
            <p:cNvPr id="9969" name="Google Shape;9969;p36"/>
            <p:cNvSpPr/>
            <p:nvPr/>
          </p:nvSpPr>
          <p:spPr>
            <a:xfrm>
              <a:off x="5419725" y="2413000"/>
              <a:ext cx="2027325" cy="175425"/>
            </a:xfrm>
            <a:custGeom>
              <a:rect b="b" l="l" r="r" t="t"/>
              <a:pathLst>
                <a:path extrusionOk="0" h="7017" w="81093">
                  <a:moveTo>
                    <a:pt x="3509" y="0"/>
                  </a:moveTo>
                  <a:cubicBezTo>
                    <a:pt x="1571" y="0"/>
                    <a:pt x="0" y="1571"/>
                    <a:pt x="0" y="3508"/>
                  </a:cubicBezTo>
                  <a:cubicBezTo>
                    <a:pt x="0" y="5446"/>
                    <a:pt x="1571" y="7017"/>
                    <a:pt x="3509" y="7017"/>
                  </a:cubicBezTo>
                  <a:lnTo>
                    <a:pt x="81093" y="7017"/>
                  </a:lnTo>
                  <a:lnTo>
                    <a:pt x="81093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70" name="Google Shape;9970;p36"/>
            <p:cNvSpPr/>
            <p:nvPr/>
          </p:nvSpPr>
          <p:spPr>
            <a:xfrm>
              <a:off x="7447025" y="2413000"/>
              <a:ext cx="142425" cy="175425"/>
            </a:xfrm>
            <a:custGeom>
              <a:rect b="b" l="l" r="r" t="t"/>
              <a:pathLst>
                <a:path extrusionOk="0" h="7017" w="5697">
                  <a:moveTo>
                    <a:pt x="1" y="0"/>
                  </a:moveTo>
                  <a:lnTo>
                    <a:pt x="1" y="7017"/>
                  </a:lnTo>
                  <a:lnTo>
                    <a:pt x="5410" y="3880"/>
                  </a:lnTo>
                  <a:cubicBezTo>
                    <a:pt x="5696" y="3714"/>
                    <a:pt x="5696" y="3300"/>
                    <a:pt x="5410" y="3134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71" name="Google Shape;9971;p36"/>
            <p:cNvSpPr/>
            <p:nvPr/>
          </p:nvSpPr>
          <p:spPr>
            <a:xfrm>
              <a:off x="6846100" y="2459400"/>
              <a:ext cx="492625" cy="82550"/>
            </a:xfrm>
            <a:custGeom>
              <a:rect b="b" l="l" r="r" t="t"/>
              <a:pathLst>
                <a:path extrusionOk="0" h="3302" w="19705">
                  <a:moveTo>
                    <a:pt x="1650" y="1"/>
                  </a:moveTo>
                  <a:cubicBezTo>
                    <a:pt x="740" y="1"/>
                    <a:pt x="1" y="740"/>
                    <a:pt x="1" y="1652"/>
                  </a:cubicBezTo>
                  <a:cubicBezTo>
                    <a:pt x="1" y="2562"/>
                    <a:pt x="740" y="3301"/>
                    <a:pt x="1650" y="3301"/>
                  </a:cubicBezTo>
                  <a:lnTo>
                    <a:pt x="18054" y="3301"/>
                  </a:lnTo>
                  <a:cubicBezTo>
                    <a:pt x="18966" y="3301"/>
                    <a:pt x="19705" y="2562"/>
                    <a:pt x="19705" y="1652"/>
                  </a:cubicBezTo>
                  <a:cubicBezTo>
                    <a:pt x="19705" y="740"/>
                    <a:pt x="18966" y="1"/>
                    <a:pt x="1805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descr="A logo for a podcast&#10;&#10;Description automatically generated" id="9972" name="Google Shape;9972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63502" y="1430215"/>
            <a:ext cx="1110317" cy="126394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9973" name="Google Shape;9973;p36"/>
          <p:cNvSpPr txBox="1"/>
          <p:nvPr/>
        </p:nvSpPr>
        <p:spPr>
          <a:xfrm>
            <a:off x="3028518" y="1369496"/>
            <a:ext cx="3840600" cy="13854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2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400" u="none" cap="none" strike="noStrike">
                <a:solidFill>
                  <a:srgbClr val="0D0D0D"/>
                </a:solidFill>
                <a:latin typeface="Lexend"/>
                <a:ea typeface="Lexend"/>
                <a:cs typeface="Lexend"/>
                <a:sym typeface="Lexend"/>
              </a:rPr>
              <a:t>The logo for our Intelligent Lecture Assistant embodies the core purpose of the app: to streamline learning and teaching processes through technology. The design reflects a blend of education and innovation,</a:t>
            </a:r>
            <a:endParaRPr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74" name="Google Shape;9974;p36"/>
          <p:cNvSpPr txBox="1"/>
          <p:nvPr/>
        </p:nvSpPr>
        <p:spPr>
          <a:xfrm>
            <a:off x="1814864" y="1122456"/>
            <a:ext cx="111031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0206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LOGO</a:t>
            </a:r>
            <a:endParaRPr/>
          </a:p>
        </p:txBody>
      </p:sp>
      <p:pic>
        <p:nvPicPr>
          <p:cNvPr id="9975" name="Google Shape;9975;p36"/>
          <p:cNvPicPr preferRelativeResize="0"/>
          <p:nvPr/>
        </p:nvPicPr>
        <p:blipFill rotWithShape="1">
          <a:blip r:embed="rId5">
            <a:alphaModFix/>
          </a:blip>
          <a:srcRect b="0" l="0" r="0" t="30533"/>
          <a:stretch/>
        </p:blipFill>
        <p:spPr>
          <a:xfrm>
            <a:off x="1575127" y="3281240"/>
            <a:ext cx="1087055" cy="1232896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9976" name="Google Shape;9976;p36"/>
          <p:cNvSpPr txBox="1"/>
          <p:nvPr/>
        </p:nvSpPr>
        <p:spPr>
          <a:xfrm>
            <a:off x="1471570" y="2913671"/>
            <a:ext cx="1486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0206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Colour Styles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77" name="Google Shape;9977;p36"/>
          <p:cNvSpPr txBox="1"/>
          <p:nvPr/>
        </p:nvSpPr>
        <p:spPr>
          <a:xfrm>
            <a:off x="3028525" y="2866050"/>
            <a:ext cx="3943800" cy="16008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2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400" u="none" cap="none" strike="noStrike">
                <a:solidFill>
                  <a:srgbClr val="0D0D0D"/>
                </a:solidFill>
                <a:latin typeface="Lexend"/>
                <a:ea typeface="Lexend"/>
                <a:cs typeface="Lexend"/>
                <a:sym typeface="Lexend"/>
              </a:rPr>
              <a:t>The </a:t>
            </a:r>
            <a:r>
              <a:rPr b="1" i="0" lang="en-US" sz="1400" u="none" cap="none" strike="noStrike">
                <a:solidFill>
                  <a:srgbClr val="0D0D0D"/>
                </a:solidFill>
                <a:latin typeface="Lexend"/>
                <a:ea typeface="Lexend"/>
                <a:cs typeface="Lexend"/>
                <a:sym typeface="Lexend"/>
              </a:rPr>
              <a:t>purple</a:t>
            </a:r>
            <a:r>
              <a:rPr i="0" lang="en-US" sz="1400" u="none" cap="none" strike="noStrike">
                <a:solidFill>
                  <a:srgbClr val="0D0D0D"/>
                </a:solidFill>
                <a:latin typeface="Lexend"/>
                <a:ea typeface="Lexend"/>
                <a:cs typeface="Lexend"/>
                <a:sym typeface="Lexend"/>
              </a:rPr>
              <a:t> background</a:t>
            </a:r>
            <a:r>
              <a:rPr lang="en-US">
                <a:solidFill>
                  <a:srgbClr val="0D0D0D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i="0" lang="en-US" sz="1400" u="none" cap="none" strike="noStrike">
                <a:solidFill>
                  <a:srgbClr val="0D0D0D"/>
                </a:solidFill>
                <a:latin typeface="Lexend"/>
                <a:ea typeface="Lexend"/>
                <a:cs typeface="Lexend"/>
                <a:sym typeface="Lexend"/>
              </a:rPr>
              <a:t>symbolizes </a:t>
            </a:r>
            <a:r>
              <a:rPr b="1" i="0" lang="en-US" sz="1400" u="none" cap="none" strike="noStrike">
                <a:solidFill>
                  <a:srgbClr val="0D0D0D"/>
                </a:solidFill>
                <a:latin typeface="Lexend"/>
                <a:ea typeface="Lexend"/>
                <a:cs typeface="Lexend"/>
                <a:sym typeface="Lexend"/>
              </a:rPr>
              <a:t>creativity</a:t>
            </a:r>
            <a:r>
              <a:rPr i="0" lang="en-US" sz="1400" u="none" cap="none" strike="noStrike">
                <a:solidFill>
                  <a:srgbClr val="0D0D0D"/>
                </a:solidFill>
                <a:latin typeface="Lexend"/>
                <a:ea typeface="Lexend"/>
                <a:cs typeface="Lexend"/>
                <a:sym typeface="Lexend"/>
              </a:rPr>
              <a:t> and </a:t>
            </a:r>
            <a:r>
              <a:rPr b="1" i="0" lang="en-US" sz="1400" u="none" cap="none" strike="noStrike">
                <a:solidFill>
                  <a:srgbClr val="0D0D0D"/>
                </a:solidFill>
                <a:latin typeface="Lexend"/>
                <a:ea typeface="Lexend"/>
                <a:cs typeface="Lexend"/>
                <a:sym typeface="Lexend"/>
              </a:rPr>
              <a:t>knowledge</a:t>
            </a:r>
            <a:r>
              <a:rPr i="0" lang="en-US" sz="1400" u="none" cap="none" strike="noStrike">
                <a:solidFill>
                  <a:srgbClr val="0D0D0D"/>
                </a:solidFill>
                <a:latin typeface="Lexend"/>
                <a:ea typeface="Lexend"/>
                <a:cs typeface="Lexend"/>
                <a:sym typeface="Lexend"/>
              </a:rPr>
              <a:t>, reflecting the app's educational focus. The </a:t>
            </a:r>
            <a:r>
              <a:rPr b="1" i="0" lang="en-US" sz="1400" u="none" cap="none" strike="noStrike">
                <a:solidFill>
                  <a:srgbClr val="0D0D0D"/>
                </a:solidFill>
                <a:latin typeface="Lexend"/>
                <a:ea typeface="Lexend"/>
                <a:cs typeface="Lexend"/>
                <a:sym typeface="Lexend"/>
              </a:rPr>
              <a:t>yellow</a:t>
            </a:r>
            <a:r>
              <a:rPr i="0" lang="en-US" sz="1400" u="none" cap="none" strike="noStrike">
                <a:solidFill>
                  <a:srgbClr val="0D0D0D"/>
                </a:solidFill>
                <a:latin typeface="Lexend"/>
                <a:ea typeface="Lexend"/>
                <a:cs typeface="Lexend"/>
                <a:sym typeface="Lexend"/>
              </a:rPr>
              <a:t> buttons stand out, representing </a:t>
            </a:r>
            <a:r>
              <a:rPr b="1" i="0" lang="en-US" sz="1400" u="none" cap="none" strike="noStrike">
                <a:solidFill>
                  <a:srgbClr val="0D0D0D"/>
                </a:solidFill>
                <a:latin typeface="Lexend"/>
                <a:ea typeface="Lexend"/>
                <a:cs typeface="Lexend"/>
                <a:sym typeface="Lexend"/>
              </a:rPr>
              <a:t>clarity</a:t>
            </a:r>
            <a:r>
              <a:rPr i="0" lang="en-US" sz="1400" u="none" cap="none" strike="noStrike">
                <a:solidFill>
                  <a:srgbClr val="0D0D0D"/>
                </a:solidFill>
                <a:latin typeface="Lexend"/>
                <a:ea typeface="Lexend"/>
                <a:cs typeface="Lexend"/>
                <a:sym typeface="Lexend"/>
              </a:rPr>
              <a:t> and </a:t>
            </a:r>
            <a:r>
              <a:rPr b="1" i="0" lang="en-US" sz="1400" u="none" cap="none" strike="noStrike">
                <a:solidFill>
                  <a:srgbClr val="0D0D0D"/>
                </a:solidFill>
                <a:latin typeface="Lexend"/>
                <a:ea typeface="Lexend"/>
                <a:cs typeface="Lexend"/>
                <a:sym typeface="Lexend"/>
              </a:rPr>
              <a:t>focus</a:t>
            </a:r>
            <a:r>
              <a:rPr i="0" lang="en-US" sz="1400" u="none" cap="none" strike="noStrike">
                <a:solidFill>
                  <a:srgbClr val="0D0D0D"/>
                </a:solidFill>
                <a:latin typeface="Lexend"/>
                <a:ea typeface="Lexend"/>
                <a:cs typeface="Lexend"/>
                <a:sym typeface="Lexend"/>
              </a:rPr>
              <a:t>, making key actions easy to identify and encouraging user interaction.</a:t>
            </a:r>
            <a:endParaRPr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81" name="Shape 99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82" name="Google Shape;9982;p37"/>
          <p:cNvSpPr txBox="1"/>
          <p:nvPr>
            <p:ph type="title"/>
          </p:nvPr>
        </p:nvSpPr>
        <p:spPr>
          <a:xfrm>
            <a:off x="1062000" y="563475"/>
            <a:ext cx="7020000" cy="9345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2000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300"/>
              <a:buFont typeface="Gantari ExtraBold"/>
              <a:buNone/>
            </a:pPr>
            <a:r>
              <a:rPr b="1" lang="en-US">
                <a:solidFill>
                  <a:schemeClr val="lt2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HI</a:t>
            </a:r>
            <a:r>
              <a:rPr b="1" lang="en-US" sz="2500">
                <a:solidFill>
                  <a:schemeClr val="lt2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-</a:t>
            </a:r>
            <a:r>
              <a:rPr b="1" lang="en-US">
                <a:solidFill>
                  <a:schemeClr val="lt2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 FI PROTOTYPE</a:t>
            </a:r>
            <a:endParaRPr b="1">
              <a:solidFill>
                <a:schemeClr val="lt2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300"/>
              <a:buFont typeface="Gantari ExtraBold"/>
              <a:buNone/>
            </a:pPr>
            <a:r>
              <a:t/>
            </a:r>
            <a:endParaRPr b="1" sz="3400">
              <a:latin typeface="Sorts Mill Goudy"/>
              <a:ea typeface="Sorts Mill Goudy"/>
              <a:cs typeface="Sorts Mill Goudy"/>
              <a:sym typeface="Sorts Mill Goudy"/>
            </a:endParaRPr>
          </a:p>
        </p:txBody>
      </p:sp>
      <p:sp>
        <p:nvSpPr>
          <p:cNvPr id="9983" name="Google Shape;9983;p37"/>
          <p:cNvSpPr/>
          <p:nvPr/>
        </p:nvSpPr>
        <p:spPr>
          <a:xfrm>
            <a:off x="7897930" y="1168641"/>
            <a:ext cx="388400" cy="411925"/>
          </a:xfrm>
          <a:custGeom>
            <a:rect b="b" l="l" r="r" t="t"/>
            <a:pathLst>
              <a:path extrusionOk="0" h="16477" w="15536">
                <a:moveTo>
                  <a:pt x="6847" y="1663"/>
                </a:moveTo>
                <a:cubicBezTo>
                  <a:pt x="7694" y="2699"/>
                  <a:pt x="8474" y="3796"/>
                  <a:pt x="9217" y="4915"/>
                </a:cubicBezTo>
                <a:lnTo>
                  <a:pt x="9217" y="4915"/>
                </a:lnTo>
                <a:cubicBezTo>
                  <a:pt x="8312" y="5132"/>
                  <a:pt x="7406" y="5345"/>
                  <a:pt x="6499" y="5555"/>
                </a:cubicBezTo>
                <a:lnTo>
                  <a:pt x="6499" y="5555"/>
                </a:lnTo>
                <a:cubicBezTo>
                  <a:pt x="6577" y="4254"/>
                  <a:pt x="6686" y="2956"/>
                  <a:pt x="6847" y="1663"/>
                </a:cubicBezTo>
                <a:close/>
                <a:moveTo>
                  <a:pt x="13631" y="4832"/>
                </a:moveTo>
                <a:cubicBezTo>
                  <a:pt x="13054" y="5635"/>
                  <a:pt x="12464" y="6428"/>
                  <a:pt x="11865" y="7213"/>
                </a:cubicBezTo>
                <a:lnTo>
                  <a:pt x="11865" y="7213"/>
                </a:lnTo>
                <a:cubicBezTo>
                  <a:pt x="11783" y="7081"/>
                  <a:pt x="11700" y="6949"/>
                  <a:pt x="11617" y="6817"/>
                </a:cubicBezTo>
                <a:cubicBezTo>
                  <a:pt x="11353" y="6396"/>
                  <a:pt x="11086" y="5973"/>
                  <a:pt x="10816" y="5552"/>
                </a:cubicBezTo>
                <a:lnTo>
                  <a:pt x="10816" y="5552"/>
                </a:lnTo>
                <a:cubicBezTo>
                  <a:pt x="11756" y="5320"/>
                  <a:pt x="12695" y="5082"/>
                  <a:pt x="13631" y="4832"/>
                </a:cubicBezTo>
                <a:close/>
                <a:moveTo>
                  <a:pt x="5447" y="6821"/>
                </a:moveTo>
                <a:lnTo>
                  <a:pt x="5447" y="6821"/>
                </a:lnTo>
                <a:cubicBezTo>
                  <a:pt x="5412" y="7578"/>
                  <a:pt x="5383" y="8337"/>
                  <a:pt x="5358" y="9095"/>
                </a:cubicBezTo>
                <a:lnTo>
                  <a:pt x="5358" y="9095"/>
                </a:lnTo>
                <a:cubicBezTo>
                  <a:pt x="4278" y="8603"/>
                  <a:pt x="3200" y="8103"/>
                  <a:pt x="2127" y="7595"/>
                </a:cubicBezTo>
                <a:lnTo>
                  <a:pt x="2127" y="7595"/>
                </a:lnTo>
                <a:cubicBezTo>
                  <a:pt x="3233" y="7333"/>
                  <a:pt x="4340" y="7077"/>
                  <a:pt x="5447" y="6821"/>
                </a:cubicBezTo>
                <a:close/>
                <a:moveTo>
                  <a:pt x="9795" y="5801"/>
                </a:moveTo>
                <a:cubicBezTo>
                  <a:pt x="10147" y="6347"/>
                  <a:pt x="10492" y="6896"/>
                  <a:pt x="10833" y="7443"/>
                </a:cubicBezTo>
                <a:cubicBezTo>
                  <a:pt x="10961" y="7647"/>
                  <a:pt x="11089" y="7852"/>
                  <a:pt x="11216" y="8057"/>
                </a:cubicBezTo>
                <a:lnTo>
                  <a:pt x="11216" y="8057"/>
                </a:lnTo>
                <a:cubicBezTo>
                  <a:pt x="10515" y="8963"/>
                  <a:pt x="9804" y="9861"/>
                  <a:pt x="9090" y="10757"/>
                </a:cubicBezTo>
                <a:lnTo>
                  <a:pt x="9090" y="10757"/>
                </a:lnTo>
                <a:cubicBezTo>
                  <a:pt x="8168" y="10356"/>
                  <a:pt x="7249" y="9949"/>
                  <a:pt x="6332" y="9536"/>
                </a:cubicBezTo>
                <a:lnTo>
                  <a:pt x="6332" y="9536"/>
                </a:lnTo>
                <a:cubicBezTo>
                  <a:pt x="6362" y="8553"/>
                  <a:pt x="6396" y="7571"/>
                  <a:pt x="6443" y="6590"/>
                </a:cubicBezTo>
                <a:lnTo>
                  <a:pt x="6443" y="6590"/>
                </a:lnTo>
                <a:cubicBezTo>
                  <a:pt x="7562" y="6331"/>
                  <a:pt x="8679" y="6070"/>
                  <a:pt x="9795" y="5801"/>
                </a:cubicBezTo>
                <a:close/>
                <a:moveTo>
                  <a:pt x="11771" y="8958"/>
                </a:moveTo>
                <a:cubicBezTo>
                  <a:pt x="12536" y="10214"/>
                  <a:pt x="13278" y="11491"/>
                  <a:pt x="13947" y="12799"/>
                </a:cubicBezTo>
                <a:lnTo>
                  <a:pt x="13947" y="12799"/>
                </a:lnTo>
                <a:cubicBezTo>
                  <a:pt x="12637" y="12267"/>
                  <a:pt x="11332" y="11721"/>
                  <a:pt x="10032" y="11163"/>
                </a:cubicBezTo>
                <a:lnTo>
                  <a:pt x="10032" y="11163"/>
                </a:lnTo>
                <a:cubicBezTo>
                  <a:pt x="10616" y="10431"/>
                  <a:pt x="11196" y="9697"/>
                  <a:pt x="11771" y="8958"/>
                </a:cubicBezTo>
                <a:close/>
                <a:moveTo>
                  <a:pt x="6300" y="10607"/>
                </a:moveTo>
                <a:cubicBezTo>
                  <a:pt x="7016" y="10927"/>
                  <a:pt x="7732" y="11244"/>
                  <a:pt x="8451" y="11557"/>
                </a:cubicBezTo>
                <a:lnTo>
                  <a:pt x="8451" y="11557"/>
                </a:lnTo>
                <a:cubicBezTo>
                  <a:pt x="7691" y="12508"/>
                  <a:pt x="6929" y="13457"/>
                  <a:pt x="6174" y="14413"/>
                </a:cubicBezTo>
                <a:lnTo>
                  <a:pt x="6174" y="14413"/>
                </a:lnTo>
                <a:cubicBezTo>
                  <a:pt x="6229" y="13146"/>
                  <a:pt x="6264" y="11877"/>
                  <a:pt x="6300" y="10607"/>
                </a:cubicBezTo>
                <a:close/>
                <a:moveTo>
                  <a:pt x="6513" y="1"/>
                </a:moveTo>
                <a:cubicBezTo>
                  <a:pt x="6290" y="1"/>
                  <a:pt x="6060" y="131"/>
                  <a:pt x="6026" y="362"/>
                </a:cubicBezTo>
                <a:cubicBezTo>
                  <a:pt x="5760" y="2163"/>
                  <a:pt x="5604" y="3972"/>
                  <a:pt x="5501" y="5786"/>
                </a:cubicBezTo>
                <a:lnTo>
                  <a:pt x="5501" y="5786"/>
                </a:lnTo>
                <a:cubicBezTo>
                  <a:pt x="3837" y="6171"/>
                  <a:pt x="2172" y="6555"/>
                  <a:pt x="511" y="6958"/>
                </a:cubicBezTo>
                <a:cubicBezTo>
                  <a:pt x="115" y="7055"/>
                  <a:pt x="1" y="7681"/>
                  <a:pt x="393" y="7868"/>
                </a:cubicBezTo>
                <a:cubicBezTo>
                  <a:pt x="2028" y="8652"/>
                  <a:pt x="3672" y="9419"/>
                  <a:pt x="5324" y="10167"/>
                </a:cubicBezTo>
                <a:lnTo>
                  <a:pt x="5324" y="10167"/>
                </a:lnTo>
                <a:cubicBezTo>
                  <a:pt x="5265" y="12097"/>
                  <a:pt x="5213" y="14027"/>
                  <a:pt x="5099" y="15951"/>
                </a:cubicBezTo>
                <a:cubicBezTo>
                  <a:pt x="5085" y="16196"/>
                  <a:pt x="5221" y="16347"/>
                  <a:pt x="5397" y="16404"/>
                </a:cubicBezTo>
                <a:lnTo>
                  <a:pt x="5397" y="16404"/>
                </a:lnTo>
                <a:cubicBezTo>
                  <a:pt x="5468" y="16450"/>
                  <a:pt x="5548" y="16477"/>
                  <a:pt x="5628" y="16477"/>
                </a:cubicBezTo>
                <a:cubicBezTo>
                  <a:pt x="5740" y="16477"/>
                  <a:pt x="5853" y="16426"/>
                  <a:pt x="5948" y="16303"/>
                </a:cubicBezTo>
                <a:cubicBezTo>
                  <a:pt x="7084" y="14845"/>
                  <a:pt x="8241" y="13406"/>
                  <a:pt x="9393" y="11965"/>
                </a:cubicBezTo>
                <a:lnTo>
                  <a:pt x="9393" y="11965"/>
                </a:lnTo>
                <a:cubicBezTo>
                  <a:pt x="11196" y="12741"/>
                  <a:pt x="13009" y="13494"/>
                  <a:pt x="14832" y="14222"/>
                </a:cubicBezTo>
                <a:cubicBezTo>
                  <a:pt x="14891" y="14245"/>
                  <a:pt x="14947" y="14256"/>
                  <a:pt x="14999" y="14256"/>
                </a:cubicBezTo>
                <a:cubicBezTo>
                  <a:pt x="15344" y="14256"/>
                  <a:pt x="15535" y="13791"/>
                  <a:pt x="15394" y="13491"/>
                </a:cubicBezTo>
                <a:cubicBezTo>
                  <a:pt x="14529" y="11640"/>
                  <a:pt x="13496" y="9859"/>
                  <a:pt x="12424" y="8114"/>
                </a:cubicBezTo>
                <a:lnTo>
                  <a:pt x="12424" y="8114"/>
                </a:lnTo>
                <a:cubicBezTo>
                  <a:pt x="13397" y="6844"/>
                  <a:pt x="14350" y="5557"/>
                  <a:pt x="15264" y="4238"/>
                </a:cubicBezTo>
                <a:cubicBezTo>
                  <a:pt x="15493" y="3909"/>
                  <a:pt x="15177" y="3491"/>
                  <a:pt x="14822" y="3491"/>
                </a:cubicBezTo>
                <a:cubicBezTo>
                  <a:pt x="14782" y="3491"/>
                  <a:pt x="14741" y="3496"/>
                  <a:pt x="14701" y="3507"/>
                </a:cubicBezTo>
                <a:cubicBezTo>
                  <a:pt x="13221" y="3921"/>
                  <a:pt x="11733" y="4302"/>
                  <a:pt x="10242" y="4667"/>
                </a:cubicBezTo>
                <a:lnTo>
                  <a:pt x="10242" y="4667"/>
                </a:lnTo>
                <a:cubicBezTo>
                  <a:pt x="9206" y="3091"/>
                  <a:pt x="8105" y="1549"/>
                  <a:pt x="6860" y="143"/>
                </a:cubicBezTo>
                <a:cubicBezTo>
                  <a:pt x="6774" y="46"/>
                  <a:pt x="6645" y="1"/>
                  <a:pt x="6513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84" name="Google Shape;9984;p37"/>
          <p:cNvSpPr/>
          <p:nvPr/>
        </p:nvSpPr>
        <p:spPr>
          <a:xfrm>
            <a:off x="7759050" y="1833575"/>
            <a:ext cx="117525" cy="110100"/>
          </a:xfrm>
          <a:custGeom>
            <a:rect b="b" l="l" r="r" t="t"/>
            <a:pathLst>
              <a:path extrusionOk="0" h="4404" w="4701">
                <a:moveTo>
                  <a:pt x="1951" y="1032"/>
                </a:moveTo>
                <a:cubicBezTo>
                  <a:pt x="1950" y="1033"/>
                  <a:pt x="1949" y="1033"/>
                  <a:pt x="1947" y="1033"/>
                </a:cubicBezTo>
                <a:cubicBezTo>
                  <a:pt x="1948" y="1033"/>
                  <a:pt x="1950" y="1033"/>
                  <a:pt x="1951" y="1032"/>
                </a:cubicBezTo>
                <a:close/>
                <a:moveTo>
                  <a:pt x="2857" y="1059"/>
                </a:moveTo>
                <a:cubicBezTo>
                  <a:pt x="2871" y="1059"/>
                  <a:pt x="2889" y="1066"/>
                  <a:pt x="2907" y="1075"/>
                </a:cubicBezTo>
                <a:lnTo>
                  <a:pt x="2907" y="1075"/>
                </a:lnTo>
                <a:cubicBezTo>
                  <a:pt x="2887" y="1068"/>
                  <a:pt x="2858" y="1059"/>
                  <a:pt x="2857" y="1059"/>
                </a:cubicBezTo>
                <a:close/>
                <a:moveTo>
                  <a:pt x="3091" y="1185"/>
                </a:moveTo>
                <a:cubicBezTo>
                  <a:pt x="3091" y="1185"/>
                  <a:pt x="3091" y="1185"/>
                  <a:pt x="3091" y="1185"/>
                </a:cubicBezTo>
                <a:lnTo>
                  <a:pt x="3091" y="1185"/>
                </a:lnTo>
                <a:cubicBezTo>
                  <a:pt x="3091" y="1185"/>
                  <a:pt x="3091" y="1185"/>
                  <a:pt x="3091" y="1185"/>
                </a:cubicBezTo>
                <a:close/>
                <a:moveTo>
                  <a:pt x="3104" y="1198"/>
                </a:moveTo>
                <a:cubicBezTo>
                  <a:pt x="3111" y="1203"/>
                  <a:pt x="3118" y="1208"/>
                  <a:pt x="3125" y="1213"/>
                </a:cubicBezTo>
                <a:cubicBezTo>
                  <a:pt x="3142" y="1224"/>
                  <a:pt x="3149" y="1229"/>
                  <a:pt x="3148" y="1229"/>
                </a:cubicBezTo>
                <a:cubicBezTo>
                  <a:pt x="3148" y="1229"/>
                  <a:pt x="3121" y="1211"/>
                  <a:pt x="3104" y="1198"/>
                </a:cubicBezTo>
                <a:close/>
                <a:moveTo>
                  <a:pt x="1747" y="3319"/>
                </a:moveTo>
                <a:cubicBezTo>
                  <a:pt x="1767" y="3326"/>
                  <a:pt x="1803" y="3338"/>
                  <a:pt x="1802" y="3338"/>
                </a:cubicBezTo>
                <a:cubicBezTo>
                  <a:pt x="1800" y="3339"/>
                  <a:pt x="1799" y="3339"/>
                  <a:pt x="1797" y="3339"/>
                </a:cubicBezTo>
                <a:cubicBezTo>
                  <a:pt x="1785" y="3339"/>
                  <a:pt x="1766" y="3330"/>
                  <a:pt x="1747" y="3319"/>
                </a:cubicBezTo>
                <a:close/>
                <a:moveTo>
                  <a:pt x="2463" y="3393"/>
                </a:moveTo>
                <a:cubicBezTo>
                  <a:pt x="2461" y="3393"/>
                  <a:pt x="2459" y="3393"/>
                  <a:pt x="2456" y="3393"/>
                </a:cubicBezTo>
                <a:lnTo>
                  <a:pt x="2456" y="3393"/>
                </a:lnTo>
                <a:cubicBezTo>
                  <a:pt x="2459" y="3393"/>
                  <a:pt x="2462" y="3393"/>
                  <a:pt x="2463" y="3393"/>
                </a:cubicBezTo>
                <a:close/>
                <a:moveTo>
                  <a:pt x="2387" y="989"/>
                </a:moveTo>
                <a:cubicBezTo>
                  <a:pt x="2440" y="989"/>
                  <a:pt x="2491" y="989"/>
                  <a:pt x="2541" y="993"/>
                </a:cubicBezTo>
                <a:cubicBezTo>
                  <a:pt x="2560" y="993"/>
                  <a:pt x="2582" y="997"/>
                  <a:pt x="2601" y="998"/>
                </a:cubicBezTo>
                <a:lnTo>
                  <a:pt x="2601" y="998"/>
                </a:lnTo>
                <a:cubicBezTo>
                  <a:pt x="2682" y="1018"/>
                  <a:pt x="2761" y="1029"/>
                  <a:pt x="2840" y="1057"/>
                </a:cubicBezTo>
                <a:cubicBezTo>
                  <a:pt x="2857" y="1061"/>
                  <a:pt x="2876" y="1069"/>
                  <a:pt x="2895" y="1076"/>
                </a:cubicBezTo>
                <a:cubicBezTo>
                  <a:pt x="2906" y="1079"/>
                  <a:pt x="2914" y="1081"/>
                  <a:pt x="2919" y="1082"/>
                </a:cubicBezTo>
                <a:lnTo>
                  <a:pt x="2919" y="1082"/>
                </a:lnTo>
                <a:cubicBezTo>
                  <a:pt x="2944" y="1096"/>
                  <a:pt x="2968" y="1113"/>
                  <a:pt x="2984" y="1122"/>
                </a:cubicBezTo>
                <a:cubicBezTo>
                  <a:pt x="3015" y="1139"/>
                  <a:pt x="3049" y="1160"/>
                  <a:pt x="3080" y="1181"/>
                </a:cubicBezTo>
                <a:cubicBezTo>
                  <a:pt x="3084" y="1184"/>
                  <a:pt x="3088" y="1186"/>
                  <a:pt x="3092" y="1189"/>
                </a:cubicBezTo>
                <a:lnTo>
                  <a:pt x="3092" y="1189"/>
                </a:lnTo>
                <a:cubicBezTo>
                  <a:pt x="3107" y="1217"/>
                  <a:pt x="3258" y="1347"/>
                  <a:pt x="3274" y="1366"/>
                </a:cubicBezTo>
                <a:cubicBezTo>
                  <a:pt x="3278" y="1370"/>
                  <a:pt x="3281" y="1374"/>
                  <a:pt x="3284" y="1378"/>
                </a:cubicBezTo>
                <a:lnTo>
                  <a:pt x="3284" y="1378"/>
                </a:lnTo>
                <a:cubicBezTo>
                  <a:pt x="3304" y="1410"/>
                  <a:pt x="3328" y="1440"/>
                  <a:pt x="3348" y="1474"/>
                </a:cubicBezTo>
                <a:cubicBezTo>
                  <a:pt x="3367" y="1503"/>
                  <a:pt x="3386" y="1535"/>
                  <a:pt x="3403" y="1569"/>
                </a:cubicBezTo>
                <a:cubicBezTo>
                  <a:pt x="3409" y="1579"/>
                  <a:pt x="3414" y="1591"/>
                  <a:pt x="3420" y="1604"/>
                </a:cubicBezTo>
                <a:lnTo>
                  <a:pt x="3420" y="1604"/>
                </a:lnTo>
                <a:cubicBezTo>
                  <a:pt x="3420" y="1602"/>
                  <a:pt x="3420" y="1600"/>
                  <a:pt x="3420" y="1598"/>
                </a:cubicBezTo>
                <a:lnTo>
                  <a:pt x="3420" y="1598"/>
                </a:lnTo>
                <a:cubicBezTo>
                  <a:pt x="3420" y="1600"/>
                  <a:pt x="3420" y="1602"/>
                  <a:pt x="3420" y="1604"/>
                </a:cubicBezTo>
                <a:lnTo>
                  <a:pt x="3420" y="1604"/>
                </a:lnTo>
                <a:cubicBezTo>
                  <a:pt x="3420" y="1604"/>
                  <a:pt x="3420" y="1604"/>
                  <a:pt x="3420" y="1604"/>
                </a:cubicBezTo>
                <a:lnTo>
                  <a:pt x="3420" y="1604"/>
                </a:lnTo>
                <a:cubicBezTo>
                  <a:pt x="3420" y="1621"/>
                  <a:pt x="3423" y="1634"/>
                  <a:pt x="3427" y="1644"/>
                </a:cubicBezTo>
                <a:lnTo>
                  <a:pt x="3427" y="1644"/>
                </a:lnTo>
                <a:cubicBezTo>
                  <a:pt x="3423" y="1630"/>
                  <a:pt x="3420" y="1616"/>
                  <a:pt x="3420" y="1604"/>
                </a:cubicBezTo>
                <a:lnTo>
                  <a:pt x="3420" y="1604"/>
                </a:lnTo>
                <a:cubicBezTo>
                  <a:pt x="3422" y="1608"/>
                  <a:pt x="3424" y="1613"/>
                  <a:pt x="3426" y="1617"/>
                </a:cubicBezTo>
                <a:cubicBezTo>
                  <a:pt x="3442" y="1646"/>
                  <a:pt x="3443" y="1659"/>
                  <a:pt x="3439" y="1659"/>
                </a:cubicBezTo>
                <a:cubicBezTo>
                  <a:pt x="3436" y="1659"/>
                  <a:pt x="3432" y="1654"/>
                  <a:pt x="3427" y="1644"/>
                </a:cubicBezTo>
                <a:lnTo>
                  <a:pt x="3427" y="1644"/>
                </a:lnTo>
                <a:cubicBezTo>
                  <a:pt x="3443" y="1697"/>
                  <a:pt x="3479" y="1760"/>
                  <a:pt x="3491" y="1802"/>
                </a:cubicBezTo>
                <a:cubicBezTo>
                  <a:pt x="3500" y="1838"/>
                  <a:pt x="3508" y="1874"/>
                  <a:pt x="3517" y="1910"/>
                </a:cubicBezTo>
                <a:cubicBezTo>
                  <a:pt x="3521" y="1933"/>
                  <a:pt x="3525" y="1954"/>
                  <a:pt x="3529" y="1977"/>
                </a:cubicBezTo>
                <a:cubicBezTo>
                  <a:pt x="3534" y="2005"/>
                  <a:pt x="3537" y="2015"/>
                  <a:pt x="3538" y="2015"/>
                </a:cubicBezTo>
                <a:cubicBezTo>
                  <a:pt x="3540" y="2015"/>
                  <a:pt x="3530" y="1942"/>
                  <a:pt x="3525" y="1939"/>
                </a:cubicBezTo>
                <a:lnTo>
                  <a:pt x="3525" y="1939"/>
                </a:lnTo>
                <a:cubicBezTo>
                  <a:pt x="3550" y="1954"/>
                  <a:pt x="3538" y="2142"/>
                  <a:pt x="3538" y="2173"/>
                </a:cubicBezTo>
                <a:cubicBezTo>
                  <a:pt x="3538" y="2215"/>
                  <a:pt x="3535" y="2257"/>
                  <a:pt x="3533" y="2297"/>
                </a:cubicBezTo>
                <a:cubicBezTo>
                  <a:pt x="3532" y="2312"/>
                  <a:pt x="3530" y="2326"/>
                  <a:pt x="3529" y="2339"/>
                </a:cubicBezTo>
                <a:lnTo>
                  <a:pt x="3529" y="2339"/>
                </a:lnTo>
                <a:cubicBezTo>
                  <a:pt x="3514" y="2409"/>
                  <a:pt x="3504" y="2477"/>
                  <a:pt x="3483" y="2546"/>
                </a:cubicBezTo>
                <a:cubicBezTo>
                  <a:pt x="3472" y="2582"/>
                  <a:pt x="3462" y="2618"/>
                  <a:pt x="3449" y="2651"/>
                </a:cubicBezTo>
                <a:cubicBezTo>
                  <a:pt x="3445" y="2663"/>
                  <a:pt x="3440" y="2676"/>
                  <a:pt x="3436" y="2688"/>
                </a:cubicBezTo>
                <a:lnTo>
                  <a:pt x="3436" y="2688"/>
                </a:lnTo>
                <a:cubicBezTo>
                  <a:pt x="3398" y="2751"/>
                  <a:pt x="3369" y="2818"/>
                  <a:pt x="3329" y="2881"/>
                </a:cubicBezTo>
                <a:cubicBezTo>
                  <a:pt x="3324" y="2889"/>
                  <a:pt x="3300" y="2922"/>
                  <a:pt x="3284" y="2945"/>
                </a:cubicBezTo>
                <a:lnTo>
                  <a:pt x="3284" y="2945"/>
                </a:lnTo>
                <a:cubicBezTo>
                  <a:pt x="3263" y="2968"/>
                  <a:pt x="3232" y="3005"/>
                  <a:pt x="3224" y="3014"/>
                </a:cubicBezTo>
                <a:cubicBezTo>
                  <a:pt x="3198" y="3041"/>
                  <a:pt x="3171" y="3069"/>
                  <a:pt x="3142" y="3094"/>
                </a:cubicBezTo>
                <a:cubicBezTo>
                  <a:pt x="3127" y="3106"/>
                  <a:pt x="3112" y="3119"/>
                  <a:pt x="3099" y="3132"/>
                </a:cubicBezTo>
                <a:cubicBezTo>
                  <a:pt x="3075" y="3154"/>
                  <a:pt x="3071" y="3163"/>
                  <a:pt x="3076" y="3163"/>
                </a:cubicBezTo>
                <a:cubicBezTo>
                  <a:pt x="3076" y="3163"/>
                  <a:pt x="3077" y="3163"/>
                  <a:pt x="3078" y="3162"/>
                </a:cubicBezTo>
                <a:lnTo>
                  <a:pt x="3078" y="3162"/>
                </a:lnTo>
                <a:cubicBezTo>
                  <a:pt x="3021" y="3203"/>
                  <a:pt x="2923" y="3245"/>
                  <a:pt x="2889" y="3262"/>
                </a:cubicBezTo>
                <a:cubicBezTo>
                  <a:pt x="2863" y="3275"/>
                  <a:pt x="2803" y="3296"/>
                  <a:pt x="2805" y="3296"/>
                </a:cubicBezTo>
                <a:cubicBezTo>
                  <a:pt x="2806" y="3296"/>
                  <a:pt x="2822" y="3291"/>
                  <a:pt x="2866" y="3277"/>
                </a:cubicBezTo>
                <a:lnTo>
                  <a:pt x="2866" y="3277"/>
                </a:lnTo>
                <a:cubicBezTo>
                  <a:pt x="2823" y="3292"/>
                  <a:pt x="2783" y="3309"/>
                  <a:pt x="2741" y="3323"/>
                </a:cubicBezTo>
                <a:cubicBezTo>
                  <a:pt x="2642" y="3355"/>
                  <a:pt x="2541" y="3376"/>
                  <a:pt x="2438" y="3395"/>
                </a:cubicBezTo>
                <a:cubicBezTo>
                  <a:pt x="2437" y="3395"/>
                  <a:pt x="2437" y="3395"/>
                  <a:pt x="2437" y="3395"/>
                </a:cubicBezTo>
                <a:lnTo>
                  <a:pt x="2437" y="3395"/>
                </a:lnTo>
                <a:cubicBezTo>
                  <a:pt x="2416" y="3397"/>
                  <a:pt x="2395" y="3400"/>
                  <a:pt x="2375" y="3401"/>
                </a:cubicBezTo>
                <a:cubicBezTo>
                  <a:pt x="2330" y="3403"/>
                  <a:pt x="2284" y="3406"/>
                  <a:pt x="2240" y="3406"/>
                </a:cubicBezTo>
                <a:cubicBezTo>
                  <a:pt x="2226" y="3406"/>
                  <a:pt x="2211" y="3406"/>
                  <a:pt x="2197" y="3406"/>
                </a:cubicBezTo>
                <a:cubicBezTo>
                  <a:pt x="2163" y="3406"/>
                  <a:pt x="2129" y="3405"/>
                  <a:pt x="2094" y="3403"/>
                </a:cubicBezTo>
                <a:cubicBezTo>
                  <a:pt x="2081" y="3402"/>
                  <a:pt x="2067" y="3400"/>
                  <a:pt x="2054" y="3398"/>
                </a:cubicBezTo>
                <a:lnTo>
                  <a:pt x="2054" y="3398"/>
                </a:lnTo>
                <a:cubicBezTo>
                  <a:pt x="1975" y="3376"/>
                  <a:pt x="1893" y="3365"/>
                  <a:pt x="1814" y="3340"/>
                </a:cubicBezTo>
                <a:cubicBezTo>
                  <a:pt x="1797" y="3334"/>
                  <a:pt x="1778" y="3326"/>
                  <a:pt x="1762" y="3321"/>
                </a:cubicBezTo>
                <a:cubicBezTo>
                  <a:pt x="1752" y="3318"/>
                  <a:pt x="1745" y="3316"/>
                  <a:pt x="1740" y="3315"/>
                </a:cubicBezTo>
                <a:lnTo>
                  <a:pt x="1740" y="3315"/>
                </a:lnTo>
                <a:cubicBezTo>
                  <a:pt x="1716" y="3301"/>
                  <a:pt x="1691" y="3283"/>
                  <a:pt x="1679" y="3277"/>
                </a:cubicBezTo>
                <a:cubicBezTo>
                  <a:pt x="1648" y="3258"/>
                  <a:pt x="1616" y="3241"/>
                  <a:pt x="1587" y="3220"/>
                </a:cubicBezTo>
                <a:cubicBezTo>
                  <a:pt x="1572" y="3210"/>
                  <a:pt x="1557" y="3199"/>
                  <a:pt x="1543" y="3191"/>
                </a:cubicBezTo>
                <a:cubicBezTo>
                  <a:pt x="1525" y="3180"/>
                  <a:pt x="1519" y="3175"/>
                  <a:pt x="1519" y="3175"/>
                </a:cubicBezTo>
                <a:lnTo>
                  <a:pt x="1519" y="3175"/>
                </a:lnTo>
                <a:cubicBezTo>
                  <a:pt x="1518" y="3175"/>
                  <a:pt x="1582" y="3218"/>
                  <a:pt x="1580" y="3218"/>
                </a:cubicBezTo>
                <a:cubicBezTo>
                  <a:pt x="1580" y="3218"/>
                  <a:pt x="1579" y="3218"/>
                  <a:pt x="1578" y="3218"/>
                </a:cubicBezTo>
                <a:cubicBezTo>
                  <a:pt x="1542" y="3218"/>
                  <a:pt x="1420" y="3070"/>
                  <a:pt x="1399" y="3045"/>
                </a:cubicBezTo>
                <a:cubicBezTo>
                  <a:pt x="1384" y="3030"/>
                  <a:pt x="1353" y="2977"/>
                  <a:pt x="1351" y="2977"/>
                </a:cubicBezTo>
                <a:lnTo>
                  <a:pt x="1351" y="2977"/>
                </a:lnTo>
                <a:cubicBezTo>
                  <a:pt x="1350" y="2977"/>
                  <a:pt x="1354" y="2985"/>
                  <a:pt x="1363" y="3005"/>
                </a:cubicBezTo>
                <a:cubicBezTo>
                  <a:pt x="1372" y="3025"/>
                  <a:pt x="1375" y="3032"/>
                  <a:pt x="1374" y="3032"/>
                </a:cubicBezTo>
                <a:cubicBezTo>
                  <a:pt x="1372" y="3032"/>
                  <a:pt x="1335" y="2962"/>
                  <a:pt x="1326" y="2946"/>
                </a:cubicBezTo>
                <a:cubicBezTo>
                  <a:pt x="1285" y="2881"/>
                  <a:pt x="1252" y="2814"/>
                  <a:pt x="1215" y="2746"/>
                </a:cubicBezTo>
                <a:lnTo>
                  <a:pt x="1215" y="2746"/>
                </a:lnTo>
                <a:cubicBezTo>
                  <a:pt x="1214" y="2743"/>
                  <a:pt x="1213" y="2740"/>
                  <a:pt x="1212" y="2736"/>
                </a:cubicBezTo>
                <a:cubicBezTo>
                  <a:pt x="1199" y="2702"/>
                  <a:pt x="1187" y="2668"/>
                  <a:pt x="1176" y="2635"/>
                </a:cubicBezTo>
                <a:cubicBezTo>
                  <a:pt x="1153" y="2559"/>
                  <a:pt x="1132" y="2481"/>
                  <a:pt x="1119" y="2403"/>
                </a:cubicBezTo>
                <a:cubicBezTo>
                  <a:pt x="1119" y="2401"/>
                  <a:pt x="1118" y="2399"/>
                  <a:pt x="1118" y="2397"/>
                </a:cubicBezTo>
                <a:lnTo>
                  <a:pt x="1118" y="2397"/>
                </a:lnTo>
                <a:cubicBezTo>
                  <a:pt x="1122" y="2365"/>
                  <a:pt x="1108" y="2315"/>
                  <a:pt x="1106" y="2283"/>
                </a:cubicBezTo>
                <a:cubicBezTo>
                  <a:pt x="1102" y="2203"/>
                  <a:pt x="1102" y="2123"/>
                  <a:pt x="1106" y="2043"/>
                </a:cubicBezTo>
                <a:cubicBezTo>
                  <a:pt x="1107" y="2033"/>
                  <a:pt x="1110" y="2004"/>
                  <a:pt x="1113" y="1978"/>
                </a:cubicBezTo>
                <a:lnTo>
                  <a:pt x="1113" y="1978"/>
                </a:lnTo>
                <a:cubicBezTo>
                  <a:pt x="1117" y="1953"/>
                  <a:pt x="1123" y="1911"/>
                  <a:pt x="1125" y="1899"/>
                </a:cubicBezTo>
                <a:cubicBezTo>
                  <a:pt x="1144" y="1813"/>
                  <a:pt x="1170" y="1731"/>
                  <a:pt x="1197" y="1647"/>
                </a:cubicBezTo>
                <a:cubicBezTo>
                  <a:pt x="1199" y="1642"/>
                  <a:pt x="1200" y="1637"/>
                  <a:pt x="1201" y="1634"/>
                </a:cubicBezTo>
                <a:lnTo>
                  <a:pt x="1201" y="1634"/>
                </a:lnTo>
                <a:cubicBezTo>
                  <a:pt x="1203" y="1630"/>
                  <a:pt x="1205" y="1626"/>
                  <a:pt x="1208" y="1621"/>
                </a:cubicBezTo>
                <a:cubicBezTo>
                  <a:pt x="1227" y="1583"/>
                  <a:pt x="1246" y="1543"/>
                  <a:pt x="1269" y="1507"/>
                </a:cubicBezTo>
                <a:cubicBezTo>
                  <a:pt x="1290" y="1470"/>
                  <a:pt x="1313" y="1434"/>
                  <a:pt x="1338" y="1398"/>
                </a:cubicBezTo>
                <a:cubicBezTo>
                  <a:pt x="1341" y="1394"/>
                  <a:pt x="1344" y="1390"/>
                  <a:pt x="1346" y="1386"/>
                </a:cubicBezTo>
                <a:lnTo>
                  <a:pt x="1346" y="1386"/>
                </a:lnTo>
                <a:cubicBezTo>
                  <a:pt x="1346" y="1386"/>
                  <a:pt x="1346" y="1386"/>
                  <a:pt x="1347" y="1385"/>
                </a:cubicBezTo>
                <a:cubicBezTo>
                  <a:pt x="1399" y="1329"/>
                  <a:pt x="1454" y="1275"/>
                  <a:pt x="1511" y="1223"/>
                </a:cubicBezTo>
                <a:lnTo>
                  <a:pt x="1511" y="1223"/>
                </a:lnTo>
                <a:cubicBezTo>
                  <a:pt x="1524" y="1213"/>
                  <a:pt x="1537" y="1203"/>
                  <a:pt x="1551" y="1194"/>
                </a:cubicBezTo>
                <a:cubicBezTo>
                  <a:pt x="1589" y="1170"/>
                  <a:pt x="1627" y="1147"/>
                  <a:pt x="1667" y="1126"/>
                </a:cubicBezTo>
                <a:cubicBezTo>
                  <a:pt x="1682" y="1119"/>
                  <a:pt x="1697" y="1111"/>
                  <a:pt x="1712" y="1103"/>
                </a:cubicBezTo>
                <a:lnTo>
                  <a:pt x="1712" y="1103"/>
                </a:lnTo>
                <a:cubicBezTo>
                  <a:pt x="1755" y="1090"/>
                  <a:pt x="1797" y="1075"/>
                  <a:pt x="1840" y="1063"/>
                </a:cubicBezTo>
                <a:cubicBezTo>
                  <a:pt x="1884" y="1050"/>
                  <a:pt x="1928" y="1042"/>
                  <a:pt x="1970" y="1031"/>
                </a:cubicBezTo>
                <a:cubicBezTo>
                  <a:pt x="1976" y="1030"/>
                  <a:pt x="1983" y="1028"/>
                  <a:pt x="1990" y="1026"/>
                </a:cubicBezTo>
                <a:lnTo>
                  <a:pt x="1990" y="1026"/>
                </a:lnTo>
                <a:cubicBezTo>
                  <a:pt x="2008" y="1025"/>
                  <a:pt x="2026" y="1024"/>
                  <a:pt x="2042" y="1023"/>
                </a:cubicBezTo>
                <a:cubicBezTo>
                  <a:pt x="2063" y="1021"/>
                  <a:pt x="2083" y="1018"/>
                  <a:pt x="2104" y="1015"/>
                </a:cubicBezTo>
                <a:lnTo>
                  <a:pt x="2104" y="1015"/>
                </a:lnTo>
                <a:cubicBezTo>
                  <a:pt x="2127" y="1013"/>
                  <a:pt x="2151" y="1010"/>
                  <a:pt x="2175" y="1006"/>
                </a:cubicBezTo>
                <a:cubicBezTo>
                  <a:pt x="2200" y="1002"/>
                  <a:pt x="2223" y="998"/>
                  <a:pt x="2248" y="996"/>
                </a:cubicBezTo>
                <a:lnTo>
                  <a:pt x="2248" y="996"/>
                </a:lnTo>
                <a:cubicBezTo>
                  <a:pt x="2202" y="1002"/>
                  <a:pt x="2186" y="1004"/>
                  <a:pt x="2186" y="1004"/>
                </a:cubicBezTo>
                <a:cubicBezTo>
                  <a:pt x="2187" y="1004"/>
                  <a:pt x="2227" y="999"/>
                  <a:pt x="2246" y="998"/>
                </a:cubicBezTo>
                <a:cubicBezTo>
                  <a:pt x="2293" y="996"/>
                  <a:pt x="2341" y="991"/>
                  <a:pt x="2387" y="989"/>
                </a:cubicBezTo>
                <a:close/>
                <a:moveTo>
                  <a:pt x="2431" y="0"/>
                </a:moveTo>
                <a:cubicBezTo>
                  <a:pt x="2283" y="0"/>
                  <a:pt x="2134" y="12"/>
                  <a:pt x="1987" y="33"/>
                </a:cubicBezTo>
                <a:lnTo>
                  <a:pt x="1987" y="33"/>
                </a:lnTo>
                <a:cubicBezTo>
                  <a:pt x="1519" y="79"/>
                  <a:pt x="1082" y="246"/>
                  <a:pt x="738" y="578"/>
                </a:cubicBezTo>
                <a:cubicBezTo>
                  <a:pt x="443" y="863"/>
                  <a:pt x="236" y="1259"/>
                  <a:pt x="158" y="1661"/>
                </a:cubicBezTo>
                <a:cubicBezTo>
                  <a:pt x="0" y="2477"/>
                  <a:pt x="228" y="3403"/>
                  <a:pt x="896" y="3941"/>
                </a:cubicBezTo>
                <a:cubicBezTo>
                  <a:pt x="1283" y="4251"/>
                  <a:pt x="1777" y="4404"/>
                  <a:pt x="2272" y="4404"/>
                </a:cubicBezTo>
                <a:cubicBezTo>
                  <a:pt x="2762" y="4404"/>
                  <a:pt x="3253" y="4255"/>
                  <a:pt x="3645" y="3962"/>
                </a:cubicBezTo>
                <a:cubicBezTo>
                  <a:pt x="4395" y="3401"/>
                  <a:pt x="4700" y="2409"/>
                  <a:pt x="4443" y="1512"/>
                </a:cubicBezTo>
                <a:cubicBezTo>
                  <a:pt x="4302" y="1025"/>
                  <a:pt x="4003" y="604"/>
                  <a:pt x="3582" y="321"/>
                </a:cubicBezTo>
                <a:cubicBezTo>
                  <a:pt x="3236" y="89"/>
                  <a:pt x="2836" y="0"/>
                  <a:pt x="2431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85" name="Google Shape;9985;p37"/>
          <p:cNvSpPr/>
          <p:nvPr/>
        </p:nvSpPr>
        <p:spPr>
          <a:xfrm>
            <a:off x="6972450" y="1587425"/>
            <a:ext cx="176025" cy="165050"/>
          </a:xfrm>
          <a:custGeom>
            <a:rect b="b" l="l" r="r" t="t"/>
            <a:pathLst>
              <a:path extrusionOk="0" h="6602" w="7041">
                <a:moveTo>
                  <a:pt x="4935" y="1378"/>
                </a:moveTo>
                <a:cubicBezTo>
                  <a:pt x="4939" y="1380"/>
                  <a:pt x="4948" y="1387"/>
                  <a:pt x="4965" y="1400"/>
                </a:cubicBezTo>
                <a:cubicBezTo>
                  <a:pt x="4955" y="1392"/>
                  <a:pt x="4945" y="1385"/>
                  <a:pt x="4935" y="1378"/>
                </a:cubicBezTo>
                <a:close/>
                <a:moveTo>
                  <a:pt x="1630" y="1762"/>
                </a:moveTo>
                <a:lnTo>
                  <a:pt x="1630" y="1762"/>
                </a:lnTo>
                <a:cubicBezTo>
                  <a:pt x="1621" y="1773"/>
                  <a:pt x="1618" y="1778"/>
                  <a:pt x="1618" y="1778"/>
                </a:cubicBezTo>
                <a:cubicBezTo>
                  <a:pt x="1618" y="1778"/>
                  <a:pt x="1623" y="1771"/>
                  <a:pt x="1630" y="1762"/>
                </a:cubicBezTo>
                <a:close/>
                <a:moveTo>
                  <a:pt x="3639" y="986"/>
                </a:moveTo>
                <a:cubicBezTo>
                  <a:pt x="4036" y="986"/>
                  <a:pt x="4418" y="1072"/>
                  <a:pt x="4734" y="1250"/>
                </a:cubicBezTo>
                <a:cubicBezTo>
                  <a:pt x="4786" y="1280"/>
                  <a:pt x="4839" y="1313"/>
                  <a:pt x="4890" y="1347"/>
                </a:cubicBezTo>
                <a:cubicBezTo>
                  <a:pt x="4906" y="1357"/>
                  <a:pt x="4921" y="1367"/>
                  <a:pt x="4935" y="1378"/>
                </a:cubicBezTo>
                <a:lnTo>
                  <a:pt x="4935" y="1378"/>
                </a:lnTo>
                <a:cubicBezTo>
                  <a:pt x="4934" y="1377"/>
                  <a:pt x="4933" y="1376"/>
                  <a:pt x="4933" y="1376"/>
                </a:cubicBezTo>
                <a:lnTo>
                  <a:pt x="4933" y="1376"/>
                </a:lnTo>
                <a:cubicBezTo>
                  <a:pt x="4934" y="1376"/>
                  <a:pt x="4964" y="1397"/>
                  <a:pt x="4972" y="1404"/>
                </a:cubicBezTo>
                <a:cubicBezTo>
                  <a:pt x="5081" y="1495"/>
                  <a:pt x="5182" y="1594"/>
                  <a:pt x="5275" y="1701"/>
                </a:cubicBezTo>
                <a:cubicBezTo>
                  <a:pt x="5296" y="1724"/>
                  <a:pt x="5315" y="1747"/>
                  <a:pt x="5332" y="1771"/>
                </a:cubicBezTo>
                <a:cubicBezTo>
                  <a:pt x="5336" y="1776"/>
                  <a:pt x="5339" y="1780"/>
                  <a:pt x="5342" y="1782"/>
                </a:cubicBezTo>
                <a:lnTo>
                  <a:pt x="5342" y="1782"/>
                </a:lnTo>
                <a:cubicBezTo>
                  <a:pt x="5378" y="1835"/>
                  <a:pt x="5414" y="1889"/>
                  <a:pt x="5446" y="1943"/>
                </a:cubicBezTo>
                <a:cubicBezTo>
                  <a:pt x="5477" y="1994"/>
                  <a:pt x="5507" y="2045"/>
                  <a:pt x="5534" y="2097"/>
                </a:cubicBezTo>
                <a:cubicBezTo>
                  <a:pt x="5548" y="2126"/>
                  <a:pt x="5603" y="2244"/>
                  <a:pt x="5604" y="2244"/>
                </a:cubicBezTo>
                <a:cubicBezTo>
                  <a:pt x="5605" y="2244"/>
                  <a:pt x="5604" y="2244"/>
                  <a:pt x="5604" y="2242"/>
                </a:cubicBezTo>
                <a:lnTo>
                  <a:pt x="5604" y="2242"/>
                </a:lnTo>
                <a:cubicBezTo>
                  <a:pt x="5646" y="2347"/>
                  <a:pt x="5682" y="2454"/>
                  <a:pt x="5711" y="2561"/>
                </a:cubicBezTo>
                <a:cubicBezTo>
                  <a:pt x="5726" y="2620"/>
                  <a:pt x="5741" y="2679"/>
                  <a:pt x="5751" y="2738"/>
                </a:cubicBezTo>
                <a:cubicBezTo>
                  <a:pt x="5756" y="2758"/>
                  <a:pt x="5778" y="2901"/>
                  <a:pt x="5781" y="2901"/>
                </a:cubicBezTo>
                <a:cubicBezTo>
                  <a:pt x="5781" y="2901"/>
                  <a:pt x="5781" y="2892"/>
                  <a:pt x="5779" y="2872"/>
                </a:cubicBezTo>
                <a:lnTo>
                  <a:pt x="5779" y="2872"/>
                </a:lnTo>
                <a:cubicBezTo>
                  <a:pt x="5793" y="2999"/>
                  <a:pt x="5800" y="3127"/>
                  <a:pt x="5800" y="3256"/>
                </a:cubicBezTo>
                <a:cubicBezTo>
                  <a:pt x="5798" y="3323"/>
                  <a:pt x="5796" y="3393"/>
                  <a:pt x="5791" y="3460"/>
                </a:cubicBezTo>
                <a:cubicBezTo>
                  <a:pt x="5787" y="3518"/>
                  <a:pt x="5781" y="3572"/>
                  <a:pt x="5780" y="3582"/>
                </a:cubicBezTo>
                <a:lnTo>
                  <a:pt x="5780" y="3582"/>
                </a:lnTo>
                <a:cubicBezTo>
                  <a:pt x="5759" y="3706"/>
                  <a:pt x="5734" y="3831"/>
                  <a:pt x="5699" y="3953"/>
                </a:cubicBezTo>
                <a:cubicBezTo>
                  <a:pt x="5682" y="4012"/>
                  <a:pt x="5663" y="4069"/>
                  <a:pt x="5642" y="4126"/>
                </a:cubicBezTo>
                <a:cubicBezTo>
                  <a:pt x="5631" y="4155"/>
                  <a:pt x="5621" y="4183"/>
                  <a:pt x="5610" y="4212"/>
                </a:cubicBezTo>
                <a:cubicBezTo>
                  <a:pt x="5606" y="4223"/>
                  <a:pt x="5602" y="4232"/>
                  <a:pt x="5600" y="4238"/>
                </a:cubicBezTo>
                <a:lnTo>
                  <a:pt x="5600" y="4238"/>
                </a:lnTo>
                <a:cubicBezTo>
                  <a:pt x="5597" y="4244"/>
                  <a:pt x="5593" y="4252"/>
                  <a:pt x="5589" y="4261"/>
                </a:cubicBezTo>
                <a:cubicBezTo>
                  <a:pt x="5534" y="4370"/>
                  <a:pt x="5477" y="4478"/>
                  <a:pt x="5412" y="4581"/>
                </a:cubicBezTo>
                <a:cubicBezTo>
                  <a:pt x="5311" y="4737"/>
                  <a:pt x="5324" y="4720"/>
                  <a:pt x="5189" y="4863"/>
                </a:cubicBezTo>
                <a:cubicBezTo>
                  <a:pt x="4814" y="5261"/>
                  <a:pt x="4355" y="5476"/>
                  <a:pt x="3756" y="5573"/>
                </a:cubicBezTo>
                <a:cubicBezTo>
                  <a:pt x="3620" y="5595"/>
                  <a:pt x="3482" y="5605"/>
                  <a:pt x="3344" y="5605"/>
                </a:cubicBezTo>
                <a:cubicBezTo>
                  <a:pt x="2954" y="5605"/>
                  <a:pt x="2572" y="5519"/>
                  <a:pt x="2265" y="5346"/>
                </a:cubicBezTo>
                <a:cubicBezTo>
                  <a:pt x="2214" y="5316"/>
                  <a:pt x="2164" y="5285"/>
                  <a:pt x="2113" y="5253"/>
                </a:cubicBezTo>
                <a:cubicBezTo>
                  <a:pt x="2098" y="5243"/>
                  <a:pt x="2015" y="5180"/>
                  <a:pt x="2013" y="5180"/>
                </a:cubicBezTo>
                <a:lnTo>
                  <a:pt x="2013" y="5180"/>
                </a:lnTo>
                <a:cubicBezTo>
                  <a:pt x="2013" y="5180"/>
                  <a:pt x="2019" y="5186"/>
                  <a:pt x="2037" y="5200"/>
                </a:cubicBezTo>
                <a:cubicBezTo>
                  <a:pt x="1930" y="5114"/>
                  <a:pt x="1831" y="5019"/>
                  <a:pt x="1740" y="4916"/>
                </a:cubicBezTo>
                <a:cubicBezTo>
                  <a:pt x="1728" y="4902"/>
                  <a:pt x="1675" y="4837"/>
                  <a:pt x="1657" y="4816"/>
                </a:cubicBezTo>
                <a:lnTo>
                  <a:pt x="1657" y="4816"/>
                </a:lnTo>
                <a:cubicBezTo>
                  <a:pt x="1647" y="4801"/>
                  <a:pt x="1584" y="4711"/>
                  <a:pt x="1570" y="4688"/>
                </a:cubicBezTo>
                <a:cubicBezTo>
                  <a:pt x="1500" y="4579"/>
                  <a:pt x="1439" y="4465"/>
                  <a:pt x="1382" y="4347"/>
                </a:cubicBezTo>
                <a:cubicBezTo>
                  <a:pt x="1372" y="4327"/>
                  <a:pt x="1369" y="4322"/>
                  <a:pt x="1368" y="4322"/>
                </a:cubicBezTo>
                <a:lnTo>
                  <a:pt x="1368" y="4322"/>
                </a:lnTo>
                <a:cubicBezTo>
                  <a:pt x="1368" y="4322"/>
                  <a:pt x="1368" y="4322"/>
                  <a:pt x="1368" y="4322"/>
                </a:cubicBezTo>
                <a:lnTo>
                  <a:pt x="1368" y="4322"/>
                </a:lnTo>
                <a:cubicBezTo>
                  <a:pt x="1366" y="4315"/>
                  <a:pt x="1360" y="4299"/>
                  <a:pt x="1348" y="4265"/>
                </a:cubicBezTo>
                <a:cubicBezTo>
                  <a:pt x="1329" y="4210"/>
                  <a:pt x="1308" y="4155"/>
                  <a:pt x="1291" y="4101"/>
                </a:cubicBezTo>
                <a:cubicBezTo>
                  <a:pt x="1251" y="3974"/>
                  <a:pt x="1220" y="3848"/>
                  <a:pt x="1197" y="3717"/>
                </a:cubicBezTo>
                <a:cubicBezTo>
                  <a:pt x="1192" y="3696"/>
                  <a:pt x="1179" y="3596"/>
                  <a:pt x="1178" y="3596"/>
                </a:cubicBezTo>
                <a:lnTo>
                  <a:pt x="1178" y="3596"/>
                </a:lnTo>
                <a:cubicBezTo>
                  <a:pt x="1178" y="3596"/>
                  <a:pt x="1179" y="3606"/>
                  <a:pt x="1182" y="3633"/>
                </a:cubicBezTo>
                <a:cubicBezTo>
                  <a:pt x="1173" y="3568"/>
                  <a:pt x="1167" y="3502"/>
                  <a:pt x="1165" y="3437"/>
                </a:cubicBezTo>
                <a:cubicBezTo>
                  <a:pt x="1157" y="3304"/>
                  <a:pt x="1157" y="3174"/>
                  <a:pt x="1165" y="3041"/>
                </a:cubicBezTo>
                <a:cubicBezTo>
                  <a:pt x="1167" y="3011"/>
                  <a:pt x="1179" y="2898"/>
                  <a:pt x="1181" y="2870"/>
                </a:cubicBezTo>
                <a:lnTo>
                  <a:pt x="1181" y="2870"/>
                </a:lnTo>
                <a:cubicBezTo>
                  <a:pt x="1186" y="2847"/>
                  <a:pt x="1203" y="2750"/>
                  <a:pt x="1209" y="2721"/>
                </a:cubicBezTo>
                <a:cubicBezTo>
                  <a:pt x="1239" y="2580"/>
                  <a:pt x="1281" y="2443"/>
                  <a:pt x="1327" y="2306"/>
                </a:cubicBezTo>
                <a:cubicBezTo>
                  <a:pt x="1342" y="2262"/>
                  <a:pt x="1345" y="2248"/>
                  <a:pt x="1346" y="2244"/>
                </a:cubicBezTo>
                <a:lnTo>
                  <a:pt x="1346" y="2244"/>
                </a:lnTo>
                <a:cubicBezTo>
                  <a:pt x="1348" y="2241"/>
                  <a:pt x="1355" y="2229"/>
                  <a:pt x="1376" y="2188"/>
                </a:cubicBezTo>
                <a:cubicBezTo>
                  <a:pt x="1407" y="2125"/>
                  <a:pt x="1439" y="2059"/>
                  <a:pt x="1475" y="1998"/>
                </a:cubicBezTo>
                <a:cubicBezTo>
                  <a:pt x="1511" y="1937"/>
                  <a:pt x="1551" y="1878"/>
                  <a:pt x="1588" y="1819"/>
                </a:cubicBezTo>
                <a:cubicBezTo>
                  <a:pt x="1603" y="1799"/>
                  <a:pt x="1618" y="1779"/>
                  <a:pt x="1632" y="1759"/>
                </a:cubicBezTo>
                <a:lnTo>
                  <a:pt x="1632" y="1759"/>
                </a:lnTo>
                <a:cubicBezTo>
                  <a:pt x="1639" y="1751"/>
                  <a:pt x="1646" y="1741"/>
                  <a:pt x="1654" y="1733"/>
                </a:cubicBezTo>
                <a:cubicBezTo>
                  <a:pt x="1744" y="1632"/>
                  <a:pt x="1839" y="1535"/>
                  <a:pt x="1945" y="1446"/>
                </a:cubicBezTo>
                <a:cubicBezTo>
                  <a:pt x="1949" y="1443"/>
                  <a:pt x="1952" y="1440"/>
                  <a:pt x="1955" y="1437"/>
                </a:cubicBezTo>
                <a:lnTo>
                  <a:pt x="1955" y="1437"/>
                </a:lnTo>
                <a:cubicBezTo>
                  <a:pt x="1958" y="1435"/>
                  <a:pt x="1960" y="1434"/>
                  <a:pt x="1963" y="1431"/>
                </a:cubicBezTo>
                <a:cubicBezTo>
                  <a:pt x="1993" y="1410"/>
                  <a:pt x="2022" y="1389"/>
                  <a:pt x="2054" y="1370"/>
                </a:cubicBezTo>
                <a:cubicBezTo>
                  <a:pt x="2115" y="1328"/>
                  <a:pt x="2180" y="1292"/>
                  <a:pt x="2246" y="1257"/>
                </a:cubicBezTo>
                <a:cubicBezTo>
                  <a:pt x="2372" y="1191"/>
                  <a:pt x="2412" y="1174"/>
                  <a:pt x="2604" y="1120"/>
                </a:cubicBezTo>
                <a:cubicBezTo>
                  <a:pt x="2802" y="1065"/>
                  <a:pt x="2859" y="1059"/>
                  <a:pt x="3023" y="1044"/>
                </a:cubicBezTo>
                <a:cubicBezTo>
                  <a:pt x="3046" y="1042"/>
                  <a:pt x="3069" y="1039"/>
                  <a:pt x="3092" y="1035"/>
                </a:cubicBezTo>
                <a:lnTo>
                  <a:pt x="3092" y="1035"/>
                </a:lnTo>
                <a:cubicBezTo>
                  <a:pt x="3113" y="1033"/>
                  <a:pt x="3134" y="1031"/>
                  <a:pt x="3156" y="1027"/>
                </a:cubicBezTo>
                <a:cubicBezTo>
                  <a:pt x="3317" y="1000"/>
                  <a:pt x="3479" y="986"/>
                  <a:pt x="3639" y="986"/>
                </a:cubicBezTo>
                <a:close/>
                <a:moveTo>
                  <a:pt x="3656" y="0"/>
                </a:moveTo>
                <a:cubicBezTo>
                  <a:pt x="3424" y="0"/>
                  <a:pt x="3191" y="20"/>
                  <a:pt x="2962" y="55"/>
                </a:cubicBezTo>
                <a:lnTo>
                  <a:pt x="2962" y="55"/>
                </a:lnTo>
                <a:cubicBezTo>
                  <a:pt x="1592" y="189"/>
                  <a:pt x="506" y="1128"/>
                  <a:pt x="238" y="2500"/>
                </a:cubicBezTo>
                <a:cubicBezTo>
                  <a:pt x="0" y="3730"/>
                  <a:pt x="360" y="5131"/>
                  <a:pt x="1367" y="5933"/>
                </a:cubicBezTo>
                <a:cubicBezTo>
                  <a:pt x="1934" y="6385"/>
                  <a:pt x="2656" y="6602"/>
                  <a:pt x="3382" y="6602"/>
                </a:cubicBezTo>
                <a:cubicBezTo>
                  <a:pt x="4138" y="6602"/>
                  <a:pt x="4898" y="6367"/>
                  <a:pt x="5494" y="5917"/>
                </a:cubicBezTo>
                <a:cubicBezTo>
                  <a:pt x="6607" y="5078"/>
                  <a:pt x="7041" y="3580"/>
                  <a:pt x="6659" y="2253"/>
                </a:cubicBezTo>
                <a:cubicBezTo>
                  <a:pt x="6453" y="1537"/>
                  <a:pt x="6015" y="905"/>
                  <a:pt x="5393" y="488"/>
                </a:cubicBezTo>
                <a:cubicBezTo>
                  <a:pt x="4872" y="137"/>
                  <a:pt x="4267" y="0"/>
                  <a:pt x="3656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86" name="Google Shape;9986;p37"/>
          <p:cNvSpPr txBox="1"/>
          <p:nvPr/>
        </p:nvSpPr>
        <p:spPr>
          <a:xfrm>
            <a:off x="1606070" y="4087334"/>
            <a:ext cx="667416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Hi Fi link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87" name="Google Shape;9987;p37"/>
          <p:cNvSpPr/>
          <p:nvPr/>
        </p:nvSpPr>
        <p:spPr>
          <a:xfrm rot="-4499992">
            <a:off x="7647020" y="2254847"/>
            <a:ext cx="585793" cy="623413"/>
          </a:xfrm>
          <a:custGeom>
            <a:rect b="b" l="l" r="r" t="t"/>
            <a:pathLst>
              <a:path extrusionOk="0" h="29017" w="27269">
                <a:moveTo>
                  <a:pt x="22507" y="0"/>
                </a:moveTo>
                <a:cubicBezTo>
                  <a:pt x="21719" y="0"/>
                  <a:pt x="20932" y="201"/>
                  <a:pt x="20248" y="603"/>
                </a:cubicBezTo>
                <a:cubicBezTo>
                  <a:pt x="20101" y="684"/>
                  <a:pt x="19960" y="774"/>
                  <a:pt x="19827" y="877"/>
                </a:cubicBezTo>
                <a:cubicBezTo>
                  <a:pt x="19689" y="973"/>
                  <a:pt x="19562" y="1080"/>
                  <a:pt x="19439" y="1195"/>
                </a:cubicBezTo>
                <a:cubicBezTo>
                  <a:pt x="19306" y="1313"/>
                  <a:pt x="19214" y="1408"/>
                  <a:pt x="19117" y="1505"/>
                </a:cubicBezTo>
                <a:lnTo>
                  <a:pt x="18821" y="1800"/>
                </a:lnTo>
                <a:lnTo>
                  <a:pt x="17642" y="2975"/>
                </a:lnTo>
                <a:lnTo>
                  <a:pt x="8210" y="12373"/>
                </a:lnTo>
                <a:lnTo>
                  <a:pt x="3494" y="17071"/>
                </a:lnTo>
                <a:lnTo>
                  <a:pt x="2315" y="18246"/>
                </a:lnTo>
                <a:lnTo>
                  <a:pt x="1721" y="18842"/>
                </a:lnTo>
                <a:cubicBezTo>
                  <a:pt x="1504" y="19073"/>
                  <a:pt x="1291" y="19311"/>
                  <a:pt x="1110" y="19576"/>
                </a:cubicBezTo>
                <a:cubicBezTo>
                  <a:pt x="744" y="20099"/>
                  <a:pt x="454" y="20675"/>
                  <a:pt x="267" y="21287"/>
                </a:cubicBezTo>
                <a:cubicBezTo>
                  <a:pt x="86" y="21900"/>
                  <a:pt x="1" y="22538"/>
                  <a:pt x="13" y="23174"/>
                </a:cubicBezTo>
                <a:cubicBezTo>
                  <a:pt x="35" y="24451"/>
                  <a:pt x="496" y="25713"/>
                  <a:pt x="1281" y="26719"/>
                </a:cubicBezTo>
                <a:cubicBezTo>
                  <a:pt x="1679" y="27216"/>
                  <a:pt x="2146" y="27657"/>
                  <a:pt x="2675" y="28015"/>
                </a:cubicBezTo>
                <a:cubicBezTo>
                  <a:pt x="3210" y="28365"/>
                  <a:pt x="3798" y="28634"/>
                  <a:pt x="4413" y="28805"/>
                </a:cubicBezTo>
                <a:cubicBezTo>
                  <a:pt x="4924" y="28947"/>
                  <a:pt x="5453" y="29016"/>
                  <a:pt x="5983" y="29016"/>
                </a:cubicBezTo>
                <a:cubicBezTo>
                  <a:pt x="6728" y="29016"/>
                  <a:pt x="7474" y="28878"/>
                  <a:pt x="8170" y="28610"/>
                </a:cubicBezTo>
                <a:cubicBezTo>
                  <a:pt x="8765" y="28375"/>
                  <a:pt x="9319" y="28045"/>
                  <a:pt x="9814" y="27642"/>
                </a:cubicBezTo>
                <a:lnTo>
                  <a:pt x="10170" y="27323"/>
                </a:lnTo>
                <a:cubicBezTo>
                  <a:pt x="10285" y="27216"/>
                  <a:pt x="10371" y="27125"/>
                  <a:pt x="10472" y="27025"/>
                </a:cubicBezTo>
                <a:lnTo>
                  <a:pt x="11063" y="26437"/>
                </a:lnTo>
                <a:lnTo>
                  <a:pt x="20495" y="17039"/>
                </a:lnTo>
                <a:cubicBezTo>
                  <a:pt x="21385" y="16152"/>
                  <a:pt x="21860" y="15184"/>
                  <a:pt x="21554" y="14878"/>
                </a:cubicBezTo>
                <a:cubicBezTo>
                  <a:pt x="21491" y="14814"/>
                  <a:pt x="21400" y="14784"/>
                  <a:pt x="21287" y="14784"/>
                </a:cubicBezTo>
                <a:cubicBezTo>
                  <a:pt x="20852" y="14784"/>
                  <a:pt x="20096" y="15227"/>
                  <a:pt x="19389" y="15931"/>
                </a:cubicBezTo>
                <a:lnTo>
                  <a:pt x="9957" y="25329"/>
                </a:lnTo>
                <a:lnTo>
                  <a:pt x="9369" y="25916"/>
                </a:lnTo>
                <a:cubicBezTo>
                  <a:pt x="9272" y="26009"/>
                  <a:pt x="9166" y="26121"/>
                  <a:pt x="9079" y="26200"/>
                </a:cubicBezTo>
                <a:lnTo>
                  <a:pt x="8814" y="26439"/>
                </a:lnTo>
                <a:cubicBezTo>
                  <a:pt x="8448" y="26735"/>
                  <a:pt x="8041" y="26978"/>
                  <a:pt x="7603" y="27152"/>
                </a:cubicBezTo>
                <a:cubicBezTo>
                  <a:pt x="7090" y="27349"/>
                  <a:pt x="6538" y="27451"/>
                  <a:pt x="5987" y="27451"/>
                </a:cubicBezTo>
                <a:cubicBezTo>
                  <a:pt x="5595" y="27451"/>
                  <a:pt x="5204" y="27399"/>
                  <a:pt x="4826" y="27294"/>
                </a:cubicBezTo>
                <a:cubicBezTo>
                  <a:pt x="4373" y="27166"/>
                  <a:pt x="3939" y="26970"/>
                  <a:pt x="3544" y="26715"/>
                </a:cubicBezTo>
                <a:cubicBezTo>
                  <a:pt x="3154" y="26449"/>
                  <a:pt x="2808" y="26121"/>
                  <a:pt x="2512" y="25753"/>
                </a:cubicBezTo>
                <a:cubicBezTo>
                  <a:pt x="1935" y="25011"/>
                  <a:pt x="1591" y="24083"/>
                  <a:pt x="1577" y="23138"/>
                </a:cubicBezTo>
                <a:cubicBezTo>
                  <a:pt x="1570" y="22667"/>
                  <a:pt x="1633" y="22194"/>
                  <a:pt x="1764" y="21743"/>
                </a:cubicBezTo>
                <a:cubicBezTo>
                  <a:pt x="1902" y="21291"/>
                  <a:pt x="2118" y="20866"/>
                  <a:pt x="2387" y="20480"/>
                </a:cubicBezTo>
                <a:cubicBezTo>
                  <a:pt x="2520" y="20285"/>
                  <a:pt x="2677" y="20110"/>
                  <a:pt x="2838" y="19937"/>
                </a:cubicBezTo>
                <a:lnTo>
                  <a:pt x="3418" y="19355"/>
                </a:lnTo>
                <a:lnTo>
                  <a:pt x="4597" y="18180"/>
                </a:lnTo>
                <a:lnTo>
                  <a:pt x="9313" y="13480"/>
                </a:lnTo>
                <a:lnTo>
                  <a:pt x="18747" y="4082"/>
                </a:lnTo>
                <a:lnTo>
                  <a:pt x="19926" y="2907"/>
                </a:lnTo>
                <a:lnTo>
                  <a:pt x="20220" y="2615"/>
                </a:lnTo>
                <a:cubicBezTo>
                  <a:pt x="20318" y="2515"/>
                  <a:pt x="20421" y="2412"/>
                  <a:pt x="20497" y="2348"/>
                </a:cubicBezTo>
                <a:cubicBezTo>
                  <a:pt x="20576" y="2273"/>
                  <a:pt x="20660" y="2201"/>
                  <a:pt x="20751" y="2140"/>
                </a:cubicBezTo>
                <a:cubicBezTo>
                  <a:pt x="20836" y="2070"/>
                  <a:pt x="20930" y="2014"/>
                  <a:pt x="21027" y="1961"/>
                </a:cubicBezTo>
                <a:cubicBezTo>
                  <a:pt x="21473" y="1696"/>
                  <a:pt x="21990" y="1565"/>
                  <a:pt x="22507" y="1565"/>
                </a:cubicBezTo>
                <a:cubicBezTo>
                  <a:pt x="22870" y="1565"/>
                  <a:pt x="23232" y="1629"/>
                  <a:pt x="23570" y="1758"/>
                </a:cubicBezTo>
                <a:cubicBezTo>
                  <a:pt x="24397" y="2056"/>
                  <a:pt x="25065" y="2764"/>
                  <a:pt x="25342" y="3593"/>
                </a:cubicBezTo>
                <a:cubicBezTo>
                  <a:pt x="25634" y="4424"/>
                  <a:pt x="25517" y="5384"/>
                  <a:pt x="25051" y="6128"/>
                </a:cubicBezTo>
                <a:cubicBezTo>
                  <a:pt x="24938" y="6315"/>
                  <a:pt x="24797" y="6486"/>
                  <a:pt x="24646" y="6647"/>
                </a:cubicBezTo>
                <a:lnTo>
                  <a:pt x="24063" y="7229"/>
                </a:lnTo>
                <a:lnTo>
                  <a:pt x="22884" y="8404"/>
                </a:lnTo>
                <a:lnTo>
                  <a:pt x="20526" y="10752"/>
                </a:lnTo>
                <a:lnTo>
                  <a:pt x="15811" y="15452"/>
                </a:lnTo>
                <a:lnTo>
                  <a:pt x="11095" y="20150"/>
                </a:lnTo>
                <a:lnTo>
                  <a:pt x="10506" y="20739"/>
                </a:lnTo>
                <a:cubicBezTo>
                  <a:pt x="10283" y="20961"/>
                  <a:pt x="10170" y="21073"/>
                  <a:pt x="10011" y="21174"/>
                </a:cubicBezTo>
                <a:cubicBezTo>
                  <a:pt x="9754" y="21340"/>
                  <a:pt x="9447" y="21423"/>
                  <a:pt x="9141" y="21423"/>
                </a:cubicBezTo>
                <a:cubicBezTo>
                  <a:pt x="9072" y="21423"/>
                  <a:pt x="9004" y="21419"/>
                  <a:pt x="8936" y="21411"/>
                </a:cubicBezTo>
                <a:cubicBezTo>
                  <a:pt x="8184" y="21331"/>
                  <a:pt x="7552" y="20653"/>
                  <a:pt x="7524" y="19898"/>
                </a:cubicBezTo>
                <a:cubicBezTo>
                  <a:pt x="7500" y="19524"/>
                  <a:pt x="7607" y="19142"/>
                  <a:pt x="7834" y="18846"/>
                </a:cubicBezTo>
                <a:cubicBezTo>
                  <a:pt x="7858" y="18806"/>
                  <a:pt x="7890" y="18770"/>
                  <a:pt x="7922" y="18737"/>
                </a:cubicBezTo>
                <a:cubicBezTo>
                  <a:pt x="7951" y="18701"/>
                  <a:pt x="7979" y="18667"/>
                  <a:pt x="8035" y="18611"/>
                </a:cubicBezTo>
                <a:lnTo>
                  <a:pt x="8325" y="18313"/>
                </a:lnTo>
                <a:lnTo>
                  <a:pt x="8906" y="17717"/>
                </a:lnTo>
                <a:lnTo>
                  <a:pt x="11224" y="15333"/>
                </a:lnTo>
                <a:lnTo>
                  <a:pt x="15864" y="10561"/>
                </a:lnTo>
                <a:cubicBezTo>
                  <a:pt x="16739" y="9661"/>
                  <a:pt x="17200" y="8685"/>
                  <a:pt x="16894" y="8380"/>
                </a:cubicBezTo>
                <a:cubicBezTo>
                  <a:pt x="16832" y="8319"/>
                  <a:pt x="16743" y="8290"/>
                  <a:pt x="16633" y="8290"/>
                </a:cubicBezTo>
                <a:cubicBezTo>
                  <a:pt x="16201" y="8290"/>
                  <a:pt x="15448" y="8744"/>
                  <a:pt x="14749" y="9464"/>
                </a:cubicBezTo>
                <a:lnTo>
                  <a:pt x="10105" y="14239"/>
                </a:lnTo>
                <a:lnTo>
                  <a:pt x="7784" y="16627"/>
                </a:lnTo>
                <a:lnTo>
                  <a:pt x="7204" y="17224"/>
                </a:lnTo>
                <a:lnTo>
                  <a:pt x="6914" y="17522"/>
                </a:lnTo>
                <a:cubicBezTo>
                  <a:pt x="6870" y="17566"/>
                  <a:pt x="6806" y="17635"/>
                  <a:pt x="6745" y="17705"/>
                </a:cubicBezTo>
                <a:cubicBezTo>
                  <a:pt x="6685" y="17774"/>
                  <a:pt x="6625" y="17844"/>
                  <a:pt x="6574" y="17920"/>
                </a:cubicBezTo>
                <a:cubicBezTo>
                  <a:pt x="6130" y="18510"/>
                  <a:pt x="5916" y="19262"/>
                  <a:pt x="5963" y="19993"/>
                </a:cubicBezTo>
                <a:cubicBezTo>
                  <a:pt x="6005" y="20725"/>
                  <a:pt x="6307" y="21448"/>
                  <a:pt x="6816" y="21979"/>
                </a:cubicBezTo>
                <a:cubicBezTo>
                  <a:pt x="7313" y="22514"/>
                  <a:pt x="8009" y="22878"/>
                  <a:pt x="8739" y="22963"/>
                </a:cubicBezTo>
                <a:cubicBezTo>
                  <a:pt x="8873" y="22981"/>
                  <a:pt x="9009" y="22989"/>
                  <a:pt x="9144" y="22989"/>
                </a:cubicBezTo>
                <a:cubicBezTo>
                  <a:pt x="9743" y="22989"/>
                  <a:pt x="10342" y="22822"/>
                  <a:pt x="10848" y="22496"/>
                </a:cubicBezTo>
                <a:cubicBezTo>
                  <a:pt x="11003" y="22395"/>
                  <a:pt x="11152" y="22287"/>
                  <a:pt x="11286" y="22162"/>
                </a:cubicBezTo>
                <a:cubicBezTo>
                  <a:pt x="11439" y="22025"/>
                  <a:pt x="11502" y="21951"/>
                  <a:pt x="11612" y="21848"/>
                </a:cubicBezTo>
                <a:lnTo>
                  <a:pt x="12200" y="21260"/>
                </a:lnTo>
                <a:lnTo>
                  <a:pt x="16916" y="16562"/>
                </a:lnTo>
                <a:lnTo>
                  <a:pt x="21632" y="11862"/>
                </a:lnTo>
                <a:lnTo>
                  <a:pt x="23990" y="9514"/>
                </a:lnTo>
                <a:lnTo>
                  <a:pt x="25169" y="8339"/>
                </a:lnTo>
                <a:lnTo>
                  <a:pt x="25763" y="7742"/>
                </a:lnTo>
                <a:cubicBezTo>
                  <a:pt x="25994" y="7502"/>
                  <a:pt x="26206" y="7241"/>
                  <a:pt x="26381" y="6955"/>
                </a:cubicBezTo>
                <a:cubicBezTo>
                  <a:pt x="27093" y="5816"/>
                  <a:pt x="27268" y="4360"/>
                  <a:pt x="26825" y="3092"/>
                </a:cubicBezTo>
                <a:cubicBezTo>
                  <a:pt x="26397" y="1820"/>
                  <a:pt x="25389" y="758"/>
                  <a:pt x="24125" y="295"/>
                </a:cubicBezTo>
                <a:cubicBezTo>
                  <a:pt x="23609" y="98"/>
                  <a:pt x="23058" y="0"/>
                  <a:pt x="22507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988" name="Google Shape;9988;p37"/>
          <p:cNvGrpSpPr/>
          <p:nvPr/>
        </p:nvGrpSpPr>
        <p:grpSpPr>
          <a:xfrm rot="4213835">
            <a:off x="1569645" y="177805"/>
            <a:ext cx="398006" cy="1705842"/>
            <a:chOff x="5686500" y="2272225"/>
            <a:chExt cx="481300" cy="2589250"/>
          </a:xfrm>
        </p:grpSpPr>
        <p:sp>
          <p:nvSpPr>
            <p:cNvPr id="9989" name="Google Shape;9989;p37"/>
            <p:cNvSpPr/>
            <p:nvPr/>
          </p:nvSpPr>
          <p:spPr>
            <a:xfrm>
              <a:off x="5686500" y="3674725"/>
              <a:ext cx="260950" cy="1082650"/>
            </a:xfrm>
            <a:custGeom>
              <a:rect b="b" l="l" r="r" t="t"/>
              <a:pathLst>
                <a:path extrusionOk="0" h="43306" w="10438">
                  <a:moveTo>
                    <a:pt x="7833" y="1"/>
                  </a:moveTo>
                  <a:cubicBezTo>
                    <a:pt x="7371" y="1"/>
                    <a:pt x="6972" y="354"/>
                    <a:pt x="6919" y="826"/>
                  </a:cubicBezTo>
                  <a:lnTo>
                    <a:pt x="6917" y="856"/>
                  </a:lnTo>
                  <a:cubicBezTo>
                    <a:pt x="6721" y="2624"/>
                    <a:pt x="6364" y="4312"/>
                    <a:pt x="5698" y="5866"/>
                  </a:cubicBezTo>
                  <a:cubicBezTo>
                    <a:pt x="5050" y="7434"/>
                    <a:pt x="4084" y="8863"/>
                    <a:pt x="3088" y="10468"/>
                  </a:cubicBezTo>
                  <a:cubicBezTo>
                    <a:pt x="2589" y="11280"/>
                    <a:pt x="2092" y="12124"/>
                    <a:pt x="1654" y="13039"/>
                  </a:cubicBezTo>
                  <a:cubicBezTo>
                    <a:pt x="1226" y="13954"/>
                    <a:pt x="864" y="14928"/>
                    <a:pt x="605" y="15926"/>
                  </a:cubicBezTo>
                  <a:cubicBezTo>
                    <a:pt x="331" y="16927"/>
                    <a:pt x="189" y="17942"/>
                    <a:pt x="83" y="18960"/>
                  </a:cubicBezTo>
                  <a:cubicBezTo>
                    <a:pt x="49" y="19968"/>
                    <a:pt x="0" y="20983"/>
                    <a:pt x="91" y="21967"/>
                  </a:cubicBezTo>
                  <a:cubicBezTo>
                    <a:pt x="306" y="25901"/>
                    <a:pt x="1297" y="29668"/>
                    <a:pt x="2718" y="33243"/>
                  </a:cubicBezTo>
                  <a:cubicBezTo>
                    <a:pt x="3455" y="35019"/>
                    <a:pt x="4316" y="36736"/>
                    <a:pt x="5302" y="38373"/>
                  </a:cubicBezTo>
                  <a:cubicBezTo>
                    <a:pt x="6303" y="40015"/>
                    <a:pt x="7369" y="41561"/>
                    <a:pt x="8712" y="43012"/>
                  </a:cubicBezTo>
                  <a:lnTo>
                    <a:pt x="8710" y="43012"/>
                  </a:lnTo>
                  <a:cubicBezTo>
                    <a:pt x="8886" y="43202"/>
                    <a:pt x="9133" y="43306"/>
                    <a:pt x="9386" y="43306"/>
                  </a:cubicBezTo>
                  <a:cubicBezTo>
                    <a:pt x="9540" y="43306"/>
                    <a:pt x="9697" y="43267"/>
                    <a:pt x="9840" y="43185"/>
                  </a:cubicBezTo>
                  <a:cubicBezTo>
                    <a:pt x="10281" y="42933"/>
                    <a:pt x="10437" y="42368"/>
                    <a:pt x="10185" y="41923"/>
                  </a:cubicBezTo>
                  <a:lnTo>
                    <a:pt x="10158" y="41872"/>
                  </a:lnTo>
                  <a:cubicBezTo>
                    <a:pt x="8416" y="38782"/>
                    <a:pt x="6936" y="35440"/>
                    <a:pt x="5813" y="32078"/>
                  </a:cubicBezTo>
                  <a:cubicBezTo>
                    <a:pt x="4693" y="28709"/>
                    <a:pt x="3905" y="25206"/>
                    <a:pt x="3643" y="21742"/>
                  </a:cubicBezTo>
                  <a:cubicBezTo>
                    <a:pt x="3499" y="20024"/>
                    <a:pt x="3580" y="18346"/>
                    <a:pt x="3929" y="16751"/>
                  </a:cubicBezTo>
                  <a:cubicBezTo>
                    <a:pt x="4282" y="15151"/>
                    <a:pt x="4942" y="13636"/>
                    <a:pt x="5789" y="12041"/>
                  </a:cubicBezTo>
                  <a:cubicBezTo>
                    <a:pt x="6645" y="10453"/>
                    <a:pt x="7602" y="8689"/>
                    <a:pt x="8169" y="6752"/>
                  </a:cubicBezTo>
                  <a:cubicBezTo>
                    <a:pt x="8749" y="4816"/>
                    <a:pt x="8903" y="2791"/>
                    <a:pt x="8752" y="856"/>
                  </a:cubicBezTo>
                  <a:cubicBezTo>
                    <a:pt x="8720" y="420"/>
                    <a:pt x="8382" y="58"/>
                    <a:pt x="7934" y="7"/>
                  </a:cubicBezTo>
                  <a:cubicBezTo>
                    <a:pt x="7900" y="3"/>
                    <a:pt x="7866" y="1"/>
                    <a:pt x="783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90" name="Google Shape;9990;p37"/>
            <p:cNvSpPr/>
            <p:nvPr/>
          </p:nvSpPr>
          <p:spPr>
            <a:xfrm>
              <a:off x="5922350" y="2272225"/>
              <a:ext cx="208275" cy="167975"/>
            </a:xfrm>
            <a:custGeom>
              <a:rect b="b" l="l" r="r" t="t"/>
              <a:pathLst>
                <a:path extrusionOk="0" h="6719" w="8331">
                  <a:moveTo>
                    <a:pt x="4165" y="0"/>
                  </a:moveTo>
                  <a:cubicBezTo>
                    <a:pt x="3993" y="0"/>
                    <a:pt x="3820" y="86"/>
                    <a:pt x="3721" y="257"/>
                  </a:cubicBezTo>
                  <a:lnTo>
                    <a:pt x="0" y="6719"/>
                  </a:lnTo>
                  <a:lnTo>
                    <a:pt x="8331" y="6719"/>
                  </a:lnTo>
                  <a:lnTo>
                    <a:pt x="4607" y="257"/>
                  </a:lnTo>
                  <a:cubicBezTo>
                    <a:pt x="4509" y="86"/>
                    <a:pt x="4337" y="0"/>
                    <a:pt x="416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91" name="Google Shape;9991;p37"/>
            <p:cNvSpPr/>
            <p:nvPr/>
          </p:nvSpPr>
          <p:spPr>
            <a:xfrm>
              <a:off x="5880875" y="3567725"/>
              <a:ext cx="286925" cy="1293750"/>
            </a:xfrm>
            <a:custGeom>
              <a:rect b="b" l="l" r="r" t="t"/>
              <a:pathLst>
                <a:path extrusionOk="0" h="51750" w="11477">
                  <a:moveTo>
                    <a:pt x="66" y="0"/>
                  </a:moveTo>
                  <a:lnTo>
                    <a:pt x="66" y="0"/>
                  </a:lnTo>
                  <a:cubicBezTo>
                    <a:pt x="0" y="16111"/>
                    <a:pt x="514" y="31974"/>
                    <a:pt x="1659" y="47561"/>
                  </a:cubicBezTo>
                  <a:cubicBezTo>
                    <a:pt x="1659" y="48718"/>
                    <a:pt x="2124" y="49768"/>
                    <a:pt x="2877" y="50524"/>
                  </a:cubicBezTo>
                  <a:cubicBezTo>
                    <a:pt x="3631" y="51282"/>
                    <a:pt x="4673" y="51749"/>
                    <a:pt x="5823" y="51749"/>
                  </a:cubicBezTo>
                  <a:cubicBezTo>
                    <a:pt x="8128" y="51749"/>
                    <a:pt x="9990" y="49870"/>
                    <a:pt x="9990" y="47561"/>
                  </a:cubicBezTo>
                  <a:cubicBezTo>
                    <a:pt x="10968" y="31913"/>
                    <a:pt x="11470" y="16370"/>
                    <a:pt x="11477" y="905"/>
                  </a:cubicBezTo>
                  <a:lnTo>
                    <a:pt x="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92" name="Google Shape;9992;p37"/>
            <p:cNvSpPr/>
            <p:nvPr/>
          </p:nvSpPr>
          <p:spPr>
            <a:xfrm>
              <a:off x="5954500" y="3306675"/>
              <a:ext cx="150975" cy="825125"/>
            </a:xfrm>
            <a:custGeom>
              <a:rect b="b" l="l" r="r" t="t"/>
              <a:pathLst>
                <a:path extrusionOk="0" h="33005" w="6039">
                  <a:moveTo>
                    <a:pt x="3020" y="0"/>
                  </a:moveTo>
                  <a:cubicBezTo>
                    <a:pt x="2220" y="0"/>
                    <a:pt x="1452" y="1740"/>
                    <a:pt x="887" y="4835"/>
                  </a:cubicBezTo>
                  <a:cubicBezTo>
                    <a:pt x="319" y="7930"/>
                    <a:pt x="1" y="12125"/>
                    <a:pt x="1" y="16502"/>
                  </a:cubicBezTo>
                  <a:cubicBezTo>
                    <a:pt x="1" y="20879"/>
                    <a:pt x="319" y="25077"/>
                    <a:pt x="887" y="28172"/>
                  </a:cubicBezTo>
                  <a:cubicBezTo>
                    <a:pt x="1452" y="31267"/>
                    <a:pt x="2220" y="33004"/>
                    <a:pt x="3020" y="33004"/>
                  </a:cubicBezTo>
                  <a:cubicBezTo>
                    <a:pt x="3820" y="33004"/>
                    <a:pt x="4588" y="31267"/>
                    <a:pt x="5153" y="28172"/>
                  </a:cubicBezTo>
                  <a:cubicBezTo>
                    <a:pt x="5721" y="25077"/>
                    <a:pt x="6039" y="20879"/>
                    <a:pt x="6039" y="16502"/>
                  </a:cubicBezTo>
                  <a:cubicBezTo>
                    <a:pt x="6039" y="12125"/>
                    <a:pt x="5721" y="7930"/>
                    <a:pt x="5153" y="4835"/>
                  </a:cubicBezTo>
                  <a:cubicBezTo>
                    <a:pt x="4588" y="1740"/>
                    <a:pt x="3820" y="0"/>
                    <a:pt x="302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993" name="Google Shape;9993;p37"/>
          <p:cNvGrpSpPr/>
          <p:nvPr/>
        </p:nvGrpSpPr>
        <p:grpSpPr>
          <a:xfrm rot="-1320000">
            <a:off x="6093486" y="4182096"/>
            <a:ext cx="2270043" cy="183536"/>
            <a:chOff x="5419725" y="2413000"/>
            <a:chExt cx="2169725" cy="175425"/>
          </a:xfrm>
        </p:grpSpPr>
        <p:sp>
          <p:nvSpPr>
            <p:cNvPr id="9994" name="Google Shape;9994;p37"/>
            <p:cNvSpPr/>
            <p:nvPr/>
          </p:nvSpPr>
          <p:spPr>
            <a:xfrm>
              <a:off x="5419725" y="2413000"/>
              <a:ext cx="2027325" cy="175425"/>
            </a:xfrm>
            <a:custGeom>
              <a:rect b="b" l="l" r="r" t="t"/>
              <a:pathLst>
                <a:path extrusionOk="0" h="7017" w="81093">
                  <a:moveTo>
                    <a:pt x="3509" y="0"/>
                  </a:moveTo>
                  <a:cubicBezTo>
                    <a:pt x="1571" y="0"/>
                    <a:pt x="0" y="1571"/>
                    <a:pt x="0" y="3508"/>
                  </a:cubicBezTo>
                  <a:cubicBezTo>
                    <a:pt x="0" y="5446"/>
                    <a:pt x="1571" y="7017"/>
                    <a:pt x="3509" y="7017"/>
                  </a:cubicBezTo>
                  <a:lnTo>
                    <a:pt x="81093" y="7017"/>
                  </a:lnTo>
                  <a:lnTo>
                    <a:pt x="81093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95" name="Google Shape;9995;p37"/>
            <p:cNvSpPr/>
            <p:nvPr/>
          </p:nvSpPr>
          <p:spPr>
            <a:xfrm>
              <a:off x="7447025" y="2413000"/>
              <a:ext cx="142425" cy="175425"/>
            </a:xfrm>
            <a:custGeom>
              <a:rect b="b" l="l" r="r" t="t"/>
              <a:pathLst>
                <a:path extrusionOk="0" h="7017" w="5697">
                  <a:moveTo>
                    <a:pt x="1" y="0"/>
                  </a:moveTo>
                  <a:lnTo>
                    <a:pt x="1" y="7017"/>
                  </a:lnTo>
                  <a:lnTo>
                    <a:pt x="5410" y="3880"/>
                  </a:lnTo>
                  <a:cubicBezTo>
                    <a:pt x="5696" y="3714"/>
                    <a:pt x="5696" y="3300"/>
                    <a:pt x="5410" y="3134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96" name="Google Shape;9996;p37"/>
            <p:cNvSpPr/>
            <p:nvPr/>
          </p:nvSpPr>
          <p:spPr>
            <a:xfrm>
              <a:off x="6846100" y="2459400"/>
              <a:ext cx="492625" cy="82550"/>
            </a:xfrm>
            <a:custGeom>
              <a:rect b="b" l="l" r="r" t="t"/>
              <a:pathLst>
                <a:path extrusionOk="0" h="3302" w="19705">
                  <a:moveTo>
                    <a:pt x="1650" y="1"/>
                  </a:moveTo>
                  <a:cubicBezTo>
                    <a:pt x="740" y="1"/>
                    <a:pt x="1" y="740"/>
                    <a:pt x="1" y="1652"/>
                  </a:cubicBezTo>
                  <a:cubicBezTo>
                    <a:pt x="1" y="2562"/>
                    <a:pt x="740" y="3301"/>
                    <a:pt x="1650" y="3301"/>
                  </a:cubicBezTo>
                  <a:lnTo>
                    <a:pt x="18054" y="3301"/>
                  </a:lnTo>
                  <a:cubicBezTo>
                    <a:pt x="18966" y="3301"/>
                    <a:pt x="19705" y="2562"/>
                    <a:pt x="19705" y="1652"/>
                  </a:cubicBezTo>
                  <a:cubicBezTo>
                    <a:pt x="19705" y="740"/>
                    <a:pt x="18966" y="1"/>
                    <a:pt x="1805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9997" name="Google Shape;9997;p37" title="e1.mp4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694587" y="1151625"/>
            <a:ext cx="5754824" cy="2840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9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01" name="Shape 100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2" name="Google Shape;10002;p38"/>
          <p:cNvSpPr txBox="1"/>
          <p:nvPr>
            <p:ph type="title"/>
          </p:nvPr>
        </p:nvSpPr>
        <p:spPr>
          <a:xfrm>
            <a:off x="3287078" y="628655"/>
            <a:ext cx="2569800" cy="1204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000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300"/>
              <a:buFont typeface="Gantari ExtraBold"/>
              <a:buNone/>
            </a:pPr>
            <a:r>
              <a:rPr lang="en-US" sz="4200">
                <a:latin typeface="Lobster"/>
                <a:ea typeface="Lobster"/>
                <a:cs typeface="Lobster"/>
                <a:sym typeface="Lobster"/>
              </a:rPr>
              <a:t>Thank You</a:t>
            </a:r>
            <a:endParaRPr sz="4200">
              <a:latin typeface="Lobster"/>
              <a:ea typeface="Lobster"/>
              <a:cs typeface="Lobster"/>
              <a:sym typeface="Lobster"/>
            </a:endParaRPr>
          </a:p>
        </p:txBody>
      </p:sp>
      <p:sp>
        <p:nvSpPr>
          <p:cNvPr id="10003" name="Google Shape;10003;p38"/>
          <p:cNvSpPr txBox="1"/>
          <p:nvPr/>
        </p:nvSpPr>
        <p:spPr>
          <a:xfrm>
            <a:off x="1670130" y="1435966"/>
            <a:ext cx="5616000" cy="8310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2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i="0" sz="3300" u="none" cap="none" strike="noStrike">
              <a:solidFill>
                <a:srgbClr val="1C2031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latin typeface="Lexend Medium"/>
                <a:ea typeface="Lexend Medium"/>
                <a:cs typeface="Lexend Medium"/>
                <a:sym typeface="Lexend Medium"/>
              </a:rPr>
              <a:t>    </a:t>
            </a:r>
            <a:endParaRPr i="0" sz="1500" u="none" cap="none" strike="noStrike">
              <a:solidFill>
                <a:srgbClr val="000000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asos para estudiar un texto by Slidesgo">
  <a:themeElements>
    <a:clrScheme name="Simple Light">
      <a:dk1>
        <a:srgbClr val="222828"/>
      </a:dk1>
      <a:lt1>
        <a:srgbClr val="71C9B9"/>
      </a:lt1>
      <a:dk2>
        <a:srgbClr val="68B3A5"/>
      </a:dk2>
      <a:lt2>
        <a:srgbClr val="005051"/>
      </a:lt2>
      <a:accent1>
        <a:srgbClr val="FCC94C"/>
      </a:accent1>
      <a:accent2>
        <a:srgbClr val="FBFEE9"/>
      </a:accent2>
      <a:accent3>
        <a:srgbClr val="F1E4D1"/>
      </a:accent3>
      <a:accent4>
        <a:srgbClr val="E4DEC8"/>
      </a:accent4>
      <a:accent5>
        <a:srgbClr val="FFFFFF"/>
      </a:accent5>
      <a:accent6>
        <a:srgbClr val="C7404E"/>
      </a:accent6>
      <a:hlink>
        <a:srgbClr val="22282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